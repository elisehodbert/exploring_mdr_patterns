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096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0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375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68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709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8217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86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15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41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255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453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230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501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96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60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46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66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413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849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6982604" y="3170392"/>
              <a:ext cx="1174" cy="167167"/>
            </a:xfrm>
            <a:custGeom>
              <a:avLst/>
              <a:pathLst>
                <a:path w="1174" h="167167">
                  <a:moveTo>
                    <a:pt x="1174" y="0"/>
                  </a:moveTo>
                  <a:lnTo>
                    <a:pt x="0" y="4"/>
                  </a:lnTo>
                  <a:lnTo>
                    <a:pt x="117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604" y="3170396"/>
              <a:ext cx="1174" cy="167163"/>
            </a:xfrm>
            <a:custGeom>
              <a:avLst/>
              <a:pathLst>
                <a:path w="1174" h="167163">
                  <a:moveTo>
                    <a:pt x="0" y="0"/>
                  </a:moveTo>
                  <a:lnTo>
                    <a:pt x="1174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816631" y="3170396"/>
              <a:ext cx="334315" cy="334325"/>
            </a:xfrm>
            <a:custGeom>
              <a:avLst/>
              <a:pathLst>
                <a:path w="334315" h="334325">
                  <a:moveTo>
                    <a:pt x="165973" y="0"/>
                  </a:moveTo>
                  <a:lnTo>
                    <a:pt x="160695" y="120"/>
                  </a:lnTo>
                  <a:lnTo>
                    <a:pt x="155423" y="407"/>
                  </a:lnTo>
                  <a:lnTo>
                    <a:pt x="150163" y="860"/>
                  </a:lnTo>
                  <a:lnTo>
                    <a:pt x="144920" y="1480"/>
                  </a:lnTo>
                  <a:lnTo>
                    <a:pt x="139699" y="2264"/>
                  </a:lnTo>
                  <a:lnTo>
                    <a:pt x="134506" y="3213"/>
                  </a:lnTo>
                  <a:lnTo>
                    <a:pt x="129345" y="4326"/>
                  </a:lnTo>
                  <a:lnTo>
                    <a:pt x="124222" y="5601"/>
                  </a:lnTo>
                  <a:lnTo>
                    <a:pt x="119141" y="7037"/>
                  </a:lnTo>
                  <a:lnTo>
                    <a:pt x="114109" y="8632"/>
                  </a:lnTo>
                  <a:lnTo>
                    <a:pt x="109129" y="10386"/>
                  </a:lnTo>
                  <a:lnTo>
                    <a:pt x="104207" y="12297"/>
                  </a:lnTo>
                  <a:lnTo>
                    <a:pt x="99348" y="14361"/>
                  </a:lnTo>
                  <a:lnTo>
                    <a:pt x="94557" y="16579"/>
                  </a:lnTo>
                  <a:lnTo>
                    <a:pt x="89838" y="18946"/>
                  </a:lnTo>
                  <a:lnTo>
                    <a:pt x="85196" y="21461"/>
                  </a:lnTo>
                  <a:lnTo>
                    <a:pt x="80636" y="24122"/>
                  </a:lnTo>
                  <a:lnTo>
                    <a:pt x="76162" y="26925"/>
                  </a:lnTo>
                  <a:lnTo>
                    <a:pt x="71779" y="29868"/>
                  </a:lnTo>
                  <a:lnTo>
                    <a:pt x="67491" y="32948"/>
                  </a:lnTo>
                  <a:lnTo>
                    <a:pt x="63303" y="36162"/>
                  </a:lnTo>
                  <a:lnTo>
                    <a:pt x="59218" y="39506"/>
                  </a:lnTo>
                  <a:lnTo>
                    <a:pt x="55240" y="42978"/>
                  </a:lnTo>
                  <a:lnTo>
                    <a:pt x="51375" y="46574"/>
                  </a:lnTo>
                  <a:lnTo>
                    <a:pt x="47625" y="50290"/>
                  </a:lnTo>
                  <a:lnTo>
                    <a:pt x="43994" y="54122"/>
                  </a:lnTo>
                  <a:lnTo>
                    <a:pt x="40485" y="58068"/>
                  </a:lnTo>
                  <a:lnTo>
                    <a:pt x="37104" y="62122"/>
                  </a:lnTo>
                  <a:lnTo>
                    <a:pt x="33851" y="66281"/>
                  </a:lnTo>
                  <a:lnTo>
                    <a:pt x="30732" y="70540"/>
                  </a:lnTo>
                  <a:lnTo>
                    <a:pt x="27749" y="74896"/>
                  </a:lnTo>
                  <a:lnTo>
                    <a:pt x="24905" y="79344"/>
                  </a:lnTo>
                  <a:lnTo>
                    <a:pt x="22203" y="83880"/>
                  </a:lnTo>
                  <a:lnTo>
                    <a:pt x="19645" y="88498"/>
                  </a:lnTo>
                  <a:lnTo>
                    <a:pt x="17235" y="93195"/>
                  </a:lnTo>
                  <a:lnTo>
                    <a:pt x="14974" y="97966"/>
                  </a:lnTo>
                  <a:lnTo>
                    <a:pt x="12865" y="102806"/>
                  </a:lnTo>
                  <a:lnTo>
                    <a:pt x="10909" y="107710"/>
                  </a:lnTo>
                  <a:lnTo>
                    <a:pt x="9110" y="112673"/>
                  </a:lnTo>
                  <a:lnTo>
                    <a:pt x="7468" y="117691"/>
                  </a:lnTo>
                  <a:lnTo>
                    <a:pt x="5985" y="122758"/>
                  </a:lnTo>
                  <a:lnTo>
                    <a:pt x="4663" y="127869"/>
                  </a:lnTo>
                  <a:lnTo>
                    <a:pt x="3504" y="133020"/>
                  </a:lnTo>
                  <a:lnTo>
                    <a:pt x="2507" y="138204"/>
                  </a:lnTo>
                  <a:lnTo>
                    <a:pt x="1675" y="143418"/>
                  </a:lnTo>
                  <a:lnTo>
                    <a:pt x="1007" y="148655"/>
                  </a:lnTo>
                  <a:lnTo>
                    <a:pt x="506" y="153910"/>
                  </a:lnTo>
                  <a:lnTo>
                    <a:pt x="170" y="159179"/>
                  </a:lnTo>
                  <a:lnTo>
                    <a:pt x="2" y="164456"/>
                  </a:lnTo>
                  <a:lnTo>
                    <a:pt x="0" y="169735"/>
                  </a:lnTo>
                  <a:lnTo>
                    <a:pt x="164" y="175012"/>
                  </a:lnTo>
                  <a:lnTo>
                    <a:pt x="495" y="180281"/>
                  </a:lnTo>
                  <a:lnTo>
                    <a:pt x="993" y="185537"/>
                  </a:lnTo>
                  <a:lnTo>
                    <a:pt x="1656" y="190775"/>
                  </a:lnTo>
                  <a:lnTo>
                    <a:pt x="2484" y="195989"/>
                  </a:lnTo>
                  <a:lnTo>
                    <a:pt x="3476" y="201174"/>
                  </a:lnTo>
                  <a:lnTo>
                    <a:pt x="4632" y="206326"/>
                  </a:lnTo>
                  <a:lnTo>
                    <a:pt x="5950" y="211438"/>
                  </a:lnTo>
                  <a:lnTo>
                    <a:pt x="7428" y="216506"/>
                  </a:lnTo>
                  <a:lnTo>
                    <a:pt x="9066" y="221525"/>
                  </a:lnTo>
                  <a:lnTo>
                    <a:pt x="10861" y="226490"/>
                  </a:lnTo>
                  <a:lnTo>
                    <a:pt x="12813" y="231396"/>
                  </a:lnTo>
                  <a:lnTo>
                    <a:pt x="14918" y="236237"/>
                  </a:lnTo>
                  <a:lnTo>
                    <a:pt x="17175" y="241010"/>
                  </a:lnTo>
                  <a:lnTo>
                    <a:pt x="19582" y="245709"/>
                  </a:lnTo>
                  <a:lnTo>
                    <a:pt x="22136" y="250330"/>
                  </a:lnTo>
                  <a:lnTo>
                    <a:pt x="24835" y="254867"/>
                  </a:lnTo>
                  <a:lnTo>
                    <a:pt x="27675" y="259317"/>
                  </a:lnTo>
                  <a:lnTo>
                    <a:pt x="30655" y="263676"/>
                  </a:lnTo>
                  <a:lnTo>
                    <a:pt x="33770" y="267938"/>
                  </a:lnTo>
                  <a:lnTo>
                    <a:pt x="37019" y="272099"/>
                  </a:lnTo>
                  <a:lnTo>
                    <a:pt x="40398" y="276156"/>
                  </a:lnTo>
                  <a:lnTo>
                    <a:pt x="43903" y="280104"/>
                  </a:lnTo>
                  <a:lnTo>
                    <a:pt x="47531" y="283940"/>
                  </a:lnTo>
                  <a:lnTo>
                    <a:pt x="51278" y="287659"/>
                  </a:lnTo>
                  <a:lnTo>
                    <a:pt x="55141" y="291258"/>
                  </a:lnTo>
                  <a:lnTo>
                    <a:pt x="59115" y="294733"/>
                  </a:lnTo>
                  <a:lnTo>
                    <a:pt x="63197" y="298080"/>
                  </a:lnTo>
                  <a:lnTo>
                    <a:pt x="67383" y="301298"/>
                  </a:lnTo>
                  <a:lnTo>
                    <a:pt x="71669" y="304381"/>
                  </a:lnTo>
                  <a:lnTo>
                    <a:pt x="76050" y="307328"/>
                  </a:lnTo>
                  <a:lnTo>
                    <a:pt x="80521" y="310134"/>
                  </a:lnTo>
                  <a:lnTo>
                    <a:pt x="85079" y="312799"/>
                  </a:lnTo>
                  <a:lnTo>
                    <a:pt x="89719" y="315318"/>
                  </a:lnTo>
                  <a:lnTo>
                    <a:pt x="94436" y="317689"/>
                  </a:lnTo>
                  <a:lnTo>
                    <a:pt x="99225" y="319910"/>
                  </a:lnTo>
                  <a:lnTo>
                    <a:pt x="104083" y="321978"/>
                  </a:lnTo>
                  <a:lnTo>
                    <a:pt x="109003" y="323893"/>
                  </a:lnTo>
                  <a:lnTo>
                    <a:pt x="113981" y="325650"/>
                  </a:lnTo>
                  <a:lnTo>
                    <a:pt x="119012" y="327250"/>
                  </a:lnTo>
                  <a:lnTo>
                    <a:pt x="124092" y="328690"/>
                  </a:lnTo>
                  <a:lnTo>
                    <a:pt x="129214" y="329970"/>
                  </a:lnTo>
                  <a:lnTo>
                    <a:pt x="134374" y="331086"/>
                  </a:lnTo>
                  <a:lnTo>
                    <a:pt x="139567" y="332039"/>
                  </a:lnTo>
                  <a:lnTo>
                    <a:pt x="144787" y="332828"/>
                  </a:lnTo>
                  <a:lnTo>
                    <a:pt x="150029" y="333452"/>
                  </a:lnTo>
                  <a:lnTo>
                    <a:pt x="155289" y="333909"/>
                  </a:lnTo>
                  <a:lnTo>
                    <a:pt x="160560" y="334200"/>
                  </a:lnTo>
                  <a:lnTo>
                    <a:pt x="165838" y="334325"/>
                  </a:lnTo>
                  <a:lnTo>
                    <a:pt x="171118" y="334283"/>
                  </a:lnTo>
                  <a:lnTo>
                    <a:pt x="176393" y="334074"/>
                  </a:lnTo>
                  <a:lnTo>
                    <a:pt x="181659" y="333699"/>
                  </a:lnTo>
                  <a:lnTo>
                    <a:pt x="186911" y="333158"/>
                  </a:lnTo>
                  <a:lnTo>
                    <a:pt x="192143" y="332451"/>
                  </a:lnTo>
                  <a:lnTo>
                    <a:pt x="197350" y="331579"/>
                  </a:lnTo>
                  <a:lnTo>
                    <a:pt x="202527" y="330544"/>
                  </a:lnTo>
                  <a:lnTo>
                    <a:pt x="207668" y="329345"/>
                  </a:lnTo>
                  <a:lnTo>
                    <a:pt x="212769" y="327984"/>
                  </a:lnTo>
                  <a:lnTo>
                    <a:pt x="217825" y="326464"/>
                  </a:lnTo>
                  <a:lnTo>
                    <a:pt x="222830" y="324784"/>
                  </a:lnTo>
                  <a:lnTo>
                    <a:pt x="227780" y="322947"/>
                  </a:lnTo>
                  <a:lnTo>
                    <a:pt x="232669" y="320954"/>
                  </a:lnTo>
                  <a:lnTo>
                    <a:pt x="237492" y="318809"/>
                  </a:lnTo>
                  <a:lnTo>
                    <a:pt x="242246" y="316512"/>
                  </a:lnTo>
                  <a:lnTo>
                    <a:pt x="246925" y="314066"/>
                  </a:lnTo>
                  <a:lnTo>
                    <a:pt x="251524" y="311473"/>
                  </a:lnTo>
                  <a:lnTo>
                    <a:pt x="256039" y="308737"/>
                  </a:lnTo>
                  <a:lnTo>
                    <a:pt x="260465" y="305859"/>
                  </a:lnTo>
                  <a:lnTo>
                    <a:pt x="264798" y="302843"/>
                  </a:lnTo>
                  <a:lnTo>
                    <a:pt x="269034" y="299692"/>
                  </a:lnTo>
                  <a:lnTo>
                    <a:pt x="273168" y="296409"/>
                  </a:lnTo>
                  <a:lnTo>
                    <a:pt x="277197" y="292996"/>
                  </a:lnTo>
                  <a:lnTo>
                    <a:pt x="281115" y="289458"/>
                  </a:lnTo>
                  <a:lnTo>
                    <a:pt x="284920" y="285798"/>
                  </a:lnTo>
                  <a:lnTo>
                    <a:pt x="288608" y="282020"/>
                  </a:lnTo>
                  <a:lnTo>
                    <a:pt x="292174" y="278127"/>
                  </a:lnTo>
                  <a:lnTo>
                    <a:pt x="295616" y="274124"/>
                  </a:lnTo>
                  <a:lnTo>
                    <a:pt x="298930" y="270014"/>
                  </a:lnTo>
                  <a:lnTo>
                    <a:pt x="302112" y="265801"/>
                  </a:lnTo>
                  <a:lnTo>
                    <a:pt x="305159" y="261490"/>
                  </a:lnTo>
                  <a:lnTo>
                    <a:pt x="308069" y="257085"/>
                  </a:lnTo>
                  <a:lnTo>
                    <a:pt x="310838" y="252590"/>
                  </a:lnTo>
                  <a:lnTo>
                    <a:pt x="313464" y="248010"/>
                  </a:lnTo>
                  <a:lnTo>
                    <a:pt x="315944" y="243349"/>
                  </a:lnTo>
                  <a:lnTo>
                    <a:pt x="318276" y="238613"/>
                  </a:lnTo>
                  <a:lnTo>
                    <a:pt x="320457" y="233805"/>
                  </a:lnTo>
                  <a:lnTo>
                    <a:pt x="322485" y="228930"/>
                  </a:lnTo>
                  <a:lnTo>
                    <a:pt x="324358" y="223994"/>
                  </a:lnTo>
                  <a:lnTo>
                    <a:pt x="326074" y="219001"/>
                  </a:lnTo>
                  <a:lnTo>
                    <a:pt x="327632" y="213957"/>
                  </a:lnTo>
                  <a:lnTo>
                    <a:pt x="329029" y="208866"/>
                  </a:lnTo>
                  <a:lnTo>
                    <a:pt x="330265" y="203733"/>
                  </a:lnTo>
                  <a:lnTo>
                    <a:pt x="331339" y="198564"/>
                  </a:lnTo>
                  <a:lnTo>
                    <a:pt x="332249" y="193363"/>
                  </a:lnTo>
                  <a:lnTo>
                    <a:pt x="332994" y="188137"/>
                  </a:lnTo>
                  <a:lnTo>
                    <a:pt x="333573" y="182889"/>
                  </a:lnTo>
                  <a:lnTo>
                    <a:pt x="333987" y="177626"/>
                  </a:lnTo>
                  <a:lnTo>
                    <a:pt x="334234" y="172352"/>
                  </a:lnTo>
                  <a:lnTo>
                    <a:pt x="334315" y="167073"/>
                  </a:lnTo>
                  <a:lnTo>
                    <a:pt x="334228" y="161795"/>
                  </a:lnTo>
                  <a:lnTo>
                    <a:pt x="333976" y="156521"/>
                  </a:lnTo>
                  <a:lnTo>
                    <a:pt x="333556" y="151258"/>
                  </a:lnTo>
                  <a:lnTo>
                    <a:pt x="332971" y="146012"/>
                  </a:lnTo>
                  <a:lnTo>
                    <a:pt x="332220" y="140786"/>
                  </a:lnTo>
                  <a:lnTo>
                    <a:pt x="331305" y="135586"/>
                  </a:lnTo>
                  <a:lnTo>
                    <a:pt x="330226" y="130418"/>
                  </a:lnTo>
                  <a:lnTo>
                    <a:pt x="328985" y="125287"/>
                  </a:lnTo>
                  <a:lnTo>
                    <a:pt x="327582" y="120197"/>
                  </a:lnTo>
                  <a:lnTo>
                    <a:pt x="326018" y="115154"/>
                  </a:lnTo>
                  <a:lnTo>
                    <a:pt x="324297" y="110164"/>
                  </a:lnTo>
                  <a:lnTo>
                    <a:pt x="322419" y="105229"/>
                  </a:lnTo>
                  <a:lnTo>
                    <a:pt x="320385" y="100357"/>
                  </a:lnTo>
                  <a:lnTo>
                    <a:pt x="318199" y="95552"/>
                  </a:lnTo>
                  <a:lnTo>
                    <a:pt x="315863" y="90817"/>
                  </a:lnTo>
                  <a:lnTo>
                    <a:pt x="313378" y="86159"/>
                  </a:lnTo>
                  <a:lnTo>
                    <a:pt x="310747" y="81582"/>
                  </a:lnTo>
                  <a:lnTo>
                    <a:pt x="307973" y="77090"/>
                  </a:lnTo>
                  <a:lnTo>
                    <a:pt x="305058" y="72688"/>
                  </a:lnTo>
                  <a:lnTo>
                    <a:pt x="302006" y="68380"/>
                  </a:lnTo>
                  <a:lnTo>
                    <a:pt x="298820" y="64171"/>
                  </a:lnTo>
                  <a:lnTo>
                    <a:pt x="295502" y="60064"/>
                  </a:lnTo>
                  <a:lnTo>
                    <a:pt x="292056" y="56065"/>
                  </a:lnTo>
                  <a:lnTo>
                    <a:pt x="288485" y="52176"/>
                  </a:lnTo>
                  <a:lnTo>
                    <a:pt x="284794" y="48401"/>
                  </a:lnTo>
                  <a:lnTo>
                    <a:pt x="280985" y="44746"/>
                  </a:lnTo>
                  <a:lnTo>
                    <a:pt x="277062" y="41212"/>
                  </a:lnTo>
                  <a:lnTo>
                    <a:pt x="273030" y="37804"/>
                  </a:lnTo>
                  <a:lnTo>
                    <a:pt x="268892" y="34525"/>
                  </a:lnTo>
                  <a:lnTo>
                    <a:pt x="264653" y="31378"/>
                  </a:lnTo>
                  <a:lnTo>
                    <a:pt x="260317" y="28367"/>
                  </a:lnTo>
                  <a:lnTo>
                    <a:pt x="255887" y="25494"/>
                  </a:lnTo>
                  <a:lnTo>
                    <a:pt x="251370" y="22762"/>
                  </a:lnTo>
                  <a:lnTo>
                    <a:pt x="246768" y="20175"/>
                  </a:lnTo>
                  <a:lnTo>
                    <a:pt x="242086" y="17734"/>
                  </a:lnTo>
                  <a:lnTo>
                    <a:pt x="237330" y="15442"/>
                  </a:lnTo>
                  <a:lnTo>
                    <a:pt x="232504" y="13301"/>
                  </a:lnTo>
                  <a:lnTo>
                    <a:pt x="227613" y="11314"/>
                  </a:lnTo>
                  <a:lnTo>
                    <a:pt x="222661" y="9482"/>
                  </a:lnTo>
                  <a:lnTo>
                    <a:pt x="217655" y="7808"/>
                  </a:lnTo>
                  <a:lnTo>
                    <a:pt x="212597" y="6293"/>
                  </a:lnTo>
                  <a:lnTo>
                    <a:pt x="207495" y="4938"/>
                  </a:lnTo>
                  <a:lnTo>
                    <a:pt x="202352" y="3744"/>
                  </a:lnTo>
                  <a:lnTo>
                    <a:pt x="197174" y="2714"/>
                  </a:lnTo>
                  <a:lnTo>
                    <a:pt x="191966" y="1848"/>
                  </a:lnTo>
                  <a:lnTo>
                    <a:pt x="186733" y="1147"/>
                  </a:lnTo>
                  <a:lnTo>
                    <a:pt x="181481" y="611"/>
                  </a:lnTo>
                  <a:lnTo>
                    <a:pt x="176214" y="241"/>
                  </a:lnTo>
                  <a:lnTo>
                    <a:pt x="167147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3779" y="3170392"/>
              <a:ext cx="9067" cy="167167"/>
            </a:xfrm>
            <a:custGeom>
              <a:avLst/>
              <a:pathLst>
                <a:path w="9067" h="167167">
                  <a:moveTo>
                    <a:pt x="9067" y="2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92115" y="2633064"/>
              <a:ext cx="26895" cy="167167"/>
            </a:xfrm>
            <a:custGeom>
              <a:avLst/>
              <a:pathLst>
                <a:path w="26895" h="167167">
                  <a:moveTo>
                    <a:pt x="26895" y="0"/>
                  </a:moveTo>
                  <a:lnTo>
                    <a:pt x="20144" y="136"/>
                  </a:lnTo>
                  <a:lnTo>
                    <a:pt x="13403" y="545"/>
                  </a:lnTo>
                  <a:lnTo>
                    <a:pt x="6685" y="1226"/>
                  </a:lnTo>
                  <a:lnTo>
                    <a:pt x="0" y="2177"/>
                  </a:lnTo>
                  <a:lnTo>
                    <a:pt x="2689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2115" y="2635242"/>
              <a:ext cx="26895" cy="164989"/>
            </a:xfrm>
            <a:custGeom>
              <a:avLst/>
              <a:pathLst>
                <a:path w="26895" h="164989">
                  <a:moveTo>
                    <a:pt x="0" y="0"/>
                  </a:moveTo>
                  <a:lnTo>
                    <a:pt x="26895" y="1649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751858" y="2635242"/>
              <a:ext cx="334306" cy="332156"/>
            </a:xfrm>
            <a:custGeom>
              <a:avLst/>
              <a:pathLst>
                <a:path w="334306" h="332156">
                  <a:moveTo>
                    <a:pt x="140257" y="0"/>
                  </a:moveTo>
                  <a:lnTo>
                    <a:pt x="135036" y="936"/>
                  </a:lnTo>
                  <a:lnTo>
                    <a:pt x="129847" y="2037"/>
                  </a:lnTo>
                  <a:lnTo>
                    <a:pt x="124696" y="3303"/>
                  </a:lnTo>
                  <a:lnTo>
                    <a:pt x="119588" y="4732"/>
                  </a:lnTo>
                  <a:lnTo>
                    <a:pt x="114527" y="6321"/>
                  </a:lnTo>
                  <a:lnTo>
                    <a:pt x="109519" y="8071"/>
                  </a:lnTo>
                  <a:lnTo>
                    <a:pt x="104570" y="9979"/>
                  </a:lnTo>
                  <a:lnTo>
                    <a:pt x="99683" y="12042"/>
                  </a:lnTo>
                  <a:lnTo>
                    <a:pt x="94864" y="14260"/>
                  </a:lnTo>
                  <a:lnTo>
                    <a:pt x="90119" y="16629"/>
                  </a:lnTo>
                  <a:lnTo>
                    <a:pt x="85450" y="19148"/>
                  </a:lnTo>
                  <a:lnTo>
                    <a:pt x="80864" y="21814"/>
                  </a:lnTo>
                  <a:lnTo>
                    <a:pt x="76365" y="24623"/>
                  </a:lnTo>
                  <a:lnTo>
                    <a:pt x="71957" y="27575"/>
                  </a:lnTo>
                  <a:lnTo>
                    <a:pt x="67645" y="30664"/>
                  </a:lnTo>
                  <a:lnTo>
                    <a:pt x="63434" y="33889"/>
                  </a:lnTo>
                  <a:lnTo>
                    <a:pt x="59326" y="37246"/>
                  </a:lnTo>
                  <a:lnTo>
                    <a:pt x="55328" y="40731"/>
                  </a:lnTo>
                  <a:lnTo>
                    <a:pt x="51442" y="44341"/>
                  </a:lnTo>
                  <a:lnTo>
                    <a:pt x="47672" y="48073"/>
                  </a:lnTo>
                  <a:lnTo>
                    <a:pt x="44023" y="51923"/>
                  </a:lnTo>
                  <a:lnTo>
                    <a:pt x="40497" y="55887"/>
                  </a:lnTo>
                  <a:lnTo>
                    <a:pt x="37100" y="59960"/>
                  </a:lnTo>
                  <a:lnTo>
                    <a:pt x="33833" y="64139"/>
                  </a:lnTo>
                  <a:lnTo>
                    <a:pt x="30700" y="68420"/>
                  </a:lnTo>
                  <a:lnTo>
                    <a:pt x="27705" y="72798"/>
                  </a:lnTo>
                  <a:lnTo>
                    <a:pt x="24850" y="77269"/>
                  </a:lnTo>
                  <a:lnTo>
                    <a:pt x="22139" y="81828"/>
                  </a:lnTo>
                  <a:lnTo>
                    <a:pt x="19573" y="86470"/>
                  </a:lnTo>
                  <a:lnTo>
                    <a:pt x="17156" y="91192"/>
                  </a:lnTo>
                  <a:lnTo>
                    <a:pt x="14890" y="95989"/>
                  </a:lnTo>
                  <a:lnTo>
                    <a:pt x="12778" y="100854"/>
                  </a:lnTo>
                  <a:lnTo>
                    <a:pt x="10821" y="105784"/>
                  </a:lnTo>
                  <a:lnTo>
                    <a:pt x="9021" y="110774"/>
                  </a:lnTo>
                  <a:lnTo>
                    <a:pt x="7381" y="115819"/>
                  </a:lnTo>
                  <a:lnTo>
                    <a:pt x="5901" y="120913"/>
                  </a:lnTo>
                  <a:lnTo>
                    <a:pt x="4584" y="126051"/>
                  </a:lnTo>
                  <a:lnTo>
                    <a:pt x="3430" y="131228"/>
                  </a:lnTo>
                  <a:lnTo>
                    <a:pt x="2441" y="136440"/>
                  </a:lnTo>
                  <a:lnTo>
                    <a:pt x="1618" y="141680"/>
                  </a:lnTo>
                  <a:lnTo>
                    <a:pt x="962" y="146944"/>
                  </a:lnTo>
                  <a:lnTo>
                    <a:pt x="473" y="152226"/>
                  </a:lnTo>
                  <a:lnTo>
                    <a:pt x="152" y="157521"/>
                  </a:lnTo>
                  <a:lnTo>
                    <a:pt x="0" y="162823"/>
                  </a:lnTo>
                  <a:lnTo>
                    <a:pt x="15" y="168127"/>
                  </a:lnTo>
                  <a:lnTo>
                    <a:pt x="199" y="173429"/>
                  </a:lnTo>
                  <a:lnTo>
                    <a:pt x="550" y="178721"/>
                  </a:lnTo>
                  <a:lnTo>
                    <a:pt x="1070" y="184000"/>
                  </a:lnTo>
                  <a:lnTo>
                    <a:pt x="1757" y="189260"/>
                  </a:lnTo>
                  <a:lnTo>
                    <a:pt x="2610" y="194496"/>
                  </a:lnTo>
                  <a:lnTo>
                    <a:pt x="3629" y="199701"/>
                  </a:lnTo>
                  <a:lnTo>
                    <a:pt x="4813" y="204872"/>
                  </a:lnTo>
                  <a:lnTo>
                    <a:pt x="6160" y="210003"/>
                  </a:lnTo>
                  <a:lnTo>
                    <a:pt x="7669" y="215088"/>
                  </a:lnTo>
                  <a:lnTo>
                    <a:pt x="9339" y="220123"/>
                  </a:lnTo>
                  <a:lnTo>
                    <a:pt x="11168" y="225102"/>
                  </a:lnTo>
                  <a:lnTo>
                    <a:pt x="13153" y="230021"/>
                  </a:lnTo>
                  <a:lnTo>
                    <a:pt x="15294" y="234874"/>
                  </a:lnTo>
                  <a:lnTo>
                    <a:pt x="17588" y="239657"/>
                  </a:lnTo>
                  <a:lnTo>
                    <a:pt x="20032" y="244365"/>
                  </a:lnTo>
                  <a:lnTo>
                    <a:pt x="22625" y="248992"/>
                  </a:lnTo>
                  <a:lnTo>
                    <a:pt x="25363" y="253536"/>
                  </a:lnTo>
                  <a:lnTo>
                    <a:pt x="28243" y="257990"/>
                  </a:lnTo>
                  <a:lnTo>
                    <a:pt x="31264" y="262350"/>
                  </a:lnTo>
                  <a:lnTo>
                    <a:pt x="34421" y="266613"/>
                  </a:lnTo>
                  <a:lnTo>
                    <a:pt x="37713" y="270773"/>
                  </a:lnTo>
                  <a:lnTo>
                    <a:pt x="41134" y="274826"/>
                  </a:lnTo>
                  <a:lnTo>
                    <a:pt x="44682" y="278769"/>
                  </a:lnTo>
                  <a:lnTo>
                    <a:pt x="48354" y="282598"/>
                  </a:lnTo>
                  <a:lnTo>
                    <a:pt x="52145" y="286308"/>
                  </a:lnTo>
                  <a:lnTo>
                    <a:pt x="56052" y="289895"/>
                  </a:lnTo>
                  <a:lnTo>
                    <a:pt x="60071" y="293357"/>
                  </a:lnTo>
                  <a:lnTo>
                    <a:pt x="64198" y="296690"/>
                  </a:lnTo>
                  <a:lnTo>
                    <a:pt x="68428" y="299891"/>
                  </a:lnTo>
                  <a:lnTo>
                    <a:pt x="72758" y="302955"/>
                  </a:lnTo>
                  <a:lnTo>
                    <a:pt x="77183" y="305880"/>
                  </a:lnTo>
                  <a:lnTo>
                    <a:pt x="81698" y="308664"/>
                  </a:lnTo>
                  <a:lnTo>
                    <a:pt x="86300" y="311303"/>
                  </a:lnTo>
                  <a:lnTo>
                    <a:pt x="90983" y="313794"/>
                  </a:lnTo>
                  <a:lnTo>
                    <a:pt x="95742" y="316136"/>
                  </a:lnTo>
                  <a:lnTo>
                    <a:pt x="100574" y="318326"/>
                  </a:lnTo>
                  <a:lnTo>
                    <a:pt x="105472" y="320361"/>
                  </a:lnTo>
                  <a:lnTo>
                    <a:pt x="110433" y="322240"/>
                  </a:lnTo>
                  <a:lnTo>
                    <a:pt x="115450" y="323960"/>
                  </a:lnTo>
                  <a:lnTo>
                    <a:pt x="120520" y="325521"/>
                  </a:lnTo>
                  <a:lnTo>
                    <a:pt x="125637" y="326919"/>
                  </a:lnTo>
                  <a:lnTo>
                    <a:pt x="130795" y="328155"/>
                  </a:lnTo>
                  <a:lnTo>
                    <a:pt x="135991" y="329226"/>
                  </a:lnTo>
                  <a:lnTo>
                    <a:pt x="141217" y="330132"/>
                  </a:lnTo>
                  <a:lnTo>
                    <a:pt x="146470" y="330872"/>
                  </a:lnTo>
                  <a:lnTo>
                    <a:pt x="151743" y="331445"/>
                  </a:lnTo>
                  <a:lnTo>
                    <a:pt x="157032" y="331850"/>
                  </a:lnTo>
                  <a:lnTo>
                    <a:pt x="162331" y="332087"/>
                  </a:lnTo>
                  <a:lnTo>
                    <a:pt x="167635" y="332156"/>
                  </a:lnTo>
                  <a:lnTo>
                    <a:pt x="172939" y="332056"/>
                  </a:lnTo>
                  <a:lnTo>
                    <a:pt x="178237" y="331789"/>
                  </a:lnTo>
                  <a:lnTo>
                    <a:pt x="183523" y="331353"/>
                  </a:lnTo>
                  <a:lnTo>
                    <a:pt x="188793" y="330750"/>
                  </a:lnTo>
                  <a:lnTo>
                    <a:pt x="194042" y="329980"/>
                  </a:lnTo>
                  <a:lnTo>
                    <a:pt x="199263" y="329044"/>
                  </a:lnTo>
                  <a:lnTo>
                    <a:pt x="204452" y="327942"/>
                  </a:lnTo>
                  <a:lnTo>
                    <a:pt x="209603" y="326677"/>
                  </a:lnTo>
                  <a:lnTo>
                    <a:pt x="214712" y="325249"/>
                  </a:lnTo>
                  <a:lnTo>
                    <a:pt x="219772" y="323659"/>
                  </a:lnTo>
                  <a:lnTo>
                    <a:pt x="224780" y="321910"/>
                  </a:lnTo>
                  <a:lnTo>
                    <a:pt x="229730" y="320002"/>
                  </a:lnTo>
                  <a:lnTo>
                    <a:pt x="234616" y="317939"/>
                  </a:lnTo>
                  <a:lnTo>
                    <a:pt x="239435" y="315721"/>
                  </a:lnTo>
                  <a:lnTo>
                    <a:pt x="244181" y="313352"/>
                  </a:lnTo>
                  <a:lnTo>
                    <a:pt x="248850" y="310834"/>
                  </a:lnTo>
                  <a:lnTo>
                    <a:pt x="253436" y="308168"/>
                  </a:lnTo>
                  <a:lnTo>
                    <a:pt x="257935" y="305359"/>
                  </a:lnTo>
                  <a:lnTo>
                    <a:pt x="262343" y="302408"/>
                  </a:lnTo>
                  <a:lnTo>
                    <a:pt x="266655" y="299318"/>
                  </a:lnTo>
                  <a:lnTo>
                    <a:pt x="270867" y="296094"/>
                  </a:lnTo>
                  <a:lnTo>
                    <a:pt x="274974" y="292737"/>
                  </a:lnTo>
                  <a:lnTo>
                    <a:pt x="278973" y="289252"/>
                  </a:lnTo>
                  <a:lnTo>
                    <a:pt x="282859" y="285642"/>
                  </a:lnTo>
                  <a:lnTo>
                    <a:pt x="286629" y="281910"/>
                  </a:lnTo>
                  <a:lnTo>
                    <a:pt x="290278" y="278060"/>
                  </a:lnTo>
                  <a:lnTo>
                    <a:pt x="293804" y="274097"/>
                  </a:lnTo>
                  <a:lnTo>
                    <a:pt x="297202" y="270024"/>
                  </a:lnTo>
                  <a:lnTo>
                    <a:pt x="300469" y="265845"/>
                  </a:lnTo>
                  <a:lnTo>
                    <a:pt x="303602" y="261564"/>
                  </a:lnTo>
                  <a:lnTo>
                    <a:pt x="306597" y="257186"/>
                  </a:lnTo>
                  <a:lnTo>
                    <a:pt x="309452" y="252716"/>
                  </a:lnTo>
                  <a:lnTo>
                    <a:pt x="312164" y="248157"/>
                  </a:lnTo>
                  <a:lnTo>
                    <a:pt x="314729" y="243514"/>
                  </a:lnTo>
                  <a:lnTo>
                    <a:pt x="317146" y="238792"/>
                  </a:lnTo>
                  <a:lnTo>
                    <a:pt x="319413" y="233996"/>
                  </a:lnTo>
                  <a:lnTo>
                    <a:pt x="321525" y="229130"/>
                  </a:lnTo>
                  <a:lnTo>
                    <a:pt x="323483" y="224200"/>
                  </a:lnTo>
                  <a:lnTo>
                    <a:pt x="325283" y="219211"/>
                  </a:lnTo>
                  <a:lnTo>
                    <a:pt x="326923" y="214166"/>
                  </a:lnTo>
                  <a:lnTo>
                    <a:pt x="328403" y="209072"/>
                  </a:lnTo>
                  <a:lnTo>
                    <a:pt x="329721" y="203934"/>
                  </a:lnTo>
                  <a:lnTo>
                    <a:pt x="330874" y="198757"/>
                  </a:lnTo>
                  <a:lnTo>
                    <a:pt x="331863" y="193545"/>
                  </a:lnTo>
                  <a:lnTo>
                    <a:pt x="332686" y="188305"/>
                  </a:lnTo>
                  <a:lnTo>
                    <a:pt x="333343" y="183041"/>
                  </a:lnTo>
                  <a:lnTo>
                    <a:pt x="333832" y="177759"/>
                  </a:lnTo>
                  <a:lnTo>
                    <a:pt x="334153" y="172465"/>
                  </a:lnTo>
                  <a:lnTo>
                    <a:pt x="334306" y="167162"/>
                  </a:lnTo>
                  <a:lnTo>
                    <a:pt x="334291" y="161858"/>
                  </a:lnTo>
                  <a:lnTo>
                    <a:pt x="334108" y="156557"/>
                  </a:lnTo>
                  <a:lnTo>
                    <a:pt x="333756" y="151264"/>
                  </a:lnTo>
                  <a:lnTo>
                    <a:pt x="333237" y="145985"/>
                  </a:lnTo>
                  <a:lnTo>
                    <a:pt x="332550" y="140725"/>
                  </a:lnTo>
                  <a:lnTo>
                    <a:pt x="331697" y="135489"/>
                  </a:lnTo>
                  <a:lnTo>
                    <a:pt x="330678" y="130284"/>
                  </a:lnTo>
                  <a:lnTo>
                    <a:pt x="329495" y="125113"/>
                  </a:lnTo>
                  <a:lnTo>
                    <a:pt x="328148" y="119982"/>
                  </a:lnTo>
                  <a:lnTo>
                    <a:pt x="326639" y="114897"/>
                  </a:lnTo>
                  <a:lnTo>
                    <a:pt x="324969" y="109862"/>
                  </a:lnTo>
                  <a:lnTo>
                    <a:pt x="323141" y="104883"/>
                  </a:lnTo>
                  <a:lnTo>
                    <a:pt x="321155" y="99964"/>
                  </a:lnTo>
                  <a:lnTo>
                    <a:pt x="319014" y="95111"/>
                  </a:lnTo>
                  <a:lnTo>
                    <a:pt x="316721" y="90328"/>
                  </a:lnTo>
                  <a:lnTo>
                    <a:pt x="314277" y="85620"/>
                  </a:lnTo>
                  <a:lnTo>
                    <a:pt x="311685" y="80992"/>
                  </a:lnTo>
                  <a:lnTo>
                    <a:pt x="308947" y="76448"/>
                  </a:lnTo>
                  <a:lnTo>
                    <a:pt x="306066" y="71994"/>
                  </a:lnTo>
                  <a:lnTo>
                    <a:pt x="303046" y="67634"/>
                  </a:lnTo>
                  <a:lnTo>
                    <a:pt x="299889" y="63371"/>
                  </a:lnTo>
                  <a:lnTo>
                    <a:pt x="296598" y="59211"/>
                  </a:lnTo>
                  <a:lnTo>
                    <a:pt x="293176" y="55157"/>
                  </a:lnTo>
                  <a:lnTo>
                    <a:pt x="289628" y="51214"/>
                  </a:lnTo>
                  <a:lnTo>
                    <a:pt x="285957" y="47386"/>
                  </a:lnTo>
                  <a:lnTo>
                    <a:pt x="282166" y="43675"/>
                  </a:lnTo>
                  <a:lnTo>
                    <a:pt x="278259" y="40087"/>
                  </a:lnTo>
                  <a:lnTo>
                    <a:pt x="274240" y="36625"/>
                  </a:lnTo>
                  <a:lnTo>
                    <a:pt x="270113" y="33292"/>
                  </a:lnTo>
                  <a:lnTo>
                    <a:pt x="265883" y="30092"/>
                  </a:lnTo>
                  <a:lnTo>
                    <a:pt x="261554" y="27027"/>
                  </a:lnTo>
                  <a:lnTo>
                    <a:pt x="257129" y="24102"/>
                  </a:lnTo>
                  <a:lnTo>
                    <a:pt x="252613" y="21318"/>
                  </a:lnTo>
                  <a:lnTo>
                    <a:pt x="248012" y="18679"/>
                  </a:lnTo>
                  <a:lnTo>
                    <a:pt x="243329" y="16187"/>
                  </a:lnTo>
                  <a:lnTo>
                    <a:pt x="167153" y="1649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19011" y="2633064"/>
              <a:ext cx="76176" cy="167167"/>
            </a:xfrm>
            <a:custGeom>
              <a:avLst/>
              <a:pathLst>
                <a:path w="76176" h="167167">
                  <a:moveTo>
                    <a:pt x="76176" y="18365"/>
                  </a:moveTo>
                  <a:lnTo>
                    <a:pt x="71104" y="15876"/>
                  </a:lnTo>
                  <a:lnTo>
                    <a:pt x="65952" y="13559"/>
                  </a:lnTo>
                  <a:lnTo>
                    <a:pt x="60724" y="11419"/>
                  </a:lnTo>
                  <a:lnTo>
                    <a:pt x="55426" y="9456"/>
                  </a:lnTo>
                  <a:lnTo>
                    <a:pt x="50066" y="7673"/>
                  </a:lnTo>
                  <a:lnTo>
                    <a:pt x="44648" y="6072"/>
                  </a:lnTo>
                  <a:lnTo>
                    <a:pt x="39179" y="4656"/>
                  </a:lnTo>
                  <a:lnTo>
                    <a:pt x="33665" y="3425"/>
                  </a:lnTo>
                  <a:lnTo>
                    <a:pt x="28113" y="2381"/>
                  </a:lnTo>
                  <a:lnTo>
                    <a:pt x="22529" y="1525"/>
                  </a:lnTo>
                  <a:lnTo>
                    <a:pt x="16919" y="858"/>
                  </a:lnTo>
                  <a:lnTo>
                    <a:pt x="11290" y="381"/>
                  </a:lnTo>
                  <a:lnTo>
                    <a:pt x="5648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23248" y="2126963"/>
              <a:ext cx="5223" cy="167167"/>
            </a:xfrm>
            <a:custGeom>
              <a:avLst/>
              <a:pathLst>
                <a:path w="5223" h="167167">
                  <a:moveTo>
                    <a:pt x="5223" y="0"/>
                  </a:moveTo>
                  <a:lnTo>
                    <a:pt x="0" y="81"/>
                  </a:lnTo>
                  <a:lnTo>
                    <a:pt x="522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3248" y="2127045"/>
              <a:ext cx="5223" cy="167085"/>
            </a:xfrm>
            <a:custGeom>
              <a:avLst/>
              <a:pathLst>
                <a:path w="5223" h="167085">
                  <a:moveTo>
                    <a:pt x="0" y="0"/>
                  </a:moveTo>
                  <a:lnTo>
                    <a:pt x="5223" y="1670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561315" y="2127045"/>
              <a:ext cx="325871" cy="334245"/>
            </a:xfrm>
            <a:custGeom>
              <a:avLst/>
              <a:pathLst>
                <a:path w="325871" h="334245">
                  <a:moveTo>
                    <a:pt x="161933" y="0"/>
                  </a:moveTo>
                  <a:lnTo>
                    <a:pt x="156617" y="250"/>
                  </a:lnTo>
                  <a:lnTo>
                    <a:pt x="151311" y="671"/>
                  </a:lnTo>
                  <a:lnTo>
                    <a:pt x="146022" y="1259"/>
                  </a:lnTo>
                  <a:lnTo>
                    <a:pt x="140754" y="2016"/>
                  </a:lnTo>
                  <a:lnTo>
                    <a:pt x="135513" y="2940"/>
                  </a:lnTo>
                  <a:lnTo>
                    <a:pt x="130304" y="4031"/>
                  </a:lnTo>
                  <a:lnTo>
                    <a:pt x="125132" y="5286"/>
                  </a:lnTo>
                  <a:lnTo>
                    <a:pt x="120003" y="6706"/>
                  </a:lnTo>
                  <a:lnTo>
                    <a:pt x="114921" y="8288"/>
                  </a:lnTo>
                  <a:lnTo>
                    <a:pt x="109893" y="10032"/>
                  </a:lnTo>
                  <a:lnTo>
                    <a:pt x="104923" y="11934"/>
                  </a:lnTo>
                  <a:lnTo>
                    <a:pt x="100015" y="13994"/>
                  </a:lnTo>
                  <a:lnTo>
                    <a:pt x="95176" y="16208"/>
                  </a:lnTo>
                  <a:lnTo>
                    <a:pt x="90410" y="18576"/>
                  </a:lnTo>
                  <a:lnTo>
                    <a:pt x="85721" y="21095"/>
                  </a:lnTo>
                  <a:lnTo>
                    <a:pt x="81115" y="23761"/>
                  </a:lnTo>
                  <a:lnTo>
                    <a:pt x="76597" y="26572"/>
                  </a:lnTo>
                  <a:lnTo>
                    <a:pt x="72170" y="29526"/>
                  </a:lnTo>
                  <a:lnTo>
                    <a:pt x="67839" y="32620"/>
                  </a:lnTo>
                  <a:lnTo>
                    <a:pt x="63609" y="35849"/>
                  </a:lnTo>
                  <a:lnTo>
                    <a:pt x="59484" y="39212"/>
                  </a:lnTo>
                  <a:lnTo>
                    <a:pt x="55468" y="42704"/>
                  </a:lnTo>
                  <a:lnTo>
                    <a:pt x="51565" y="46322"/>
                  </a:lnTo>
                  <a:lnTo>
                    <a:pt x="47780" y="50063"/>
                  </a:lnTo>
                  <a:lnTo>
                    <a:pt x="44115" y="53923"/>
                  </a:lnTo>
                  <a:lnTo>
                    <a:pt x="40575" y="57897"/>
                  </a:lnTo>
                  <a:lnTo>
                    <a:pt x="37164" y="61981"/>
                  </a:lnTo>
                  <a:lnTo>
                    <a:pt x="33884" y="66173"/>
                  </a:lnTo>
                  <a:lnTo>
                    <a:pt x="30739" y="70466"/>
                  </a:lnTo>
                  <a:lnTo>
                    <a:pt x="27732" y="74858"/>
                  </a:lnTo>
                  <a:lnTo>
                    <a:pt x="24867" y="79342"/>
                  </a:lnTo>
                  <a:lnTo>
                    <a:pt x="22146" y="83916"/>
                  </a:lnTo>
                  <a:lnTo>
                    <a:pt x="19572" y="88574"/>
                  </a:lnTo>
                  <a:lnTo>
                    <a:pt x="17148" y="93312"/>
                  </a:lnTo>
                  <a:lnTo>
                    <a:pt x="14876" y="98125"/>
                  </a:lnTo>
                  <a:lnTo>
                    <a:pt x="12758" y="103007"/>
                  </a:lnTo>
                  <a:lnTo>
                    <a:pt x="10796" y="107954"/>
                  </a:lnTo>
                  <a:lnTo>
                    <a:pt x="8993" y="112962"/>
                  </a:lnTo>
                  <a:lnTo>
                    <a:pt x="7350" y="118024"/>
                  </a:lnTo>
                  <a:lnTo>
                    <a:pt x="5870" y="123136"/>
                  </a:lnTo>
                  <a:lnTo>
                    <a:pt x="4552" y="128292"/>
                  </a:lnTo>
                  <a:lnTo>
                    <a:pt x="3400" y="133488"/>
                  </a:lnTo>
                  <a:lnTo>
                    <a:pt x="2413" y="138718"/>
                  </a:lnTo>
                  <a:lnTo>
                    <a:pt x="1594" y="143976"/>
                  </a:lnTo>
                  <a:lnTo>
                    <a:pt x="942" y="149258"/>
                  </a:lnTo>
                  <a:lnTo>
                    <a:pt x="459" y="154558"/>
                  </a:lnTo>
                  <a:lnTo>
                    <a:pt x="145" y="159871"/>
                  </a:lnTo>
                  <a:lnTo>
                    <a:pt x="0" y="165191"/>
                  </a:lnTo>
                  <a:lnTo>
                    <a:pt x="24" y="170513"/>
                  </a:lnTo>
                  <a:lnTo>
                    <a:pt x="218" y="175831"/>
                  </a:lnTo>
                  <a:lnTo>
                    <a:pt x="581" y="181141"/>
                  </a:lnTo>
                  <a:lnTo>
                    <a:pt x="1113" y="186436"/>
                  </a:lnTo>
                  <a:lnTo>
                    <a:pt x="1813" y="191712"/>
                  </a:lnTo>
                  <a:lnTo>
                    <a:pt x="2680" y="196963"/>
                  </a:lnTo>
                  <a:lnTo>
                    <a:pt x="3715" y="202183"/>
                  </a:lnTo>
                  <a:lnTo>
                    <a:pt x="4915" y="207368"/>
                  </a:lnTo>
                  <a:lnTo>
                    <a:pt x="6279" y="212512"/>
                  </a:lnTo>
                  <a:lnTo>
                    <a:pt x="7807" y="217610"/>
                  </a:lnTo>
                  <a:lnTo>
                    <a:pt x="9496" y="222657"/>
                  </a:lnTo>
                  <a:lnTo>
                    <a:pt x="11345" y="227648"/>
                  </a:lnTo>
                  <a:lnTo>
                    <a:pt x="13352" y="232577"/>
                  </a:lnTo>
                  <a:lnTo>
                    <a:pt x="15514" y="237440"/>
                  </a:lnTo>
                  <a:lnTo>
                    <a:pt x="17831" y="242231"/>
                  </a:lnTo>
                  <a:lnTo>
                    <a:pt x="20299" y="246946"/>
                  </a:lnTo>
                  <a:lnTo>
                    <a:pt x="22915" y="251581"/>
                  </a:lnTo>
                  <a:lnTo>
                    <a:pt x="25678" y="256130"/>
                  </a:lnTo>
                  <a:lnTo>
                    <a:pt x="28584" y="260588"/>
                  </a:lnTo>
                  <a:lnTo>
                    <a:pt x="31631" y="264952"/>
                  </a:lnTo>
                  <a:lnTo>
                    <a:pt x="34815" y="269216"/>
                  </a:lnTo>
                  <a:lnTo>
                    <a:pt x="38133" y="273377"/>
                  </a:lnTo>
                  <a:lnTo>
                    <a:pt x="41582" y="277430"/>
                  </a:lnTo>
                  <a:lnTo>
                    <a:pt x="45158" y="281372"/>
                  </a:lnTo>
                  <a:lnTo>
                    <a:pt x="48858" y="285197"/>
                  </a:lnTo>
                  <a:lnTo>
                    <a:pt x="52678" y="288903"/>
                  </a:lnTo>
                  <a:lnTo>
                    <a:pt x="56613" y="292486"/>
                  </a:lnTo>
                  <a:lnTo>
                    <a:pt x="60661" y="295941"/>
                  </a:lnTo>
                  <a:lnTo>
                    <a:pt x="64817" y="299266"/>
                  </a:lnTo>
                  <a:lnTo>
                    <a:pt x="69076" y="302456"/>
                  </a:lnTo>
                  <a:lnTo>
                    <a:pt x="73435" y="305510"/>
                  </a:lnTo>
                  <a:lnTo>
                    <a:pt x="77889" y="308423"/>
                  </a:lnTo>
                  <a:lnTo>
                    <a:pt x="82433" y="311193"/>
                  </a:lnTo>
                  <a:lnTo>
                    <a:pt x="87064" y="313817"/>
                  </a:lnTo>
                  <a:lnTo>
                    <a:pt x="91775" y="316292"/>
                  </a:lnTo>
                  <a:lnTo>
                    <a:pt x="96563" y="318616"/>
                  </a:lnTo>
                  <a:lnTo>
                    <a:pt x="101422" y="320786"/>
                  </a:lnTo>
                  <a:lnTo>
                    <a:pt x="106348" y="322801"/>
                  </a:lnTo>
                  <a:lnTo>
                    <a:pt x="111336" y="324658"/>
                  </a:lnTo>
                  <a:lnTo>
                    <a:pt x="116380" y="326355"/>
                  </a:lnTo>
                  <a:lnTo>
                    <a:pt x="121476" y="327890"/>
                  </a:lnTo>
                  <a:lnTo>
                    <a:pt x="126618" y="329263"/>
                  </a:lnTo>
                  <a:lnTo>
                    <a:pt x="131801" y="330471"/>
                  </a:lnTo>
                  <a:lnTo>
                    <a:pt x="137020" y="331514"/>
                  </a:lnTo>
                  <a:lnTo>
                    <a:pt x="142269" y="332390"/>
                  </a:lnTo>
                  <a:lnTo>
                    <a:pt x="147544" y="333098"/>
                  </a:lnTo>
                  <a:lnTo>
                    <a:pt x="152838" y="333638"/>
                  </a:lnTo>
                  <a:lnTo>
                    <a:pt x="158147" y="334010"/>
                  </a:lnTo>
                  <a:lnTo>
                    <a:pt x="163465" y="334212"/>
                  </a:lnTo>
                  <a:lnTo>
                    <a:pt x="168787" y="334245"/>
                  </a:lnTo>
                  <a:lnTo>
                    <a:pt x="174107" y="334108"/>
                  </a:lnTo>
                  <a:lnTo>
                    <a:pt x="179421" y="333802"/>
                  </a:lnTo>
                  <a:lnTo>
                    <a:pt x="184721" y="333327"/>
                  </a:lnTo>
                  <a:lnTo>
                    <a:pt x="190004" y="332684"/>
                  </a:lnTo>
                  <a:lnTo>
                    <a:pt x="195264" y="331873"/>
                  </a:lnTo>
                  <a:lnTo>
                    <a:pt x="200496" y="330894"/>
                  </a:lnTo>
                  <a:lnTo>
                    <a:pt x="205693" y="329750"/>
                  </a:lnTo>
                  <a:lnTo>
                    <a:pt x="210852" y="328441"/>
                  </a:lnTo>
                  <a:lnTo>
                    <a:pt x="215966" y="326968"/>
                  </a:lnTo>
                  <a:lnTo>
                    <a:pt x="221030" y="325334"/>
                  </a:lnTo>
                  <a:lnTo>
                    <a:pt x="226041" y="323538"/>
                  </a:lnTo>
                  <a:lnTo>
                    <a:pt x="230991" y="321585"/>
                  </a:lnTo>
                  <a:lnTo>
                    <a:pt x="235877" y="319474"/>
                  </a:lnTo>
                  <a:lnTo>
                    <a:pt x="240693" y="317210"/>
                  </a:lnTo>
                  <a:lnTo>
                    <a:pt x="245434" y="314793"/>
                  </a:lnTo>
                  <a:lnTo>
                    <a:pt x="250097" y="312226"/>
                  </a:lnTo>
                  <a:lnTo>
                    <a:pt x="254675" y="309512"/>
                  </a:lnTo>
                  <a:lnTo>
                    <a:pt x="259164" y="306654"/>
                  </a:lnTo>
                  <a:lnTo>
                    <a:pt x="263560" y="303655"/>
                  </a:lnTo>
                  <a:lnTo>
                    <a:pt x="267859" y="300517"/>
                  </a:lnTo>
                  <a:lnTo>
                    <a:pt x="272055" y="297243"/>
                  </a:lnTo>
                  <a:lnTo>
                    <a:pt x="276145" y="293838"/>
                  </a:lnTo>
                  <a:lnTo>
                    <a:pt x="280125" y="290305"/>
                  </a:lnTo>
                  <a:lnTo>
                    <a:pt x="283990" y="286646"/>
                  </a:lnTo>
                  <a:lnTo>
                    <a:pt x="287737" y="282867"/>
                  </a:lnTo>
                  <a:lnTo>
                    <a:pt x="291361" y="278970"/>
                  </a:lnTo>
                  <a:lnTo>
                    <a:pt x="294860" y="274959"/>
                  </a:lnTo>
                  <a:lnTo>
                    <a:pt x="298229" y="270839"/>
                  </a:lnTo>
                  <a:lnTo>
                    <a:pt x="301465" y="266614"/>
                  </a:lnTo>
                  <a:lnTo>
                    <a:pt x="304565" y="262289"/>
                  </a:lnTo>
                  <a:lnTo>
                    <a:pt x="307526" y="257866"/>
                  </a:lnTo>
                  <a:lnTo>
                    <a:pt x="310345" y="253352"/>
                  </a:lnTo>
                  <a:lnTo>
                    <a:pt x="313018" y="248750"/>
                  </a:lnTo>
                  <a:lnTo>
                    <a:pt x="315544" y="244066"/>
                  </a:lnTo>
                  <a:lnTo>
                    <a:pt x="317919" y="239303"/>
                  </a:lnTo>
                  <a:lnTo>
                    <a:pt x="320142" y="234467"/>
                  </a:lnTo>
                  <a:lnTo>
                    <a:pt x="322209" y="229563"/>
                  </a:lnTo>
                  <a:lnTo>
                    <a:pt x="324120" y="224596"/>
                  </a:lnTo>
                  <a:lnTo>
                    <a:pt x="325871" y="219570"/>
                  </a:lnTo>
                  <a:lnTo>
                    <a:pt x="167156" y="1670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8472" y="2126963"/>
              <a:ext cx="167167" cy="219652"/>
            </a:xfrm>
            <a:custGeom>
              <a:avLst/>
              <a:pathLst>
                <a:path w="167167" h="219652">
                  <a:moveTo>
                    <a:pt x="158714" y="219652"/>
                  </a:moveTo>
                  <a:lnTo>
                    <a:pt x="160314" y="214541"/>
                  </a:lnTo>
                  <a:lnTo>
                    <a:pt x="161749" y="209382"/>
                  </a:lnTo>
                  <a:lnTo>
                    <a:pt x="163018" y="204179"/>
                  </a:lnTo>
                  <a:lnTo>
                    <a:pt x="164120" y="198938"/>
                  </a:lnTo>
                  <a:lnTo>
                    <a:pt x="165053" y="193665"/>
                  </a:lnTo>
                  <a:lnTo>
                    <a:pt x="165817" y="188365"/>
                  </a:lnTo>
                  <a:lnTo>
                    <a:pt x="166411" y="183042"/>
                  </a:lnTo>
                  <a:lnTo>
                    <a:pt x="166835" y="177704"/>
                  </a:lnTo>
                  <a:lnTo>
                    <a:pt x="167086" y="172355"/>
                  </a:lnTo>
                  <a:lnTo>
                    <a:pt x="167167" y="167000"/>
                  </a:lnTo>
                  <a:lnTo>
                    <a:pt x="167076" y="161645"/>
                  </a:lnTo>
                  <a:lnTo>
                    <a:pt x="166813" y="156297"/>
                  </a:lnTo>
                  <a:lnTo>
                    <a:pt x="166379" y="150959"/>
                  </a:lnTo>
                  <a:lnTo>
                    <a:pt x="165775" y="145638"/>
                  </a:lnTo>
                  <a:lnTo>
                    <a:pt x="165000" y="140339"/>
                  </a:lnTo>
                  <a:lnTo>
                    <a:pt x="164056" y="135068"/>
                  </a:lnTo>
                  <a:lnTo>
                    <a:pt x="162944" y="129829"/>
                  </a:lnTo>
                  <a:lnTo>
                    <a:pt x="161664" y="124629"/>
                  </a:lnTo>
                  <a:lnTo>
                    <a:pt x="160219" y="119473"/>
                  </a:lnTo>
                  <a:lnTo>
                    <a:pt x="158609" y="114365"/>
                  </a:lnTo>
                  <a:lnTo>
                    <a:pt x="156836" y="109312"/>
                  </a:lnTo>
                  <a:lnTo>
                    <a:pt x="154902" y="104318"/>
                  </a:lnTo>
                  <a:lnTo>
                    <a:pt x="152810" y="99388"/>
                  </a:lnTo>
                  <a:lnTo>
                    <a:pt x="150560" y="94528"/>
                  </a:lnTo>
                  <a:lnTo>
                    <a:pt x="148156" y="89743"/>
                  </a:lnTo>
                  <a:lnTo>
                    <a:pt x="145600" y="85037"/>
                  </a:lnTo>
                  <a:lnTo>
                    <a:pt x="142895" y="80415"/>
                  </a:lnTo>
                  <a:lnTo>
                    <a:pt x="140043" y="75883"/>
                  </a:lnTo>
                  <a:lnTo>
                    <a:pt x="137047" y="71444"/>
                  </a:lnTo>
                  <a:lnTo>
                    <a:pt x="133911" y="67103"/>
                  </a:lnTo>
                  <a:lnTo>
                    <a:pt x="130637" y="62865"/>
                  </a:lnTo>
                  <a:lnTo>
                    <a:pt x="127229" y="58734"/>
                  </a:lnTo>
                  <a:lnTo>
                    <a:pt x="123690" y="54715"/>
                  </a:lnTo>
                  <a:lnTo>
                    <a:pt x="120025" y="50810"/>
                  </a:lnTo>
                  <a:lnTo>
                    <a:pt x="116236" y="47025"/>
                  </a:lnTo>
                  <a:lnTo>
                    <a:pt x="112328" y="43364"/>
                  </a:lnTo>
                  <a:lnTo>
                    <a:pt x="108305" y="39829"/>
                  </a:lnTo>
                  <a:lnTo>
                    <a:pt x="104171" y="36426"/>
                  </a:lnTo>
                  <a:lnTo>
                    <a:pt x="99929" y="33156"/>
                  </a:lnTo>
                  <a:lnTo>
                    <a:pt x="95586" y="30024"/>
                  </a:lnTo>
                  <a:lnTo>
                    <a:pt x="91144" y="27032"/>
                  </a:lnTo>
                  <a:lnTo>
                    <a:pt x="86608" y="24185"/>
                  </a:lnTo>
                  <a:lnTo>
                    <a:pt x="81984" y="21484"/>
                  </a:lnTo>
                  <a:lnTo>
                    <a:pt x="77276" y="18933"/>
                  </a:lnTo>
                  <a:lnTo>
                    <a:pt x="72488" y="16534"/>
                  </a:lnTo>
                  <a:lnTo>
                    <a:pt x="67626" y="14289"/>
                  </a:lnTo>
                  <a:lnTo>
                    <a:pt x="62694" y="12201"/>
                  </a:lnTo>
                  <a:lnTo>
                    <a:pt x="57698" y="10273"/>
                  </a:lnTo>
                  <a:lnTo>
                    <a:pt x="52643" y="8505"/>
                  </a:lnTo>
                  <a:lnTo>
                    <a:pt x="47534" y="6900"/>
                  </a:lnTo>
                  <a:lnTo>
                    <a:pt x="42376" y="5460"/>
                  </a:lnTo>
                  <a:lnTo>
                    <a:pt x="37174" y="4185"/>
                  </a:lnTo>
                  <a:lnTo>
                    <a:pt x="31935" y="3078"/>
                  </a:lnTo>
                  <a:lnTo>
                    <a:pt x="26663" y="2140"/>
                  </a:lnTo>
                  <a:lnTo>
                    <a:pt x="21363" y="1370"/>
                  </a:lnTo>
                  <a:lnTo>
                    <a:pt x="16041" y="771"/>
                  </a:lnTo>
                  <a:lnTo>
                    <a:pt x="10703" y="343"/>
                  </a:lnTo>
                  <a:lnTo>
                    <a:pt x="535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12590" y="1681503"/>
              <a:ext cx="10644" cy="167167"/>
            </a:xfrm>
            <a:custGeom>
              <a:avLst/>
              <a:pathLst>
                <a:path w="10644" h="167167">
                  <a:moveTo>
                    <a:pt x="10644" y="0"/>
                  </a:moveTo>
                  <a:lnTo>
                    <a:pt x="0" y="339"/>
                  </a:lnTo>
                  <a:lnTo>
                    <a:pt x="1064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2590" y="1681842"/>
              <a:ext cx="10644" cy="166828"/>
            </a:xfrm>
            <a:custGeom>
              <a:avLst/>
              <a:pathLst>
                <a:path w="10644" h="166828">
                  <a:moveTo>
                    <a:pt x="0" y="0"/>
                  </a:moveTo>
                  <a:lnTo>
                    <a:pt x="10644" y="166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256084" y="1681842"/>
              <a:ext cx="334309" cy="333994"/>
            </a:xfrm>
            <a:custGeom>
              <a:avLst/>
              <a:pathLst>
                <a:path w="334309" h="333994">
                  <a:moveTo>
                    <a:pt x="156506" y="0"/>
                  </a:moveTo>
                  <a:lnTo>
                    <a:pt x="151225" y="421"/>
                  </a:lnTo>
                  <a:lnTo>
                    <a:pt x="145960" y="1009"/>
                  </a:lnTo>
                  <a:lnTo>
                    <a:pt x="140716" y="1764"/>
                  </a:lnTo>
                  <a:lnTo>
                    <a:pt x="135498" y="2684"/>
                  </a:lnTo>
                  <a:lnTo>
                    <a:pt x="130313" y="3770"/>
                  </a:lnTo>
                  <a:lnTo>
                    <a:pt x="125164" y="5019"/>
                  </a:lnTo>
                  <a:lnTo>
                    <a:pt x="120058" y="6430"/>
                  </a:lnTo>
                  <a:lnTo>
                    <a:pt x="114999" y="8003"/>
                  </a:lnTo>
                  <a:lnTo>
                    <a:pt x="109992" y="9736"/>
                  </a:lnTo>
                  <a:lnTo>
                    <a:pt x="105043" y="11626"/>
                  </a:lnTo>
                  <a:lnTo>
                    <a:pt x="100156" y="13672"/>
                  </a:lnTo>
                  <a:lnTo>
                    <a:pt x="95336" y="15872"/>
                  </a:lnTo>
                  <a:lnTo>
                    <a:pt x="90589" y="18223"/>
                  </a:lnTo>
                  <a:lnTo>
                    <a:pt x="85918" y="20724"/>
                  </a:lnTo>
                  <a:lnTo>
                    <a:pt x="81329" y="23371"/>
                  </a:lnTo>
                  <a:lnTo>
                    <a:pt x="76826" y="26163"/>
                  </a:lnTo>
                  <a:lnTo>
                    <a:pt x="72414" y="29096"/>
                  </a:lnTo>
                  <a:lnTo>
                    <a:pt x="68097" y="32167"/>
                  </a:lnTo>
                  <a:lnTo>
                    <a:pt x="63880" y="35374"/>
                  </a:lnTo>
                  <a:lnTo>
                    <a:pt x="59766" y="38712"/>
                  </a:lnTo>
                  <a:lnTo>
                    <a:pt x="55760" y="42179"/>
                  </a:lnTo>
                  <a:lnTo>
                    <a:pt x="51866" y="45772"/>
                  </a:lnTo>
                  <a:lnTo>
                    <a:pt x="48088" y="49486"/>
                  </a:lnTo>
                  <a:lnTo>
                    <a:pt x="44429" y="53317"/>
                  </a:lnTo>
                  <a:lnTo>
                    <a:pt x="40894" y="57263"/>
                  </a:lnTo>
                  <a:lnTo>
                    <a:pt x="37485" y="61319"/>
                  </a:lnTo>
                  <a:lnTo>
                    <a:pt x="34207" y="65481"/>
                  </a:lnTo>
                  <a:lnTo>
                    <a:pt x="31062" y="69745"/>
                  </a:lnTo>
                  <a:lnTo>
                    <a:pt x="28054" y="74106"/>
                  </a:lnTo>
                  <a:lnTo>
                    <a:pt x="25186" y="78560"/>
                  </a:lnTo>
                  <a:lnTo>
                    <a:pt x="22460" y="83103"/>
                  </a:lnTo>
                  <a:lnTo>
                    <a:pt x="19880" y="87730"/>
                  </a:lnTo>
                  <a:lnTo>
                    <a:pt x="17447" y="92437"/>
                  </a:lnTo>
                  <a:lnTo>
                    <a:pt x="15165" y="97218"/>
                  </a:lnTo>
                  <a:lnTo>
                    <a:pt x="13036" y="102069"/>
                  </a:lnTo>
                  <a:lnTo>
                    <a:pt x="11061" y="106985"/>
                  </a:lnTo>
                  <a:lnTo>
                    <a:pt x="9243" y="111961"/>
                  </a:lnTo>
                  <a:lnTo>
                    <a:pt x="7584" y="116993"/>
                  </a:lnTo>
                  <a:lnTo>
                    <a:pt x="6085" y="122074"/>
                  </a:lnTo>
                  <a:lnTo>
                    <a:pt x="4747" y="127201"/>
                  </a:lnTo>
                  <a:lnTo>
                    <a:pt x="3573" y="132367"/>
                  </a:lnTo>
                  <a:lnTo>
                    <a:pt x="2563" y="137568"/>
                  </a:lnTo>
                  <a:lnTo>
                    <a:pt x="1719" y="142798"/>
                  </a:lnTo>
                  <a:lnTo>
                    <a:pt x="1040" y="148052"/>
                  </a:lnTo>
                  <a:lnTo>
                    <a:pt x="529" y="153325"/>
                  </a:lnTo>
                  <a:lnTo>
                    <a:pt x="185" y="158612"/>
                  </a:lnTo>
                  <a:lnTo>
                    <a:pt x="8" y="163907"/>
                  </a:lnTo>
                  <a:lnTo>
                    <a:pt x="0" y="169205"/>
                  </a:lnTo>
                  <a:lnTo>
                    <a:pt x="159" y="174501"/>
                  </a:lnTo>
                  <a:lnTo>
                    <a:pt x="486" y="179789"/>
                  </a:lnTo>
                  <a:lnTo>
                    <a:pt x="980" y="185063"/>
                  </a:lnTo>
                  <a:lnTo>
                    <a:pt x="1642" y="190320"/>
                  </a:lnTo>
                  <a:lnTo>
                    <a:pt x="2469" y="195553"/>
                  </a:lnTo>
                  <a:lnTo>
                    <a:pt x="3462" y="200757"/>
                  </a:lnTo>
                  <a:lnTo>
                    <a:pt x="4619" y="205927"/>
                  </a:lnTo>
                  <a:lnTo>
                    <a:pt x="5940" y="211058"/>
                  </a:lnTo>
                  <a:lnTo>
                    <a:pt x="7423" y="216144"/>
                  </a:lnTo>
                  <a:lnTo>
                    <a:pt x="9066" y="221181"/>
                  </a:lnTo>
                  <a:lnTo>
                    <a:pt x="10867" y="226163"/>
                  </a:lnTo>
                  <a:lnTo>
                    <a:pt x="12826" y="231085"/>
                  </a:lnTo>
                  <a:lnTo>
                    <a:pt x="14940" y="235943"/>
                  </a:lnTo>
                  <a:lnTo>
                    <a:pt x="17206" y="240732"/>
                  </a:lnTo>
                  <a:lnTo>
                    <a:pt x="19624" y="245446"/>
                  </a:lnTo>
                  <a:lnTo>
                    <a:pt x="22189" y="250082"/>
                  </a:lnTo>
                  <a:lnTo>
                    <a:pt x="24900" y="254634"/>
                  </a:lnTo>
                  <a:lnTo>
                    <a:pt x="27754" y="259097"/>
                  </a:lnTo>
                  <a:lnTo>
                    <a:pt x="30748" y="263468"/>
                  </a:lnTo>
                  <a:lnTo>
                    <a:pt x="33879" y="267742"/>
                  </a:lnTo>
                  <a:lnTo>
                    <a:pt x="37143" y="271914"/>
                  </a:lnTo>
                  <a:lnTo>
                    <a:pt x="40539" y="275981"/>
                  </a:lnTo>
                  <a:lnTo>
                    <a:pt x="44061" y="279939"/>
                  </a:lnTo>
                  <a:lnTo>
                    <a:pt x="47707" y="283782"/>
                  </a:lnTo>
                  <a:lnTo>
                    <a:pt x="51473" y="287509"/>
                  </a:lnTo>
                  <a:lnTo>
                    <a:pt x="55356" y="291114"/>
                  </a:lnTo>
                  <a:lnTo>
                    <a:pt x="59350" y="294594"/>
                  </a:lnTo>
                  <a:lnTo>
                    <a:pt x="63453" y="297946"/>
                  </a:lnTo>
                  <a:lnTo>
                    <a:pt x="67660" y="301166"/>
                  </a:lnTo>
                  <a:lnTo>
                    <a:pt x="71967" y="304251"/>
                  </a:lnTo>
                  <a:lnTo>
                    <a:pt x="76370" y="307198"/>
                  </a:lnTo>
                  <a:lnTo>
                    <a:pt x="80863" y="310004"/>
                  </a:lnTo>
                  <a:lnTo>
                    <a:pt x="85444" y="312667"/>
                  </a:lnTo>
                  <a:lnTo>
                    <a:pt x="90106" y="315183"/>
                  </a:lnTo>
                  <a:lnTo>
                    <a:pt x="94846" y="317550"/>
                  </a:lnTo>
                  <a:lnTo>
                    <a:pt x="99658" y="319765"/>
                  </a:lnTo>
                  <a:lnTo>
                    <a:pt x="104539" y="321827"/>
                  </a:lnTo>
                  <a:lnTo>
                    <a:pt x="109482" y="323733"/>
                  </a:lnTo>
                  <a:lnTo>
                    <a:pt x="114483" y="325482"/>
                  </a:lnTo>
                  <a:lnTo>
                    <a:pt x="119537" y="327071"/>
                  </a:lnTo>
                  <a:lnTo>
                    <a:pt x="124639" y="328499"/>
                  </a:lnTo>
                  <a:lnTo>
                    <a:pt x="129783" y="329765"/>
                  </a:lnTo>
                  <a:lnTo>
                    <a:pt x="134965" y="330868"/>
                  </a:lnTo>
                  <a:lnTo>
                    <a:pt x="140180" y="331805"/>
                  </a:lnTo>
                  <a:lnTo>
                    <a:pt x="145421" y="332577"/>
                  </a:lnTo>
                  <a:lnTo>
                    <a:pt x="150684" y="333182"/>
                  </a:lnTo>
                  <a:lnTo>
                    <a:pt x="155964" y="333620"/>
                  </a:lnTo>
                  <a:lnTo>
                    <a:pt x="161255" y="333891"/>
                  </a:lnTo>
                  <a:lnTo>
                    <a:pt x="166552" y="333994"/>
                  </a:lnTo>
                  <a:lnTo>
                    <a:pt x="171850" y="333929"/>
                  </a:lnTo>
                  <a:lnTo>
                    <a:pt x="177142" y="333696"/>
                  </a:lnTo>
                  <a:lnTo>
                    <a:pt x="182425" y="333296"/>
                  </a:lnTo>
                  <a:lnTo>
                    <a:pt x="187693" y="332728"/>
                  </a:lnTo>
                  <a:lnTo>
                    <a:pt x="192939" y="331994"/>
                  </a:lnTo>
                  <a:lnTo>
                    <a:pt x="198160" y="331094"/>
                  </a:lnTo>
                  <a:lnTo>
                    <a:pt x="203350" y="330029"/>
                  </a:lnTo>
                  <a:lnTo>
                    <a:pt x="208504" y="328799"/>
                  </a:lnTo>
                  <a:lnTo>
                    <a:pt x="213615" y="327408"/>
                  </a:lnTo>
                  <a:lnTo>
                    <a:pt x="218681" y="325855"/>
                  </a:lnTo>
                  <a:lnTo>
                    <a:pt x="223694" y="324142"/>
                  </a:lnTo>
                  <a:lnTo>
                    <a:pt x="228651" y="322271"/>
                  </a:lnTo>
                  <a:lnTo>
                    <a:pt x="233546" y="320244"/>
                  </a:lnTo>
                  <a:lnTo>
                    <a:pt x="238374" y="318063"/>
                  </a:lnTo>
                  <a:lnTo>
                    <a:pt x="243130" y="315730"/>
                  </a:lnTo>
                  <a:lnTo>
                    <a:pt x="247811" y="313248"/>
                  </a:lnTo>
                  <a:lnTo>
                    <a:pt x="252410" y="310618"/>
                  </a:lnTo>
                  <a:lnTo>
                    <a:pt x="256924" y="307844"/>
                  </a:lnTo>
                  <a:lnTo>
                    <a:pt x="261347" y="304929"/>
                  </a:lnTo>
                  <a:lnTo>
                    <a:pt x="265676" y="301874"/>
                  </a:lnTo>
                  <a:lnTo>
                    <a:pt x="269906" y="298684"/>
                  </a:lnTo>
                  <a:lnTo>
                    <a:pt x="274033" y="295362"/>
                  </a:lnTo>
                  <a:lnTo>
                    <a:pt x="278052" y="291910"/>
                  </a:lnTo>
                  <a:lnTo>
                    <a:pt x="281960" y="288333"/>
                  </a:lnTo>
                  <a:lnTo>
                    <a:pt x="285753" y="284634"/>
                  </a:lnTo>
                  <a:lnTo>
                    <a:pt x="289426" y="280817"/>
                  </a:lnTo>
                  <a:lnTo>
                    <a:pt x="292977" y="276885"/>
                  </a:lnTo>
                  <a:lnTo>
                    <a:pt x="296401" y="272842"/>
                  </a:lnTo>
                  <a:lnTo>
                    <a:pt x="299696" y="268693"/>
                  </a:lnTo>
                  <a:lnTo>
                    <a:pt x="302857" y="264442"/>
                  </a:lnTo>
                  <a:lnTo>
                    <a:pt x="305882" y="260092"/>
                  </a:lnTo>
                  <a:lnTo>
                    <a:pt x="308768" y="255649"/>
                  </a:lnTo>
                  <a:lnTo>
                    <a:pt x="311512" y="251117"/>
                  </a:lnTo>
                  <a:lnTo>
                    <a:pt x="314110" y="246500"/>
                  </a:lnTo>
                  <a:lnTo>
                    <a:pt x="316561" y="241803"/>
                  </a:lnTo>
                  <a:lnTo>
                    <a:pt x="318862" y="237031"/>
                  </a:lnTo>
                  <a:lnTo>
                    <a:pt x="321010" y="232188"/>
                  </a:lnTo>
                  <a:lnTo>
                    <a:pt x="323004" y="227280"/>
                  </a:lnTo>
                  <a:lnTo>
                    <a:pt x="324842" y="222310"/>
                  </a:lnTo>
                  <a:lnTo>
                    <a:pt x="326521" y="217285"/>
                  </a:lnTo>
                  <a:lnTo>
                    <a:pt x="328039" y="212210"/>
                  </a:lnTo>
                  <a:lnTo>
                    <a:pt x="329397" y="207089"/>
                  </a:lnTo>
                  <a:lnTo>
                    <a:pt x="330591" y="201927"/>
                  </a:lnTo>
                  <a:lnTo>
                    <a:pt x="331621" y="196730"/>
                  </a:lnTo>
                  <a:lnTo>
                    <a:pt x="332486" y="191504"/>
                  </a:lnTo>
                  <a:lnTo>
                    <a:pt x="333185" y="186252"/>
                  </a:lnTo>
                  <a:lnTo>
                    <a:pt x="333717" y="180981"/>
                  </a:lnTo>
                  <a:lnTo>
                    <a:pt x="334082" y="175695"/>
                  </a:lnTo>
                  <a:lnTo>
                    <a:pt x="334279" y="170401"/>
                  </a:lnTo>
                  <a:lnTo>
                    <a:pt x="334309" y="165103"/>
                  </a:lnTo>
                  <a:lnTo>
                    <a:pt x="334170" y="159807"/>
                  </a:lnTo>
                  <a:lnTo>
                    <a:pt x="333864" y="154518"/>
                  </a:lnTo>
                  <a:lnTo>
                    <a:pt x="333390" y="149241"/>
                  </a:lnTo>
                  <a:lnTo>
                    <a:pt x="332749" y="143982"/>
                  </a:lnTo>
                  <a:lnTo>
                    <a:pt x="331942" y="138746"/>
                  </a:lnTo>
                  <a:lnTo>
                    <a:pt x="330969" y="133538"/>
                  </a:lnTo>
                  <a:lnTo>
                    <a:pt x="329832" y="128364"/>
                  </a:lnTo>
                  <a:lnTo>
                    <a:pt x="328532" y="123228"/>
                  </a:lnTo>
                  <a:lnTo>
                    <a:pt x="327069" y="118136"/>
                  </a:lnTo>
                  <a:lnTo>
                    <a:pt x="325446" y="113093"/>
                  </a:lnTo>
                  <a:lnTo>
                    <a:pt x="323663" y="108104"/>
                  </a:lnTo>
                  <a:lnTo>
                    <a:pt x="321724" y="103173"/>
                  </a:lnTo>
                  <a:lnTo>
                    <a:pt x="319629" y="98307"/>
                  </a:lnTo>
                  <a:lnTo>
                    <a:pt x="317381" y="93510"/>
                  </a:lnTo>
                  <a:lnTo>
                    <a:pt x="314982" y="88786"/>
                  </a:lnTo>
                  <a:lnTo>
                    <a:pt x="312435" y="84141"/>
                  </a:lnTo>
                  <a:lnTo>
                    <a:pt x="309742" y="79578"/>
                  </a:lnTo>
                  <a:lnTo>
                    <a:pt x="306906" y="75103"/>
                  </a:lnTo>
                  <a:lnTo>
                    <a:pt x="303929" y="70721"/>
                  </a:lnTo>
                  <a:lnTo>
                    <a:pt x="300815" y="66435"/>
                  </a:lnTo>
                  <a:lnTo>
                    <a:pt x="297566" y="62250"/>
                  </a:lnTo>
                  <a:lnTo>
                    <a:pt x="294187" y="58169"/>
                  </a:lnTo>
                  <a:lnTo>
                    <a:pt x="290680" y="54198"/>
                  </a:lnTo>
                  <a:lnTo>
                    <a:pt x="287049" y="50341"/>
                  </a:lnTo>
                  <a:lnTo>
                    <a:pt x="283297" y="46600"/>
                  </a:lnTo>
                  <a:lnTo>
                    <a:pt x="279429" y="42979"/>
                  </a:lnTo>
                  <a:lnTo>
                    <a:pt x="275448" y="39484"/>
                  </a:lnTo>
                  <a:lnTo>
                    <a:pt x="271358" y="36116"/>
                  </a:lnTo>
                  <a:lnTo>
                    <a:pt x="267164" y="32879"/>
                  </a:lnTo>
                  <a:lnTo>
                    <a:pt x="262869" y="29777"/>
                  </a:lnTo>
                  <a:lnTo>
                    <a:pt x="258478" y="26813"/>
                  </a:lnTo>
                  <a:lnTo>
                    <a:pt x="253995" y="23989"/>
                  </a:lnTo>
                  <a:lnTo>
                    <a:pt x="249425" y="21309"/>
                  </a:lnTo>
                  <a:lnTo>
                    <a:pt x="244773" y="18775"/>
                  </a:lnTo>
                  <a:lnTo>
                    <a:pt x="240042" y="16389"/>
                  </a:lnTo>
                  <a:lnTo>
                    <a:pt x="235238" y="14155"/>
                  </a:lnTo>
                  <a:lnTo>
                    <a:pt x="230366" y="12074"/>
                  </a:lnTo>
                  <a:lnTo>
                    <a:pt x="225431" y="10149"/>
                  </a:lnTo>
                  <a:lnTo>
                    <a:pt x="220436" y="8381"/>
                  </a:lnTo>
                  <a:lnTo>
                    <a:pt x="215389" y="6772"/>
                  </a:lnTo>
                  <a:lnTo>
                    <a:pt x="210293" y="5323"/>
                  </a:lnTo>
                  <a:lnTo>
                    <a:pt x="205153" y="4037"/>
                  </a:lnTo>
                  <a:lnTo>
                    <a:pt x="199975" y="2915"/>
                  </a:lnTo>
                  <a:lnTo>
                    <a:pt x="194765" y="1957"/>
                  </a:lnTo>
                  <a:lnTo>
                    <a:pt x="167150" y="166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23235" y="1681503"/>
              <a:ext cx="27614" cy="167167"/>
            </a:xfrm>
            <a:custGeom>
              <a:avLst/>
              <a:pathLst>
                <a:path w="27614" h="167167">
                  <a:moveTo>
                    <a:pt x="27614" y="2296"/>
                  </a:moveTo>
                  <a:lnTo>
                    <a:pt x="20752" y="1293"/>
                  </a:lnTo>
                  <a:lnTo>
                    <a:pt x="13855" y="575"/>
                  </a:lnTo>
                  <a:lnTo>
                    <a:pt x="6933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5853873" y="1322571"/>
              <a:ext cx="167165" cy="319526"/>
            </a:xfrm>
            <a:custGeom>
              <a:avLst/>
              <a:pathLst>
                <a:path w="167165" h="319526">
                  <a:moveTo>
                    <a:pt x="167165" y="0"/>
                  </a:moveTo>
                  <a:lnTo>
                    <a:pt x="161822" y="85"/>
                  </a:lnTo>
                  <a:lnTo>
                    <a:pt x="156484" y="341"/>
                  </a:lnTo>
                  <a:lnTo>
                    <a:pt x="151157" y="768"/>
                  </a:lnTo>
                  <a:lnTo>
                    <a:pt x="145846" y="1365"/>
                  </a:lnTo>
                  <a:lnTo>
                    <a:pt x="140557" y="2131"/>
                  </a:lnTo>
                  <a:lnTo>
                    <a:pt x="135295" y="3066"/>
                  </a:lnTo>
                  <a:lnTo>
                    <a:pt x="130066" y="4168"/>
                  </a:lnTo>
                  <a:lnTo>
                    <a:pt x="124874" y="5437"/>
                  </a:lnTo>
                  <a:lnTo>
                    <a:pt x="119726" y="6872"/>
                  </a:lnTo>
                  <a:lnTo>
                    <a:pt x="114627" y="8470"/>
                  </a:lnTo>
                  <a:lnTo>
                    <a:pt x="109581" y="10231"/>
                  </a:lnTo>
                  <a:lnTo>
                    <a:pt x="104594" y="12152"/>
                  </a:lnTo>
                  <a:lnTo>
                    <a:pt x="99671" y="14231"/>
                  </a:lnTo>
                  <a:lnTo>
                    <a:pt x="94816" y="16467"/>
                  </a:lnTo>
                  <a:lnTo>
                    <a:pt x="90036" y="18856"/>
                  </a:lnTo>
                  <a:lnTo>
                    <a:pt x="85335" y="21398"/>
                  </a:lnTo>
                  <a:lnTo>
                    <a:pt x="80717" y="24088"/>
                  </a:lnTo>
                  <a:lnTo>
                    <a:pt x="76188" y="26924"/>
                  </a:lnTo>
                  <a:lnTo>
                    <a:pt x="71751" y="29904"/>
                  </a:lnTo>
                  <a:lnTo>
                    <a:pt x="67413" y="33024"/>
                  </a:lnTo>
                  <a:lnTo>
                    <a:pt x="63176" y="36281"/>
                  </a:lnTo>
                  <a:lnTo>
                    <a:pt x="59045" y="39672"/>
                  </a:lnTo>
                  <a:lnTo>
                    <a:pt x="55025" y="43193"/>
                  </a:lnTo>
                  <a:lnTo>
                    <a:pt x="51119" y="46841"/>
                  </a:lnTo>
                  <a:lnTo>
                    <a:pt x="47332" y="50612"/>
                  </a:lnTo>
                  <a:lnTo>
                    <a:pt x="43668" y="54502"/>
                  </a:lnTo>
                  <a:lnTo>
                    <a:pt x="40130" y="58508"/>
                  </a:lnTo>
                  <a:lnTo>
                    <a:pt x="36721" y="62624"/>
                  </a:lnTo>
                  <a:lnTo>
                    <a:pt x="33446" y="66847"/>
                  </a:lnTo>
                  <a:lnTo>
                    <a:pt x="30308" y="71173"/>
                  </a:lnTo>
                  <a:lnTo>
                    <a:pt x="27309" y="75596"/>
                  </a:lnTo>
                  <a:lnTo>
                    <a:pt x="24454" y="80114"/>
                  </a:lnTo>
                  <a:lnTo>
                    <a:pt x="21744" y="84720"/>
                  </a:lnTo>
                  <a:lnTo>
                    <a:pt x="19183" y="89410"/>
                  </a:lnTo>
                  <a:lnTo>
                    <a:pt x="16773" y="94180"/>
                  </a:lnTo>
                  <a:lnTo>
                    <a:pt x="14517" y="99025"/>
                  </a:lnTo>
                  <a:lnTo>
                    <a:pt x="12417" y="103939"/>
                  </a:lnTo>
                  <a:lnTo>
                    <a:pt x="10475" y="108918"/>
                  </a:lnTo>
                  <a:lnTo>
                    <a:pt x="8693" y="113957"/>
                  </a:lnTo>
                  <a:lnTo>
                    <a:pt x="7073" y="119049"/>
                  </a:lnTo>
                  <a:lnTo>
                    <a:pt x="5616" y="124191"/>
                  </a:lnTo>
                  <a:lnTo>
                    <a:pt x="4325" y="129377"/>
                  </a:lnTo>
                  <a:lnTo>
                    <a:pt x="3201" y="134602"/>
                  </a:lnTo>
                  <a:lnTo>
                    <a:pt x="2243" y="139860"/>
                  </a:lnTo>
                  <a:lnTo>
                    <a:pt x="1455" y="145145"/>
                  </a:lnTo>
                  <a:lnTo>
                    <a:pt x="836" y="150454"/>
                  </a:lnTo>
                  <a:lnTo>
                    <a:pt x="386" y="155779"/>
                  </a:lnTo>
                  <a:lnTo>
                    <a:pt x="108" y="161116"/>
                  </a:lnTo>
                  <a:lnTo>
                    <a:pt x="0" y="166459"/>
                  </a:lnTo>
                  <a:lnTo>
                    <a:pt x="62" y="171803"/>
                  </a:lnTo>
                  <a:lnTo>
                    <a:pt x="296" y="177142"/>
                  </a:lnTo>
                  <a:lnTo>
                    <a:pt x="700" y="182471"/>
                  </a:lnTo>
                  <a:lnTo>
                    <a:pt x="1274" y="187784"/>
                  </a:lnTo>
                  <a:lnTo>
                    <a:pt x="2018" y="193076"/>
                  </a:lnTo>
                  <a:lnTo>
                    <a:pt x="2931" y="198342"/>
                  </a:lnTo>
                  <a:lnTo>
                    <a:pt x="4011" y="203576"/>
                  </a:lnTo>
                  <a:lnTo>
                    <a:pt x="5258" y="208773"/>
                  </a:lnTo>
                  <a:lnTo>
                    <a:pt x="6671" y="213927"/>
                  </a:lnTo>
                  <a:lnTo>
                    <a:pt x="8248" y="219033"/>
                  </a:lnTo>
                  <a:lnTo>
                    <a:pt x="9987" y="224086"/>
                  </a:lnTo>
                  <a:lnTo>
                    <a:pt x="11887" y="229082"/>
                  </a:lnTo>
                  <a:lnTo>
                    <a:pt x="13945" y="234014"/>
                  </a:lnTo>
                  <a:lnTo>
                    <a:pt x="16160" y="238877"/>
                  </a:lnTo>
                  <a:lnTo>
                    <a:pt x="18530" y="243667"/>
                  </a:lnTo>
                  <a:lnTo>
                    <a:pt x="21051" y="248379"/>
                  </a:lnTo>
                  <a:lnTo>
                    <a:pt x="23721" y="253009"/>
                  </a:lnTo>
                  <a:lnTo>
                    <a:pt x="26539" y="257550"/>
                  </a:lnTo>
                  <a:lnTo>
                    <a:pt x="29500" y="261999"/>
                  </a:lnTo>
                  <a:lnTo>
                    <a:pt x="32601" y="266351"/>
                  </a:lnTo>
                  <a:lnTo>
                    <a:pt x="35841" y="270602"/>
                  </a:lnTo>
                  <a:lnTo>
                    <a:pt x="39214" y="274747"/>
                  </a:lnTo>
                  <a:lnTo>
                    <a:pt x="42718" y="278782"/>
                  </a:lnTo>
                  <a:lnTo>
                    <a:pt x="46350" y="282703"/>
                  </a:lnTo>
                  <a:lnTo>
                    <a:pt x="50104" y="286505"/>
                  </a:lnTo>
                  <a:lnTo>
                    <a:pt x="53979" y="290186"/>
                  </a:lnTo>
                  <a:lnTo>
                    <a:pt x="57969" y="293741"/>
                  </a:lnTo>
                  <a:lnTo>
                    <a:pt x="62071" y="297167"/>
                  </a:lnTo>
                  <a:lnTo>
                    <a:pt x="66280" y="300460"/>
                  </a:lnTo>
                  <a:lnTo>
                    <a:pt x="70592" y="303617"/>
                  </a:lnTo>
                  <a:lnTo>
                    <a:pt x="75003" y="306634"/>
                  </a:lnTo>
                  <a:lnTo>
                    <a:pt x="79509" y="309509"/>
                  </a:lnTo>
                  <a:lnTo>
                    <a:pt x="84103" y="312238"/>
                  </a:lnTo>
                  <a:lnTo>
                    <a:pt x="88783" y="314819"/>
                  </a:lnTo>
                  <a:lnTo>
                    <a:pt x="93543" y="317249"/>
                  </a:lnTo>
                  <a:lnTo>
                    <a:pt x="98378" y="319526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2251" y="1489739"/>
              <a:ext cx="68787" cy="152358"/>
            </a:xfrm>
            <a:custGeom>
              <a:avLst/>
              <a:pathLst>
                <a:path w="68787" h="152358">
                  <a:moveTo>
                    <a:pt x="0" y="152358"/>
                  </a:moveTo>
                  <a:lnTo>
                    <a:pt x="6878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2251" y="1325655"/>
              <a:ext cx="235946" cy="331242"/>
            </a:xfrm>
            <a:custGeom>
              <a:avLst/>
              <a:pathLst>
                <a:path w="235946" h="331242">
                  <a:moveTo>
                    <a:pt x="0" y="316443"/>
                  </a:moveTo>
                  <a:lnTo>
                    <a:pt x="4882" y="318554"/>
                  </a:lnTo>
                  <a:lnTo>
                    <a:pt x="9830" y="320509"/>
                  </a:lnTo>
                  <a:lnTo>
                    <a:pt x="14837" y="322306"/>
                  </a:lnTo>
                  <a:lnTo>
                    <a:pt x="19898" y="323942"/>
                  </a:lnTo>
                  <a:lnTo>
                    <a:pt x="25009" y="325417"/>
                  </a:lnTo>
                  <a:lnTo>
                    <a:pt x="30165" y="326728"/>
                  </a:lnTo>
                  <a:lnTo>
                    <a:pt x="35360" y="327875"/>
                  </a:lnTo>
                  <a:lnTo>
                    <a:pt x="40588" y="328856"/>
                  </a:lnTo>
                  <a:lnTo>
                    <a:pt x="45845" y="329669"/>
                  </a:lnTo>
                  <a:lnTo>
                    <a:pt x="51126" y="330316"/>
                  </a:lnTo>
                  <a:lnTo>
                    <a:pt x="56424" y="330793"/>
                  </a:lnTo>
                  <a:lnTo>
                    <a:pt x="61734" y="331102"/>
                  </a:lnTo>
                  <a:lnTo>
                    <a:pt x="67052" y="331242"/>
                  </a:lnTo>
                  <a:lnTo>
                    <a:pt x="72372" y="331213"/>
                  </a:lnTo>
                  <a:lnTo>
                    <a:pt x="77688" y="331014"/>
                  </a:lnTo>
                  <a:lnTo>
                    <a:pt x="82995" y="330646"/>
                  </a:lnTo>
                  <a:lnTo>
                    <a:pt x="88287" y="330110"/>
                  </a:lnTo>
                  <a:lnTo>
                    <a:pt x="93560" y="329405"/>
                  </a:lnTo>
                  <a:lnTo>
                    <a:pt x="98808" y="328533"/>
                  </a:lnTo>
                  <a:lnTo>
                    <a:pt x="104025" y="327495"/>
                  </a:lnTo>
                  <a:lnTo>
                    <a:pt x="109207" y="326291"/>
                  </a:lnTo>
                  <a:lnTo>
                    <a:pt x="114348" y="324923"/>
                  </a:lnTo>
                  <a:lnTo>
                    <a:pt x="119442" y="323392"/>
                  </a:lnTo>
                  <a:lnTo>
                    <a:pt x="124485" y="321699"/>
                  </a:lnTo>
                  <a:lnTo>
                    <a:pt x="129472" y="319847"/>
                  </a:lnTo>
                  <a:lnTo>
                    <a:pt x="134398" y="317837"/>
                  </a:lnTo>
                  <a:lnTo>
                    <a:pt x="139257" y="315672"/>
                  </a:lnTo>
                  <a:lnTo>
                    <a:pt x="144044" y="313353"/>
                  </a:lnTo>
                  <a:lnTo>
                    <a:pt x="148756" y="310883"/>
                  </a:lnTo>
                  <a:lnTo>
                    <a:pt x="153386" y="308264"/>
                  </a:lnTo>
                  <a:lnTo>
                    <a:pt x="157931" y="305499"/>
                  </a:lnTo>
                  <a:lnTo>
                    <a:pt x="162385" y="302591"/>
                  </a:lnTo>
                  <a:lnTo>
                    <a:pt x="166745" y="299543"/>
                  </a:lnTo>
                  <a:lnTo>
                    <a:pt x="171006" y="296357"/>
                  </a:lnTo>
                  <a:lnTo>
                    <a:pt x="175163" y="293038"/>
                  </a:lnTo>
                  <a:lnTo>
                    <a:pt x="179212" y="289588"/>
                  </a:lnTo>
                  <a:lnTo>
                    <a:pt x="183149" y="286011"/>
                  </a:lnTo>
                  <a:lnTo>
                    <a:pt x="186971" y="282310"/>
                  </a:lnTo>
                  <a:lnTo>
                    <a:pt x="190673" y="278490"/>
                  </a:lnTo>
                  <a:lnTo>
                    <a:pt x="194251" y="274554"/>
                  </a:lnTo>
                  <a:lnTo>
                    <a:pt x="197703" y="270506"/>
                  </a:lnTo>
                  <a:lnTo>
                    <a:pt x="201024" y="266350"/>
                  </a:lnTo>
                  <a:lnTo>
                    <a:pt x="204211" y="262091"/>
                  </a:lnTo>
                  <a:lnTo>
                    <a:pt x="207261" y="257732"/>
                  </a:lnTo>
                  <a:lnTo>
                    <a:pt x="210170" y="253279"/>
                  </a:lnTo>
                  <a:lnTo>
                    <a:pt x="212937" y="248735"/>
                  </a:lnTo>
                  <a:lnTo>
                    <a:pt x="215557" y="244106"/>
                  </a:lnTo>
                  <a:lnTo>
                    <a:pt x="218029" y="239395"/>
                  </a:lnTo>
                  <a:lnTo>
                    <a:pt x="220350" y="234608"/>
                  </a:lnTo>
                  <a:lnTo>
                    <a:pt x="222517" y="229750"/>
                  </a:lnTo>
                  <a:lnTo>
                    <a:pt x="224529" y="224826"/>
                  </a:lnTo>
                  <a:lnTo>
                    <a:pt x="226382" y="219839"/>
                  </a:lnTo>
                  <a:lnTo>
                    <a:pt x="228077" y="214797"/>
                  </a:lnTo>
                  <a:lnTo>
                    <a:pt x="229610" y="209703"/>
                  </a:lnTo>
                  <a:lnTo>
                    <a:pt x="230980" y="204562"/>
                  </a:lnTo>
                  <a:lnTo>
                    <a:pt x="232186" y="199381"/>
                  </a:lnTo>
                  <a:lnTo>
                    <a:pt x="233226" y="194164"/>
                  </a:lnTo>
                  <a:lnTo>
                    <a:pt x="234100" y="188917"/>
                  </a:lnTo>
                  <a:lnTo>
                    <a:pt x="234806" y="183644"/>
                  </a:lnTo>
                  <a:lnTo>
                    <a:pt x="235345" y="178352"/>
                  </a:lnTo>
                  <a:lnTo>
                    <a:pt x="235714" y="173045"/>
                  </a:lnTo>
                  <a:lnTo>
                    <a:pt x="235915" y="167729"/>
                  </a:lnTo>
                  <a:lnTo>
                    <a:pt x="235946" y="162410"/>
                  </a:lnTo>
                  <a:lnTo>
                    <a:pt x="235808" y="157092"/>
                  </a:lnTo>
                  <a:lnTo>
                    <a:pt x="235501" y="151781"/>
                  </a:lnTo>
                  <a:lnTo>
                    <a:pt x="235025" y="146483"/>
                  </a:lnTo>
                  <a:lnTo>
                    <a:pt x="234381" y="141202"/>
                  </a:lnTo>
                  <a:lnTo>
                    <a:pt x="233569" y="135945"/>
                  </a:lnTo>
                  <a:lnTo>
                    <a:pt x="232591" y="130716"/>
                  </a:lnTo>
                  <a:lnTo>
                    <a:pt x="231446" y="125521"/>
                  </a:lnTo>
                  <a:lnTo>
                    <a:pt x="230137" y="120365"/>
                  </a:lnTo>
                  <a:lnTo>
                    <a:pt x="228664" y="115253"/>
                  </a:lnTo>
                  <a:lnTo>
                    <a:pt x="227029" y="110191"/>
                  </a:lnTo>
                  <a:lnTo>
                    <a:pt x="225234" y="105183"/>
                  </a:lnTo>
                  <a:lnTo>
                    <a:pt x="223281" y="100235"/>
                  </a:lnTo>
                  <a:lnTo>
                    <a:pt x="221171" y="95352"/>
                  </a:lnTo>
                  <a:lnTo>
                    <a:pt x="218907" y="90538"/>
                  </a:lnTo>
                  <a:lnTo>
                    <a:pt x="216491" y="85798"/>
                  </a:lnTo>
                  <a:lnTo>
                    <a:pt x="213925" y="81138"/>
                  </a:lnTo>
                  <a:lnTo>
                    <a:pt x="211212" y="76562"/>
                  </a:lnTo>
                  <a:lnTo>
                    <a:pt x="208356" y="72075"/>
                  </a:lnTo>
                  <a:lnTo>
                    <a:pt x="205357" y="67681"/>
                  </a:lnTo>
                  <a:lnTo>
                    <a:pt x="202221" y="63384"/>
                  </a:lnTo>
                  <a:lnTo>
                    <a:pt x="198949" y="59189"/>
                  </a:lnTo>
                  <a:lnTo>
                    <a:pt x="195546" y="55101"/>
                  </a:lnTo>
                  <a:lnTo>
                    <a:pt x="192014" y="51123"/>
                  </a:lnTo>
                  <a:lnTo>
                    <a:pt x="188357" y="47259"/>
                  </a:lnTo>
                  <a:lnTo>
                    <a:pt x="184579" y="43514"/>
                  </a:lnTo>
                  <a:lnTo>
                    <a:pt x="180684" y="39890"/>
                  </a:lnTo>
                  <a:lnTo>
                    <a:pt x="176676" y="36393"/>
                  </a:lnTo>
                  <a:lnTo>
                    <a:pt x="172559" y="33025"/>
                  </a:lnTo>
                  <a:lnTo>
                    <a:pt x="168336" y="29789"/>
                  </a:lnTo>
                  <a:lnTo>
                    <a:pt x="164013" y="26690"/>
                  </a:lnTo>
                  <a:lnTo>
                    <a:pt x="159593" y="23729"/>
                  </a:lnTo>
                  <a:lnTo>
                    <a:pt x="155081" y="20911"/>
                  </a:lnTo>
                  <a:lnTo>
                    <a:pt x="150482" y="18238"/>
                  </a:lnTo>
                  <a:lnTo>
                    <a:pt x="145800" y="15712"/>
                  </a:lnTo>
                  <a:lnTo>
                    <a:pt x="141040" y="13337"/>
                  </a:lnTo>
                  <a:lnTo>
                    <a:pt x="136207" y="11115"/>
                  </a:lnTo>
                  <a:lnTo>
                    <a:pt x="131305" y="9047"/>
                  </a:lnTo>
                  <a:lnTo>
                    <a:pt x="126341" y="7136"/>
                  </a:lnTo>
                  <a:lnTo>
                    <a:pt x="121318" y="5384"/>
                  </a:lnTo>
                  <a:lnTo>
                    <a:pt x="116242" y="3793"/>
                  </a:lnTo>
                  <a:lnTo>
                    <a:pt x="111117" y="2364"/>
                  </a:lnTo>
                  <a:lnTo>
                    <a:pt x="105950" y="1099"/>
                  </a:lnTo>
                  <a:lnTo>
                    <a:pt x="100745" y="0"/>
                  </a:lnTo>
                  <a:lnTo>
                    <a:pt x="68787" y="1640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021039" y="1322571"/>
              <a:ext cx="31958" cy="167167"/>
            </a:xfrm>
            <a:custGeom>
              <a:avLst/>
              <a:pathLst>
                <a:path w="31958" h="167167">
                  <a:moveTo>
                    <a:pt x="31958" y="3083"/>
                  </a:moveTo>
                  <a:lnTo>
                    <a:pt x="25623" y="1975"/>
                  </a:lnTo>
                  <a:lnTo>
                    <a:pt x="19250" y="1112"/>
                  </a:lnTo>
                  <a:lnTo>
                    <a:pt x="12849" y="494"/>
                  </a:lnTo>
                  <a:lnTo>
                    <a:pt x="6429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378098" y="1071028"/>
              <a:ext cx="167160" cy="289323"/>
            </a:xfrm>
            <a:custGeom>
              <a:avLst/>
              <a:pathLst>
                <a:path w="167160" h="289323">
                  <a:moveTo>
                    <a:pt x="167160" y="0"/>
                  </a:moveTo>
                  <a:lnTo>
                    <a:pt x="161833" y="84"/>
                  </a:lnTo>
                  <a:lnTo>
                    <a:pt x="156512" y="339"/>
                  </a:lnTo>
                  <a:lnTo>
                    <a:pt x="151202" y="763"/>
                  </a:lnTo>
                  <a:lnTo>
                    <a:pt x="145907" y="1356"/>
                  </a:lnTo>
                  <a:lnTo>
                    <a:pt x="140635" y="2117"/>
                  </a:lnTo>
                  <a:lnTo>
                    <a:pt x="135389" y="3046"/>
                  </a:lnTo>
                  <a:lnTo>
                    <a:pt x="130176" y="4142"/>
                  </a:lnTo>
                  <a:lnTo>
                    <a:pt x="125000" y="5403"/>
                  </a:lnTo>
                  <a:lnTo>
                    <a:pt x="119867" y="6829"/>
                  </a:lnTo>
                  <a:lnTo>
                    <a:pt x="114782" y="8417"/>
                  </a:lnTo>
                  <a:lnTo>
                    <a:pt x="109750" y="10167"/>
                  </a:lnTo>
                  <a:lnTo>
                    <a:pt x="104777" y="12076"/>
                  </a:lnTo>
                  <a:lnTo>
                    <a:pt x="99866" y="14142"/>
                  </a:lnTo>
                  <a:lnTo>
                    <a:pt x="95025" y="16364"/>
                  </a:lnTo>
                  <a:lnTo>
                    <a:pt x="90256" y="18739"/>
                  </a:lnTo>
                  <a:lnTo>
                    <a:pt x="85566" y="21265"/>
                  </a:lnTo>
                  <a:lnTo>
                    <a:pt x="80958" y="23939"/>
                  </a:lnTo>
                  <a:lnTo>
                    <a:pt x="76438" y="26759"/>
                  </a:lnTo>
                  <a:lnTo>
                    <a:pt x="72010" y="29721"/>
                  </a:lnTo>
                  <a:lnTo>
                    <a:pt x="67679" y="32822"/>
                  </a:lnTo>
                  <a:lnTo>
                    <a:pt x="63449" y="36060"/>
                  </a:lnTo>
                  <a:lnTo>
                    <a:pt x="59324" y="39432"/>
                  </a:lnTo>
                  <a:lnTo>
                    <a:pt x="55308" y="42933"/>
                  </a:lnTo>
                  <a:lnTo>
                    <a:pt x="51407" y="46560"/>
                  </a:lnTo>
                  <a:lnTo>
                    <a:pt x="47622" y="50309"/>
                  </a:lnTo>
                  <a:lnTo>
                    <a:pt x="43959" y="54178"/>
                  </a:lnTo>
                  <a:lnTo>
                    <a:pt x="40422" y="58161"/>
                  </a:lnTo>
                  <a:lnTo>
                    <a:pt x="37013" y="62254"/>
                  </a:lnTo>
                  <a:lnTo>
                    <a:pt x="33736" y="66455"/>
                  </a:lnTo>
                  <a:lnTo>
                    <a:pt x="30594" y="70757"/>
                  </a:lnTo>
                  <a:lnTo>
                    <a:pt x="27592" y="75158"/>
                  </a:lnTo>
                  <a:lnTo>
                    <a:pt x="24731" y="79652"/>
                  </a:lnTo>
                  <a:lnTo>
                    <a:pt x="22015" y="84234"/>
                  </a:lnTo>
                  <a:lnTo>
                    <a:pt x="19446" y="88901"/>
                  </a:lnTo>
                  <a:lnTo>
                    <a:pt x="17027" y="93648"/>
                  </a:lnTo>
                  <a:lnTo>
                    <a:pt x="14761" y="98469"/>
                  </a:lnTo>
                  <a:lnTo>
                    <a:pt x="12649" y="103360"/>
                  </a:lnTo>
                  <a:lnTo>
                    <a:pt x="10694" y="108316"/>
                  </a:lnTo>
                  <a:lnTo>
                    <a:pt x="8898" y="113331"/>
                  </a:lnTo>
                  <a:lnTo>
                    <a:pt x="7263" y="118401"/>
                  </a:lnTo>
                  <a:lnTo>
                    <a:pt x="5791" y="123521"/>
                  </a:lnTo>
                  <a:lnTo>
                    <a:pt x="4482" y="128685"/>
                  </a:lnTo>
                  <a:lnTo>
                    <a:pt x="3338" y="133888"/>
                  </a:lnTo>
                  <a:lnTo>
                    <a:pt x="2361" y="139125"/>
                  </a:lnTo>
                  <a:lnTo>
                    <a:pt x="1551" y="144390"/>
                  </a:lnTo>
                  <a:lnTo>
                    <a:pt x="910" y="149679"/>
                  </a:lnTo>
                  <a:lnTo>
                    <a:pt x="437" y="154985"/>
                  </a:lnTo>
                  <a:lnTo>
                    <a:pt x="133" y="160304"/>
                  </a:lnTo>
                  <a:lnTo>
                    <a:pt x="0" y="165629"/>
                  </a:lnTo>
                  <a:lnTo>
                    <a:pt x="35" y="170957"/>
                  </a:lnTo>
                  <a:lnTo>
                    <a:pt x="241" y="176280"/>
                  </a:lnTo>
                  <a:lnTo>
                    <a:pt x="616" y="181594"/>
                  </a:lnTo>
                  <a:lnTo>
                    <a:pt x="1160" y="186893"/>
                  </a:lnTo>
                  <a:lnTo>
                    <a:pt x="1873" y="192173"/>
                  </a:lnTo>
                  <a:lnTo>
                    <a:pt x="2754" y="197427"/>
                  </a:lnTo>
                  <a:lnTo>
                    <a:pt x="3802" y="202650"/>
                  </a:lnTo>
                  <a:lnTo>
                    <a:pt x="5015" y="207837"/>
                  </a:lnTo>
                  <a:lnTo>
                    <a:pt x="6394" y="212983"/>
                  </a:lnTo>
                  <a:lnTo>
                    <a:pt x="7935" y="218083"/>
                  </a:lnTo>
                  <a:lnTo>
                    <a:pt x="9638" y="223130"/>
                  </a:lnTo>
                  <a:lnTo>
                    <a:pt x="11501" y="228121"/>
                  </a:lnTo>
                  <a:lnTo>
                    <a:pt x="13523" y="233050"/>
                  </a:lnTo>
                  <a:lnTo>
                    <a:pt x="15700" y="237912"/>
                  </a:lnTo>
                  <a:lnTo>
                    <a:pt x="18031" y="242702"/>
                  </a:lnTo>
                  <a:lnTo>
                    <a:pt x="20514" y="247416"/>
                  </a:lnTo>
                  <a:lnTo>
                    <a:pt x="23145" y="252048"/>
                  </a:lnTo>
                  <a:lnTo>
                    <a:pt x="25923" y="256594"/>
                  </a:lnTo>
                  <a:lnTo>
                    <a:pt x="28844" y="261049"/>
                  </a:lnTo>
                  <a:lnTo>
                    <a:pt x="31906" y="265408"/>
                  </a:lnTo>
                  <a:lnTo>
                    <a:pt x="35105" y="269668"/>
                  </a:lnTo>
                  <a:lnTo>
                    <a:pt x="38438" y="273824"/>
                  </a:lnTo>
                  <a:lnTo>
                    <a:pt x="41902" y="277871"/>
                  </a:lnTo>
                  <a:lnTo>
                    <a:pt x="45493" y="281806"/>
                  </a:lnTo>
                  <a:lnTo>
                    <a:pt x="49208" y="285625"/>
                  </a:lnTo>
                  <a:lnTo>
                    <a:pt x="53042" y="289323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1140" y="1238196"/>
              <a:ext cx="114117" cy="122156"/>
            </a:xfrm>
            <a:custGeom>
              <a:avLst/>
              <a:pathLst>
                <a:path w="114117" h="122156">
                  <a:moveTo>
                    <a:pt x="0" y="122156"/>
                  </a:moveTo>
                  <a:lnTo>
                    <a:pt x="11411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1140" y="1113029"/>
              <a:ext cx="281268" cy="292314"/>
            </a:xfrm>
            <a:custGeom>
              <a:avLst/>
              <a:pathLst>
                <a:path w="281268" h="292314">
                  <a:moveTo>
                    <a:pt x="0" y="247322"/>
                  </a:moveTo>
                  <a:lnTo>
                    <a:pt x="3967" y="250911"/>
                  </a:lnTo>
                  <a:lnTo>
                    <a:pt x="8047" y="254372"/>
                  </a:lnTo>
                  <a:lnTo>
                    <a:pt x="12235" y="257700"/>
                  </a:lnTo>
                  <a:lnTo>
                    <a:pt x="16528" y="260892"/>
                  </a:lnTo>
                  <a:lnTo>
                    <a:pt x="20921" y="263945"/>
                  </a:lnTo>
                  <a:lnTo>
                    <a:pt x="25410" y="266856"/>
                  </a:lnTo>
                  <a:lnTo>
                    <a:pt x="29989" y="269622"/>
                  </a:lnTo>
                  <a:lnTo>
                    <a:pt x="34654" y="272240"/>
                  </a:lnTo>
                  <a:lnTo>
                    <a:pt x="39401" y="274707"/>
                  </a:lnTo>
                  <a:lnTo>
                    <a:pt x="44224" y="277021"/>
                  </a:lnTo>
                  <a:lnTo>
                    <a:pt x="49119" y="279180"/>
                  </a:lnTo>
                  <a:lnTo>
                    <a:pt x="54081" y="281181"/>
                  </a:lnTo>
                  <a:lnTo>
                    <a:pt x="59104" y="283022"/>
                  </a:lnTo>
                  <a:lnTo>
                    <a:pt x="64183" y="284702"/>
                  </a:lnTo>
                  <a:lnTo>
                    <a:pt x="69313" y="286218"/>
                  </a:lnTo>
                  <a:lnTo>
                    <a:pt x="74490" y="287569"/>
                  </a:lnTo>
                  <a:lnTo>
                    <a:pt x="79707" y="288754"/>
                  </a:lnTo>
                  <a:lnTo>
                    <a:pt x="84959" y="289771"/>
                  </a:lnTo>
                  <a:lnTo>
                    <a:pt x="90241" y="290620"/>
                  </a:lnTo>
                  <a:lnTo>
                    <a:pt x="95547" y="291299"/>
                  </a:lnTo>
                  <a:lnTo>
                    <a:pt x="100873" y="291808"/>
                  </a:lnTo>
                  <a:lnTo>
                    <a:pt x="106212" y="292147"/>
                  </a:lnTo>
                  <a:lnTo>
                    <a:pt x="111559" y="292314"/>
                  </a:lnTo>
                  <a:lnTo>
                    <a:pt x="116908" y="292311"/>
                  </a:lnTo>
                  <a:lnTo>
                    <a:pt x="122255" y="292136"/>
                  </a:lnTo>
                  <a:lnTo>
                    <a:pt x="127594" y="291790"/>
                  </a:lnTo>
                  <a:lnTo>
                    <a:pt x="132919" y="291273"/>
                  </a:lnTo>
                  <a:lnTo>
                    <a:pt x="138224" y="290587"/>
                  </a:lnTo>
                  <a:lnTo>
                    <a:pt x="143505" y="289730"/>
                  </a:lnTo>
                  <a:lnTo>
                    <a:pt x="148756" y="288706"/>
                  </a:lnTo>
                  <a:lnTo>
                    <a:pt x="153971" y="287514"/>
                  </a:lnTo>
                  <a:lnTo>
                    <a:pt x="159145" y="286155"/>
                  </a:lnTo>
                  <a:lnTo>
                    <a:pt x="164274" y="284632"/>
                  </a:lnTo>
                  <a:lnTo>
                    <a:pt x="169350" y="282945"/>
                  </a:lnTo>
                  <a:lnTo>
                    <a:pt x="174371" y="281097"/>
                  </a:lnTo>
                  <a:lnTo>
                    <a:pt x="179330" y="279089"/>
                  </a:lnTo>
                  <a:lnTo>
                    <a:pt x="184221" y="276924"/>
                  </a:lnTo>
                  <a:lnTo>
                    <a:pt x="189041" y="274603"/>
                  </a:lnTo>
                  <a:lnTo>
                    <a:pt x="193785" y="272129"/>
                  </a:lnTo>
                  <a:lnTo>
                    <a:pt x="198447" y="269505"/>
                  </a:lnTo>
                  <a:lnTo>
                    <a:pt x="203022" y="266732"/>
                  </a:lnTo>
                  <a:lnTo>
                    <a:pt x="207506" y="263815"/>
                  </a:lnTo>
                  <a:lnTo>
                    <a:pt x="211895" y="260756"/>
                  </a:lnTo>
                  <a:lnTo>
                    <a:pt x="216183" y="257558"/>
                  </a:lnTo>
                  <a:lnTo>
                    <a:pt x="220367" y="254224"/>
                  </a:lnTo>
                  <a:lnTo>
                    <a:pt x="224443" y="250758"/>
                  </a:lnTo>
                  <a:lnTo>
                    <a:pt x="228405" y="247163"/>
                  </a:lnTo>
                  <a:lnTo>
                    <a:pt x="232250" y="243444"/>
                  </a:lnTo>
                  <a:lnTo>
                    <a:pt x="235974" y="239603"/>
                  </a:lnTo>
                  <a:lnTo>
                    <a:pt x="239574" y="235646"/>
                  </a:lnTo>
                  <a:lnTo>
                    <a:pt x="243045" y="231575"/>
                  </a:lnTo>
                  <a:lnTo>
                    <a:pt x="246383" y="227395"/>
                  </a:lnTo>
                  <a:lnTo>
                    <a:pt x="249587" y="223110"/>
                  </a:lnTo>
                  <a:lnTo>
                    <a:pt x="252651" y="218725"/>
                  </a:lnTo>
                  <a:lnTo>
                    <a:pt x="255574" y="214244"/>
                  </a:lnTo>
                  <a:lnTo>
                    <a:pt x="258352" y="209672"/>
                  </a:lnTo>
                  <a:lnTo>
                    <a:pt x="260982" y="205014"/>
                  </a:lnTo>
                  <a:lnTo>
                    <a:pt x="263462" y="200274"/>
                  </a:lnTo>
                  <a:lnTo>
                    <a:pt x="265789" y="195456"/>
                  </a:lnTo>
                  <a:lnTo>
                    <a:pt x="267960" y="190567"/>
                  </a:lnTo>
                  <a:lnTo>
                    <a:pt x="269974" y="185611"/>
                  </a:lnTo>
                  <a:lnTo>
                    <a:pt x="271829" y="180593"/>
                  </a:lnTo>
                  <a:lnTo>
                    <a:pt x="273521" y="175518"/>
                  </a:lnTo>
                  <a:lnTo>
                    <a:pt x="275051" y="170392"/>
                  </a:lnTo>
                  <a:lnTo>
                    <a:pt x="276416" y="165219"/>
                  </a:lnTo>
                  <a:lnTo>
                    <a:pt x="277614" y="160005"/>
                  </a:lnTo>
                  <a:lnTo>
                    <a:pt x="278645" y="154756"/>
                  </a:lnTo>
                  <a:lnTo>
                    <a:pt x="279508" y="149476"/>
                  </a:lnTo>
                  <a:lnTo>
                    <a:pt x="280201" y="144171"/>
                  </a:lnTo>
                  <a:lnTo>
                    <a:pt x="280724" y="138847"/>
                  </a:lnTo>
                  <a:lnTo>
                    <a:pt x="281076" y="133509"/>
                  </a:lnTo>
                  <a:lnTo>
                    <a:pt x="281258" y="128162"/>
                  </a:lnTo>
                  <a:lnTo>
                    <a:pt x="281268" y="122813"/>
                  </a:lnTo>
                  <a:lnTo>
                    <a:pt x="281107" y="117465"/>
                  </a:lnTo>
                  <a:lnTo>
                    <a:pt x="280775" y="112126"/>
                  </a:lnTo>
                  <a:lnTo>
                    <a:pt x="280273" y="106800"/>
                  </a:lnTo>
                  <a:lnTo>
                    <a:pt x="279600" y="101492"/>
                  </a:lnTo>
                  <a:lnTo>
                    <a:pt x="278758" y="96209"/>
                  </a:lnTo>
                  <a:lnTo>
                    <a:pt x="277747" y="90956"/>
                  </a:lnTo>
                  <a:lnTo>
                    <a:pt x="276568" y="85738"/>
                  </a:lnTo>
                  <a:lnTo>
                    <a:pt x="275223" y="80560"/>
                  </a:lnTo>
                  <a:lnTo>
                    <a:pt x="273714" y="75427"/>
                  </a:lnTo>
                  <a:lnTo>
                    <a:pt x="272040" y="70346"/>
                  </a:lnTo>
                  <a:lnTo>
                    <a:pt x="270205" y="65321"/>
                  </a:lnTo>
                  <a:lnTo>
                    <a:pt x="268210" y="60357"/>
                  </a:lnTo>
                  <a:lnTo>
                    <a:pt x="266058" y="55460"/>
                  </a:lnTo>
                  <a:lnTo>
                    <a:pt x="263749" y="50633"/>
                  </a:lnTo>
                  <a:lnTo>
                    <a:pt x="261288" y="45884"/>
                  </a:lnTo>
                  <a:lnTo>
                    <a:pt x="258676" y="41215"/>
                  </a:lnTo>
                  <a:lnTo>
                    <a:pt x="255915" y="36632"/>
                  </a:lnTo>
                  <a:lnTo>
                    <a:pt x="253010" y="32140"/>
                  </a:lnTo>
                  <a:lnTo>
                    <a:pt x="249962" y="27744"/>
                  </a:lnTo>
                  <a:lnTo>
                    <a:pt x="246775" y="23447"/>
                  </a:lnTo>
                  <a:lnTo>
                    <a:pt x="243452" y="19254"/>
                  </a:lnTo>
                  <a:lnTo>
                    <a:pt x="239997" y="15170"/>
                  </a:lnTo>
                  <a:lnTo>
                    <a:pt x="236413" y="11198"/>
                  </a:lnTo>
                  <a:lnTo>
                    <a:pt x="232703" y="7343"/>
                  </a:lnTo>
                  <a:lnTo>
                    <a:pt x="228873" y="3609"/>
                  </a:lnTo>
                  <a:lnTo>
                    <a:pt x="224924" y="0"/>
                  </a:lnTo>
                  <a:lnTo>
                    <a:pt x="114117" y="125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45258" y="1071028"/>
              <a:ext cx="110807" cy="167167"/>
            </a:xfrm>
            <a:custGeom>
              <a:avLst/>
              <a:pathLst>
                <a:path w="110807" h="167167">
                  <a:moveTo>
                    <a:pt x="110807" y="42000"/>
                  </a:moveTo>
                  <a:lnTo>
                    <a:pt x="106625" y="38419"/>
                  </a:lnTo>
                  <a:lnTo>
                    <a:pt x="102327" y="34977"/>
                  </a:lnTo>
                  <a:lnTo>
                    <a:pt x="97918" y="31679"/>
                  </a:lnTo>
                  <a:lnTo>
                    <a:pt x="93403" y="28528"/>
                  </a:lnTo>
                  <a:lnTo>
                    <a:pt x="88787" y="25528"/>
                  </a:lnTo>
                  <a:lnTo>
                    <a:pt x="84075" y="22680"/>
                  </a:lnTo>
                  <a:lnTo>
                    <a:pt x="79271" y="19990"/>
                  </a:lnTo>
                  <a:lnTo>
                    <a:pt x="74381" y="17459"/>
                  </a:lnTo>
                  <a:lnTo>
                    <a:pt x="69411" y="15091"/>
                  </a:lnTo>
                  <a:lnTo>
                    <a:pt x="64365" y="12888"/>
                  </a:lnTo>
                  <a:lnTo>
                    <a:pt x="59249" y="10852"/>
                  </a:lnTo>
                  <a:lnTo>
                    <a:pt x="54070" y="8986"/>
                  </a:lnTo>
                  <a:lnTo>
                    <a:pt x="48831" y="7291"/>
                  </a:lnTo>
                  <a:lnTo>
                    <a:pt x="43540" y="5769"/>
                  </a:lnTo>
                  <a:lnTo>
                    <a:pt x="38201" y="4423"/>
                  </a:lnTo>
                  <a:lnTo>
                    <a:pt x="32821" y="3253"/>
                  </a:lnTo>
                  <a:lnTo>
                    <a:pt x="27405" y="2261"/>
                  </a:lnTo>
                  <a:lnTo>
                    <a:pt x="21960" y="1448"/>
                  </a:lnTo>
                  <a:lnTo>
                    <a:pt x="16491" y="815"/>
                  </a:lnTo>
                  <a:lnTo>
                    <a:pt x="11004" y="362"/>
                  </a:lnTo>
                  <a:lnTo>
                    <a:pt x="5505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4942755" y="941493"/>
              <a:ext cx="80788" cy="167167"/>
            </a:xfrm>
            <a:custGeom>
              <a:avLst/>
              <a:pathLst>
                <a:path w="80788" h="167167">
                  <a:moveTo>
                    <a:pt x="80788" y="0"/>
                  </a:moveTo>
                  <a:lnTo>
                    <a:pt x="75168" y="94"/>
                  </a:lnTo>
                  <a:lnTo>
                    <a:pt x="69554" y="377"/>
                  </a:lnTo>
                  <a:lnTo>
                    <a:pt x="63953" y="849"/>
                  </a:lnTo>
                  <a:lnTo>
                    <a:pt x="58371" y="1509"/>
                  </a:lnTo>
                  <a:lnTo>
                    <a:pt x="52814" y="2357"/>
                  </a:lnTo>
                  <a:lnTo>
                    <a:pt x="47289" y="3390"/>
                  </a:lnTo>
                  <a:lnTo>
                    <a:pt x="41802" y="4609"/>
                  </a:lnTo>
                  <a:lnTo>
                    <a:pt x="36359" y="6012"/>
                  </a:lnTo>
                  <a:lnTo>
                    <a:pt x="30966" y="7597"/>
                  </a:lnTo>
                  <a:lnTo>
                    <a:pt x="25629" y="9362"/>
                  </a:lnTo>
                  <a:lnTo>
                    <a:pt x="20355" y="11306"/>
                  </a:lnTo>
                  <a:lnTo>
                    <a:pt x="15149" y="13426"/>
                  </a:lnTo>
                  <a:lnTo>
                    <a:pt x="10017" y="15719"/>
                  </a:lnTo>
                  <a:lnTo>
                    <a:pt x="4965" y="18184"/>
                  </a:lnTo>
                  <a:lnTo>
                    <a:pt x="0" y="20818"/>
                  </a:lnTo>
                  <a:lnTo>
                    <a:pt x="8078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2755" y="962311"/>
              <a:ext cx="80788" cy="146349"/>
            </a:xfrm>
            <a:custGeom>
              <a:avLst/>
              <a:pathLst>
                <a:path w="80788" h="146349">
                  <a:moveTo>
                    <a:pt x="0" y="0"/>
                  </a:moveTo>
                  <a:lnTo>
                    <a:pt x="80788" y="1463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856382" y="949491"/>
              <a:ext cx="334327" cy="326320"/>
            </a:xfrm>
            <a:custGeom>
              <a:avLst/>
              <a:pathLst>
                <a:path w="334327" h="326320">
                  <a:moveTo>
                    <a:pt x="86372" y="12820"/>
                  </a:moveTo>
                  <a:lnTo>
                    <a:pt x="81788" y="15446"/>
                  </a:lnTo>
                  <a:lnTo>
                    <a:pt x="77288" y="18216"/>
                  </a:lnTo>
                  <a:lnTo>
                    <a:pt x="72879" y="21126"/>
                  </a:lnTo>
                  <a:lnTo>
                    <a:pt x="68563" y="24175"/>
                  </a:lnTo>
                  <a:lnTo>
                    <a:pt x="64346" y="27358"/>
                  </a:lnTo>
                  <a:lnTo>
                    <a:pt x="60232" y="30673"/>
                  </a:lnTo>
                  <a:lnTo>
                    <a:pt x="56225" y="34117"/>
                  </a:lnTo>
                  <a:lnTo>
                    <a:pt x="52328" y="37685"/>
                  </a:lnTo>
                  <a:lnTo>
                    <a:pt x="48546" y="41375"/>
                  </a:lnTo>
                  <a:lnTo>
                    <a:pt x="44883" y="45182"/>
                  </a:lnTo>
                  <a:lnTo>
                    <a:pt x="41341" y="49104"/>
                  </a:lnTo>
                  <a:lnTo>
                    <a:pt x="37926" y="53135"/>
                  </a:lnTo>
                  <a:lnTo>
                    <a:pt x="34640" y="57272"/>
                  </a:lnTo>
                  <a:lnTo>
                    <a:pt x="31485" y="61511"/>
                  </a:lnTo>
                  <a:lnTo>
                    <a:pt x="28467" y="65847"/>
                  </a:lnTo>
                  <a:lnTo>
                    <a:pt x="25587" y="70277"/>
                  </a:lnTo>
                  <a:lnTo>
                    <a:pt x="22849" y="74796"/>
                  </a:lnTo>
                  <a:lnTo>
                    <a:pt x="20254" y="79399"/>
                  </a:lnTo>
                  <a:lnTo>
                    <a:pt x="17807" y="84081"/>
                  </a:lnTo>
                  <a:lnTo>
                    <a:pt x="15508" y="88839"/>
                  </a:lnTo>
                  <a:lnTo>
                    <a:pt x="13361" y="93666"/>
                  </a:lnTo>
                  <a:lnTo>
                    <a:pt x="11368" y="98560"/>
                  </a:lnTo>
                  <a:lnTo>
                    <a:pt x="9531" y="103513"/>
                  </a:lnTo>
                  <a:lnTo>
                    <a:pt x="7850" y="108523"/>
                  </a:lnTo>
                  <a:lnTo>
                    <a:pt x="6329" y="113583"/>
                  </a:lnTo>
                  <a:lnTo>
                    <a:pt x="4969" y="118688"/>
                  </a:lnTo>
                  <a:lnTo>
                    <a:pt x="3771" y="123834"/>
                  </a:lnTo>
                  <a:lnTo>
                    <a:pt x="2736" y="129015"/>
                  </a:lnTo>
                  <a:lnTo>
                    <a:pt x="1865" y="134227"/>
                  </a:lnTo>
                  <a:lnTo>
                    <a:pt x="1159" y="139463"/>
                  </a:lnTo>
                  <a:lnTo>
                    <a:pt x="619" y="144719"/>
                  </a:lnTo>
                  <a:lnTo>
                    <a:pt x="246" y="149990"/>
                  </a:lnTo>
                  <a:lnTo>
                    <a:pt x="39" y="155269"/>
                  </a:lnTo>
                  <a:lnTo>
                    <a:pt x="0" y="160553"/>
                  </a:lnTo>
                  <a:lnTo>
                    <a:pt x="127" y="165835"/>
                  </a:lnTo>
                  <a:lnTo>
                    <a:pt x="421" y="171110"/>
                  </a:lnTo>
                  <a:lnTo>
                    <a:pt x="881" y="176374"/>
                  </a:lnTo>
                  <a:lnTo>
                    <a:pt x="1508" y="181620"/>
                  </a:lnTo>
                  <a:lnTo>
                    <a:pt x="2301" y="186844"/>
                  </a:lnTo>
                  <a:lnTo>
                    <a:pt x="3257" y="192040"/>
                  </a:lnTo>
                  <a:lnTo>
                    <a:pt x="4378" y="197203"/>
                  </a:lnTo>
                  <a:lnTo>
                    <a:pt x="5661" y="202329"/>
                  </a:lnTo>
                  <a:lnTo>
                    <a:pt x="7106" y="207411"/>
                  </a:lnTo>
                  <a:lnTo>
                    <a:pt x="8711" y="212445"/>
                  </a:lnTo>
                  <a:lnTo>
                    <a:pt x="10474" y="217426"/>
                  </a:lnTo>
                  <a:lnTo>
                    <a:pt x="12393" y="222349"/>
                  </a:lnTo>
                  <a:lnTo>
                    <a:pt x="14467" y="227208"/>
                  </a:lnTo>
                  <a:lnTo>
                    <a:pt x="16693" y="232000"/>
                  </a:lnTo>
                  <a:lnTo>
                    <a:pt x="19070" y="236719"/>
                  </a:lnTo>
                  <a:lnTo>
                    <a:pt x="21595" y="241360"/>
                  </a:lnTo>
                  <a:lnTo>
                    <a:pt x="24265" y="245919"/>
                  </a:lnTo>
                  <a:lnTo>
                    <a:pt x="27078" y="250392"/>
                  </a:lnTo>
                  <a:lnTo>
                    <a:pt x="30031" y="254773"/>
                  </a:lnTo>
                  <a:lnTo>
                    <a:pt x="33121" y="259059"/>
                  </a:lnTo>
                  <a:lnTo>
                    <a:pt x="36345" y="263246"/>
                  </a:lnTo>
                  <a:lnTo>
                    <a:pt x="39699" y="267328"/>
                  </a:lnTo>
                  <a:lnTo>
                    <a:pt x="43181" y="271302"/>
                  </a:lnTo>
                  <a:lnTo>
                    <a:pt x="46787" y="275164"/>
                  </a:lnTo>
                  <a:lnTo>
                    <a:pt x="50512" y="278910"/>
                  </a:lnTo>
                  <a:lnTo>
                    <a:pt x="54355" y="282537"/>
                  </a:lnTo>
                  <a:lnTo>
                    <a:pt x="58310" y="286040"/>
                  </a:lnTo>
                  <a:lnTo>
                    <a:pt x="62374" y="289417"/>
                  </a:lnTo>
                  <a:lnTo>
                    <a:pt x="66542" y="292663"/>
                  </a:lnTo>
                  <a:lnTo>
                    <a:pt x="70811" y="295777"/>
                  </a:lnTo>
                  <a:lnTo>
                    <a:pt x="75177" y="298753"/>
                  </a:lnTo>
                  <a:lnTo>
                    <a:pt x="79634" y="301590"/>
                  </a:lnTo>
                  <a:lnTo>
                    <a:pt x="84179" y="304285"/>
                  </a:lnTo>
                  <a:lnTo>
                    <a:pt x="88806" y="306835"/>
                  </a:lnTo>
                  <a:lnTo>
                    <a:pt x="93512" y="309238"/>
                  </a:lnTo>
                  <a:lnTo>
                    <a:pt x="98291" y="311490"/>
                  </a:lnTo>
                  <a:lnTo>
                    <a:pt x="103140" y="313591"/>
                  </a:lnTo>
                  <a:lnTo>
                    <a:pt x="108052" y="315537"/>
                  </a:lnTo>
                  <a:lnTo>
                    <a:pt x="113023" y="317327"/>
                  </a:lnTo>
                  <a:lnTo>
                    <a:pt x="118048" y="318959"/>
                  </a:lnTo>
                  <a:lnTo>
                    <a:pt x="123123" y="320431"/>
                  </a:lnTo>
                  <a:lnTo>
                    <a:pt x="128241" y="321742"/>
                  </a:lnTo>
                  <a:lnTo>
                    <a:pt x="133398" y="322891"/>
                  </a:lnTo>
                  <a:lnTo>
                    <a:pt x="138589" y="323876"/>
                  </a:lnTo>
                  <a:lnTo>
                    <a:pt x="143809" y="324697"/>
                  </a:lnTo>
                  <a:lnTo>
                    <a:pt x="149051" y="325352"/>
                  </a:lnTo>
                  <a:lnTo>
                    <a:pt x="154312" y="325842"/>
                  </a:lnTo>
                  <a:lnTo>
                    <a:pt x="159586" y="326164"/>
                  </a:lnTo>
                  <a:lnTo>
                    <a:pt x="164867" y="326320"/>
                  </a:lnTo>
                  <a:lnTo>
                    <a:pt x="170151" y="326309"/>
                  </a:lnTo>
                  <a:lnTo>
                    <a:pt x="175432" y="326131"/>
                  </a:lnTo>
                  <a:lnTo>
                    <a:pt x="180704" y="325787"/>
                  </a:lnTo>
                  <a:lnTo>
                    <a:pt x="185963" y="325276"/>
                  </a:lnTo>
                  <a:lnTo>
                    <a:pt x="191203" y="324598"/>
                  </a:lnTo>
                  <a:lnTo>
                    <a:pt x="196419" y="323756"/>
                  </a:lnTo>
                  <a:lnTo>
                    <a:pt x="201606" y="322749"/>
                  </a:lnTo>
                  <a:lnTo>
                    <a:pt x="206758" y="321579"/>
                  </a:lnTo>
                  <a:lnTo>
                    <a:pt x="211871" y="320246"/>
                  </a:lnTo>
                  <a:lnTo>
                    <a:pt x="216939" y="318753"/>
                  </a:lnTo>
                  <a:lnTo>
                    <a:pt x="221958" y="317100"/>
                  </a:lnTo>
                  <a:lnTo>
                    <a:pt x="226921" y="315289"/>
                  </a:lnTo>
                  <a:lnTo>
                    <a:pt x="231825" y="313323"/>
                  </a:lnTo>
                  <a:lnTo>
                    <a:pt x="236665" y="311202"/>
                  </a:lnTo>
                  <a:lnTo>
                    <a:pt x="241435" y="308930"/>
                  </a:lnTo>
                  <a:lnTo>
                    <a:pt x="246131" y="306508"/>
                  </a:lnTo>
                  <a:lnTo>
                    <a:pt x="250747" y="303939"/>
                  </a:lnTo>
                  <a:lnTo>
                    <a:pt x="255281" y="301225"/>
                  </a:lnTo>
                  <a:lnTo>
                    <a:pt x="259726" y="298369"/>
                  </a:lnTo>
                  <a:lnTo>
                    <a:pt x="264079" y="295374"/>
                  </a:lnTo>
                  <a:lnTo>
                    <a:pt x="268335" y="292243"/>
                  </a:lnTo>
                  <a:lnTo>
                    <a:pt x="272490" y="288979"/>
                  </a:lnTo>
                  <a:lnTo>
                    <a:pt x="276540" y="285586"/>
                  </a:lnTo>
                  <a:lnTo>
                    <a:pt x="280480" y="282066"/>
                  </a:lnTo>
                  <a:lnTo>
                    <a:pt x="284308" y="278423"/>
                  </a:lnTo>
                  <a:lnTo>
                    <a:pt x="288018" y="274662"/>
                  </a:lnTo>
                  <a:lnTo>
                    <a:pt x="291607" y="270785"/>
                  </a:lnTo>
                  <a:lnTo>
                    <a:pt x="295073" y="266796"/>
                  </a:lnTo>
                  <a:lnTo>
                    <a:pt x="298410" y="262700"/>
                  </a:lnTo>
                  <a:lnTo>
                    <a:pt x="301616" y="258500"/>
                  </a:lnTo>
                  <a:lnTo>
                    <a:pt x="304688" y="254201"/>
                  </a:lnTo>
                  <a:lnTo>
                    <a:pt x="307623" y="249808"/>
                  </a:lnTo>
                  <a:lnTo>
                    <a:pt x="310417" y="245324"/>
                  </a:lnTo>
                  <a:lnTo>
                    <a:pt x="313069" y="240753"/>
                  </a:lnTo>
                  <a:lnTo>
                    <a:pt x="315574" y="236101"/>
                  </a:lnTo>
                  <a:lnTo>
                    <a:pt x="317931" y="231373"/>
                  </a:lnTo>
                  <a:lnTo>
                    <a:pt x="320138" y="226572"/>
                  </a:lnTo>
                  <a:lnTo>
                    <a:pt x="322191" y="221704"/>
                  </a:lnTo>
                  <a:lnTo>
                    <a:pt x="324090" y="216773"/>
                  </a:lnTo>
                  <a:lnTo>
                    <a:pt x="325832" y="211785"/>
                  </a:lnTo>
                  <a:lnTo>
                    <a:pt x="327416" y="206744"/>
                  </a:lnTo>
                  <a:lnTo>
                    <a:pt x="328839" y="201656"/>
                  </a:lnTo>
                  <a:lnTo>
                    <a:pt x="330101" y="196525"/>
                  </a:lnTo>
                  <a:lnTo>
                    <a:pt x="331200" y="191357"/>
                  </a:lnTo>
                  <a:lnTo>
                    <a:pt x="332136" y="186157"/>
                  </a:lnTo>
                  <a:lnTo>
                    <a:pt x="332906" y="180930"/>
                  </a:lnTo>
                  <a:lnTo>
                    <a:pt x="333511" y="175681"/>
                  </a:lnTo>
                  <a:lnTo>
                    <a:pt x="333950" y="170416"/>
                  </a:lnTo>
                  <a:lnTo>
                    <a:pt x="334222" y="165139"/>
                  </a:lnTo>
                  <a:lnTo>
                    <a:pt x="334327" y="159856"/>
                  </a:lnTo>
                  <a:lnTo>
                    <a:pt x="334265" y="154573"/>
                  </a:lnTo>
                  <a:lnTo>
                    <a:pt x="334037" y="149294"/>
                  </a:lnTo>
                  <a:lnTo>
                    <a:pt x="333641" y="144026"/>
                  </a:lnTo>
                  <a:lnTo>
                    <a:pt x="333080" y="138772"/>
                  </a:lnTo>
                  <a:lnTo>
                    <a:pt x="332352" y="133539"/>
                  </a:lnTo>
                  <a:lnTo>
                    <a:pt x="331460" y="128331"/>
                  </a:lnTo>
                  <a:lnTo>
                    <a:pt x="330403" y="123154"/>
                  </a:lnTo>
                  <a:lnTo>
                    <a:pt x="329183" y="118013"/>
                  </a:lnTo>
                  <a:lnTo>
                    <a:pt x="327802" y="112913"/>
                  </a:lnTo>
                  <a:lnTo>
                    <a:pt x="326260" y="107860"/>
                  </a:lnTo>
                  <a:lnTo>
                    <a:pt x="324559" y="102857"/>
                  </a:lnTo>
                  <a:lnTo>
                    <a:pt x="322701" y="97911"/>
                  </a:lnTo>
                  <a:lnTo>
                    <a:pt x="320687" y="93026"/>
                  </a:lnTo>
                  <a:lnTo>
                    <a:pt x="318520" y="88208"/>
                  </a:lnTo>
                  <a:lnTo>
                    <a:pt x="316202" y="83460"/>
                  </a:lnTo>
                  <a:lnTo>
                    <a:pt x="313735" y="78787"/>
                  </a:lnTo>
                  <a:lnTo>
                    <a:pt x="311121" y="74195"/>
                  </a:lnTo>
                  <a:lnTo>
                    <a:pt x="308364" y="69688"/>
                  </a:lnTo>
                  <a:lnTo>
                    <a:pt x="305466" y="65271"/>
                  </a:lnTo>
                  <a:lnTo>
                    <a:pt x="302429" y="60947"/>
                  </a:lnTo>
                  <a:lnTo>
                    <a:pt x="299257" y="56721"/>
                  </a:lnTo>
                  <a:lnTo>
                    <a:pt x="295954" y="52597"/>
                  </a:lnTo>
                  <a:lnTo>
                    <a:pt x="292521" y="48581"/>
                  </a:lnTo>
                  <a:lnTo>
                    <a:pt x="288964" y="44674"/>
                  </a:lnTo>
                  <a:lnTo>
                    <a:pt x="285285" y="40882"/>
                  </a:lnTo>
                  <a:lnTo>
                    <a:pt x="281488" y="37208"/>
                  </a:lnTo>
                  <a:lnTo>
                    <a:pt x="277576" y="33656"/>
                  </a:lnTo>
                  <a:lnTo>
                    <a:pt x="273554" y="30229"/>
                  </a:lnTo>
                  <a:lnTo>
                    <a:pt x="269426" y="26931"/>
                  </a:lnTo>
                  <a:lnTo>
                    <a:pt x="265196" y="23765"/>
                  </a:lnTo>
                  <a:lnTo>
                    <a:pt x="260868" y="20735"/>
                  </a:lnTo>
                  <a:lnTo>
                    <a:pt x="256446" y="17843"/>
                  </a:lnTo>
                  <a:lnTo>
                    <a:pt x="251936" y="15091"/>
                  </a:lnTo>
                  <a:lnTo>
                    <a:pt x="247340" y="12484"/>
                  </a:lnTo>
                  <a:lnTo>
                    <a:pt x="242664" y="10024"/>
                  </a:lnTo>
                  <a:lnTo>
                    <a:pt x="237913" y="7712"/>
                  </a:lnTo>
                  <a:lnTo>
                    <a:pt x="233091" y="5552"/>
                  </a:lnTo>
                  <a:lnTo>
                    <a:pt x="228204" y="3545"/>
                  </a:lnTo>
                  <a:lnTo>
                    <a:pt x="223255" y="1694"/>
                  </a:lnTo>
                  <a:lnTo>
                    <a:pt x="218250" y="0"/>
                  </a:lnTo>
                  <a:lnTo>
                    <a:pt x="167161" y="1591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023544" y="941493"/>
              <a:ext cx="51089" cy="167167"/>
            </a:xfrm>
            <a:custGeom>
              <a:avLst/>
              <a:pathLst>
                <a:path w="51089" h="167167">
                  <a:moveTo>
                    <a:pt x="51089" y="7998"/>
                  </a:moveTo>
                  <a:lnTo>
                    <a:pt x="44872" y="6135"/>
                  </a:lnTo>
                  <a:lnTo>
                    <a:pt x="38588" y="4514"/>
                  </a:lnTo>
                  <a:lnTo>
                    <a:pt x="32246" y="3139"/>
                  </a:lnTo>
                  <a:lnTo>
                    <a:pt x="25855" y="2011"/>
                  </a:lnTo>
                  <a:lnTo>
                    <a:pt x="19425" y="1132"/>
                  </a:lnTo>
                  <a:lnTo>
                    <a:pt x="12966" y="503"/>
                  </a:lnTo>
                  <a:lnTo>
                    <a:pt x="6488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44148" y="941493"/>
              <a:ext cx="42066" cy="167167"/>
            </a:xfrm>
            <a:custGeom>
              <a:avLst/>
              <a:pathLst>
                <a:path w="42066" h="167167">
                  <a:moveTo>
                    <a:pt x="42066" y="0"/>
                  </a:moveTo>
                  <a:lnTo>
                    <a:pt x="35993" y="110"/>
                  </a:lnTo>
                  <a:lnTo>
                    <a:pt x="29927" y="441"/>
                  </a:lnTo>
                  <a:lnTo>
                    <a:pt x="23878" y="992"/>
                  </a:lnTo>
                  <a:lnTo>
                    <a:pt x="17852" y="1762"/>
                  </a:lnTo>
                  <a:lnTo>
                    <a:pt x="11859" y="2751"/>
                  </a:lnTo>
                  <a:lnTo>
                    <a:pt x="5905" y="3957"/>
                  </a:lnTo>
                  <a:lnTo>
                    <a:pt x="0" y="5379"/>
                  </a:lnTo>
                  <a:lnTo>
                    <a:pt x="420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4148" y="946872"/>
              <a:ext cx="42066" cy="161787"/>
            </a:xfrm>
            <a:custGeom>
              <a:avLst/>
              <a:pathLst>
                <a:path w="42066" h="161787">
                  <a:moveTo>
                    <a:pt x="0" y="0"/>
                  </a:moveTo>
                  <a:lnTo>
                    <a:pt x="42066" y="1617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319048" y="946872"/>
              <a:ext cx="188311" cy="328955"/>
            </a:xfrm>
            <a:custGeom>
              <a:avLst/>
              <a:pathLst>
                <a:path w="188311" h="328955">
                  <a:moveTo>
                    <a:pt x="125100" y="0"/>
                  </a:moveTo>
                  <a:lnTo>
                    <a:pt x="119935" y="1431"/>
                  </a:lnTo>
                  <a:lnTo>
                    <a:pt x="114818" y="3028"/>
                  </a:lnTo>
                  <a:lnTo>
                    <a:pt x="109755" y="4788"/>
                  </a:lnTo>
                  <a:lnTo>
                    <a:pt x="104752" y="6709"/>
                  </a:lnTo>
                  <a:lnTo>
                    <a:pt x="99812" y="8790"/>
                  </a:lnTo>
                  <a:lnTo>
                    <a:pt x="94942" y="11028"/>
                  </a:lnTo>
                  <a:lnTo>
                    <a:pt x="90146" y="13421"/>
                  </a:lnTo>
                  <a:lnTo>
                    <a:pt x="85429" y="15966"/>
                  </a:lnTo>
                  <a:lnTo>
                    <a:pt x="80796" y="18661"/>
                  </a:lnTo>
                  <a:lnTo>
                    <a:pt x="76252" y="21504"/>
                  </a:lnTo>
                  <a:lnTo>
                    <a:pt x="71801" y="24491"/>
                  </a:lnTo>
                  <a:lnTo>
                    <a:pt x="67449" y="27618"/>
                  </a:lnTo>
                  <a:lnTo>
                    <a:pt x="63199" y="30884"/>
                  </a:lnTo>
                  <a:lnTo>
                    <a:pt x="59056" y="34285"/>
                  </a:lnTo>
                  <a:lnTo>
                    <a:pt x="55024" y="37816"/>
                  </a:lnTo>
                  <a:lnTo>
                    <a:pt x="51107" y="41475"/>
                  </a:lnTo>
                  <a:lnTo>
                    <a:pt x="47310" y="45257"/>
                  </a:lnTo>
                  <a:lnTo>
                    <a:pt x="43635" y="49160"/>
                  </a:lnTo>
                  <a:lnTo>
                    <a:pt x="40088" y="53178"/>
                  </a:lnTo>
                  <a:lnTo>
                    <a:pt x="36672" y="57308"/>
                  </a:lnTo>
                  <a:lnTo>
                    <a:pt x="33389" y="61545"/>
                  </a:lnTo>
                  <a:lnTo>
                    <a:pt x="30244" y="65885"/>
                  </a:lnTo>
                  <a:lnTo>
                    <a:pt x="27240" y="70324"/>
                  </a:lnTo>
                  <a:lnTo>
                    <a:pt x="24380" y="74857"/>
                  </a:lnTo>
                  <a:lnTo>
                    <a:pt x="21666" y="79479"/>
                  </a:lnTo>
                  <a:lnTo>
                    <a:pt x="19103" y="84186"/>
                  </a:lnTo>
                  <a:lnTo>
                    <a:pt x="16691" y="88973"/>
                  </a:lnTo>
                  <a:lnTo>
                    <a:pt x="14434" y="93834"/>
                  </a:lnTo>
                  <a:lnTo>
                    <a:pt x="12334" y="98766"/>
                  </a:lnTo>
                  <a:lnTo>
                    <a:pt x="10393" y="103762"/>
                  </a:lnTo>
                  <a:lnTo>
                    <a:pt x="8613" y="108818"/>
                  </a:lnTo>
                  <a:lnTo>
                    <a:pt x="6997" y="113928"/>
                  </a:lnTo>
                  <a:lnTo>
                    <a:pt x="5545" y="119087"/>
                  </a:lnTo>
                  <a:lnTo>
                    <a:pt x="4259" y="124291"/>
                  </a:lnTo>
                  <a:lnTo>
                    <a:pt x="3141" y="129532"/>
                  </a:lnTo>
                  <a:lnTo>
                    <a:pt x="2191" y="134808"/>
                  </a:lnTo>
                  <a:lnTo>
                    <a:pt x="1411" y="140110"/>
                  </a:lnTo>
                  <a:lnTo>
                    <a:pt x="801" y="145435"/>
                  </a:lnTo>
                  <a:lnTo>
                    <a:pt x="362" y="150777"/>
                  </a:lnTo>
                  <a:lnTo>
                    <a:pt x="95" y="156130"/>
                  </a:lnTo>
                  <a:lnTo>
                    <a:pt x="0" y="161489"/>
                  </a:lnTo>
                  <a:lnTo>
                    <a:pt x="76" y="166849"/>
                  </a:lnTo>
                  <a:lnTo>
                    <a:pt x="324" y="172203"/>
                  </a:lnTo>
                  <a:lnTo>
                    <a:pt x="744" y="177546"/>
                  </a:lnTo>
                  <a:lnTo>
                    <a:pt x="1334" y="182874"/>
                  </a:lnTo>
                  <a:lnTo>
                    <a:pt x="2096" y="188179"/>
                  </a:lnTo>
                  <a:lnTo>
                    <a:pt x="3027" y="193457"/>
                  </a:lnTo>
                  <a:lnTo>
                    <a:pt x="4126" y="198703"/>
                  </a:lnTo>
                  <a:lnTo>
                    <a:pt x="5394" y="203911"/>
                  </a:lnTo>
                  <a:lnTo>
                    <a:pt x="6827" y="209076"/>
                  </a:lnTo>
                  <a:lnTo>
                    <a:pt x="8426" y="214192"/>
                  </a:lnTo>
                  <a:lnTo>
                    <a:pt x="10187" y="219254"/>
                  </a:lnTo>
                  <a:lnTo>
                    <a:pt x="12110" y="224257"/>
                  </a:lnTo>
                  <a:lnTo>
                    <a:pt x="14193" y="229196"/>
                  </a:lnTo>
                  <a:lnTo>
                    <a:pt x="16432" y="234065"/>
                  </a:lnTo>
                  <a:lnTo>
                    <a:pt x="18827" y="238860"/>
                  </a:lnTo>
                  <a:lnTo>
                    <a:pt x="21374" y="243576"/>
                  </a:lnTo>
                  <a:lnTo>
                    <a:pt x="24071" y="248208"/>
                  </a:lnTo>
                  <a:lnTo>
                    <a:pt x="26915" y="252751"/>
                  </a:lnTo>
                  <a:lnTo>
                    <a:pt x="29903" y="257201"/>
                  </a:lnTo>
                  <a:lnTo>
                    <a:pt x="33033" y="261552"/>
                  </a:lnTo>
                  <a:lnTo>
                    <a:pt x="36300" y="265801"/>
                  </a:lnTo>
                  <a:lnTo>
                    <a:pt x="39702" y="269943"/>
                  </a:lnTo>
                  <a:lnTo>
                    <a:pt x="43235" y="273974"/>
                  </a:lnTo>
                  <a:lnTo>
                    <a:pt x="46895" y="277889"/>
                  </a:lnTo>
                  <a:lnTo>
                    <a:pt x="50679" y="281685"/>
                  </a:lnTo>
                  <a:lnTo>
                    <a:pt x="54583" y="285358"/>
                  </a:lnTo>
                  <a:lnTo>
                    <a:pt x="58602" y="288904"/>
                  </a:lnTo>
                  <a:lnTo>
                    <a:pt x="62733" y="292319"/>
                  </a:lnTo>
                  <a:lnTo>
                    <a:pt x="66971" y="295600"/>
                  </a:lnTo>
                  <a:lnTo>
                    <a:pt x="71313" y="298743"/>
                  </a:lnTo>
                  <a:lnTo>
                    <a:pt x="75753" y="301746"/>
                  </a:lnTo>
                  <a:lnTo>
                    <a:pt x="80286" y="304605"/>
                  </a:lnTo>
                  <a:lnTo>
                    <a:pt x="84910" y="307317"/>
                  </a:lnTo>
                  <a:lnTo>
                    <a:pt x="89617" y="309879"/>
                  </a:lnTo>
                  <a:lnTo>
                    <a:pt x="94405" y="312289"/>
                  </a:lnTo>
                  <a:lnTo>
                    <a:pt x="99267" y="314544"/>
                  </a:lnTo>
                  <a:lnTo>
                    <a:pt x="104199" y="316642"/>
                  </a:lnTo>
                  <a:lnTo>
                    <a:pt x="109196" y="318581"/>
                  </a:lnTo>
                  <a:lnTo>
                    <a:pt x="114253" y="320359"/>
                  </a:lnTo>
                  <a:lnTo>
                    <a:pt x="119363" y="321974"/>
                  </a:lnTo>
                  <a:lnTo>
                    <a:pt x="124523" y="323424"/>
                  </a:lnTo>
                  <a:lnTo>
                    <a:pt x="129727" y="324708"/>
                  </a:lnTo>
                  <a:lnTo>
                    <a:pt x="134969" y="325825"/>
                  </a:lnTo>
                  <a:lnTo>
                    <a:pt x="140245" y="326773"/>
                  </a:lnTo>
                  <a:lnTo>
                    <a:pt x="145548" y="327551"/>
                  </a:lnTo>
                  <a:lnTo>
                    <a:pt x="150873" y="328159"/>
                  </a:lnTo>
                  <a:lnTo>
                    <a:pt x="156215" y="328596"/>
                  </a:lnTo>
                  <a:lnTo>
                    <a:pt x="161569" y="328861"/>
                  </a:lnTo>
                  <a:lnTo>
                    <a:pt x="166928" y="328955"/>
                  </a:lnTo>
                  <a:lnTo>
                    <a:pt x="172287" y="328876"/>
                  </a:lnTo>
                  <a:lnTo>
                    <a:pt x="177641" y="328626"/>
                  </a:lnTo>
                  <a:lnTo>
                    <a:pt x="182984" y="328205"/>
                  </a:lnTo>
                  <a:lnTo>
                    <a:pt x="188311" y="327612"/>
                  </a:lnTo>
                  <a:lnTo>
                    <a:pt x="167167" y="1617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86215" y="941493"/>
              <a:ext cx="167167" cy="332992"/>
            </a:xfrm>
            <a:custGeom>
              <a:avLst/>
              <a:pathLst>
                <a:path w="167167" h="332992">
                  <a:moveTo>
                    <a:pt x="21144" y="332992"/>
                  </a:moveTo>
                  <a:lnTo>
                    <a:pt x="26451" y="332228"/>
                  </a:lnTo>
                  <a:lnTo>
                    <a:pt x="31730" y="331295"/>
                  </a:lnTo>
                  <a:lnTo>
                    <a:pt x="36977" y="330193"/>
                  </a:lnTo>
                  <a:lnTo>
                    <a:pt x="42185" y="328924"/>
                  </a:lnTo>
                  <a:lnTo>
                    <a:pt x="47351" y="327488"/>
                  </a:lnTo>
                  <a:lnTo>
                    <a:pt x="52467" y="325887"/>
                  </a:lnTo>
                  <a:lnTo>
                    <a:pt x="57530" y="324123"/>
                  </a:lnTo>
                  <a:lnTo>
                    <a:pt x="62533" y="322198"/>
                  </a:lnTo>
                  <a:lnTo>
                    <a:pt x="67472" y="320113"/>
                  </a:lnTo>
                  <a:lnTo>
                    <a:pt x="72342" y="317870"/>
                  </a:lnTo>
                  <a:lnTo>
                    <a:pt x="77137" y="315473"/>
                  </a:lnTo>
                  <a:lnTo>
                    <a:pt x="81853" y="312923"/>
                  </a:lnTo>
                  <a:lnTo>
                    <a:pt x="86485" y="310224"/>
                  </a:lnTo>
                  <a:lnTo>
                    <a:pt x="91028" y="307377"/>
                  </a:lnTo>
                  <a:lnTo>
                    <a:pt x="95477" y="304386"/>
                  </a:lnTo>
                  <a:lnTo>
                    <a:pt x="99828" y="301253"/>
                  </a:lnTo>
                  <a:lnTo>
                    <a:pt x="104077" y="297983"/>
                  </a:lnTo>
                  <a:lnTo>
                    <a:pt x="108218" y="294579"/>
                  </a:lnTo>
                  <a:lnTo>
                    <a:pt x="112248" y="291043"/>
                  </a:lnTo>
                  <a:lnTo>
                    <a:pt x="116162" y="287380"/>
                  </a:lnTo>
                  <a:lnTo>
                    <a:pt x="119957" y="283593"/>
                  </a:lnTo>
                  <a:lnTo>
                    <a:pt x="123629" y="279687"/>
                  </a:lnTo>
                  <a:lnTo>
                    <a:pt x="127174" y="275664"/>
                  </a:lnTo>
                  <a:lnTo>
                    <a:pt x="130587" y="271531"/>
                  </a:lnTo>
                  <a:lnTo>
                    <a:pt x="133867" y="267289"/>
                  </a:lnTo>
                  <a:lnTo>
                    <a:pt x="137009" y="262945"/>
                  </a:lnTo>
                  <a:lnTo>
                    <a:pt x="140009" y="258503"/>
                  </a:lnTo>
                  <a:lnTo>
                    <a:pt x="142866" y="253966"/>
                  </a:lnTo>
                  <a:lnTo>
                    <a:pt x="145576" y="249340"/>
                  </a:lnTo>
                  <a:lnTo>
                    <a:pt x="148136" y="244630"/>
                  </a:lnTo>
                  <a:lnTo>
                    <a:pt x="150544" y="239840"/>
                  </a:lnTo>
                  <a:lnTo>
                    <a:pt x="152797" y="234975"/>
                  </a:lnTo>
                  <a:lnTo>
                    <a:pt x="154893" y="230040"/>
                  </a:lnTo>
                  <a:lnTo>
                    <a:pt x="156829" y="225041"/>
                  </a:lnTo>
                  <a:lnTo>
                    <a:pt x="158604" y="219982"/>
                  </a:lnTo>
                  <a:lnTo>
                    <a:pt x="160216" y="214869"/>
                  </a:lnTo>
                  <a:lnTo>
                    <a:pt x="161664" y="209707"/>
                  </a:lnTo>
                  <a:lnTo>
                    <a:pt x="162945" y="204501"/>
                  </a:lnTo>
                  <a:lnTo>
                    <a:pt x="164058" y="199257"/>
                  </a:lnTo>
                  <a:lnTo>
                    <a:pt x="165003" y="193980"/>
                  </a:lnTo>
                  <a:lnTo>
                    <a:pt x="165778" y="188675"/>
                  </a:lnTo>
                  <a:lnTo>
                    <a:pt x="166382" y="183348"/>
                  </a:lnTo>
                  <a:lnTo>
                    <a:pt x="166815" y="178004"/>
                  </a:lnTo>
                  <a:lnTo>
                    <a:pt x="167077" y="172649"/>
                  </a:lnTo>
                  <a:lnTo>
                    <a:pt x="167167" y="167289"/>
                  </a:lnTo>
                  <a:lnTo>
                    <a:pt x="167085" y="161929"/>
                  </a:lnTo>
                  <a:lnTo>
                    <a:pt x="166831" y="156573"/>
                  </a:lnTo>
                  <a:lnTo>
                    <a:pt x="166405" y="151229"/>
                  </a:lnTo>
                  <a:lnTo>
                    <a:pt x="165809" y="145901"/>
                  </a:lnTo>
                  <a:lnTo>
                    <a:pt x="165042" y="140595"/>
                  </a:lnTo>
                  <a:lnTo>
                    <a:pt x="164105" y="135317"/>
                  </a:lnTo>
                  <a:lnTo>
                    <a:pt x="162999" y="130071"/>
                  </a:lnTo>
                  <a:lnTo>
                    <a:pt x="161726" y="124863"/>
                  </a:lnTo>
                  <a:lnTo>
                    <a:pt x="160286" y="119699"/>
                  </a:lnTo>
                  <a:lnTo>
                    <a:pt x="158681" y="114583"/>
                  </a:lnTo>
                  <a:lnTo>
                    <a:pt x="156914" y="109522"/>
                  </a:lnTo>
                  <a:lnTo>
                    <a:pt x="154984" y="104520"/>
                  </a:lnTo>
                  <a:lnTo>
                    <a:pt x="152896" y="99582"/>
                  </a:lnTo>
                  <a:lnTo>
                    <a:pt x="150650" y="94714"/>
                  </a:lnTo>
                  <a:lnTo>
                    <a:pt x="148249" y="89921"/>
                  </a:lnTo>
                  <a:lnTo>
                    <a:pt x="145696" y="85207"/>
                  </a:lnTo>
                  <a:lnTo>
                    <a:pt x="142993" y="80577"/>
                  </a:lnTo>
                  <a:lnTo>
                    <a:pt x="140143" y="76036"/>
                  </a:lnTo>
                  <a:lnTo>
                    <a:pt x="137148" y="71589"/>
                  </a:lnTo>
                  <a:lnTo>
                    <a:pt x="134013" y="67240"/>
                  </a:lnTo>
                  <a:lnTo>
                    <a:pt x="130740" y="62994"/>
                  </a:lnTo>
                  <a:lnTo>
                    <a:pt x="127332" y="58856"/>
                  </a:lnTo>
                  <a:lnTo>
                    <a:pt x="123793" y="54828"/>
                  </a:lnTo>
                  <a:lnTo>
                    <a:pt x="120127" y="50916"/>
                  </a:lnTo>
                  <a:lnTo>
                    <a:pt x="116338" y="47124"/>
                  </a:lnTo>
                  <a:lnTo>
                    <a:pt x="112429" y="43455"/>
                  </a:lnTo>
                  <a:lnTo>
                    <a:pt x="108404" y="39914"/>
                  </a:lnTo>
                  <a:lnTo>
                    <a:pt x="104268" y="36503"/>
                  </a:lnTo>
                  <a:lnTo>
                    <a:pt x="100024" y="33227"/>
                  </a:lnTo>
                  <a:lnTo>
                    <a:pt x="95678" y="30088"/>
                  </a:lnTo>
                  <a:lnTo>
                    <a:pt x="91233" y="27090"/>
                  </a:lnTo>
                  <a:lnTo>
                    <a:pt x="86694" y="24237"/>
                  </a:lnTo>
                  <a:lnTo>
                    <a:pt x="82066" y="21530"/>
                  </a:lnTo>
                  <a:lnTo>
                    <a:pt x="77354" y="18974"/>
                  </a:lnTo>
                  <a:lnTo>
                    <a:pt x="72562" y="16569"/>
                  </a:lnTo>
                  <a:lnTo>
                    <a:pt x="67696" y="14320"/>
                  </a:lnTo>
                  <a:lnTo>
                    <a:pt x="62760" y="12228"/>
                  </a:lnTo>
                  <a:lnTo>
                    <a:pt x="57759" y="10295"/>
                  </a:lnTo>
                  <a:lnTo>
                    <a:pt x="52699" y="8524"/>
                  </a:lnTo>
                  <a:lnTo>
                    <a:pt x="47585" y="6915"/>
                  </a:lnTo>
                  <a:lnTo>
                    <a:pt x="42422" y="5472"/>
                  </a:lnTo>
                  <a:lnTo>
                    <a:pt x="37215" y="4195"/>
                  </a:lnTo>
                  <a:lnTo>
                    <a:pt x="31970" y="3085"/>
                  </a:lnTo>
                  <a:lnTo>
                    <a:pt x="26692" y="2144"/>
                  </a:lnTo>
                  <a:lnTo>
                    <a:pt x="21386" y="1373"/>
                  </a:lnTo>
                  <a:lnTo>
                    <a:pt x="16059" y="773"/>
                  </a:lnTo>
                  <a:lnTo>
                    <a:pt x="10715" y="343"/>
                  </a:lnTo>
                  <a:lnTo>
                    <a:pt x="536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800524" y="1071028"/>
              <a:ext cx="163976" cy="167167"/>
            </a:xfrm>
            <a:custGeom>
              <a:avLst/>
              <a:pathLst>
                <a:path w="163976" h="167167">
                  <a:moveTo>
                    <a:pt x="163976" y="0"/>
                  </a:moveTo>
                  <a:lnTo>
                    <a:pt x="158504" y="89"/>
                  </a:lnTo>
                  <a:lnTo>
                    <a:pt x="153038" y="358"/>
                  </a:lnTo>
                  <a:lnTo>
                    <a:pt x="147583" y="805"/>
                  </a:lnTo>
                  <a:lnTo>
                    <a:pt x="142146" y="1431"/>
                  </a:lnTo>
                  <a:lnTo>
                    <a:pt x="136733" y="2234"/>
                  </a:lnTo>
                  <a:lnTo>
                    <a:pt x="131348" y="3215"/>
                  </a:lnTo>
                  <a:lnTo>
                    <a:pt x="125999" y="4371"/>
                  </a:lnTo>
                  <a:lnTo>
                    <a:pt x="120690" y="5701"/>
                  </a:lnTo>
                  <a:lnTo>
                    <a:pt x="115428" y="7205"/>
                  </a:lnTo>
                  <a:lnTo>
                    <a:pt x="110217" y="8879"/>
                  </a:lnTo>
                  <a:lnTo>
                    <a:pt x="105065" y="10724"/>
                  </a:lnTo>
                  <a:lnTo>
                    <a:pt x="99975" y="12736"/>
                  </a:lnTo>
                  <a:lnTo>
                    <a:pt x="94954" y="14914"/>
                  </a:lnTo>
                  <a:lnTo>
                    <a:pt x="90007" y="17255"/>
                  </a:lnTo>
                  <a:lnTo>
                    <a:pt x="85139" y="19757"/>
                  </a:lnTo>
                  <a:lnTo>
                    <a:pt x="80356" y="22417"/>
                  </a:lnTo>
                  <a:lnTo>
                    <a:pt x="75663" y="25232"/>
                  </a:lnTo>
                  <a:lnTo>
                    <a:pt x="71064" y="28199"/>
                  </a:lnTo>
                  <a:lnTo>
                    <a:pt x="66565" y="31314"/>
                  </a:lnTo>
                  <a:lnTo>
                    <a:pt x="62170" y="34576"/>
                  </a:lnTo>
                  <a:lnTo>
                    <a:pt x="57884" y="37980"/>
                  </a:lnTo>
                  <a:lnTo>
                    <a:pt x="53712" y="41522"/>
                  </a:lnTo>
                  <a:lnTo>
                    <a:pt x="49658" y="45199"/>
                  </a:lnTo>
                  <a:lnTo>
                    <a:pt x="45727" y="49006"/>
                  </a:lnTo>
                  <a:lnTo>
                    <a:pt x="41922" y="52940"/>
                  </a:lnTo>
                  <a:lnTo>
                    <a:pt x="38248" y="56997"/>
                  </a:lnTo>
                  <a:lnTo>
                    <a:pt x="34709" y="61172"/>
                  </a:lnTo>
                  <a:lnTo>
                    <a:pt x="31309" y="65460"/>
                  </a:lnTo>
                  <a:lnTo>
                    <a:pt x="28051" y="69857"/>
                  </a:lnTo>
                  <a:lnTo>
                    <a:pt x="24938" y="74359"/>
                  </a:lnTo>
                  <a:lnTo>
                    <a:pt x="21974" y="78960"/>
                  </a:lnTo>
                  <a:lnTo>
                    <a:pt x="19163" y="83656"/>
                  </a:lnTo>
                  <a:lnTo>
                    <a:pt x="16507" y="88441"/>
                  </a:lnTo>
                  <a:lnTo>
                    <a:pt x="14009" y="93311"/>
                  </a:lnTo>
                  <a:lnTo>
                    <a:pt x="11672" y="98259"/>
                  </a:lnTo>
                  <a:lnTo>
                    <a:pt x="9498" y="103282"/>
                  </a:lnTo>
                  <a:lnTo>
                    <a:pt x="7489" y="108373"/>
                  </a:lnTo>
                  <a:lnTo>
                    <a:pt x="5648" y="113527"/>
                  </a:lnTo>
                  <a:lnTo>
                    <a:pt x="3977" y="118739"/>
                  </a:lnTo>
                  <a:lnTo>
                    <a:pt x="2478" y="124002"/>
                  </a:lnTo>
                  <a:lnTo>
                    <a:pt x="1151" y="129312"/>
                  </a:lnTo>
                  <a:lnTo>
                    <a:pt x="0" y="134662"/>
                  </a:lnTo>
                  <a:lnTo>
                    <a:pt x="16397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800524" y="1205691"/>
              <a:ext cx="163976" cy="32504"/>
            </a:xfrm>
            <a:custGeom>
              <a:avLst/>
              <a:pathLst>
                <a:path w="163976" h="32504">
                  <a:moveTo>
                    <a:pt x="0" y="0"/>
                  </a:moveTo>
                  <a:lnTo>
                    <a:pt x="163976" y="325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336" y="1074677"/>
              <a:ext cx="334331" cy="330675"/>
            </a:xfrm>
            <a:custGeom>
              <a:avLst/>
              <a:pathLst>
                <a:path w="334331" h="330675">
                  <a:moveTo>
                    <a:pt x="3188" y="131013"/>
                  </a:moveTo>
                  <a:lnTo>
                    <a:pt x="2239" y="136235"/>
                  </a:lnTo>
                  <a:lnTo>
                    <a:pt x="1456" y="141484"/>
                  </a:lnTo>
                  <a:lnTo>
                    <a:pt x="840" y="146755"/>
                  </a:lnTo>
                  <a:lnTo>
                    <a:pt x="392" y="152043"/>
                  </a:lnTo>
                  <a:lnTo>
                    <a:pt x="111" y="157343"/>
                  </a:lnTo>
                  <a:lnTo>
                    <a:pt x="0" y="162649"/>
                  </a:lnTo>
                  <a:lnTo>
                    <a:pt x="56" y="167956"/>
                  </a:lnTo>
                  <a:lnTo>
                    <a:pt x="281" y="173258"/>
                  </a:lnTo>
                  <a:lnTo>
                    <a:pt x="674" y="178550"/>
                  </a:lnTo>
                  <a:lnTo>
                    <a:pt x="1236" y="183828"/>
                  </a:lnTo>
                  <a:lnTo>
                    <a:pt x="1964" y="189085"/>
                  </a:lnTo>
                  <a:lnTo>
                    <a:pt x="2859" y="194316"/>
                  </a:lnTo>
                  <a:lnTo>
                    <a:pt x="3919" y="199516"/>
                  </a:lnTo>
                  <a:lnTo>
                    <a:pt x="5144" y="204679"/>
                  </a:lnTo>
                  <a:lnTo>
                    <a:pt x="6532" y="209802"/>
                  </a:lnTo>
                  <a:lnTo>
                    <a:pt x="8082" y="214877"/>
                  </a:lnTo>
                  <a:lnTo>
                    <a:pt x="9793" y="219901"/>
                  </a:lnTo>
                  <a:lnTo>
                    <a:pt x="11662" y="224868"/>
                  </a:lnTo>
                  <a:lnTo>
                    <a:pt x="13688" y="229774"/>
                  </a:lnTo>
                  <a:lnTo>
                    <a:pt x="15868" y="234612"/>
                  </a:lnTo>
                  <a:lnTo>
                    <a:pt x="18201" y="239379"/>
                  </a:lnTo>
                  <a:lnTo>
                    <a:pt x="20684" y="244069"/>
                  </a:lnTo>
                  <a:lnTo>
                    <a:pt x="23315" y="248678"/>
                  </a:lnTo>
                  <a:lnTo>
                    <a:pt x="26091" y="253202"/>
                  </a:lnTo>
                  <a:lnTo>
                    <a:pt x="29009" y="257634"/>
                  </a:lnTo>
                  <a:lnTo>
                    <a:pt x="32066" y="261973"/>
                  </a:lnTo>
                  <a:lnTo>
                    <a:pt x="35259" y="266211"/>
                  </a:lnTo>
                  <a:lnTo>
                    <a:pt x="38585" y="270347"/>
                  </a:lnTo>
                  <a:lnTo>
                    <a:pt x="42041" y="274374"/>
                  </a:lnTo>
                  <a:lnTo>
                    <a:pt x="45623" y="278290"/>
                  </a:lnTo>
                  <a:lnTo>
                    <a:pt x="49328" y="282091"/>
                  </a:lnTo>
                  <a:lnTo>
                    <a:pt x="53151" y="285771"/>
                  </a:lnTo>
                  <a:lnTo>
                    <a:pt x="57089" y="289329"/>
                  </a:lnTo>
                  <a:lnTo>
                    <a:pt x="61138" y="292760"/>
                  </a:lnTo>
                  <a:lnTo>
                    <a:pt x="65294" y="296060"/>
                  </a:lnTo>
                  <a:lnTo>
                    <a:pt x="69553" y="299227"/>
                  </a:lnTo>
                  <a:lnTo>
                    <a:pt x="73910" y="302257"/>
                  </a:lnTo>
                  <a:lnTo>
                    <a:pt x="78361" y="305147"/>
                  </a:lnTo>
                  <a:lnTo>
                    <a:pt x="82901" y="307895"/>
                  </a:lnTo>
                  <a:lnTo>
                    <a:pt x="87527" y="310497"/>
                  </a:lnTo>
                  <a:lnTo>
                    <a:pt x="92232" y="312951"/>
                  </a:lnTo>
                  <a:lnTo>
                    <a:pt x="97014" y="315254"/>
                  </a:lnTo>
                  <a:lnTo>
                    <a:pt x="101866" y="317404"/>
                  </a:lnTo>
                  <a:lnTo>
                    <a:pt x="106783" y="319400"/>
                  </a:lnTo>
                  <a:lnTo>
                    <a:pt x="111762" y="321238"/>
                  </a:lnTo>
                  <a:lnTo>
                    <a:pt x="116796" y="322917"/>
                  </a:lnTo>
                  <a:lnTo>
                    <a:pt x="121881" y="324435"/>
                  </a:lnTo>
                  <a:lnTo>
                    <a:pt x="127012" y="325792"/>
                  </a:lnTo>
                  <a:lnTo>
                    <a:pt x="132184" y="326985"/>
                  </a:lnTo>
                  <a:lnTo>
                    <a:pt x="137390" y="328013"/>
                  </a:lnTo>
                  <a:lnTo>
                    <a:pt x="142627" y="328875"/>
                  </a:lnTo>
                  <a:lnTo>
                    <a:pt x="147888" y="329570"/>
                  </a:lnTo>
                  <a:lnTo>
                    <a:pt x="153169" y="330099"/>
                  </a:lnTo>
                  <a:lnTo>
                    <a:pt x="158463" y="330459"/>
                  </a:lnTo>
                  <a:lnTo>
                    <a:pt x="163767" y="330651"/>
                  </a:lnTo>
                  <a:lnTo>
                    <a:pt x="169074" y="330675"/>
                  </a:lnTo>
                  <a:lnTo>
                    <a:pt x="174379" y="330530"/>
                  </a:lnTo>
                  <a:lnTo>
                    <a:pt x="179677" y="330217"/>
                  </a:lnTo>
                  <a:lnTo>
                    <a:pt x="184962" y="329735"/>
                  </a:lnTo>
                  <a:lnTo>
                    <a:pt x="190230" y="329087"/>
                  </a:lnTo>
                  <a:lnTo>
                    <a:pt x="195474" y="328271"/>
                  </a:lnTo>
                  <a:lnTo>
                    <a:pt x="200689" y="327290"/>
                  </a:lnTo>
                  <a:lnTo>
                    <a:pt x="205871" y="326143"/>
                  </a:lnTo>
                  <a:lnTo>
                    <a:pt x="211013" y="324832"/>
                  </a:lnTo>
                  <a:lnTo>
                    <a:pt x="216112" y="323359"/>
                  </a:lnTo>
                  <a:lnTo>
                    <a:pt x="221161" y="321725"/>
                  </a:lnTo>
                  <a:lnTo>
                    <a:pt x="226156" y="319931"/>
                  </a:lnTo>
                  <a:lnTo>
                    <a:pt x="231091" y="317980"/>
                  </a:lnTo>
                  <a:lnTo>
                    <a:pt x="235962" y="315873"/>
                  </a:lnTo>
                  <a:lnTo>
                    <a:pt x="240764" y="313612"/>
                  </a:lnTo>
                  <a:lnTo>
                    <a:pt x="245491" y="311200"/>
                  </a:lnTo>
                  <a:lnTo>
                    <a:pt x="250139" y="308639"/>
                  </a:lnTo>
                  <a:lnTo>
                    <a:pt x="254704" y="305932"/>
                  </a:lnTo>
                  <a:lnTo>
                    <a:pt x="259181" y="303082"/>
                  </a:lnTo>
                  <a:lnTo>
                    <a:pt x="263564" y="300091"/>
                  </a:lnTo>
                  <a:lnTo>
                    <a:pt x="267851" y="296962"/>
                  </a:lnTo>
                  <a:lnTo>
                    <a:pt x="272036" y="293698"/>
                  </a:lnTo>
                  <a:lnTo>
                    <a:pt x="276116" y="290304"/>
                  </a:lnTo>
                  <a:lnTo>
                    <a:pt x="280085" y="286782"/>
                  </a:lnTo>
                  <a:lnTo>
                    <a:pt x="283941" y="283135"/>
                  </a:lnTo>
                  <a:lnTo>
                    <a:pt x="287679" y="279368"/>
                  </a:lnTo>
                  <a:lnTo>
                    <a:pt x="291296" y="275484"/>
                  </a:lnTo>
                  <a:lnTo>
                    <a:pt x="294788" y="271487"/>
                  </a:lnTo>
                  <a:lnTo>
                    <a:pt x="298151" y="267382"/>
                  </a:lnTo>
                  <a:lnTo>
                    <a:pt x="301382" y="263171"/>
                  </a:lnTo>
                  <a:lnTo>
                    <a:pt x="304477" y="258861"/>
                  </a:lnTo>
                  <a:lnTo>
                    <a:pt x="307435" y="254454"/>
                  </a:lnTo>
                  <a:lnTo>
                    <a:pt x="310250" y="249956"/>
                  </a:lnTo>
                  <a:lnTo>
                    <a:pt x="312922" y="245370"/>
                  </a:lnTo>
                  <a:lnTo>
                    <a:pt x="315447" y="240702"/>
                  </a:lnTo>
                  <a:lnTo>
                    <a:pt x="317822" y="235956"/>
                  </a:lnTo>
                  <a:lnTo>
                    <a:pt x="320046" y="231137"/>
                  </a:lnTo>
                  <a:lnTo>
                    <a:pt x="322115" y="226250"/>
                  </a:lnTo>
                  <a:lnTo>
                    <a:pt x="324028" y="221300"/>
                  </a:lnTo>
                  <a:lnTo>
                    <a:pt x="325783" y="216292"/>
                  </a:lnTo>
                  <a:lnTo>
                    <a:pt x="327379" y="211230"/>
                  </a:lnTo>
                  <a:lnTo>
                    <a:pt x="328812" y="206120"/>
                  </a:lnTo>
                  <a:lnTo>
                    <a:pt x="330083" y="200968"/>
                  </a:lnTo>
                  <a:lnTo>
                    <a:pt x="331190" y="195777"/>
                  </a:lnTo>
                  <a:lnTo>
                    <a:pt x="332131" y="190554"/>
                  </a:lnTo>
                  <a:lnTo>
                    <a:pt x="332906" y="185304"/>
                  </a:lnTo>
                  <a:lnTo>
                    <a:pt x="333514" y="180032"/>
                  </a:lnTo>
                  <a:lnTo>
                    <a:pt x="333955" y="174743"/>
                  </a:lnTo>
                  <a:lnTo>
                    <a:pt x="334227" y="169443"/>
                  </a:lnTo>
                  <a:lnTo>
                    <a:pt x="334331" y="164137"/>
                  </a:lnTo>
                  <a:lnTo>
                    <a:pt x="334266" y="158830"/>
                  </a:lnTo>
                  <a:lnTo>
                    <a:pt x="334033" y="153528"/>
                  </a:lnTo>
                  <a:lnTo>
                    <a:pt x="333632" y="148237"/>
                  </a:lnTo>
                  <a:lnTo>
                    <a:pt x="333063" y="142960"/>
                  </a:lnTo>
                  <a:lnTo>
                    <a:pt x="332327" y="137704"/>
                  </a:lnTo>
                  <a:lnTo>
                    <a:pt x="331424" y="132475"/>
                  </a:lnTo>
                  <a:lnTo>
                    <a:pt x="330356" y="127276"/>
                  </a:lnTo>
                  <a:lnTo>
                    <a:pt x="329124" y="122114"/>
                  </a:lnTo>
                  <a:lnTo>
                    <a:pt x="327728" y="116994"/>
                  </a:lnTo>
                  <a:lnTo>
                    <a:pt x="326170" y="111921"/>
                  </a:lnTo>
                  <a:lnTo>
                    <a:pt x="324452" y="106899"/>
                  </a:lnTo>
                  <a:lnTo>
                    <a:pt x="322575" y="101935"/>
                  </a:lnTo>
                  <a:lnTo>
                    <a:pt x="320542" y="97033"/>
                  </a:lnTo>
                  <a:lnTo>
                    <a:pt x="318354" y="92198"/>
                  </a:lnTo>
                  <a:lnTo>
                    <a:pt x="316014" y="87434"/>
                  </a:lnTo>
                  <a:lnTo>
                    <a:pt x="313524" y="82748"/>
                  </a:lnTo>
                  <a:lnTo>
                    <a:pt x="310887" y="78143"/>
                  </a:lnTo>
                  <a:lnTo>
                    <a:pt x="308104" y="73624"/>
                  </a:lnTo>
                  <a:lnTo>
                    <a:pt x="305180" y="69195"/>
                  </a:lnTo>
                  <a:lnTo>
                    <a:pt x="302116" y="64862"/>
                  </a:lnTo>
                  <a:lnTo>
                    <a:pt x="298916" y="60627"/>
                  </a:lnTo>
                  <a:lnTo>
                    <a:pt x="295584" y="56497"/>
                  </a:lnTo>
                  <a:lnTo>
                    <a:pt x="292122" y="52475"/>
                  </a:lnTo>
                  <a:lnTo>
                    <a:pt x="288534" y="48564"/>
                  </a:lnTo>
                  <a:lnTo>
                    <a:pt x="284824" y="44769"/>
                  </a:lnTo>
                  <a:lnTo>
                    <a:pt x="280995" y="41094"/>
                  </a:lnTo>
                  <a:lnTo>
                    <a:pt x="277052" y="37543"/>
                  </a:lnTo>
                  <a:lnTo>
                    <a:pt x="272997" y="34118"/>
                  </a:lnTo>
                  <a:lnTo>
                    <a:pt x="268837" y="30824"/>
                  </a:lnTo>
                  <a:lnTo>
                    <a:pt x="264573" y="27663"/>
                  </a:lnTo>
                  <a:lnTo>
                    <a:pt x="260212" y="24640"/>
                  </a:lnTo>
                  <a:lnTo>
                    <a:pt x="255756" y="21756"/>
                  </a:lnTo>
                  <a:lnTo>
                    <a:pt x="251212" y="19015"/>
                  </a:lnTo>
                  <a:lnTo>
                    <a:pt x="246582" y="16420"/>
                  </a:lnTo>
                  <a:lnTo>
                    <a:pt x="241873" y="13973"/>
                  </a:lnTo>
                  <a:lnTo>
                    <a:pt x="237088" y="11677"/>
                  </a:lnTo>
                  <a:lnTo>
                    <a:pt x="232233" y="9534"/>
                  </a:lnTo>
                  <a:lnTo>
                    <a:pt x="227313" y="7546"/>
                  </a:lnTo>
                  <a:lnTo>
                    <a:pt x="222331" y="5716"/>
                  </a:lnTo>
                  <a:lnTo>
                    <a:pt x="217294" y="4044"/>
                  </a:lnTo>
                  <a:lnTo>
                    <a:pt x="212207" y="2533"/>
                  </a:lnTo>
                  <a:lnTo>
                    <a:pt x="207074" y="1185"/>
                  </a:lnTo>
                  <a:lnTo>
                    <a:pt x="201901" y="0"/>
                  </a:lnTo>
                  <a:lnTo>
                    <a:pt x="167165" y="1635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964501" y="1071028"/>
              <a:ext cx="34736" cy="167167"/>
            </a:xfrm>
            <a:custGeom>
              <a:avLst/>
              <a:pathLst>
                <a:path w="34736" h="167167">
                  <a:moveTo>
                    <a:pt x="34736" y="3648"/>
                  </a:moveTo>
                  <a:lnTo>
                    <a:pt x="27862" y="2338"/>
                  </a:lnTo>
                  <a:lnTo>
                    <a:pt x="20939" y="1316"/>
                  </a:lnTo>
                  <a:lnTo>
                    <a:pt x="13980" y="585"/>
                  </a:lnTo>
                  <a:lnTo>
                    <a:pt x="6996" y="14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31273" y="1322571"/>
              <a:ext cx="57447" cy="167167"/>
            </a:xfrm>
            <a:custGeom>
              <a:avLst/>
              <a:pathLst>
                <a:path w="57447" h="167167">
                  <a:moveTo>
                    <a:pt x="57447" y="0"/>
                  </a:moveTo>
                  <a:lnTo>
                    <a:pt x="51584" y="102"/>
                  </a:lnTo>
                  <a:lnTo>
                    <a:pt x="45728" y="411"/>
                  </a:lnTo>
                  <a:lnTo>
                    <a:pt x="39886" y="924"/>
                  </a:lnTo>
                  <a:lnTo>
                    <a:pt x="34067" y="1643"/>
                  </a:lnTo>
                  <a:lnTo>
                    <a:pt x="28276" y="2564"/>
                  </a:lnTo>
                  <a:lnTo>
                    <a:pt x="22520" y="3689"/>
                  </a:lnTo>
                  <a:lnTo>
                    <a:pt x="16808" y="5014"/>
                  </a:lnTo>
                  <a:lnTo>
                    <a:pt x="11146" y="6539"/>
                  </a:lnTo>
                  <a:lnTo>
                    <a:pt x="5541" y="8262"/>
                  </a:lnTo>
                  <a:lnTo>
                    <a:pt x="0" y="10180"/>
                  </a:lnTo>
                  <a:lnTo>
                    <a:pt x="574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1273" y="1332752"/>
              <a:ext cx="57447" cy="156986"/>
            </a:xfrm>
            <a:custGeom>
              <a:avLst/>
              <a:pathLst>
                <a:path w="57447" h="156986">
                  <a:moveTo>
                    <a:pt x="0" y="0"/>
                  </a:moveTo>
                  <a:lnTo>
                    <a:pt x="57447" y="1569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321574" y="1332752"/>
              <a:ext cx="334302" cy="324153"/>
            </a:xfrm>
            <a:custGeom>
              <a:avLst/>
              <a:pathLst>
                <a:path w="334302" h="324153">
                  <a:moveTo>
                    <a:pt x="109699" y="0"/>
                  </a:moveTo>
                  <a:lnTo>
                    <a:pt x="104754" y="1899"/>
                  </a:lnTo>
                  <a:lnTo>
                    <a:pt x="99871" y="3953"/>
                  </a:lnTo>
                  <a:lnTo>
                    <a:pt x="95056" y="6162"/>
                  </a:lnTo>
                  <a:lnTo>
                    <a:pt x="90313" y="8522"/>
                  </a:lnTo>
                  <a:lnTo>
                    <a:pt x="85647" y="11031"/>
                  </a:lnTo>
                  <a:lnTo>
                    <a:pt x="81063" y="13687"/>
                  </a:lnTo>
                  <a:lnTo>
                    <a:pt x="76566" y="16486"/>
                  </a:lnTo>
                  <a:lnTo>
                    <a:pt x="72160" y="19427"/>
                  </a:lnTo>
                  <a:lnTo>
                    <a:pt x="67849" y="22506"/>
                  </a:lnTo>
                  <a:lnTo>
                    <a:pt x="63637" y="25720"/>
                  </a:lnTo>
                  <a:lnTo>
                    <a:pt x="59530" y="29065"/>
                  </a:lnTo>
                  <a:lnTo>
                    <a:pt x="55531" y="32539"/>
                  </a:lnTo>
                  <a:lnTo>
                    <a:pt x="51644" y="36139"/>
                  </a:lnTo>
                  <a:lnTo>
                    <a:pt x="47872" y="39859"/>
                  </a:lnTo>
                  <a:lnTo>
                    <a:pt x="44221" y="43697"/>
                  </a:lnTo>
                  <a:lnTo>
                    <a:pt x="40693" y="47649"/>
                  </a:lnTo>
                  <a:lnTo>
                    <a:pt x="37292" y="51711"/>
                  </a:lnTo>
                  <a:lnTo>
                    <a:pt x="34022" y="55878"/>
                  </a:lnTo>
                  <a:lnTo>
                    <a:pt x="30885" y="60147"/>
                  </a:lnTo>
                  <a:lnTo>
                    <a:pt x="27885" y="64513"/>
                  </a:lnTo>
                  <a:lnTo>
                    <a:pt x="25025" y="68972"/>
                  </a:lnTo>
                  <a:lnTo>
                    <a:pt x="22307" y="73520"/>
                  </a:lnTo>
                  <a:lnTo>
                    <a:pt x="19735" y="78151"/>
                  </a:lnTo>
                  <a:lnTo>
                    <a:pt x="17311" y="82862"/>
                  </a:lnTo>
                  <a:lnTo>
                    <a:pt x="15038" y="87646"/>
                  </a:lnTo>
                  <a:lnTo>
                    <a:pt x="12917" y="92501"/>
                  </a:lnTo>
                  <a:lnTo>
                    <a:pt x="10951" y="97420"/>
                  </a:lnTo>
                  <a:lnTo>
                    <a:pt x="9142" y="102399"/>
                  </a:lnTo>
                  <a:lnTo>
                    <a:pt x="7492" y="107433"/>
                  </a:lnTo>
                  <a:lnTo>
                    <a:pt x="6002" y="112517"/>
                  </a:lnTo>
                  <a:lnTo>
                    <a:pt x="4674" y="117645"/>
                  </a:lnTo>
                  <a:lnTo>
                    <a:pt x="3509" y="122813"/>
                  </a:lnTo>
                  <a:lnTo>
                    <a:pt x="2508" y="128015"/>
                  </a:lnTo>
                  <a:lnTo>
                    <a:pt x="1673" y="133247"/>
                  </a:lnTo>
                  <a:lnTo>
                    <a:pt x="1004" y="138502"/>
                  </a:lnTo>
                  <a:lnTo>
                    <a:pt x="502" y="143775"/>
                  </a:lnTo>
                  <a:lnTo>
                    <a:pt x="167" y="149062"/>
                  </a:lnTo>
                  <a:lnTo>
                    <a:pt x="0" y="154357"/>
                  </a:lnTo>
                  <a:lnTo>
                    <a:pt x="0" y="159655"/>
                  </a:lnTo>
                  <a:lnTo>
                    <a:pt x="169" y="164949"/>
                  </a:lnTo>
                  <a:lnTo>
                    <a:pt x="505" y="170236"/>
                  </a:lnTo>
                  <a:lnTo>
                    <a:pt x="1008" y="175510"/>
                  </a:lnTo>
                  <a:lnTo>
                    <a:pt x="1679" y="180765"/>
                  </a:lnTo>
                  <a:lnTo>
                    <a:pt x="2515" y="185996"/>
                  </a:lnTo>
                  <a:lnTo>
                    <a:pt x="3517" y="191198"/>
                  </a:lnTo>
                  <a:lnTo>
                    <a:pt x="4683" y="196365"/>
                  </a:lnTo>
                  <a:lnTo>
                    <a:pt x="6013" y="201493"/>
                  </a:lnTo>
                  <a:lnTo>
                    <a:pt x="7504" y="206577"/>
                  </a:lnTo>
                  <a:lnTo>
                    <a:pt x="9155" y="211610"/>
                  </a:lnTo>
                  <a:lnTo>
                    <a:pt x="10965" y="216589"/>
                  </a:lnTo>
                  <a:lnTo>
                    <a:pt x="12932" y="221508"/>
                  </a:lnTo>
                  <a:lnTo>
                    <a:pt x="15054" y="226362"/>
                  </a:lnTo>
                  <a:lnTo>
                    <a:pt x="17329" y="231146"/>
                  </a:lnTo>
                  <a:lnTo>
                    <a:pt x="19754" y="235856"/>
                  </a:lnTo>
                  <a:lnTo>
                    <a:pt x="22327" y="240487"/>
                  </a:lnTo>
                  <a:lnTo>
                    <a:pt x="25046" y="245033"/>
                  </a:lnTo>
                  <a:lnTo>
                    <a:pt x="27907" y="249492"/>
                  </a:lnTo>
                  <a:lnTo>
                    <a:pt x="30908" y="253857"/>
                  </a:lnTo>
                  <a:lnTo>
                    <a:pt x="34046" y="258125"/>
                  </a:lnTo>
                  <a:lnTo>
                    <a:pt x="37317" y="262292"/>
                  </a:lnTo>
                  <a:lnTo>
                    <a:pt x="40719" y="266353"/>
                  </a:lnTo>
                  <a:lnTo>
                    <a:pt x="44248" y="270304"/>
                  </a:lnTo>
                  <a:lnTo>
                    <a:pt x="47900" y="274141"/>
                  </a:lnTo>
                  <a:lnTo>
                    <a:pt x="51672" y="277861"/>
                  </a:lnTo>
                  <a:lnTo>
                    <a:pt x="55560" y="281459"/>
                  </a:lnTo>
                  <a:lnTo>
                    <a:pt x="59560" y="284932"/>
                  </a:lnTo>
                  <a:lnTo>
                    <a:pt x="63669" y="288277"/>
                  </a:lnTo>
                  <a:lnTo>
                    <a:pt x="67881" y="291490"/>
                  </a:lnTo>
                  <a:lnTo>
                    <a:pt x="72192" y="294568"/>
                  </a:lnTo>
                  <a:lnTo>
                    <a:pt x="76599" y="297507"/>
                  </a:lnTo>
                  <a:lnTo>
                    <a:pt x="81097" y="300306"/>
                  </a:lnTo>
                  <a:lnTo>
                    <a:pt x="85682" y="302960"/>
                  </a:lnTo>
                  <a:lnTo>
                    <a:pt x="90348" y="305468"/>
                  </a:lnTo>
                  <a:lnTo>
                    <a:pt x="95091" y="307827"/>
                  </a:lnTo>
                  <a:lnTo>
                    <a:pt x="99907" y="310035"/>
                  </a:lnTo>
                  <a:lnTo>
                    <a:pt x="104790" y="312088"/>
                  </a:lnTo>
                  <a:lnTo>
                    <a:pt x="109736" y="313986"/>
                  </a:lnTo>
                  <a:lnTo>
                    <a:pt x="114740" y="315726"/>
                  </a:lnTo>
                  <a:lnTo>
                    <a:pt x="119796" y="317307"/>
                  </a:lnTo>
                  <a:lnTo>
                    <a:pt x="124900" y="318727"/>
                  </a:lnTo>
                  <a:lnTo>
                    <a:pt x="130046" y="319984"/>
                  </a:lnTo>
                  <a:lnTo>
                    <a:pt x="135229" y="321078"/>
                  </a:lnTo>
                  <a:lnTo>
                    <a:pt x="140445" y="322007"/>
                  </a:lnTo>
                  <a:lnTo>
                    <a:pt x="145687" y="322770"/>
                  </a:lnTo>
                  <a:lnTo>
                    <a:pt x="150951" y="323367"/>
                  </a:lnTo>
                  <a:lnTo>
                    <a:pt x="156231" y="323797"/>
                  </a:lnTo>
                  <a:lnTo>
                    <a:pt x="161522" y="324059"/>
                  </a:lnTo>
                  <a:lnTo>
                    <a:pt x="166818" y="324153"/>
                  </a:lnTo>
                  <a:lnTo>
                    <a:pt x="172115" y="324080"/>
                  </a:lnTo>
                  <a:lnTo>
                    <a:pt x="177407" y="323838"/>
                  </a:lnTo>
                  <a:lnTo>
                    <a:pt x="182689" y="323429"/>
                  </a:lnTo>
                  <a:lnTo>
                    <a:pt x="187955" y="322853"/>
                  </a:lnTo>
                  <a:lnTo>
                    <a:pt x="193201" y="322111"/>
                  </a:lnTo>
                  <a:lnTo>
                    <a:pt x="198420" y="321202"/>
                  </a:lnTo>
                  <a:lnTo>
                    <a:pt x="203607" y="320129"/>
                  </a:lnTo>
                  <a:lnTo>
                    <a:pt x="208758" y="318892"/>
                  </a:lnTo>
                  <a:lnTo>
                    <a:pt x="213867" y="317492"/>
                  </a:lnTo>
                  <a:lnTo>
                    <a:pt x="218930" y="315931"/>
                  </a:lnTo>
                  <a:lnTo>
                    <a:pt x="223940" y="314210"/>
                  </a:lnTo>
                  <a:lnTo>
                    <a:pt x="228893" y="312332"/>
                  </a:lnTo>
                  <a:lnTo>
                    <a:pt x="233785" y="310297"/>
                  </a:lnTo>
                  <a:lnTo>
                    <a:pt x="238609" y="308109"/>
                  </a:lnTo>
                  <a:lnTo>
                    <a:pt x="243362" y="305768"/>
                  </a:lnTo>
                  <a:lnTo>
                    <a:pt x="248038" y="303279"/>
                  </a:lnTo>
                  <a:lnTo>
                    <a:pt x="252632" y="300642"/>
                  </a:lnTo>
                  <a:lnTo>
                    <a:pt x="257141" y="297861"/>
                  </a:lnTo>
                  <a:lnTo>
                    <a:pt x="261560" y="294939"/>
                  </a:lnTo>
                  <a:lnTo>
                    <a:pt x="265884" y="291878"/>
                  </a:lnTo>
                  <a:lnTo>
                    <a:pt x="270108" y="288682"/>
                  </a:lnTo>
                  <a:lnTo>
                    <a:pt x="274230" y="285353"/>
                  </a:lnTo>
                  <a:lnTo>
                    <a:pt x="278243" y="281896"/>
                  </a:lnTo>
                  <a:lnTo>
                    <a:pt x="282145" y="278313"/>
                  </a:lnTo>
                  <a:lnTo>
                    <a:pt x="285932" y="274608"/>
                  </a:lnTo>
                  <a:lnTo>
                    <a:pt x="289599" y="270785"/>
                  </a:lnTo>
                  <a:lnTo>
                    <a:pt x="293144" y="266848"/>
                  </a:lnTo>
                  <a:lnTo>
                    <a:pt x="296561" y="262800"/>
                  </a:lnTo>
                  <a:lnTo>
                    <a:pt x="299849" y="258647"/>
                  </a:lnTo>
                  <a:lnTo>
                    <a:pt x="303004" y="254391"/>
                  </a:lnTo>
                  <a:lnTo>
                    <a:pt x="306022" y="250037"/>
                  </a:lnTo>
                  <a:lnTo>
                    <a:pt x="308901" y="245590"/>
                  </a:lnTo>
                  <a:lnTo>
                    <a:pt x="311637" y="241054"/>
                  </a:lnTo>
                  <a:lnTo>
                    <a:pt x="314228" y="236433"/>
                  </a:lnTo>
                  <a:lnTo>
                    <a:pt x="316672" y="231733"/>
                  </a:lnTo>
                  <a:lnTo>
                    <a:pt x="318965" y="226958"/>
                  </a:lnTo>
                  <a:lnTo>
                    <a:pt x="321106" y="222112"/>
                  </a:lnTo>
                  <a:lnTo>
                    <a:pt x="323092" y="217201"/>
                  </a:lnTo>
                  <a:lnTo>
                    <a:pt x="324922" y="212229"/>
                  </a:lnTo>
                  <a:lnTo>
                    <a:pt x="326593" y="207202"/>
                  </a:lnTo>
                  <a:lnTo>
                    <a:pt x="328104" y="202125"/>
                  </a:lnTo>
                  <a:lnTo>
                    <a:pt x="329454" y="197002"/>
                  </a:lnTo>
                  <a:lnTo>
                    <a:pt x="330640" y="191839"/>
                  </a:lnTo>
                  <a:lnTo>
                    <a:pt x="331662" y="186641"/>
                  </a:lnTo>
                  <a:lnTo>
                    <a:pt x="332519" y="181414"/>
                  </a:lnTo>
                  <a:lnTo>
                    <a:pt x="333210" y="176161"/>
                  </a:lnTo>
                  <a:lnTo>
                    <a:pt x="333735" y="170890"/>
                  </a:lnTo>
                  <a:lnTo>
                    <a:pt x="334091" y="165604"/>
                  </a:lnTo>
                  <a:lnTo>
                    <a:pt x="334281" y="160310"/>
                  </a:lnTo>
                  <a:lnTo>
                    <a:pt x="334302" y="155013"/>
                  </a:lnTo>
                  <a:lnTo>
                    <a:pt x="334156" y="149717"/>
                  </a:lnTo>
                  <a:lnTo>
                    <a:pt x="333841" y="144429"/>
                  </a:lnTo>
                  <a:lnTo>
                    <a:pt x="333360" y="139153"/>
                  </a:lnTo>
                  <a:lnTo>
                    <a:pt x="332711" y="133896"/>
                  </a:lnTo>
                  <a:lnTo>
                    <a:pt x="331897" y="128661"/>
                  </a:lnTo>
                  <a:lnTo>
                    <a:pt x="330916" y="123455"/>
                  </a:lnTo>
                  <a:lnTo>
                    <a:pt x="329772" y="118283"/>
                  </a:lnTo>
                  <a:lnTo>
                    <a:pt x="328464" y="113149"/>
                  </a:lnTo>
                  <a:lnTo>
                    <a:pt x="326994" y="108060"/>
                  </a:lnTo>
                  <a:lnTo>
                    <a:pt x="325363" y="103019"/>
                  </a:lnTo>
                  <a:lnTo>
                    <a:pt x="323574" y="98033"/>
                  </a:lnTo>
                  <a:lnTo>
                    <a:pt x="321627" y="93106"/>
                  </a:lnTo>
                  <a:lnTo>
                    <a:pt x="319525" y="88244"/>
                  </a:lnTo>
                  <a:lnTo>
                    <a:pt x="317271" y="83450"/>
                  </a:lnTo>
                  <a:lnTo>
                    <a:pt x="314865" y="78730"/>
                  </a:lnTo>
                  <a:lnTo>
                    <a:pt x="312312" y="74089"/>
                  </a:lnTo>
                  <a:lnTo>
                    <a:pt x="309612" y="69530"/>
                  </a:lnTo>
                  <a:lnTo>
                    <a:pt x="306769" y="65060"/>
                  </a:lnTo>
                  <a:lnTo>
                    <a:pt x="303786" y="60682"/>
                  </a:lnTo>
                  <a:lnTo>
                    <a:pt x="300666" y="56401"/>
                  </a:lnTo>
                  <a:lnTo>
                    <a:pt x="297412" y="52221"/>
                  </a:lnTo>
                  <a:lnTo>
                    <a:pt x="294027" y="48146"/>
                  </a:lnTo>
                  <a:lnTo>
                    <a:pt x="290515" y="44180"/>
                  </a:lnTo>
                  <a:lnTo>
                    <a:pt x="286879" y="40328"/>
                  </a:lnTo>
                  <a:lnTo>
                    <a:pt x="283122" y="36593"/>
                  </a:lnTo>
                  <a:lnTo>
                    <a:pt x="279249" y="32978"/>
                  </a:lnTo>
                  <a:lnTo>
                    <a:pt x="275263" y="29488"/>
                  </a:lnTo>
                  <a:lnTo>
                    <a:pt x="271169" y="26127"/>
                  </a:lnTo>
                  <a:lnTo>
                    <a:pt x="266971" y="22896"/>
                  </a:lnTo>
                  <a:lnTo>
                    <a:pt x="262672" y="19801"/>
                  </a:lnTo>
                  <a:lnTo>
                    <a:pt x="258277" y="16843"/>
                  </a:lnTo>
                  <a:lnTo>
                    <a:pt x="253791" y="14025"/>
                  </a:lnTo>
                  <a:lnTo>
                    <a:pt x="249217" y="11352"/>
                  </a:lnTo>
                  <a:lnTo>
                    <a:pt x="244561" y="8824"/>
                  </a:lnTo>
                  <a:lnTo>
                    <a:pt x="239828" y="6446"/>
                  </a:lnTo>
                  <a:lnTo>
                    <a:pt x="235021" y="4218"/>
                  </a:lnTo>
                  <a:lnTo>
                    <a:pt x="230147" y="2144"/>
                  </a:lnTo>
                  <a:lnTo>
                    <a:pt x="167146" y="1569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88720" y="1322571"/>
              <a:ext cx="63000" cy="167167"/>
            </a:xfrm>
            <a:custGeom>
              <a:avLst/>
              <a:pathLst>
                <a:path w="63000" h="167167">
                  <a:moveTo>
                    <a:pt x="63000" y="12325"/>
                  </a:moveTo>
                  <a:lnTo>
                    <a:pt x="57523" y="10208"/>
                  </a:lnTo>
                  <a:lnTo>
                    <a:pt x="51975" y="8285"/>
                  </a:lnTo>
                  <a:lnTo>
                    <a:pt x="46363" y="6557"/>
                  </a:lnTo>
                  <a:lnTo>
                    <a:pt x="40693" y="5028"/>
                  </a:lnTo>
                  <a:lnTo>
                    <a:pt x="34973" y="3699"/>
                  </a:lnTo>
                  <a:lnTo>
                    <a:pt x="29211" y="2571"/>
                  </a:lnTo>
                  <a:lnTo>
                    <a:pt x="23412" y="1647"/>
                  </a:lnTo>
                  <a:lnTo>
                    <a:pt x="17584" y="927"/>
                  </a:lnTo>
                  <a:lnTo>
                    <a:pt x="11735" y="412"/>
                  </a:lnTo>
                  <a:lnTo>
                    <a:pt x="5871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77659" y="1681503"/>
              <a:ext cx="8865" cy="167167"/>
            </a:xfrm>
            <a:custGeom>
              <a:avLst/>
              <a:pathLst>
                <a:path w="8865" h="167167">
                  <a:moveTo>
                    <a:pt x="8865" y="0"/>
                  </a:moveTo>
                  <a:lnTo>
                    <a:pt x="0" y="235"/>
                  </a:lnTo>
                  <a:lnTo>
                    <a:pt x="886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77659" y="1681738"/>
              <a:ext cx="8865" cy="166932"/>
            </a:xfrm>
            <a:custGeom>
              <a:avLst/>
              <a:pathLst>
                <a:path w="8865" h="166932">
                  <a:moveTo>
                    <a:pt x="0" y="0"/>
                  </a:moveTo>
                  <a:lnTo>
                    <a:pt x="8865" y="1669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77659" y="1681738"/>
              <a:ext cx="8865" cy="166932"/>
            </a:xfrm>
            <a:custGeom>
              <a:avLst/>
              <a:pathLst>
                <a:path w="8865" h="166932">
                  <a:moveTo>
                    <a:pt x="0" y="0"/>
                  </a:moveTo>
                  <a:lnTo>
                    <a:pt x="8865" y="1669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77659" y="1681738"/>
              <a:ext cx="8865" cy="166932"/>
            </a:xfrm>
            <a:custGeom>
              <a:avLst/>
              <a:pathLst>
                <a:path w="8865" h="166932">
                  <a:moveTo>
                    <a:pt x="0" y="0"/>
                  </a:moveTo>
                  <a:lnTo>
                    <a:pt x="8865" y="1669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77659" y="1681738"/>
              <a:ext cx="8865" cy="166932"/>
            </a:xfrm>
            <a:custGeom>
              <a:avLst/>
              <a:pathLst>
                <a:path w="8865" h="166932">
                  <a:moveTo>
                    <a:pt x="0" y="0"/>
                  </a:moveTo>
                  <a:lnTo>
                    <a:pt x="8865" y="1669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77659" y="1681738"/>
              <a:ext cx="8865" cy="166932"/>
            </a:xfrm>
            <a:custGeom>
              <a:avLst/>
              <a:pathLst>
                <a:path w="8865" h="166932">
                  <a:moveTo>
                    <a:pt x="0" y="0"/>
                  </a:moveTo>
                  <a:lnTo>
                    <a:pt x="8865" y="1669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77659" y="1681738"/>
              <a:ext cx="8865" cy="166932"/>
            </a:xfrm>
            <a:custGeom>
              <a:avLst/>
              <a:pathLst>
                <a:path w="8865" h="166932">
                  <a:moveTo>
                    <a:pt x="0" y="0"/>
                  </a:moveTo>
                  <a:lnTo>
                    <a:pt x="8865" y="1669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77659" y="1681738"/>
              <a:ext cx="8865" cy="166932"/>
            </a:xfrm>
            <a:custGeom>
              <a:avLst/>
              <a:pathLst>
                <a:path w="8865" h="166932">
                  <a:moveTo>
                    <a:pt x="0" y="0"/>
                  </a:moveTo>
                  <a:lnTo>
                    <a:pt x="8865" y="1669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77659" y="1681738"/>
              <a:ext cx="8865" cy="166932"/>
            </a:xfrm>
            <a:custGeom>
              <a:avLst/>
              <a:pathLst>
                <a:path w="8865" h="166932">
                  <a:moveTo>
                    <a:pt x="0" y="0"/>
                  </a:moveTo>
                  <a:lnTo>
                    <a:pt x="8865" y="1669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77659" y="1681738"/>
              <a:ext cx="8865" cy="166932"/>
            </a:xfrm>
            <a:custGeom>
              <a:avLst/>
              <a:pathLst>
                <a:path w="8865" h="166932">
                  <a:moveTo>
                    <a:pt x="0" y="0"/>
                  </a:moveTo>
                  <a:lnTo>
                    <a:pt x="8865" y="1669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7659" y="1681738"/>
              <a:ext cx="8865" cy="166932"/>
            </a:xfrm>
            <a:custGeom>
              <a:avLst/>
              <a:pathLst>
                <a:path w="8865" h="166932">
                  <a:moveTo>
                    <a:pt x="0" y="0"/>
                  </a:moveTo>
                  <a:lnTo>
                    <a:pt x="8865" y="1669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7659" y="1681738"/>
              <a:ext cx="8865" cy="166932"/>
            </a:xfrm>
            <a:custGeom>
              <a:avLst/>
              <a:pathLst>
                <a:path w="8865" h="166932">
                  <a:moveTo>
                    <a:pt x="0" y="0"/>
                  </a:moveTo>
                  <a:lnTo>
                    <a:pt x="8865" y="1669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7659" y="1681738"/>
              <a:ext cx="8865" cy="166932"/>
            </a:xfrm>
            <a:custGeom>
              <a:avLst/>
              <a:pathLst>
                <a:path w="8865" h="166932">
                  <a:moveTo>
                    <a:pt x="0" y="0"/>
                  </a:moveTo>
                  <a:lnTo>
                    <a:pt x="8865" y="1669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7659" y="1681738"/>
              <a:ext cx="8865" cy="166932"/>
            </a:xfrm>
            <a:custGeom>
              <a:avLst/>
              <a:pathLst>
                <a:path w="8865" h="166932">
                  <a:moveTo>
                    <a:pt x="0" y="0"/>
                  </a:moveTo>
                  <a:lnTo>
                    <a:pt x="8865" y="1669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7659" y="1681738"/>
              <a:ext cx="8865" cy="166932"/>
            </a:xfrm>
            <a:custGeom>
              <a:avLst/>
              <a:pathLst>
                <a:path w="8865" h="166932">
                  <a:moveTo>
                    <a:pt x="0" y="0"/>
                  </a:moveTo>
                  <a:lnTo>
                    <a:pt x="8865" y="1669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7659" y="1681738"/>
              <a:ext cx="8865" cy="166932"/>
            </a:xfrm>
            <a:custGeom>
              <a:avLst/>
              <a:pathLst>
                <a:path w="8865" h="166932">
                  <a:moveTo>
                    <a:pt x="0" y="0"/>
                  </a:moveTo>
                  <a:lnTo>
                    <a:pt x="8865" y="1669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2949596" y="1681738"/>
              <a:ext cx="136928" cy="166932"/>
            </a:xfrm>
            <a:custGeom>
              <a:avLst/>
              <a:pathLst>
                <a:path w="136928" h="166932">
                  <a:moveTo>
                    <a:pt x="128063" y="0"/>
                  </a:moveTo>
                  <a:lnTo>
                    <a:pt x="122463" y="391"/>
                  </a:lnTo>
                  <a:lnTo>
                    <a:pt x="116879" y="971"/>
                  </a:lnTo>
                  <a:lnTo>
                    <a:pt x="111317" y="1738"/>
                  </a:lnTo>
                  <a:lnTo>
                    <a:pt x="105785" y="2691"/>
                  </a:lnTo>
                  <a:lnTo>
                    <a:pt x="100287" y="3829"/>
                  </a:lnTo>
                  <a:lnTo>
                    <a:pt x="94831" y="5152"/>
                  </a:lnTo>
                  <a:lnTo>
                    <a:pt x="89422" y="6657"/>
                  </a:lnTo>
                  <a:lnTo>
                    <a:pt x="84067" y="8342"/>
                  </a:lnTo>
                  <a:lnTo>
                    <a:pt x="78772" y="10207"/>
                  </a:lnTo>
                  <a:lnTo>
                    <a:pt x="73542" y="12248"/>
                  </a:lnTo>
                  <a:lnTo>
                    <a:pt x="68383" y="14464"/>
                  </a:lnTo>
                  <a:lnTo>
                    <a:pt x="63302" y="16851"/>
                  </a:lnTo>
                  <a:lnTo>
                    <a:pt x="58304" y="19408"/>
                  </a:lnTo>
                  <a:lnTo>
                    <a:pt x="53395" y="22131"/>
                  </a:lnTo>
                  <a:lnTo>
                    <a:pt x="48580" y="25018"/>
                  </a:lnTo>
                  <a:lnTo>
                    <a:pt x="43864" y="28065"/>
                  </a:lnTo>
                  <a:lnTo>
                    <a:pt x="39254" y="31268"/>
                  </a:lnTo>
                  <a:lnTo>
                    <a:pt x="34753" y="34624"/>
                  </a:lnTo>
                  <a:lnTo>
                    <a:pt x="30368" y="38130"/>
                  </a:lnTo>
                  <a:lnTo>
                    <a:pt x="26103" y="41781"/>
                  </a:lnTo>
                  <a:lnTo>
                    <a:pt x="21963" y="45573"/>
                  </a:lnTo>
                  <a:lnTo>
                    <a:pt x="17953" y="49502"/>
                  </a:lnTo>
                  <a:lnTo>
                    <a:pt x="14077" y="53563"/>
                  </a:lnTo>
                  <a:lnTo>
                    <a:pt x="10339" y="57752"/>
                  </a:lnTo>
                  <a:lnTo>
                    <a:pt x="6745" y="62064"/>
                  </a:lnTo>
                  <a:lnTo>
                    <a:pt x="3297" y="66495"/>
                  </a:lnTo>
                  <a:lnTo>
                    <a:pt x="0" y="71039"/>
                  </a:lnTo>
                  <a:lnTo>
                    <a:pt x="136928" y="1669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2919364" y="1681503"/>
              <a:ext cx="334312" cy="334333"/>
            </a:xfrm>
            <a:custGeom>
              <a:avLst/>
              <a:pathLst>
                <a:path w="334312" h="334333">
                  <a:moveTo>
                    <a:pt x="30232" y="71274"/>
                  </a:moveTo>
                  <a:lnTo>
                    <a:pt x="27262" y="75660"/>
                  </a:lnTo>
                  <a:lnTo>
                    <a:pt x="24433" y="80138"/>
                  </a:lnTo>
                  <a:lnTo>
                    <a:pt x="21748" y="84704"/>
                  </a:lnTo>
                  <a:lnTo>
                    <a:pt x="19208" y="89352"/>
                  </a:lnTo>
                  <a:lnTo>
                    <a:pt x="16817" y="94078"/>
                  </a:lnTo>
                  <a:lnTo>
                    <a:pt x="14577" y="98878"/>
                  </a:lnTo>
                  <a:lnTo>
                    <a:pt x="12490" y="103746"/>
                  </a:lnTo>
                  <a:lnTo>
                    <a:pt x="10559" y="108678"/>
                  </a:lnTo>
                  <a:lnTo>
                    <a:pt x="8784" y="113669"/>
                  </a:lnTo>
                  <a:lnTo>
                    <a:pt x="7169" y="118713"/>
                  </a:lnTo>
                  <a:lnTo>
                    <a:pt x="5714" y="123806"/>
                  </a:lnTo>
                  <a:lnTo>
                    <a:pt x="4422" y="128943"/>
                  </a:lnTo>
                  <a:lnTo>
                    <a:pt x="3292" y="134118"/>
                  </a:lnTo>
                  <a:lnTo>
                    <a:pt x="2328" y="139326"/>
                  </a:lnTo>
                  <a:lnTo>
                    <a:pt x="1528" y="144562"/>
                  </a:lnTo>
                  <a:lnTo>
                    <a:pt x="895" y="149821"/>
                  </a:lnTo>
                  <a:lnTo>
                    <a:pt x="429" y="155097"/>
                  </a:lnTo>
                  <a:lnTo>
                    <a:pt x="131" y="160385"/>
                  </a:lnTo>
                  <a:lnTo>
                    <a:pt x="0" y="165680"/>
                  </a:lnTo>
                  <a:lnTo>
                    <a:pt x="36" y="170977"/>
                  </a:lnTo>
                  <a:lnTo>
                    <a:pt x="241" y="176270"/>
                  </a:lnTo>
                  <a:lnTo>
                    <a:pt x="613" y="181553"/>
                  </a:lnTo>
                  <a:lnTo>
                    <a:pt x="1152" y="186822"/>
                  </a:lnTo>
                  <a:lnTo>
                    <a:pt x="1859" y="192072"/>
                  </a:lnTo>
                  <a:lnTo>
                    <a:pt x="2730" y="197296"/>
                  </a:lnTo>
                  <a:lnTo>
                    <a:pt x="3768" y="202491"/>
                  </a:lnTo>
                  <a:lnTo>
                    <a:pt x="4969" y="207649"/>
                  </a:lnTo>
                  <a:lnTo>
                    <a:pt x="6333" y="212767"/>
                  </a:lnTo>
                  <a:lnTo>
                    <a:pt x="7858" y="217840"/>
                  </a:lnTo>
                  <a:lnTo>
                    <a:pt x="9543" y="222861"/>
                  </a:lnTo>
                  <a:lnTo>
                    <a:pt x="11387" y="227827"/>
                  </a:lnTo>
                  <a:lnTo>
                    <a:pt x="13387" y="232731"/>
                  </a:lnTo>
                  <a:lnTo>
                    <a:pt x="15541" y="237570"/>
                  </a:lnTo>
                  <a:lnTo>
                    <a:pt x="17848" y="242338"/>
                  </a:lnTo>
                  <a:lnTo>
                    <a:pt x="20304" y="247031"/>
                  </a:lnTo>
                  <a:lnTo>
                    <a:pt x="22908" y="251643"/>
                  </a:lnTo>
                  <a:lnTo>
                    <a:pt x="25657" y="256171"/>
                  </a:lnTo>
                  <a:lnTo>
                    <a:pt x="28548" y="260609"/>
                  </a:lnTo>
                  <a:lnTo>
                    <a:pt x="31578" y="264954"/>
                  </a:lnTo>
                  <a:lnTo>
                    <a:pt x="34744" y="269200"/>
                  </a:lnTo>
                  <a:lnTo>
                    <a:pt x="38043" y="273344"/>
                  </a:lnTo>
                  <a:lnTo>
                    <a:pt x="41471" y="277381"/>
                  </a:lnTo>
                  <a:lnTo>
                    <a:pt x="45026" y="281308"/>
                  </a:lnTo>
                  <a:lnTo>
                    <a:pt x="48704" y="285120"/>
                  </a:lnTo>
                  <a:lnTo>
                    <a:pt x="52500" y="288814"/>
                  </a:lnTo>
                  <a:lnTo>
                    <a:pt x="56411" y="292385"/>
                  </a:lnTo>
                  <a:lnTo>
                    <a:pt x="60434" y="295831"/>
                  </a:lnTo>
                  <a:lnTo>
                    <a:pt x="64564" y="299148"/>
                  </a:lnTo>
                  <a:lnTo>
                    <a:pt x="68797" y="302332"/>
                  </a:lnTo>
                  <a:lnTo>
                    <a:pt x="73128" y="305380"/>
                  </a:lnTo>
                  <a:lnTo>
                    <a:pt x="77554" y="308290"/>
                  </a:lnTo>
                  <a:lnTo>
                    <a:pt x="82070" y="311058"/>
                  </a:lnTo>
                  <a:lnTo>
                    <a:pt x="86671" y="313681"/>
                  </a:lnTo>
                  <a:lnTo>
                    <a:pt x="91354" y="316158"/>
                  </a:lnTo>
                  <a:lnTo>
                    <a:pt x="96112" y="318485"/>
                  </a:lnTo>
                  <a:lnTo>
                    <a:pt x="100941" y="320660"/>
                  </a:lnTo>
                  <a:lnTo>
                    <a:pt x="105838" y="322681"/>
                  </a:lnTo>
                  <a:lnTo>
                    <a:pt x="110795" y="324545"/>
                  </a:lnTo>
                  <a:lnTo>
                    <a:pt x="115809" y="326252"/>
                  </a:lnTo>
                  <a:lnTo>
                    <a:pt x="120875" y="327799"/>
                  </a:lnTo>
                  <a:lnTo>
                    <a:pt x="125987" y="329185"/>
                  </a:lnTo>
                  <a:lnTo>
                    <a:pt x="131141" y="330408"/>
                  </a:lnTo>
                  <a:lnTo>
                    <a:pt x="136331" y="331467"/>
                  </a:lnTo>
                  <a:lnTo>
                    <a:pt x="141551" y="332361"/>
                  </a:lnTo>
                  <a:lnTo>
                    <a:pt x="146798" y="333090"/>
                  </a:lnTo>
                  <a:lnTo>
                    <a:pt x="152065" y="333651"/>
                  </a:lnTo>
                  <a:lnTo>
                    <a:pt x="157347" y="334046"/>
                  </a:lnTo>
                  <a:lnTo>
                    <a:pt x="162638" y="334273"/>
                  </a:lnTo>
                  <a:lnTo>
                    <a:pt x="167935" y="334333"/>
                  </a:lnTo>
                  <a:lnTo>
                    <a:pt x="173230" y="334224"/>
                  </a:lnTo>
                  <a:lnTo>
                    <a:pt x="178520" y="333948"/>
                  </a:lnTo>
                  <a:lnTo>
                    <a:pt x="183798" y="333504"/>
                  </a:lnTo>
                  <a:lnTo>
                    <a:pt x="189060" y="332894"/>
                  </a:lnTo>
                  <a:lnTo>
                    <a:pt x="194299" y="332117"/>
                  </a:lnTo>
                  <a:lnTo>
                    <a:pt x="199511" y="331174"/>
                  </a:lnTo>
                  <a:lnTo>
                    <a:pt x="204691" y="330067"/>
                  </a:lnTo>
                  <a:lnTo>
                    <a:pt x="209833" y="328796"/>
                  </a:lnTo>
                  <a:lnTo>
                    <a:pt x="214932" y="327363"/>
                  </a:lnTo>
                  <a:lnTo>
                    <a:pt x="219983" y="325769"/>
                  </a:lnTo>
                  <a:lnTo>
                    <a:pt x="224981" y="324016"/>
                  </a:lnTo>
                  <a:lnTo>
                    <a:pt x="229922" y="322106"/>
                  </a:lnTo>
                  <a:lnTo>
                    <a:pt x="234799" y="320039"/>
                  </a:lnTo>
                  <a:lnTo>
                    <a:pt x="239608" y="317820"/>
                  </a:lnTo>
                  <a:lnTo>
                    <a:pt x="244344" y="315449"/>
                  </a:lnTo>
                  <a:lnTo>
                    <a:pt x="249003" y="312929"/>
                  </a:lnTo>
                  <a:lnTo>
                    <a:pt x="253580" y="310263"/>
                  </a:lnTo>
                  <a:lnTo>
                    <a:pt x="258070" y="307454"/>
                  </a:lnTo>
                  <a:lnTo>
                    <a:pt x="262469" y="304503"/>
                  </a:lnTo>
                  <a:lnTo>
                    <a:pt x="266772" y="301415"/>
                  </a:lnTo>
                  <a:lnTo>
                    <a:pt x="270975" y="298191"/>
                  </a:lnTo>
                  <a:lnTo>
                    <a:pt x="275074" y="294837"/>
                  </a:lnTo>
                  <a:lnTo>
                    <a:pt x="279065" y="291354"/>
                  </a:lnTo>
                  <a:lnTo>
                    <a:pt x="282943" y="287746"/>
                  </a:lnTo>
                  <a:lnTo>
                    <a:pt x="286705" y="284017"/>
                  </a:lnTo>
                  <a:lnTo>
                    <a:pt x="290347" y="280171"/>
                  </a:lnTo>
                  <a:lnTo>
                    <a:pt x="293865" y="276212"/>
                  </a:lnTo>
                  <a:lnTo>
                    <a:pt x="297256" y="272143"/>
                  </a:lnTo>
                  <a:lnTo>
                    <a:pt x="300517" y="267969"/>
                  </a:lnTo>
                  <a:lnTo>
                    <a:pt x="303643" y="263693"/>
                  </a:lnTo>
                  <a:lnTo>
                    <a:pt x="306633" y="259321"/>
                  </a:lnTo>
                  <a:lnTo>
                    <a:pt x="309482" y="254856"/>
                  </a:lnTo>
                  <a:lnTo>
                    <a:pt x="312189" y="250303"/>
                  </a:lnTo>
                  <a:lnTo>
                    <a:pt x="314750" y="245667"/>
                  </a:lnTo>
                  <a:lnTo>
                    <a:pt x="317163" y="240951"/>
                  </a:lnTo>
                  <a:lnTo>
                    <a:pt x="319425" y="236162"/>
                  </a:lnTo>
                  <a:lnTo>
                    <a:pt x="321535" y="231304"/>
                  </a:lnTo>
                  <a:lnTo>
                    <a:pt x="323489" y="226381"/>
                  </a:lnTo>
                  <a:lnTo>
                    <a:pt x="325287" y="221398"/>
                  </a:lnTo>
                  <a:lnTo>
                    <a:pt x="326925" y="216361"/>
                  </a:lnTo>
                  <a:lnTo>
                    <a:pt x="328404" y="211275"/>
                  </a:lnTo>
                  <a:lnTo>
                    <a:pt x="329720" y="206145"/>
                  </a:lnTo>
                  <a:lnTo>
                    <a:pt x="330873" y="200975"/>
                  </a:lnTo>
                  <a:lnTo>
                    <a:pt x="331862" y="195771"/>
                  </a:lnTo>
                  <a:lnTo>
                    <a:pt x="332686" y="190539"/>
                  </a:lnTo>
                  <a:lnTo>
                    <a:pt x="333343" y="185283"/>
                  </a:lnTo>
                  <a:lnTo>
                    <a:pt x="333834" y="180009"/>
                  </a:lnTo>
                  <a:lnTo>
                    <a:pt x="334157" y="174723"/>
                  </a:lnTo>
                  <a:lnTo>
                    <a:pt x="334312" y="169428"/>
                  </a:lnTo>
                  <a:lnTo>
                    <a:pt x="334300" y="164131"/>
                  </a:lnTo>
                  <a:lnTo>
                    <a:pt x="334120" y="158838"/>
                  </a:lnTo>
                  <a:lnTo>
                    <a:pt x="333772" y="153552"/>
                  </a:lnTo>
                  <a:lnTo>
                    <a:pt x="333257" y="148281"/>
                  </a:lnTo>
                  <a:lnTo>
                    <a:pt x="332576" y="143028"/>
                  </a:lnTo>
                  <a:lnTo>
                    <a:pt x="331728" y="137800"/>
                  </a:lnTo>
                  <a:lnTo>
                    <a:pt x="330715" y="132601"/>
                  </a:lnTo>
                  <a:lnTo>
                    <a:pt x="329538" y="127436"/>
                  </a:lnTo>
                  <a:lnTo>
                    <a:pt x="328198" y="122312"/>
                  </a:lnTo>
                  <a:lnTo>
                    <a:pt x="326696" y="117233"/>
                  </a:lnTo>
                  <a:lnTo>
                    <a:pt x="325034" y="112204"/>
                  </a:lnTo>
                  <a:lnTo>
                    <a:pt x="323213" y="107230"/>
                  </a:lnTo>
                  <a:lnTo>
                    <a:pt x="321236" y="102316"/>
                  </a:lnTo>
                  <a:lnTo>
                    <a:pt x="319104" y="97467"/>
                  </a:lnTo>
                  <a:lnTo>
                    <a:pt x="316820" y="92688"/>
                  </a:lnTo>
                  <a:lnTo>
                    <a:pt x="314385" y="87984"/>
                  </a:lnTo>
                  <a:lnTo>
                    <a:pt x="311802" y="83360"/>
                  </a:lnTo>
                  <a:lnTo>
                    <a:pt x="309075" y="78819"/>
                  </a:lnTo>
                  <a:lnTo>
                    <a:pt x="306204" y="74368"/>
                  </a:lnTo>
                  <a:lnTo>
                    <a:pt x="303195" y="70009"/>
                  </a:lnTo>
                  <a:lnTo>
                    <a:pt x="300048" y="65748"/>
                  </a:lnTo>
                  <a:lnTo>
                    <a:pt x="296769" y="61589"/>
                  </a:lnTo>
                  <a:lnTo>
                    <a:pt x="293359" y="57536"/>
                  </a:lnTo>
                  <a:lnTo>
                    <a:pt x="289822" y="53593"/>
                  </a:lnTo>
                  <a:lnTo>
                    <a:pt x="286162" y="49764"/>
                  </a:lnTo>
                  <a:lnTo>
                    <a:pt x="282383" y="46053"/>
                  </a:lnTo>
                  <a:lnTo>
                    <a:pt x="278488" y="42463"/>
                  </a:lnTo>
                  <a:lnTo>
                    <a:pt x="274482" y="38999"/>
                  </a:lnTo>
                  <a:lnTo>
                    <a:pt x="270367" y="35663"/>
                  </a:lnTo>
                  <a:lnTo>
                    <a:pt x="266149" y="32459"/>
                  </a:lnTo>
                  <a:lnTo>
                    <a:pt x="261832" y="29391"/>
                  </a:lnTo>
                  <a:lnTo>
                    <a:pt x="257419" y="26461"/>
                  </a:lnTo>
                  <a:lnTo>
                    <a:pt x="252916" y="23672"/>
                  </a:lnTo>
                  <a:lnTo>
                    <a:pt x="248327" y="21027"/>
                  </a:lnTo>
                  <a:lnTo>
                    <a:pt x="243657" y="18529"/>
                  </a:lnTo>
                  <a:lnTo>
                    <a:pt x="238909" y="16180"/>
                  </a:lnTo>
                  <a:lnTo>
                    <a:pt x="234090" y="13983"/>
                  </a:lnTo>
                  <a:lnTo>
                    <a:pt x="229203" y="11939"/>
                  </a:lnTo>
                  <a:lnTo>
                    <a:pt x="224254" y="10052"/>
                  </a:lnTo>
                  <a:lnTo>
                    <a:pt x="219248" y="8322"/>
                  </a:lnTo>
                  <a:lnTo>
                    <a:pt x="214189" y="6751"/>
                  </a:lnTo>
                  <a:lnTo>
                    <a:pt x="209084" y="5342"/>
                  </a:lnTo>
                  <a:lnTo>
                    <a:pt x="203936" y="4095"/>
                  </a:lnTo>
                  <a:lnTo>
                    <a:pt x="198751" y="3012"/>
                  </a:lnTo>
                  <a:lnTo>
                    <a:pt x="193534" y="2093"/>
                  </a:lnTo>
                  <a:lnTo>
                    <a:pt x="188291" y="1340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58517" y="2126963"/>
              <a:ext cx="22770" cy="167167"/>
            </a:xfrm>
            <a:custGeom>
              <a:avLst/>
              <a:pathLst>
                <a:path w="22770" h="167167">
                  <a:moveTo>
                    <a:pt x="22770" y="0"/>
                  </a:moveTo>
                  <a:lnTo>
                    <a:pt x="15159" y="173"/>
                  </a:lnTo>
                  <a:lnTo>
                    <a:pt x="7563" y="693"/>
                  </a:lnTo>
                  <a:lnTo>
                    <a:pt x="0" y="1558"/>
                  </a:lnTo>
                  <a:lnTo>
                    <a:pt x="2277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58517" y="2128521"/>
              <a:ext cx="22770" cy="165609"/>
            </a:xfrm>
            <a:custGeom>
              <a:avLst/>
              <a:pathLst>
                <a:path w="22770" h="165609">
                  <a:moveTo>
                    <a:pt x="0" y="0"/>
                  </a:moveTo>
                  <a:lnTo>
                    <a:pt x="22770" y="165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58517" y="2128521"/>
              <a:ext cx="22770" cy="165609"/>
            </a:xfrm>
            <a:custGeom>
              <a:avLst/>
              <a:pathLst>
                <a:path w="22770" h="165609">
                  <a:moveTo>
                    <a:pt x="0" y="0"/>
                  </a:moveTo>
                  <a:lnTo>
                    <a:pt x="22770" y="165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58517" y="2128521"/>
              <a:ext cx="22770" cy="165609"/>
            </a:xfrm>
            <a:custGeom>
              <a:avLst/>
              <a:pathLst>
                <a:path w="22770" h="165609">
                  <a:moveTo>
                    <a:pt x="0" y="0"/>
                  </a:moveTo>
                  <a:lnTo>
                    <a:pt x="22770" y="165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58517" y="2128521"/>
              <a:ext cx="22770" cy="165609"/>
            </a:xfrm>
            <a:custGeom>
              <a:avLst/>
              <a:pathLst>
                <a:path w="22770" h="165609">
                  <a:moveTo>
                    <a:pt x="0" y="0"/>
                  </a:moveTo>
                  <a:lnTo>
                    <a:pt x="22770" y="1656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58517" y="2128521"/>
              <a:ext cx="22770" cy="165609"/>
            </a:xfrm>
            <a:custGeom>
              <a:avLst/>
              <a:pathLst>
                <a:path w="22770" h="165609">
                  <a:moveTo>
                    <a:pt x="0" y="0"/>
                  </a:moveTo>
                  <a:lnTo>
                    <a:pt x="22770" y="1656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58517" y="2128521"/>
              <a:ext cx="22770" cy="165609"/>
            </a:xfrm>
            <a:custGeom>
              <a:avLst/>
              <a:pathLst>
                <a:path w="22770" h="165609">
                  <a:moveTo>
                    <a:pt x="0" y="0"/>
                  </a:moveTo>
                  <a:lnTo>
                    <a:pt x="22770" y="1656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58517" y="2128521"/>
              <a:ext cx="22770" cy="165609"/>
            </a:xfrm>
            <a:custGeom>
              <a:avLst/>
              <a:pathLst>
                <a:path w="22770" h="165609">
                  <a:moveTo>
                    <a:pt x="0" y="0"/>
                  </a:moveTo>
                  <a:lnTo>
                    <a:pt x="22770" y="1656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58517" y="2128521"/>
              <a:ext cx="22770" cy="165609"/>
            </a:xfrm>
            <a:custGeom>
              <a:avLst/>
              <a:pathLst>
                <a:path w="22770" h="165609">
                  <a:moveTo>
                    <a:pt x="0" y="0"/>
                  </a:moveTo>
                  <a:lnTo>
                    <a:pt x="22770" y="1656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58517" y="2128521"/>
              <a:ext cx="22770" cy="165609"/>
            </a:xfrm>
            <a:custGeom>
              <a:avLst/>
              <a:pathLst>
                <a:path w="22770" h="165609">
                  <a:moveTo>
                    <a:pt x="0" y="0"/>
                  </a:moveTo>
                  <a:lnTo>
                    <a:pt x="22770" y="165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8517" y="2128521"/>
              <a:ext cx="22770" cy="165609"/>
            </a:xfrm>
            <a:custGeom>
              <a:avLst/>
              <a:pathLst>
                <a:path w="22770" h="165609">
                  <a:moveTo>
                    <a:pt x="0" y="0"/>
                  </a:moveTo>
                  <a:lnTo>
                    <a:pt x="22770" y="165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8517" y="2128521"/>
              <a:ext cx="22770" cy="165609"/>
            </a:xfrm>
            <a:custGeom>
              <a:avLst/>
              <a:pathLst>
                <a:path w="22770" h="165609">
                  <a:moveTo>
                    <a:pt x="0" y="0"/>
                  </a:moveTo>
                  <a:lnTo>
                    <a:pt x="22770" y="165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8517" y="2128521"/>
              <a:ext cx="22770" cy="165609"/>
            </a:xfrm>
            <a:custGeom>
              <a:avLst/>
              <a:pathLst>
                <a:path w="22770" h="165609">
                  <a:moveTo>
                    <a:pt x="0" y="0"/>
                  </a:moveTo>
                  <a:lnTo>
                    <a:pt x="22770" y="1656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8517" y="2128521"/>
              <a:ext cx="22770" cy="165609"/>
            </a:xfrm>
            <a:custGeom>
              <a:avLst/>
              <a:pathLst>
                <a:path w="22770" h="165609">
                  <a:moveTo>
                    <a:pt x="0" y="0"/>
                  </a:moveTo>
                  <a:lnTo>
                    <a:pt x="22770" y="1656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8517" y="2128521"/>
              <a:ext cx="22770" cy="165609"/>
            </a:xfrm>
            <a:custGeom>
              <a:avLst/>
              <a:pathLst>
                <a:path w="22770" h="165609">
                  <a:moveTo>
                    <a:pt x="0" y="0"/>
                  </a:moveTo>
                  <a:lnTo>
                    <a:pt x="22770" y="1656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614126" y="2127736"/>
              <a:ext cx="334311" cy="333560"/>
            </a:xfrm>
            <a:custGeom>
              <a:avLst/>
              <a:pathLst>
                <a:path w="334311" h="333560">
                  <a:moveTo>
                    <a:pt x="144390" y="785"/>
                  </a:moveTo>
                  <a:lnTo>
                    <a:pt x="139156" y="1589"/>
                  </a:lnTo>
                  <a:lnTo>
                    <a:pt x="133951" y="2559"/>
                  </a:lnTo>
                  <a:lnTo>
                    <a:pt x="128778" y="3693"/>
                  </a:lnTo>
                  <a:lnTo>
                    <a:pt x="123645" y="4990"/>
                  </a:lnTo>
                  <a:lnTo>
                    <a:pt x="118554" y="6449"/>
                  </a:lnTo>
                  <a:lnTo>
                    <a:pt x="113513" y="8069"/>
                  </a:lnTo>
                  <a:lnTo>
                    <a:pt x="108525" y="9848"/>
                  </a:lnTo>
                  <a:lnTo>
                    <a:pt x="103597" y="11783"/>
                  </a:lnTo>
                  <a:lnTo>
                    <a:pt x="98732" y="13874"/>
                  </a:lnTo>
                  <a:lnTo>
                    <a:pt x="93935" y="16118"/>
                  </a:lnTo>
                  <a:lnTo>
                    <a:pt x="89213" y="18512"/>
                  </a:lnTo>
                  <a:lnTo>
                    <a:pt x="84568" y="21055"/>
                  </a:lnTo>
                  <a:lnTo>
                    <a:pt x="80006" y="23744"/>
                  </a:lnTo>
                  <a:lnTo>
                    <a:pt x="75532" y="26576"/>
                  </a:lnTo>
                  <a:lnTo>
                    <a:pt x="71150" y="29548"/>
                  </a:lnTo>
                  <a:lnTo>
                    <a:pt x="66864" y="32658"/>
                  </a:lnTo>
                  <a:lnTo>
                    <a:pt x="62678" y="35902"/>
                  </a:lnTo>
                  <a:lnTo>
                    <a:pt x="58598" y="39276"/>
                  </a:lnTo>
                  <a:lnTo>
                    <a:pt x="54626" y="42778"/>
                  </a:lnTo>
                  <a:lnTo>
                    <a:pt x="50767" y="46405"/>
                  </a:lnTo>
                  <a:lnTo>
                    <a:pt x="47025" y="50151"/>
                  </a:lnTo>
                  <a:lnTo>
                    <a:pt x="43404" y="54014"/>
                  </a:lnTo>
                  <a:lnTo>
                    <a:pt x="39907" y="57990"/>
                  </a:lnTo>
                  <a:lnTo>
                    <a:pt x="36537" y="62075"/>
                  </a:lnTo>
                  <a:lnTo>
                    <a:pt x="33299" y="66265"/>
                  </a:lnTo>
                  <a:lnTo>
                    <a:pt x="30195" y="70555"/>
                  </a:lnTo>
                  <a:lnTo>
                    <a:pt x="27228" y="74941"/>
                  </a:lnTo>
                  <a:lnTo>
                    <a:pt x="24402" y="79418"/>
                  </a:lnTo>
                  <a:lnTo>
                    <a:pt x="21719" y="83984"/>
                  </a:lnTo>
                  <a:lnTo>
                    <a:pt x="19181" y="88631"/>
                  </a:lnTo>
                  <a:lnTo>
                    <a:pt x="16793" y="93357"/>
                  </a:lnTo>
                  <a:lnTo>
                    <a:pt x="14555" y="98156"/>
                  </a:lnTo>
                  <a:lnTo>
                    <a:pt x="12470" y="103024"/>
                  </a:lnTo>
                  <a:lnTo>
                    <a:pt x="10541" y="107955"/>
                  </a:lnTo>
                  <a:lnTo>
                    <a:pt x="8768" y="112945"/>
                  </a:lnTo>
                  <a:lnTo>
                    <a:pt x="7155" y="117988"/>
                  </a:lnTo>
                  <a:lnTo>
                    <a:pt x="5702" y="123080"/>
                  </a:lnTo>
                  <a:lnTo>
                    <a:pt x="4411" y="128216"/>
                  </a:lnTo>
                  <a:lnTo>
                    <a:pt x="3284" y="133389"/>
                  </a:lnTo>
                  <a:lnTo>
                    <a:pt x="2321" y="138596"/>
                  </a:lnTo>
                  <a:lnTo>
                    <a:pt x="1523" y="143831"/>
                  </a:lnTo>
                  <a:lnTo>
                    <a:pt x="891" y="149088"/>
                  </a:lnTo>
                  <a:lnTo>
                    <a:pt x="427" y="154363"/>
                  </a:lnTo>
                  <a:lnTo>
                    <a:pt x="129" y="159650"/>
                  </a:lnTo>
                  <a:lnTo>
                    <a:pt x="0" y="164944"/>
                  </a:lnTo>
                  <a:lnTo>
                    <a:pt x="37" y="170239"/>
                  </a:lnTo>
                  <a:lnTo>
                    <a:pt x="243" y="175530"/>
                  </a:lnTo>
                  <a:lnTo>
                    <a:pt x="616" y="180812"/>
                  </a:lnTo>
                  <a:lnTo>
                    <a:pt x="1156" y="186079"/>
                  </a:lnTo>
                  <a:lnTo>
                    <a:pt x="1863" y="191327"/>
                  </a:lnTo>
                  <a:lnTo>
                    <a:pt x="2736" y="196550"/>
                  </a:lnTo>
                  <a:lnTo>
                    <a:pt x="3773" y="201743"/>
                  </a:lnTo>
                  <a:lnTo>
                    <a:pt x="4975" y="206900"/>
                  </a:lnTo>
                  <a:lnTo>
                    <a:pt x="6339" y="212016"/>
                  </a:lnTo>
                  <a:lnTo>
                    <a:pt x="7865" y="217087"/>
                  </a:lnTo>
                  <a:lnTo>
                    <a:pt x="9550" y="222107"/>
                  </a:lnTo>
                  <a:lnTo>
                    <a:pt x="11394" y="227070"/>
                  </a:lnTo>
                  <a:lnTo>
                    <a:pt x="13394" y="231973"/>
                  </a:lnTo>
                  <a:lnTo>
                    <a:pt x="15548" y="236811"/>
                  </a:lnTo>
                  <a:lnTo>
                    <a:pt x="17854" y="241577"/>
                  </a:lnTo>
                  <a:lnTo>
                    <a:pt x="20310" y="246268"/>
                  </a:lnTo>
                  <a:lnTo>
                    <a:pt x="22914" y="250879"/>
                  </a:lnTo>
                  <a:lnTo>
                    <a:pt x="25662" y="255406"/>
                  </a:lnTo>
                  <a:lnTo>
                    <a:pt x="28552" y="259842"/>
                  </a:lnTo>
                  <a:lnTo>
                    <a:pt x="31581" y="264186"/>
                  </a:lnTo>
                  <a:lnTo>
                    <a:pt x="34746" y="268431"/>
                  </a:lnTo>
                  <a:lnTo>
                    <a:pt x="38044" y="272573"/>
                  </a:lnTo>
                  <a:lnTo>
                    <a:pt x="41472" y="276609"/>
                  </a:lnTo>
                  <a:lnTo>
                    <a:pt x="45026" y="280535"/>
                  </a:lnTo>
                  <a:lnTo>
                    <a:pt x="48702" y="284346"/>
                  </a:lnTo>
                  <a:lnTo>
                    <a:pt x="52497" y="288039"/>
                  </a:lnTo>
                  <a:lnTo>
                    <a:pt x="56408" y="291609"/>
                  </a:lnTo>
                  <a:lnTo>
                    <a:pt x="60429" y="295054"/>
                  </a:lnTo>
                  <a:lnTo>
                    <a:pt x="64557" y="298370"/>
                  </a:lnTo>
                  <a:lnTo>
                    <a:pt x="68789" y="301553"/>
                  </a:lnTo>
                  <a:lnTo>
                    <a:pt x="73119" y="304601"/>
                  </a:lnTo>
                  <a:lnTo>
                    <a:pt x="77543" y="307510"/>
                  </a:lnTo>
                  <a:lnTo>
                    <a:pt x="82058" y="310278"/>
                  </a:lnTo>
                  <a:lnTo>
                    <a:pt x="86658" y="312901"/>
                  </a:lnTo>
                  <a:lnTo>
                    <a:pt x="91338" y="315377"/>
                  </a:lnTo>
                  <a:lnTo>
                    <a:pt x="96095" y="317704"/>
                  </a:lnTo>
                  <a:lnTo>
                    <a:pt x="100923" y="319879"/>
                  </a:lnTo>
                  <a:lnTo>
                    <a:pt x="105817" y="321900"/>
                  </a:lnTo>
                  <a:lnTo>
                    <a:pt x="110773" y="323765"/>
                  </a:lnTo>
                  <a:lnTo>
                    <a:pt x="115786" y="325472"/>
                  </a:lnTo>
                  <a:lnTo>
                    <a:pt x="120850" y="327019"/>
                  </a:lnTo>
                  <a:lnTo>
                    <a:pt x="125960" y="328405"/>
                  </a:lnTo>
                  <a:lnTo>
                    <a:pt x="131112" y="329629"/>
                  </a:lnTo>
                  <a:lnTo>
                    <a:pt x="136300" y="330689"/>
                  </a:lnTo>
                  <a:lnTo>
                    <a:pt x="141519" y="331584"/>
                  </a:lnTo>
                  <a:lnTo>
                    <a:pt x="146764" y="332313"/>
                  </a:lnTo>
                  <a:lnTo>
                    <a:pt x="152029" y="332876"/>
                  </a:lnTo>
                  <a:lnTo>
                    <a:pt x="157309" y="333271"/>
                  </a:lnTo>
                  <a:lnTo>
                    <a:pt x="162600" y="333500"/>
                  </a:lnTo>
                  <a:lnTo>
                    <a:pt x="167895" y="333560"/>
                  </a:lnTo>
                  <a:lnTo>
                    <a:pt x="173189" y="333453"/>
                  </a:lnTo>
                  <a:lnTo>
                    <a:pt x="178477" y="333178"/>
                  </a:lnTo>
                  <a:lnTo>
                    <a:pt x="183753" y="332736"/>
                  </a:lnTo>
                  <a:lnTo>
                    <a:pt x="189014" y="332127"/>
                  </a:lnTo>
                  <a:lnTo>
                    <a:pt x="194252" y="331352"/>
                  </a:lnTo>
                  <a:lnTo>
                    <a:pt x="199463" y="330411"/>
                  </a:lnTo>
                  <a:lnTo>
                    <a:pt x="204641" y="329306"/>
                  </a:lnTo>
                  <a:lnTo>
                    <a:pt x="209782" y="328037"/>
                  </a:lnTo>
                  <a:lnTo>
                    <a:pt x="214880" y="326606"/>
                  </a:lnTo>
                  <a:lnTo>
                    <a:pt x="219931" y="325014"/>
                  </a:lnTo>
                  <a:lnTo>
                    <a:pt x="224928" y="323263"/>
                  </a:lnTo>
                  <a:lnTo>
                    <a:pt x="229867" y="321355"/>
                  </a:lnTo>
                  <a:lnTo>
                    <a:pt x="234744" y="319291"/>
                  </a:lnTo>
                  <a:lnTo>
                    <a:pt x="239552" y="317074"/>
                  </a:lnTo>
                  <a:lnTo>
                    <a:pt x="244288" y="314706"/>
                  </a:lnTo>
                  <a:lnTo>
                    <a:pt x="248947" y="312189"/>
                  </a:lnTo>
                  <a:lnTo>
                    <a:pt x="253524" y="309525"/>
                  </a:lnTo>
                  <a:lnTo>
                    <a:pt x="258014" y="306718"/>
                  </a:lnTo>
                  <a:lnTo>
                    <a:pt x="262412" y="303770"/>
                  </a:lnTo>
                  <a:lnTo>
                    <a:pt x="266715" y="300684"/>
                  </a:lnTo>
                  <a:lnTo>
                    <a:pt x="270919" y="297464"/>
                  </a:lnTo>
                  <a:lnTo>
                    <a:pt x="275018" y="294112"/>
                  </a:lnTo>
                  <a:lnTo>
                    <a:pt x="279009" y="290632"/>
                  </a:lnTo>
                  <a:lnTo>
                    <a:pt x="282888" y="287027"/>
                  </a:lnTo>
                  <a:lnTo>
                    <a:pt x="286650" y="283301"/>
                  </a:lnTo>
                  <a:lnTo>
                    <a:pt x="290293" y="279458"/>
                  </a:lnTo>
                  <a:lnTo>
                    <a:pt x="293812" y="275501"/>
                  </a:lnTo>
                  <a:lnTo>
                    <a:pt x="297204" y="271435"/>
                  </a:lnTo>
                  <a:lnTo>
                    <a:pt x="300466" y="267264"/>
                  </a:lnTo>
                  <a:lnTo>
                    <a:pt x="303594" y="262991"/>
                  </a:lnTo>
                  <a:lnTo>
                    <a:pt x="306585" y="258622"/>
                  </a:lnTo>
                  <a:lnTo>
                    <a:pt x="309436" y="254160"/>
                  </a:lnTo>
                  <a:lnTo>
                    <a:pt x="312144" y="249609"/>
                  </a:lnTo>
                  <a:lnTo>
                    <a:pt x="314707" y="244976"/>
                  </a:lnTo>
                  <a:lnTo>
                    <a:pt x="317122" y="240263"/>
                  </a:lnTo>
                  <a:lnTo>
                    <a:pt x="319386" y="235477"/>
                  </a:lnTo>
                  <a:lnTo>
                    <a:pt x="321498" y="230621"/>
                  </a:lnTo>
                  <a:lnTo>
                    <a:pt x="323454" y="225700"/>
                  </a:lnTo>
                  <a:lnTo>
                    <a:pt x="325254" y="220720"/>
                  </a:lnTo>
                  <a:lnTo>
                    <a:pt x="326896" y="215686"/>
                  </a:lnTo>
                  <a:lnTo>
                    <a:pt x="328377" y="210602"/>
                  </a:lnTo>
                  <a:lnTo>
                    <a:pt x="329696" y="205474"/>
                  </a:lnTo>
                  <a:lnTo>
                    <a:pt x="330852" y="200306"/>
                  </a:lnTo>
                  <a:lnTo>
                    <a:pt x="331844" y="195105"/>
                  </a:lnTo>
                  <a:lnTo>
                    <a:pt x="332671" y="189875"/>
                  </a:lnTo>
                  <a:lnTo>
                    <a:pt x="333331" y="184621"/>
                  </a:lnTo>
                  <a:lnTo>
                    <a:pt x="333825" y="179349"/>
                  </a:lnTo>
                  <a:lnTo>
                    <a:pt x="334152" y="174064"/>
                  </a:lnTo>
                  <a:lnTo>
                    <a:pt x="334311" y="168771"/>
                  </a:lnTo>
                  <a:lnTo>
                    <a:pt x="334303" y="163476"/>
                  </a:lnTo>
                  <a:lnTo>
                    <a:pt x="334126" y="158183"/>
                  </a:lnTo>
                  <a:lnTo>
                    <a:pt x="333782" y="152899"/>
                  </a:lnTo>
                  <a:lnTo>
                    <a:pt x="333271" y="147629"/>
                  </a:lnTo>
                  <a:lnTo>
                    <a:pt x="332594" y="142377"/>
                  </a:lnTo>
                  <a:lnTo>
                    <a:pt x="331750" y="137150"/>
                  </a:lnTo>
                  <a:lnTo>
                    <a:pt x="330741" y="131952"/>
                  </a:lnTo>
                  <a:lnTo>
                    <a:pt x="329568" y="126788"/>
                  </a:lnTo>
                  <a:lnTo>
                    <a:pt x="328233" y="121664"/>
                  </a:lnTo>
                  <a:lnTo>
                    <a:pt x="326735" y="116585"/>
                  </a:lnTo>
                  <a:lnTo>
                    <a:pt x="325077" y="111556"/>
                  </a:lnTo>
                  <a:lnTo>
                    <a:pt x="323261" y="106582"/>
                  </a:lnTo>
                  <a:lnTo>
                    <a:pt x="321289" y="101668"/>
                  </a:lnTo>
                  <a:lnTo>
                    <a:pt x="319161" y="96819"/>
                  </a:lnTo>
                  <a:lnTo>
                    <a:pt x="316881" y="92040"/>
                  </a:lnTo>
                  <a:lnTo>
                    <a:pt x="314451" y="87335"/>
                  </a:lnTo>
                  <a:lnTo>
                    <a:pt x="311873" y="82710"/>
                  </a:lnTo>
                  <a:lnTo>
                    <a:pt x="309150" y="78168"/>
                  </a:lnTo>
                  <a:lnTo>
                    <a:pt x="306285" y="73715"/>
                  </a:lnTo>
                  <a:lnTo>
                    <a:pt x="303280" y="69355"/>
                  </a:lnTo>
                  <a:lnTo>
                    <a:pt x="300138" y="65093"/>
                  </a:lnTo>
                  <a:lnTo>
                    <a:pt x="296863" y="60932"/>
                  </a:lnTo>
                  <a:lnTo>
                    <a:pt x="293458" y="56877"/>
                  </a:lnTo>
                  <a:lnTo>
                    <a:pt x="289926" y="52932"/>
                  </a:lnTo>
                  <a:lnTo>
                    <a:pt x="286271" y="49101"/>
                  </a:lnTo>
                  <a:lnTo>
                    <a:pt x="282496" y="45387"/>
                  </a:lnTo>
                  <a:lnTo>
                    <a:pt x="278605" y="41795"/>
                  </a:lnTo>
                  <a:lnTo>
                    <a:pt x="274603" y="38328"/>
                  </a:lnTo>
                  <a:lnTo>
                    <a:pt x="270493" y="34989"/>
                  </a:lnTo>
                  <a:lnTo>
                    <a:pt x="266279" y="31782"/>
                  </a:lnTo>
                  <a:lnTo>
                    <a:pt x="261966" y="28710"/>
                  </a:lnTo>
                  <a:lnTo>
                    <a:pt x="257558" y="25777"/>
                  </a:lnTo>
                  <a:lnTo>
                    <a:pt x="253059" y="22984"/>
                  </a:lnTo>
                  <a:lnTo>
                    <a:pt x="248474" y="20336"/>
                  </a:lnTo>
                  <a:lnTo>
                    <a:pt x="243807" y="17834"/>
                  </a:lnTo>
                  <a:lnTo>
                    <a:pt x="239063" y="15481"/>
                  </a:lnTo>
                  <a:lnTo>
                    <a:pt x="234248" y="13279"/>
                  </a:lnTo>
                  <a:lnTo>
                    <a:pt x="229364" y="11231"/>
                  </a:lnTo>
                  <a:lnTo>
                    <a:pt x="224419" y="9339"/>
                  </a:lnTo>
                  <a:lnTo>
                    <a:pt x="219416" y="7604"/>
                  </a:lnTo>
                  <a:lnTo>
                    <a:pt x="214361" y="6029"/>
                  </a:lnTo>
                  <a:lnTo>
                    <a:pt x="209258" y="4614"/>
                  </a:lnTo>
                  <a:lnTo>
                    <a:pt x="204113" y="3362"/>
                  </a:lnTo>
                  <a:lnTo>
                    <a:pt x="198931" y="2274"/>
                  </a:lnTo>
                  <a:lnTo>
                    <a:pt x="193717" y="1350"/>
                  </a:lnTo>
                  <a:lnTo>
                    <a:pt x="188476" y="591"/>
                  </a:lnTo>
                  <a:lnTo>
                    <a:pt x="183214" y="0"/>
                  </a:lnTo>
                  <a:lnTo>
                    <a:pt x="167161" y="1663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81287" y="2126963"/>
              <a:ext cx="16053" cy="167167"/>
            </a:xfrm>
            <a:custGeom>
              <a:avLst/>
              <a:pathLst>
                <a:path w="16053" h="167167">
                  <a:moveTo>
                    <a:pt x="16053" y="772"/>
                  </a:moveTo>
                  <a:lnTo>
                    <a:pt x="8035" y="1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86860" y="2633064"/>
              <a:ext cx="3887" cy="167167"/>
            </a:xfrm>
            <a:custGeom>
              <a:avLst/>
              <a:pathLst>
                <a:path w="3887" h="167167">
                  <a:moveTo>
                    <a:pt x="3887" y="0"/>
                  </a:moveTo>
                  <a:lnTo>
                    <a:pt x="0" y="45"/>
                  </a:lnTo>
                  <a:lnTo>
                    <a:pt x="388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86860" y="2633109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86860" y="2633109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6860" y="2633109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860" y="2633109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860" y="2633109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860" y="2633109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860" y="2633109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860" y="2633109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860" y="2633109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860" y="2633109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860" y="2633109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860" y="2633109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860" y="2633109"/>
              <a:ext cx="3887" cy="167122"/>
            </a:xfrm>
            <a:custGeom>
              <a:avLst/>
              <a:pathLst>
                <a:path w="3887" h="167122">
                  <a:moveTo>
                    <a:pt x="0" y="0"/>
                  </a:moveTo>
                  <a:lnTo>
                    <a:pt x="3887" y="1671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423584" y="2633109"/>
              <a:ext cx="334331" cy="334278"/>
            </a:xfrm>
            <a:custGeom>
              <a:avLst/>
              <a:pathLst>
                <a:path w="334331" h="334278">
                  <a:moveTo>
                    <a:pt x="163276" y="0"/>
                  </a:moveTo>
                  <a:lnTo>
                    <a:pt x="157981" y="207"/>
                  </a:lnTo>
                  <a:lnTo>
                    <a:pt x="152694" y="582"/>
                  </a:lnTo>
                  <a:lnTo>
                    <a:pt x="147423" y="1124"/>
                  </a:lnTo>
                  <a:lnTo>
                    <a:pt x="142170" y="1833"/>
                  </a:lnTo>
                  <a:lnTo>
                    <a:pt x="136944" y="2709"/>
                  </a:lnTo>
                  <a:lnTo>
                    <a:pt x="131747" y="3749"/>
                  </a:lnTo>
                  <a:lnTo>
                    <a:pt x="126586" y="4954"/>
                  </a:lnTo>
                  <a:lnTo>
                    <a:pt x="121466" y="6322"/>
                  </a:lnTo>
                  <a:lnTo>
                    <a:pt x="116392" y="7851"/>
                  </a:lnTo>
                  <a:lnTo>
                    <a:pt x="111369" y="9541"/>
                  </a:lnTo>
                  <a:lnTo>
                    <a:pt x="106401" y="11388"/>
                  </a:lnTo>
                  <a:lnTo>
                    <a:pt x="101495" y="13393"/>
                  </a:lnTo>
                  <a:lnTo>
                    <a:pt x="96655" y="15552"/>
                  </a:lnTo>
                  <a:lnTo>
                    <a:pt x="91886" y="17863"/>
                  </a:lnTo>
                  <a:lnTo>
                    <a:pt x="87193" y="20324"/>
                  </a:lnTo>
                  <a:lnTo>
                    <a:pt x="82580" y="22933"/>
                  </a:lnTo>
                  <a:lnTo>
                    <a:pt x="78051" y="25687"/>
                  </a:lnTo>
                  <a:lnTo>
                    <a:pt x="73613" y="28582"/>
                  </a:lnTo>
                  <a:lnTo>
                    <a:pt x="69268" y="31617"/>
                  </a:lnTo>
                  <a:lnTo>
                    <a:pt x="65022" y="34789"/>
                  </a:lnTo>
                  <a:lnTo>
                    <a:pt x="60879" y="38093"/>
                  </a:lnTo>
                  <a:lnTo>
                    <a:pt x="56842" y="41527"/>
                  </a:lnTo>
                  <a:lnTo>
                    <a:pt x="52916" y="45087"/>
                  </a:lnTo>
                  <a:lnTo>
                    <a:pt x="49105" y="48770"/>
                  </a:lnTo>
                  <a:lnTo>
                    <a:pt x="45413" y="52572"/>
                  </a:lnTo>
                  <a:lnTo>
                    <a:pt x="41843" y="56489"/>
                  </a:lnTo>
                  <a:lnTo>
                    <a:pt x="38399" y="60517"/>
                  </a:lnTo>
                  <a:lnTo>
                    <a:pt x="35085" y="64652"/>
                  </a:lnTo>
                  <a:lnTo>
                    <a:pt x="31903" y="68890"/>
                  </a:lnTo>
                  <a:lnTo>
                    <a:pt x="28857" y="73227"/>
                  </a:lnTo>
                  <a:lnTo>
                    <a:pt x="25950" y="77659"/>
                  </a:lnTo>
                  <a:lnTo>
                    <a:pt x="23185" y="82180"/>
                  </a:lnTo>
                  <a:lnTo>
                    <a:pt x="20565" y="86787"/>
                  </a:lnTo>
                  <a:lnTo>
                    <a:pt x="18092" y="91474"/>
                  </a:lnTo>
                  <a:lnTo>
                    <a:pt x="15769" y="96237"/>
                  </a:lnTo>
                  <a:lnTo>
                    <a:pt x="13598" y="101072"/>
                  </a:lnTo>
                  <a:lnTo>
                    <a:pt x="11582" y="105973"/>
                  </a:lnTo>
                  <a:lnTo>
                    <a:pt x="9722" y="110936"/>
                  </a:lnTo>
                  <a:lnTo>
                    <a:pt x="8020" y="115955"/>
                  </a:lnTo>
                  <a:lnTo>
                    <a:pt x="6478" y="121025"/>
                  </a:lnTo>
                  <a:lnTo>
                    <a:pt x="5097" y="126142"/>
                  </a:lnTo>
                  <a:lnTo>
                    <a:pt x="3880" y="131300"/>
                  </a:lnTo>
                  <a:lnTo>
                    <a:pt x="2826" y="136494"/>
                  </a:lnTo>
                  <a:lnTo>
                    <a:pt x="1938" y="141718"/>
                  </a:lnTo>
                  <a:lnTo>
                    <a:pt x="1216" y="146969"/>
                  </a:lnTo>
                  <a:lnTo>
                    <a:pt x="660" y="152239"/>
                  </a:lnTo>
                  <a:lnTo>
                    <a:pt x="272" y="157525"/>
                  </a:lnTo>
                  <a:lnTo>
                    <a:pt x="52" y="162820"/>
                  </a:lnTo>
                  <a:lnTo>
                    <a:pt x="0" y="168119"/>
                  </a:lnTo>
                  <a:lnTo>
                    <a:pt x="115" y="173418"/>
                  </a:lnTo>
                  <a:lnTo>
                    <a:pt x="399" y="178710"/>
                  </a:lnTo>
                  <a:lnTo>
                    <a:pt x="850" y="183990"/>
                  </a:lnTo>
                  <a:lnTo>
                    <a:pt x="1468" y="189254"/>
                  </a:lnTo>
                  <a:lnTo>
                    <a:pt x="2253" y="194495"/>
                  </a:lnTo>
                  <a:lnTo>
                    <a:pt x="3203" y="199709"/>
                  </a:lnTo>
                  <a:lnTo>
                    <a:pt x="4319" y="204890"/>
                  </a:lnTo>
                  <a:lnTo>
                    <a:pt x="5598" y="210033"/>
                  </a:lnTo>
                  <a:lnTo>
                    <a:pt x="7039" y="215133"/>
                  </a:lnTo>
                  <a:lnTo>
                    <a:pt x="8642" y="220184"/>
                  </a:lnTo>
                  <a:lnTo>
                    <a:pt x="10403" y="225182"/>
                  </a:lnTo>
                  <a:lnTo>
                    <a:pt x="12323" y="230122"/>
                  </a:lnTo>
                  <a:lnTo>
                    <a:pt x="14397" y="234999"/>
                  </a:lnTo>
                  <a:lnTo>
                    <a:pt x="16626" y="239808"/>
                  </a:lnTo>
                  <a:lnTo>
                    <a:pt x="19006" y="244543"/>
                  </a:lnTo>
                  <a:lnTo>
                    <a:pt x="21534" y="249200"/>
                  </a:lnTo>
                  <a:lnTo>
                    <a:pt x="24209" y="253775"/>
                  </a:lnTo>
                  <a:lnTo>
                    <a:pt x="27028" y="258263"/>
                  </a:lnTo>
                  <a:lnTo>
                    <a:pt x="29987" y="262660"/>
                  </a:lnTo>
                  <a:lnTo>
                    <a:pt x="33085" y="266960"/>
                  </a:lnTo>
                  <a:lnTo>
                    <a:pt x="36317" y="271160"/>
                  </a:lnTo>
                  <a:lnTo>
                    <a:pt x="39681" y="275256"/>
                  </a:lnTo>
                  <a:lnTo>
                    <a:pt x="43172" y="279242"/>
                  </a:lnTo>
                  <a:lnTo>
                    <a:pt x="46789" y="283116"/>
                  </a:lnTo>
                  <a:lnTo>
                    <a:pt x="50526" y="286874"/>
                  </a:lnTo>
                  <a:lnTo>
                    <a:pt x="54381" y="290511"/>
                  </a:lnTo>
                  <a:lnTo>
                    <a:pt x="58349" y="294024"/>
                  </a:lnTo>
                  <a:lnTo>
                    <a:pt x="62426" y="297410"/>
                  </a:lnTo>
                  <a:lnTo>
                    <a:pt x="66609" y="300664"/>
                  </a:lnTo>
                  <a:lnTo>
                    <a:pt x="70892" y="303785"/>
                  </a:lnTo>
                  <a:lnTo>
                    <a:pt x="75273" y="306768"/>
                  </a:lnTo>
                  <a:lnTo>
                    <a:pt x="79746" y="309610"/>
                  </a:lnTo>
                  <a:lnTo>
                    <a:pt x="84306" y="312310"/>
                  </a:lnTo>
                  <a:lnTo>
                    <a:pt x="88950" y="314863"/>
                  </a:lnTo>
                  <a:lnTo>
                    <a:pt x="93673" y="317268"/>
                  </a:lnTo>
                  <a:lnTo>
                    <a:pt x="98469" y="319522"/>
                  </a:lnTo>
                  <a:lnTo>
                    <a:pt x="103335" y="321623"/>
                  </a:lnTo>
                  <a:lnTo>
                    <a:pt x="108264" y="323569"/>
                  </a:lnTo>
                  <a:lnTo>
                    <a:pt x="113253" y="325357"/>
                  </a:lnTo>
                  <a:lnTo>
                    <a:pt x="118296" y="326987"/>
                  </a:lnTo>
                  <a:lnTo>
                    <a:pt x="123388" y="328456"/>
                  </a:lnTo>
                  <a:lnTo>
                    <a:pt x="128524" y="329762"/>
                  </a:lnTo>
                  <a:lnTo>
                    <a:pt x="133699" y="330905"/>
                  </a:lnTo>
                  <a:lnTo>
                    <a:pt x="138908" y="331884"/>
                  </a:lnTo>
                  <a:lnTo>
                    <a:pt x="144145" y="332697"/>
                  </a:lnTo>
                  <a:lnTo>
                    <a:pt x="149405" y="333343"/>
                  </a:lnTo>
                  <a:lnTo>
                    <a:pt x="154683" y="333823"/>
                  </a:lnTo>
                  <a:lnTo>
                    <a:pt x="159973" y="334134"/>
                  </a:lnTo>
                  <a:lnTo>
                    <a:pt x="165271" y="334278"/>
                  </a:lnTo>
                  <a:lnTo>
                    <a:pt x="170571" y="334254"/>
                  </a:lnTo>
                  <a:lnTo>
                    <a:pt x="175867" y="334062"/>
                  </a:lnTo>
                  <a:lnTo>
                    <a:pt x="181154" y="333703"/>
                  </a:lnTo>
                  <a:lnTo>
                    <a:pt x="186428" y="333176"/>
                  </a:lnTo>
                  <a:lnTo>
                    <a:pt x="191682" y="332481"/>
                  </a:lnTo>
                  <a:lnTo>
                    <a:pt x="196911" y="331621"/>
                  </a:lnTo>
                  <a:lnTo>
                    <a:pt x="202111" y="330596"/>
                  </a:lnTo>
                  <a:lnTo>
                    <a:pt x="207275" y="329406"/>
                  </a:lnTo>
                  <a:lnTo>
                    <a:pt x="212399" y="328053"/>
                  </a:lnTo>
                  <a:lnTo>
                    <a:pt x="217478" y="326538"/>
                  </a:lnTo>
                  <a:lnTo>
                    <a:pt x="222506" y="324863"/>
                  </a:lnTo>
                  <a:lnTo>
                    <a:pt x="227478" y="323029"/>
                  </a:lnTo>
                  <a:lnTo>
                    <a:pt x="232390" y="321039"/>
                  </a:lnTo>
                  <a:lnTo>
                    <a:pt x="237236" y="318894"/>
                  </a:lnTo>
                  <a:lnTo>
                    <a:pt x="242012" y="316597"/>
                  </a:lnTo>
                  <a:lnTo>
                    <a:pt x="246712" y="314149"/>
                  </a:lnTo>
                  <a:lnTo>
                    <a:pt x="251333" y="311553"/>
                  </a:lnTo>
                  <a:lnTo>
                    <a:pt x="255869" y="308813"/>
                  </a:lnTo>
                  <a:lnTo>
                    <a:pt x="260316" y="305930"/>
                  </a:lnTo>
                  <a:lnTo>
                    <a:pt x="264669" y="302907"/>
                  </a:lnTo>
                  <a:lnTo>
                    <a:pt x="268924" y="299748"/>
                  </a:lnTo>
                  <a:lnTo>
                    <a:pt x="273077" y="296456"/>
                  </a:lnTo>
                  <a:lnTo>
                    <a:pt x="277124" y="293033"/>
                  </a:lnTo>
                  <a:lnTo>
                    <a:pt x="281060" y="289485"/>
                  </a:lnTo>
                  <a:lnTo>
                    <a:pt x="284881" y="285813"/>
                  </a:lnTo>
                  <a:lnTo>
                    <a:pt x="288585" y="282022"/>
                  </a:lnTo>
                  <a:lnTo>
                    <a:pt x="292166" y="278115"/>
                  </a:lnTo>
                  <a:lnTo>
                    <a:pt x="295621" y="274097"/>
                  </a:lnTo>
                  <a:lnTo>
                    <a:pt x="298948" y="269971"/>
                  </a:lnTo>
                  <a:lnTo>
                    <a:pt x="302142" y="265742"/>
                  </a:lnTo>
                  <a:lnTo>
                    <a:pt x="305200" y="261414"/>
                  </a:lnTo>
                  <a:lnTo>
                    <a:pt x="308120" y="256991"/>
                  </a:lnTo>
                  <a:lnTo>
                    <a:pt x="310898" y="252477"/>
                  </a:lnTo>
                  <a:lnTo>
                    <a:pt x="313531" y="247878"/>
                  </a:lnTo>
                  <a:lnTo>
                    <a:pt x="316017" y="243198"/>
                  </a:lnTo>
                  <a:lnTo>
                    <a:pt x="318354" y="238441"/>
                  </a:lnTo>
                  <a:lnTo>
                    <a:pt x="320539" y="233613"/>
                  </a:lnTo>
                  <a:lnTo>
                    <a:pt x="322570" y="228718"/>
                  </a:lnTo>
                  <a:lnTo>
                    <a:pt x="324444" y="223761"/>
                  </a:lnTo>
                  <a:lnTo>
                    <a:pt x="326160" y="218747"/>
                  </a:lnTo>
                  <a:lnTo>
                    <a:pt x="327717" y="213681"/>
                  </a:lnTo>
                  <a:lnTo>
                    <a:pt x="329112" y="208568"/>
                  </a:lnTo>
                  <a:lnTo>
                    <a:pt x="330344" y="203413"/>
                  </a:lnTo>
                  <a:lnTo>
                    <a:pt x="331413" y="198223"/>
                  </a:lnTo>
                  <a:lnTo>
                    <a:pt x="332316" y="193000"/>
                  </a:lnTo>
                  <a:lnTo>
                    <a:pt x="333053" y="187752"/>
                  </a:lnTo>
                  <a:lnTo>
                    <a:pt x="333624" y="182483"/>
                  </a:lnTo>
                  <a:lnTo>
                    <a:pt x="334027" y="177199"/>
                  </a:lnTo>
                  <a:lnTo>
                    <a:pt x="334263" y="171905"/>
                  </a:lnTo>
                  <a:lnTo>
                    <a:pt x="334331" y="166605"/>
                  </a:lnTo>
                  <a:lnTo>
                    <a:pt x="334230" y="161307"/>
                  </a:lnTo>
                  <a:lnTo>
                    <a:pt x="333962" y="156014"/>
                  </a:lnTo>
                  <a:lnTo>
                    <a:pt x="333526" y="150732"/>
                  </a:lnTo>
                  <a:lnTo>
                    <a:pt x="332923" y="145467"/>
                  </a:lnTo>
                  <a:lnTo>
                    <a:pt x="332153" y="140223"/>
                  </a:lnTo>
                  <a:lnTo>
                    <a:pt x="331218" y="135007"/>
                  </a:lnTo>
                  <a:lnTo>
                    <a:pt x="330117" y="129823"/>
                  </a:lnTo>
                  <a:lnTo>
                    <a:pt x="328853" y="124676"/>
                  </a:lnTo>
                  <a:lnTo>
                    <a:pt x="327426" y="119572"/>
                  </a:lnTo>
                  <a:lnTo>
                    <a:pt x="325838" y="114516"/>
                  </a:lnTo>
                  <a:lnTo>
                    <a:pt x="324091" y="109512"/>
                  </a:lnTo>
                  <a:lnTo>
                    <a:pt x="322186" y="104567"/>
                  </a:lnTo>
                  <a:lnTo>
                    <a:pt x="320125" y="99684"/>
                  </a:lnTo>
                  <a:lnTo>
                    <a:pt x="317911" y="94869"/>
                  </a:lnTo>
                  <a:lnTo>
                    <a:pt x="315545" y="90127"/>
                  </a:lnTo>
                  <a:lnTo>
                    <a:pt x="313029" y="85462"/>
                  </a:lnTo>
                  <a:lnTo>
                    <a:pt x="310368" y="80880"/>
                  </a:lnTo>
                  <a:lnTo>
                    <a:pt x="307562" y="76384"/>
                  </a:lnTo>
                  <a:lnTo>
                    <a:pt x="304615" y="71979"/>
                  </a:lnTo>
                  <a:lnTo>
                    <a:pt x="301530" y="67670"/>
                  </a:lnTo>
                  <a:lnTo>
                    <a:pt x="298310" y="63460"/>
                  </a:lnTo>
                  <a:lnTo>
                    <a:pt x="294958" y="59355"/>
                  </a:lnTo>
                  <a:lnTo>
                    <a:pt x="291478" y="55358"/>
                  </a:lnTo>
                  <a:lnTo>
                    <a:pt x="287873" y="51474"/>
                  </a:lnTo>
                  <a:lnTo>
                    <a:pt x="284146" y="47706"/>
                  </a:lnTo>
                  <a:lnTo>
                    <a:pt x="280302" y="44058"/>
                  </a:lnTo>
                  <a:lnTo>
                    <a:pt x="276344" y="40533"/>
                  </a:lnTo>
                  <a:lnTo>
                    <a:pt x="272276" y="37136"/>
                  </a:lnTo>
                  <a:lnTo>
                    <a:pt x="268103" y="33869"/>
                  </a:lnTo>
                  <a:lnTo>
                    <a:pt x="263828" y="30737"/>
                  </a:lnTo>
                  <a:lnTo>
                    <a:pt x="259457" y="27741"/>
                  </a:lnTo>
                  <a:lnTo>
                    <a:pt x="254992" y="24885"/>
                  </a:lnTo>
                  <a:lnTo>
                    <a:pt x="250439" y="22173"/>
                  </a:lnTo>
                  <a:lnTo>
                    <a:pt x="245803" y="19606"/>
                  </a:lnTo>
                  <a:lnTo>
                    <a:pt x="241087" y="17187"/>
                  </a:lnTo>
                  <a:lnTo>
                    <a:pt x="236297" y="14919"/>
                  </a:lnTo>
                  <a:lnTo>
                    <a:pt x="231438" y="12804"/>
                  </a:lnTo>
                  <a:lnTo>
                    <a:pt x="167164" y="1671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90748" y="2633064"/>
              <a:ext cx="64273" cy="167167"/>
            </a:xfrm>
            <a:custGeom>
              <a:avLst/>
              <a:pathLst>
                <a:path w="64273" h="167167">
                  <a:moveTo>
                    <a:pt x="64273" y="12850"/>
                  </a:moveTo>
                  <a:lnTo>
                    <a:pt x="58697" y="10643"/>
                  </a:lnTo>
                  <a:lnTo>
                    <a:pt x="53044" y="8639"/>
                  </a:lnTo>
                  <a:lnTo>
                    <a:pt x="47324" y="6838"/>
                  </a:lnTo>
                  <a:lnTo>
                    <a:pt x="41542" y="5244"/>
                  </a:lnTo>
                  <a:lnTo>
                    <a:pt x="35708" y="3858"/>
                  </a:lnTo>
                  <a:lnTo>
                    <a:pt x="29827" y="2682"/>
                  </a:lnTo>
                  <a:lnTo>
                    <a:pt x="23907" y="1718"/>
                  </a:lnTo>
                  <a:lnTo>
                    <a:pt x="17957" y="967"/>
                  </a:lnTo>
                  <a:lnTo>
                    <a:pt x="11984" y="430"/>
                  </a:lnTo>
                  <a:lnTo>
                    <a:pt x="5996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07188" y="3170392"/>
              <a:ext cx="18792" cy="167167"/>
            </a:xfrm>
            <a:custGeom>
              <a:avLst/>
              <a:pathLst>
                <a:path w="18792" h="167167">
                  <a:moveTo>
                    <a:pt x="18792" y="0"/>
                  </a:moveTo>
                  <a:lnTo>
                    <a:pt x="9381" y="265"/>
                  </a:lnTo>
                  <a:lnTo>
                    <a:pt x="0" y="1059"/>
                  </a:lnTo>
                  <a:lnTo>
                    <a:pt x="187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07188" y="3171452"/>
              <a:ext cx="18792" cy="166107"/>
            </a:xfrm>
            <a:custGeom>
              <a:avLst/>
              <a:pathLst>
                <a:path w="18792" h="166107">
                  <a:moveTo>
                    <a:pt x="0" y="0"/>
                  </a:moveTo>
                  <a:lnTo>
                    <a:pt x="18792" y="166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07188" y="3171452"/>
              <a:ext cx="18792" cy="166107"/>
            </a:xfrm>
            <a:custGeom>
              <a:avLst/>
              <a:pathLst>
                <a:path w="18792" h="166107">
                  <a:moveTo>
                    <a:pt x="0" y="0"/>
                  </a:moveTo>
                  <a:lnTo>
                    <a:pt x="18792" y="166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7188" y="3171452"/>
              <a:ext cx="18792" cy="166107"/>
            </a:xfrm>
            <a:custGeom>
              <a:avLst/>
              <a:pathLst>
                <a:path w="18792" h="166107">
                  <a:moveTo>
                    <a:pt x="0" y="0"/>
                  </a:moveTo>
                  <a:lnTo>
                    <a:pt x="18792" y="1661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7188" y="3171452"/>
              <a:ext cx="18792" cy="166107"/>
            </a:xfrm>
            <a:custGeom>
              <a:avLst/>
              <a:pathLst>
                <a:path w="18792" h="166107">
                  <a:moveTo>
                    <a:pt x="0" y="0"/>
                  </a:moveTo>
                  <a:lnTo>
                    <a:pt x="18792" y="166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7188" y="3171452"/>
              <a:ext cx="18792" cy="166107"/>
            </a:xfrm>
            <a:custGeom>
              <a:avLst/>
              <a:pathLst>
                <a:path w="18792" h="166107">
                  <a:moveTo>
                    <a:pt x="0" y="0"/>
                  </a:moveTo>
                  <a:lnTo>
                    <a:pt x="18792" y="166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7188" y="3171452"/>
              <a:ext cx="18792" cy="166107"/>
            </a:xfrm>
            <a:custGeom>
              <a:avLst/>
              <a:pathLst>
                <a:path w="18792" h="166107">
                  <a:moveTo>
                    <a:pt x="0" y="0"/>
                  </a:moveTo>
                  <a:lnTo>
                    <a:pt x="18792" y="166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7188" y="3171452"/>
              <a:ext cx="18792" cy="166107"/>
            </a:xfrm>
            <a:custGeom>
              <a:avLst/>
              <a:pathLst>
                <a:path w="18792" h="166107">
                  <a:moveTo>
                    <a:pt x="0" y="0"/>
                  </a:moveTo>
                  <a:lnTo>
                    <a:pt x="18792" y="166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7188" y="3171452"/>
              <a:ext cx="18792" cy="166107"/>
            </a:xfrm>
            <a:custGeom>
              <a:avLst/>
              <a:pathLst>
                <a:path w="18792" h="166107">
                  <a:moveTo>
                    <a:pt x="0" y="0"/>
                  </a:moveTo>
                  <a:lnTo>
                    <a:pt x="18792" y="166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7188" y="3171452"/>
              <a:ext cx="18792" cy="166107"/>
            </a:xfrm>
            <a:custGeom>
              <a:avLst/>
              <a:pathLst>
                <a:path w="18792" h="166107">
                  <a:moveTo>
                    <a:pt x="0" y="0"/>
                  </a:moveTo>
                  <a:lnTo>
                    <a:pt x="18792" y="166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7188" y="3171452"/>
              <a:ext cx="18792" cy="166107"/>
            </a:xfrm>
            <a:custGeom>
              <a:avLst/>
              <a:pathLst>
                <a:path w="18792" h="166107">
                  <a:moveTo>
                    <a:pt x="0" y="0"/>
                  </a:moveTo>
                  <a:lnTo>
                    <a:pt x="18792" y="166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7188" y="3171452"/>
              <a:ext cx="18792" cy="166107"/>
            </a:xfrm>
            <a:custGeom>
              <a:avLst/>
              <a:pathLst>
                <a:path w="18792" h="166107">
                  <a:moveTo>
                    <a:pt x="0" y="0"/>
                  </a:moveTo>
                  <a:lnTo>
                    <a:pt x="18792" y="166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7188" y="3171452"/>
              <a:ext cx="18792" cy="166107"/>
            </a:xfrm>
            <a:custGeom>
              <a:avLst/>
              <a:pathLst>
                <a:path w="18792" h="166107">
                  <a:moveTo>
                    <a:pt x="0" y="0"/>
                  </a:moveTo>
                  <a:lnTo>
                    <a:pt x="18792" y="166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358814" y="3171452"/>
              <a:ext cx="334319" cy="333270"/>
            </a:xfrm>
            <a:custGeom>
              <a:avLst/>
              <a:pathLst>
                <a:path w="334319" h="333270">
                  <a:moveTo>
                    <a:pt x="148374" y="0"/>
                  </a:moveTo>
                  <a:lnTo>
                    <a:pt x="143130" y="677"/>
                  </a:lnTo>
                  <a:lnTo>
                    <a:pt x="137910" y="1520"/>
                  </a:lnTo>
                  <a:lnTo>
                    <a:pt x="132719" y="2527"/>
                  </a:lnTo>
                  <a:lnTo>
                    <a:pt x="127563" y="3699"/>
                  </a:lnTo>
                  <a:lnTo>
                    <a:pt x="122446" y="5032"/>
                  </a:lnTo>
                  <a:lnTo>
                    <a:pt x="117375" y="6527"/>
                  </a:lnTo>
                  <a:lnTo>
                    <a:pt x="112353" y="8182"/>
                  </a:lnTo>
                  <a:lnTo>
                    <a:pt x="107385" y="9994"/>
                  </a:lnTo>
                  <a:lnTo>
                    <a:pt x="102478" y="11963"/>
                  </a:lnTo>
                  <a:lnTo>
                    <a:pt x="97635" y="14086"/>
                  </a:lnTo>
                  <a:lnTo>
                    <a:pt x="92862" y="16361"/>
                  </a:lnTo>
                  <a:lnTo>
                    <a:pt x="88163" y="18786"/>
                  </a:lnTo>
                  <a:lnTo>
                    <a:pt x="83544" y="21358"/>
                  </a:lnTo>
                  <a:lnTo>
                    <a:pt x="79008" y="24076"/>
                  </a:lnTo>
                  <a:lnTo>
                    <a:pt x="74560" y="26935"/>
                  </a:lnTo>
                  <a:lnTo>
                    <a:pt x="70205" y="29933"/>
                  </a:lnTo>
                  <a:lnTo>
                    <a:pt x="65946" y="33068"/>
                  </a:lnTo>
                  <a:lnTo>
                    <a:pt x="61789" y="36336"/>
                  </a:lnTo>
                  <a:lnTo>
                    <a:pt x="57738" y="39733"/>
                  </a:lnTo>
                  <a:lnTo>
                    <a:pt x="53796" y="43257"/>
                  </a:lnTo>
                  <a:lnTo>
                    <a:pt x="49967" y="46904"/>
                  </a:lnTo>
                  <a:lnTo>
                    <a:pt x="46256" y="50670"/>
                  </a:lnTo>
                  <a:lnTo>
                    <a:pt x="42666" y="54552"/>
                  </a:lnTo>
                  <a:lnTo>
                    <a:pt x="39200" y="58545"/>
                  </a:lnTo>
                  <a:lnTo>
                    <a:pt x="35862" y="62646"/>
                  </a:lnTo>
                  <a:lnTo>
                    <a:pt x="32656" y="66851"/>
                  </a:lnTo>
                  <a:lnTo>
                    <a:pt x="29584" y="71155"/>
                  </a:lnTo>
                  <a:lnTo>
                    <a:pt x="26650" y="75553"/>
                  </a:lnTo>
                  <a:lnTo>
                    <a:pt x="23856" y="80043"/>
                  </a:lnTo>
                  <a:lnTo>
                    <a:pt x="21206" y="84618"/>
                  </a:lnTo>
                  <a:lnTo>
                    <a:pt x="18701" y="89275"/>
                  </a:lnTo>
                  <a:lnTo>
                    <a:pt x="16346" y="94009"/>
                  </a:lnTo>
                  <a:lnTo>
                    <a:pt x="14141" y="98815"/>
                  </a:lnTo>
                  <a:lnTo>
                    <a:pt x="12089" y="103688"/>
                  </a:lnTo>
                  <a:lnTo>
                    <a:pt x="10193" y="108624"/>
                  </a:lnTo>
                  <a:lnTo>
                    <a:pt x="8453" y="113617"/>
                  </a:lnTo>
                  <a:lnTo>
                    <a:pt x="6873" y="118663"/>
                  </a:lnTo>
                  <a:lnTo>
                    <a:pt x="5452" y="123756"/>
                  </a:lnTo>
                  <a:lnTo>
                    <a:pt x="4194" y="128892"/>
                  </a:lnTo>
                  <a:lnTo>
                    <a:pt x="3098" y="134065"/>
                  </a:lnTo>
                  <a:lnTo>
                    <a:pt x="2167" y="139270"/>
                  </a:lnTo>
                  <a:lnTo>
                    <a:pt x="1401" y="144501"/>
                  </a:lnTo>
                  <a:lnTo>
                    <a:pt x="800" y="149755"/>
                  </a:lnTo>
                  <a:lnTo>
                    <a:pt x="366" y="155024"/>
                  </a:lnTo>
                  <a:lnTo>
                    <a:pt x="99" y="160305"/>
                  </a:lnTo>
                  <a:lnTo>
                    <a:pt x="0" y="165592"/>
                  </a:lnTo>
                  <a:lnTo>
                    <a:pt x="67" y="170879"/>
                  </a:lnTo>
                  <a:lnTo>
                    <a:pt x="301" y="176161"/>
                  </a:lnTo>
                  <a:lnTo>
                    <a:pt x="703" y="181434"/>
                  </a:lnTo>
                  <a:lnTo>
                    <a:pt x="1271" y="186691"/>
                  </a:lnTo>
                  <a:lnTo>
                    <a:pt x="2005" y="191927"/>
                  </a:lnTo>
                  <a:lnTo>
                    <a:pt x="2904" y="197138"/>
                  </a:lnTo>
                  <a:lnTo>
                    <a:pt x="3967" y="202317"/>
                  </a:lnTo>
                  <a:lnTo>
                    <a:pt x="5194" y="207460"/>
                  </a:lnTo>
                  <a:lnTo>
                    <a:pt x="6583" y="212562"/>
                  </a:lnTo>
                  <a:lnTo>
                    <a:pt x="8133" y="217618"/>
                  </a:lnTo>
                  <a:lnTo>
                    <a:pt x="9841" y="222622"/>
                  </a:lnTo>
                  <a:lnTo>
                    <a:pt x="11707" y="227569"/>
                  </a:lnTo>
                  <a:lnTo>
                    <a:pt x="13729" y="232455"/>
                  </a:lnTo>
                  <a:lnTo>
                    <a:pt x="15904" y="237274"/>
                  </a:lnTo>
                  <a:lnTo>
                    <a:pt x="18231" y="242023"/>
                  </a:lnTo>
                  <a:lnTo>
                    <a:pt x="20706" y="246695"/>
                  </a:lnTo>
                  <a:lnTo>
                    <a:pt x="23328" y="251287"/>
                  </a:lnTo>
                  <a:lnTo>
                    <a:pt x="26094" y="255793"/>
                  </a:lnTo>
                  <a:lnTo>
                    <a:pt x="29001" y="260210"/>
                  </a:lnTo>
                  <a:lnTo>
                    <a:pt x="32046" y="264532"/>
                  </a:lnTo>
                  <a:lnTo>
                    <a:pt x="35226" y="268757"/>
                  </a:lnTo>
                  <a:lnTo>
                    <a:pt x="38539" y="272878"/>
                  </a:lnTo>
                  <a:lnTo>
                    <a:pt x="41980" y="276893"/>
                  </a:lnTo>
                  <a:lnTo>
                    <a:pt x="45546" y="280796"/>
                  </a:lnTo>
                  <a:lnTo>
                    <a:pt x="49234" y="284585"/>
                  </a:lnTo>
                  <a:lnTo>
                    <a:pt x="53040" y="288256"/>
                  </a:lnTo>
                  <a:lnTo>
                    <a:pt x="56961" y="291804"/>
                  </a:lnTo>
                  <a:lnTo>
                    <a:pt x="60991" y="295227"/>
                  </a:lnTo>
                  <a:lnTo>
                    <a:pt x="65128" y="298520"/>
                  </a:lnTo>
                  <a:lnTo>
                    <a:pt x="69367" y="301681"/>
                  </a:lnTo>
                  <a:lnTo>
                    <a:pt x="73703" y="304706"/>
                  </a:lnTo>
                  <a:lnTo>
                    <a:pt x="78133" y="307593"/>
                  </a:lnTo>
                  <a:lnTo>
                    <a:pt x="82653" y="310338"/>
                  </a:lnTo>
                  <a:lnTo>
                    <a:pt x="87256" y="312938"/>
                  </a:lnTo>
                  <a:lnTo>
                    <a:pt x="91940" y="315392"/>
                  </a:lnTo>
                  <a:lnTo>
                    <a:pt x="96699" y="317697"/>
                  </a:lnTo>
                  <a:lnTo>
                    <a:pt x="101529" y="319850"/>
                  </a:lnTo>
                  <a:lnTo>
                    <a:pt x="106424" y="321849"/>
                  </a:lnTo>
                  <a:lnTo>
                    <a:pt x="111380" y="323692"/>
                  </a:lnTo>
                  <a:lnTo>
                    <a:pt x="116391" y="325377"/>
                  </a:lnTo>
                  <a:lnTo>
                    <a:pt x="121454" y="326903"/>
                  </a:lnTo>
                  <a:lnTo>
                    <a:pt x="126562" y="328269"/>
                  </a:lnTo>
                  <a:lnTo>
                    <a:pt x="131711" y="329472"/>
                  </a:lnTo>
                  <a:lnTo>
                    <a:pt x="136896" y="330511"/>
                  </a:lnTo>
                  <a:lnTo>
                    <a:pt x="142110" y="331386"/>
                  </a:lnTo>
                  <a:lnTo>
                    <a:pt x="147350" y="332096"/>
                  </a:lnTo>
                  <a:lnTo>
                    <a:pt x="152609" y="332640"/>
                  </a:lnTo>
                  <a:lnTo>
                    <a:pt x="157884" y="333017"/>
                  </a:lnTo>
                  <a:lnTo>
                    <a:pt x="163167" y="333227"/>
                  </a:lnTo>
                  <a:lnTo>
                    <a:pt x="168454" y="333270"/>
                  </a:lnTo>
                  <a:lnTo>
                    <a:pt x="173740" y="333145"/>
                  </a:lnTo>
                  <a:lnTo>
                    <a:pt x="179020" y="332854"/>
                  </a:lnTo>
                  <a:lnTo>
                    <a:pt x="184288" y="332396"/>
                  </a:lnTo>
                  <a:lnTo>
                    <a:pt x="189538" y="331771"/>
                  </a:lnTo>
                  <a:lnTo>
                    <a:pt x="194766" y="330981"/>
                  </a:lnTo>
                  <a:lnTo>
                    <a:pt x="199967" y="330025"/>
                  </a:lnTo>
                  <a:lnTo>
                    <a:pt x="205135" y="328906"/>
                  </a:lnTo>
                  <a:lnTo>
                    <a:pt x="210264" y="327624"/>
                  </a:lnTo>
                  <a:lnTo>
                    <a:pt x="215351" y="326180"/>
                  </a:lnTo>
                  <a:lnTo>
                    <a:pt x="220389" y="324576"/>
                  </a:lnTo>
                  <a:lnTo>
                    <a:pt x="225375" y="322813"/>
                  </a:lnTo>
                  <a:lnTo>
                    <a:pt x="230302" y="320894"/>
                  </a:lnTo>
                  <a:lnTo>
                    <a:pt x="235165" y="318820"/>
                  </a:lnTo>
                  <a:lnTo>
                    <a:pt x="239961" y="316593"/>
                  </a:lnTo>
                  <a:lnTo>
                    <a:pt x="244684" y="314215"/>
                  </a:lnTo>
                  <a:lnTo>
                    <a:pt x="249329" y="311689"/>
                  </a:lnTo>
                  <a:lnTo>
                    <a:pt x="253892" y="309018"/>
                  </a:lnTo>
                  <a:lnTo>
                    <a:pt x="258369" y="306204"/>
                  </a:lnTo>
                  <a:lnTo>
                    <a:pt x="262754" y="303249"/>
                  </a:lnTo>
                  <a:lnTo>
                    <a:pt x="267043" y="300158"/>
                  </a:lnTo>
                  <a:lnTo>
                    <a:pt x="271233" y="296932"/>
                  </a:lnTo>
                  <a:lnTo>
                    <a:pt x="275318" y="293575"/>
                  </a:lnTo>
                  <a:lnTo>
                    <a:pt x="279296" y="290091"/>
                  </a:lnTo>
                  <a:lnTo>
                    <a:pt x="283161" y="286483"/>
                  </a:lnTo>
                  <a:lnTo>
                    <a:pt x="286910" y="282754"/>
                  </a:lnTo>
                  <a:lnTo>
                    <a:pt x="290539" y="278908"/>
                  </a:lnTo>
                  <a:lnTo>
                    <a:pt x="294045" y="274950"/>
                  </a:lnTo>
                  <a:lnTo>
                    <a:pt x="297424" y="270883"/>
                  </a:lnTo>
                  <a:lnTo>
                    <a:pt x="300672" y="266711"/>
                  </a:lnTo>
                  <a:lnTo>
                    <a:pt x="303787" y="262438"/>
                  </a:lnTo>
                  <a:lnTo>
                    <a:pt x="306765" y="258069"/>
                  </a:lnTo>
                  <a:lnTo>
                    <a:pt x="309604" y="253608"/>
                  </a:lnTo>
                  <a:lnTo>
                    <a:pt x="312300" y="249060"/>
                  </a:lnTo>
                  <a:lnTo>
                    <a:pt x="314851" y="244428"/>
                  </a:lnTo>
                  <a:lnTo>
                    <a:pt x="317254" y="239718"/>
                  </a:lnTo>
                  <a:lnTo>
                    <a:pt x="319507" y="234935"/>
                  </a:lnTo>
                  <a:lnTo>
                    <a:pt x="321608" y="230082"/>
                  </a:lnTo>
                  <a:lnTo>
                    <a:pt x="323554" y="225166"/>
                  </a:lnTo>
                  <a:lnTo>
                    <a:pt x="325343" y="220190"/>
                  </a:lnTo>
                  <a:lnTo>
                    <a:pt x="326975" y="215161"/>
                  </a:lnTo>
                  <a:lnTo>
                    <a:pt x="328446" y="210082"/>
                  </a:lnTo>
                  <a:lnTo>
                    <a:pt x="329756" y="204959"/>
                  </a:lnTo>
                  <a:lnTo>
                    <a:pt x="330903" y="199798"/>
                  </a:lnTo>
                  <a:lnTo>
                    <a:pt x="331887" y="194602"/>
                  </a:lnTo>
                  <a:lnTo>
                    <a:pt x="332706" y="189379"/>
                  </a:lnTo>
                  <a:lnTo>
                    <a:pt x="333359" y="184132"/>
                  </a:lnTo>
                  <a:lnTo>
                    <a:pt x="333846" y="178866"/>
                  </a:lnTo>
                  <a:lnTo>
                    <a:pt x="334166" y="173589"/>
                  </a:lnTo>
                  <a:lnTo>
                    <a:pt x="334319" y="168303"/>
                  </a:lnTo>
                  <a:lnTo>
                    <a:pt x="334305" y="163016"/>
                  </a:lnTo>
                  <a:lnTo>
                    <a:pt x="334124" y="157731"/>
                  </a:lnTo>
                  <a:lnTo>
                    <a:pt x="333775" y="152455"/>
                  </a:lnTo>
                  <a:lnTo>
                    <a:pt x="333260" y="147193"/>
                  </a:lnTo>
                  <a:lnTo>
                    <a:pt x="332579" y="141949"/>
                  </a:lnTo>
                  <a:lnTo>
                    <a:pt x="331732" y="136730"/>
                  </a:lnTo>
                  <a:lnTo>
                    <a:pt x="330721" y="131540"/>
                  </a:lnTo>
                  <a:lnTo>
                    <a:pt x="329546" y="126385"/>
                  </a:lnTo>
                  <a:lnTo>
                    <a:pt x="328208" y="121269"/>
                  </a:lnTo>
                  <a:lnTo>
                    <a:pt x="326709" y="116198"/>
                  </a:lnTo>
                  <a:lnTo>
                    <a:pt x="325051" y="111177"/>
                  </a:lnTo>
                  <a:lnTo>
                    <a:pt x="323235" y="106211"/>
                  </a:lnTo>
                  <a:lnTo>
                    <a:pt x="321263" y="101306"/>
                  </a:lnTo>
                  <a:lnTo>
                    <a:pt x="319136" y="96464"/>
                  </a:lnTo>
                  <a:lnTo>
                    <a:pt x="316857" y="91693"/>
                  </a:lnTo>
                  <a:lnTo>
                    <a:pt x="314429" y="86996"/>
                  </a:lnTo>
                  <a:lnTo>
                    <a:pt x="311853" y="82378"/>
                  </a:lnTo>
                  <a:lnTo>
                    <a:pt x="309133" y="77844"/>
                  </a:lnTo>
                  <a:lnTo>
                    <a:pt x="306270" y="73398"/>
                  </a:lnTo>
                  <a:lnTo>
                    <a:pt x="303269" y="69045"/>
                  </a:lnTo>
                  <a:lnTo>
                    <a:pt x="300131" y="64790"/>
                  </a:lnTo>
                  <a:lnTo>
                    <a:pt x="296860" y="60635"/>
                  </a:lnTo>
                  <a:lnTo>
                    <a:pt x="293460" y="56586"/>
                  </a:lnTo>
                  <a:lnTo>
                    <a:pt x="289933" y="52647"/>
                  </a:lnTo>
                  <a:lnTo>
                    <a:pt x="286283" y="48821"/>
                  </a:lnTo>
                  <a:lnTo>
                    <a:pt x="282514" y="45112"/>
                  </a:lnTo>
                  <a:lnTo>
                    <a:pt x="278630" y="41525"/>
                  </a:lnTo>
                  <a:lnTo>
                    <a:pt x="274634" y="38062"/>
                  </a:lnTo>
                  <a:lnTo>
                    <a:pt x="270530" y="34727"/>
                  </a:lnTo>
                  <a:lnTo>
                    <a:pt x="266324" y="31524"/>
                  </a:lnTo>
                  <a:lnTo>
                    <a:pt x="167166" y="1661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3170392"/>
              <a:ext cx="99157" cy="167167"/>
            </a:xfrm>
            <a:custGeom>
              <a:avLst/>
              <a:pathLst>
                <a:path w="99157" h="167167">
                  <a:moveTo>
                    <a:pt x="99157" y="32583"/>
                  </a:moveTo>
                  <a:lnTo>
                    <a:pt x="94605" y="29345"/>
                  </a:lnTo>
                  <a:lnTo>
                    <a:pt x="89947" y="26261"/>
                  </a:lnTo>
                  <a:lnTo>
                    <a:pt x="85188" y="23334"/>
                  </a:lnTo>
                  <a:lnTo>
                    <a:pt x="80335" y="20568"/>
                  </a:lnTo>
                  <a:lnTo>
                    <a:pt x="75391" y="17966"/>
                  </a:lnTo>
                  <a:lnTo>
                    <a:pt x="70364" y="15530"/>
                  </a:lnTo>
                  <a:lnTo>
                    <a:pt x="65258" y="13263"/>
                  </a:lnTo>
                  <a:lnTo>
                    <a:pt x="60079" y="11169"/>
                  </a:lnTo>
                  <a:lnTo>
                    <a:pt x="54833" y="9248"/>
                  </a:lnTo>
                  <a:lnTo>
                    <a:pt x="49525" y="7504"/>
                  </a:lnTo>
                  <a:lnTo>
                    <a:pt x="44163" y="5939"/>
                  </a:lnTo>
                  <a:lnTo>
                    <a:pt x="38751" y="4553"/>
                  </a:lnTo>
                  <a:lnTo>
                    <a:pt x="33296" y="3349"/>
                  </a:lnTo>
                  <a:lnTo>
                    <a:pt x="27803" y="2328"/>
                  </a:lnTo>
                  <a:lnTo>
                    <a:pt x="22280" y="1491"/>
                  </a:lnTo>
                  <a:lnTo>
                    <a:pt x="16732" y="839"/>
                  </a:lnTo>
                  <a:lnTo>
                    <a:pt x="11165" y="373"/>
                  </a:lnTo>
                  <a:lnTo>
                    <a:pt x="558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86456" y="3707720"/>
              <a:ext cx="4292" cy="167167"/>
            </a:xfrm>
            <a:custGeom>
              <a:avLst/>
              <a:pathLst>
                <a:path w="4292" h="167167">
                  <a:moveTo>
                    <a:pt x="4292" y="0"/>
                  </a:moveTo>
                  <a:lnTo>
                    <a:pt x="0" y="55"/>
                  </a:lnTo>
                  <a:lnTo>
                    <a:pt x="42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456" y="3707775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423584" y="3707775"/>
              <a:ext cx="334331" cy="334263"/>
            </a:xfrm>
            <a:custGeom>
              <a:avLst/>
              <a:pathLst>
                <a:path w="334331" h="334263">
                  <a:moveTo>
                    <a:pt x="162872" y="0"/>
                  </a:moveTo>
                  <a:lnTo>
                    <a:pt x="157585" y="219"/>
                  </a:lnTo>
                  <a:lnTo>
                    <a:pt x="152308" y="606"/>
                  </a:lnTo>
                  <a:lnTo>
                    <a:pt x="147046" y="1159"/>
                  </a:lnTo>
                  <a:lnTo>
                    <a:pt x="141804" y="1879"/>
                  </a:lnTo>
                  <a:lnTo>
                    <a:pt x="136587" y="2765"/>
                  </a:lnTo>
                  <a:lnTo>
                    <a:pt x="131401" y="3815"/>
                  </a:lnTo>
                  <a:lnTo>
                    <a:pt x="126251" y="5028"/>
                  </a:lnTo>
                  <a:lnTo>
                    <a:pt x="121142" y="6404"/>
                  </a:lnTo>
                  <a:lnTo>
                    <a:pt x="116078" y="7941"/>
                  </a:lnTo>
                  <a:lnTo>
                    <a:pt x="111067" y="9638"/>
                  </a:lnTo>
                  <a:lnTo>
                    <a:pt x="106111" y="11492"/>
                  </a:lnTo>
                  <a:lnTo>
                    <a:pt x="101216" y="13502"/>
                  </a:lnTo>
                  <a:lnTo>
                    <a:pt x="96388" y="15666"/>
                  </a:lnTo>
                  <a:lnTo>
                    <a:pt x="91630" y="17982"/>
                  </a:lnTo>
                  <a:lnTo>
                    <a:pt x="86948" y="20448"/>
                  </a:lnTo>
                  <a:lnTo>
                    <a:pt x="82347" y="23060"/>
                  </a:lnTo>
                  <a:lnTo>
                    <a:pt x="77830" y="25816"/>
                  </a:lnTo>
                  <a:lnTo>
                    <a:pt x="73403" y="28714"/>
                  </a:lnTo>
                  <a:lnTo>
                    <a:pt x="69070" y="31751"/>
                  </a:lnTo>
                  <a:lnTo>
                    <a:pt x="64835" y="34923"/>
                  </a:lnTo>
                  <a:lnTo>
                    <a:pt x="60703" y="38228"/>
                  </a:lnTo>
                  <a:lnTo>
                    <a:pt x="56678" y="41662"/>
                  </a:lnTo>
                  <a:lnTo>
                    <a:pt x="52763" y="45221"/>
                  </a:lnTo>
                  <a:lnTo>
                    <a:pt x="48962" y="48903"/>
                  </a:lnTo>
                  <a:lnTo>
                    <a:pt x="45280" y="52703"/>
                  </a:lnTo>
                  <a:lnTo>
                    <a:pt x="41721" y="56618"/>
                  </a:lnTo>
                  <a:lnTo>
                    <a:pt x="38286" y="60643"/>
                  </a:lnTo>
                  <a:lnTo>
                    <a:pt x="34981" y="64776"/>
                  </a:lnTo>
                  <a:lnTo>
                    <a:pt x="31809" y="69010"/>
                  </a:lnTo>
                  <a:lnTo>
                    <a:pt x="28772" y="73343"/>
                  </a:lnTo>
                  <a:lnTo>
                    <a:pt x="25874" y="77770"/>
                  </a:lnTo>
                  <a:lnTo>
                    <a:pt x="23117" y="82286"/>
                  </a:lnTo>
                  <a:lnTo>
                    <a:pt x="20504" y="86888"/>
                  </a:lnTo>
                  <a:lnTo>
                    <a:pt x="18039" y="91569"/>
                  </a:lnTo>
                  <a:lnTo>
                    <a:pt x="15723" y="96327"/>
                  </a:lnTo>
                  <a:lnTo>
                    <a:pt x="13558" y="101155"/>
                  </a:lnTo>
                  <a:lnTo>
                    <a:pt x="11548" y="106050"/>
                  </a:lnTo>
                  <a:lnTo>
                    <a:pt x="9693" y="111005"/>
                  </a:lnTo>
                  <a:lnTo>
                    <a:pt x="7997" y="116017"/>
                  </a:lnTo>
                  <a:lnTo>
                    <a:pt x="6459" y="121080"/>
                  </a:lnTo>
                  <a:lnTo>
                    <a:pt x="5083" y="126189"/>
                  </a:lnTo>
                  <a:lnTo>
                    <a:pt x="3869" y="131339"/>
                  </a:lnTo>
                  <a:lnTo>
                    <a:pt x="2819" y="136525"/>
                  </a:lnTo>
                  <a:lnTo>
                    <a:pt x="1933" y="141742"/>
                  </a:lnTo>
                  <a:lnTo>
                    <a:pt x="1213" y="146984"/>
                  </a:lnTo>
                  <a:lnTo>
                    <a:pt x="659" y="152246"/>
                  </a:lnTo>
                  <a:lnTo>
                    <a:pt x="272" y="157523"/>
                  </a:lnTo>
                  <a:lnTo>
                    <a:pt x="52" y="162810"/>
                  </a:lnTo>
                  <a:lnTo>
                    <a:pt x="0" y="168101"/>
                  </a:lnTo>
                  <a:lnTo>
                    <a:pt x="115" y="173391"/>
                  </a:lnTo>
                  <a:lnTo>
                    <a:pt x="397" y="178674"/>
                  </a:lnTo>
                  <a:lnTo>
                    <a:pt x="846" y="183946"/>
                  </a:lnTo>
                  <a:lnTo>
                    <a:pt x="1462" y="189202"/>
                  </a:lnTo>
                  <a:lnTo>
                    <a:pt x="2245" y="194435"/>
                  </a:lnTo>
                  <a:lnTo>
                    <a:pt x="3192" y="199641"/>
                  </a:lnTo>
                  <a:lnTo>
                    <a:pt x="4304" y="204814"/>
                  </a:lnTo>
                  <a:lnTo>
                    <a:pt x="5578" y="209949"/>
                  </a:lnTo>
                  <a:lnTo>
                    <a:pt x="7015" y="215042"/>
                  </a:lnTo>
                  <a:lnTo>
                    <a:pt x="8612" y="220086"/>
                  </a:lnTo>
                  <a:lnTo>
                    <a:pt x="10368" y="225077"/>
                  </a:lnTo>
                  <a:lnTo>
                    <a:pt x="12281" y="230011"/>
                  </a:lnTo>
                  <a:lnTo>
                    <a:pt x="14349" y="234881"/>
                  </a:lnTo>
                  <a:lnTo>
                    <a:pt x="16571" y="239683"/>
                  </a:lnTo>
                  <a:lnTo>
                    <a:pt x="18943" y="244413"/>
                  </a:lnTo>
                  <a:lnTo>
                    <a:pt x="21464" y="249065"/>
                  </a:lnTo>
                  <a:lnTo>
                    <a:pt x="24130" y="253635"/>
                  </a:lnTo>
                  <a:lnTo>
                    <a:pt x="26940" y="258119"/>
                  </a:lnTo>
                  <a:lnTo>
                    <a:pt x="29891" y="262511"/>
                  </a:lnTo>
                  <a:lnTo>
                    <a:pt x="32979" y="266808"/>
                  </a:lnTo>
                  <a:lnTo>
                    <a:pt x="36201" y="271005"/>
                  </a:lnTo>
                  <a:lnTo>
                    <a:pt x="39555" y="275097"/>
                  </a:lnTo>
                  <a:lnTo>
                    <a:pt x="43036" y="279082"/>
                  </a:lnTo>
                  <a:lnTo>
                    <a:pt x="46642" y="282954"/>
                  </a:lnTo>
                  <a:lnTo>
                    <a:pt x="50369" y="286710"/>
                  </a:lnTo>
                  <a:lnTo>
                    <a:pt x="54212" y="290347"/>
                  </a:lnTo>
                  <a:lnTo>
                    <a:pt x="58169" y="293860"/>
                  </a:lnTo>
                  <a:lnTo>
                    <a:pt x="62235" y="297246"/>
                  </a:lnTo>
                  <a:lnTo>
                    <a:pt x="66406" y="300502"/>
                  </a:lnTo>
                  <a:lnTo>
                    <a:pt x="70678" y="303624"/>
                  </a:lnTo>
                  <a:lnTo>
                    <a:pt x="75047" y="306609"/>
                  </a:lnTo>
                  <a:lnTo>
                    <a:pt x="79508" y="309454"/>
                  </a:lnTo>
                  <a:lnTo>
                    <a:pt x="84057" y="312157"/>
                  </a:lnTo>
                  <a:lnTo>
                    <a:pt x="88689" y="314715"/>
                  </a:lnTo>
                  <a:lnTo>
                    <a:pt x="93400" y="317124"/>
                  </a:lnTo>
                  <a:lnTo>
                    <a:pt x="98184" y="319384"/>
                  </a:lnTo>
                  <a:lnTo>
                    <a:pt x="103038" y="321491"/>
                  </a:lnTo>
                  <a:lnTo>
                    <a:pt x="107956" y="323443"/>
                  </a:lnTo>
                  <a:lnTo>
                    <a:pt x="112933" y="325238"/>
                  </a:lnTo>
                  <a:lnTo>
                    <a:pt x="117965" y="326875"/>
                  </a:lnTo>
                  <a:lnTo>
                    <a:pt x="123046" y="328352"/>
                  </a:lnTo>
                  <a:lnTo>
                    <a:pt x="128171" y="329668"/>
                  </a:lnTo>
                  <a:lnTo>
                    <a:pt x="133335" y="330821"/>
                  </a:lnTo>
                  <a:lnTo>
                    <a:pt x="138533" y="331809"/>
                  </a:lnTo>
                  <a:lnTo>
                    <a:pt x="143760" y="332633"/>
                  </a:lnTo>
                  <a:lnTo>
                    <a:pt x="149010" y="333291"/>
                  </a:lnTo>
                  <a:lnTo>
                    <a:pt x="154278" y="333782"/>
                  </a:lnTo>
                  <a:lnTo>
                    <a:pt x="159560" y="334106"/>
                  </a:lnTo>
                  <a:lnTo>
                    <a:pt x="164849" y="334263"/>
                  </a:lnTo>
                  <a:lnTo>
                    <a:pt x="170140" y="334253"/>
                  </a:lnTo>
                  <a:lnTo>
                    <a:pt x="175428" y="334075"/>
                  </a:lnTo>
                  <a:lnTo>
                    <a:pt x="180708" y="333730"/>
                  </a:lnTo>
                  <a:lnTo>
                    <a:pt x="185975" y="333218"/>
                  </a:lnTo>
                  <a:lnTo>
                    <a:pt x="191222" y="332539"/>
                  </a:lnTo>
                  <a:lnTo>
                    <a:pt x="196446" y="331695"/>
                  </a:lnTo>
                  <a:lnTo>
                    <a:pt x="201640" y="330686"/>
                  </a:lnTo>
                  <a:lnTo>
                    <a:pt x="206799" y="329513"/>
                  </a:lnTo>
                  <a:lnTo>
                    <a:pt x="211919" y="328177"/>
                  </a:lnTo>
                  <a:lnTo>
                    <a:pt x="216994" y="326680"/>
                  </a:lnTo>
                  <a:lnTo>
                    <a:pt x="222019" y="325023"/>
                  </a:lnTo>
                  <a:lnTo>
                    <a:pt x="226989" y="323208"/>
                  </a:lnTo>
                  <a:lnTo>
                    <a:pt x="231900" y="321236"/>
                  </a:lnTo>
                  <a:lnTo>
                    <a:pt x="236745" y="319110"/>
                  </a:lnTo>
                  <a:lnTo>
                    <a:pt x="241521" y="316832"/>
                  </a:lnTo>
                  <a:lnTo>
                    <a:pt x="246222" y="314403"/>
                  </a:lnTo>
                  <a:lnTo>
                    <a:pt x="250844" y="311828"/>
                  </a:lnTo>
                  <a:lnTo>
                    <a:pt x="255382" y="309107"/>
                  </a:lnTo>
                  <a:lnTo>
                    <a:pt x="259832" y="306244"/>
                  </a:lnTo>
                  <a:lnTo>
                    <a:pt x="264188" y="303241"/>
                  </a:lnTo>
                  <a:lnTo>
                    <a:pt x="268448" y="300102"/>
                  </a:lnTo>
                  <a:lnTo>
                    <a:pt x="272606" y="296830"/>
                  </a:lnTo>
                  <a:lnTo>
                    <a:pt x="276659" y="293428"/>
                  </a:lnTo>
                  <a:lnTo>
                    <a:pt x="280602" y="289900"/>
                  </a:lnTo>
                  <a:lnTo>
                    <a:pt x="284431" y="286248"/>
                  </a:lnTo>
                  <a:lnTo>
                    <a:pt x="288143" y="282477"/>
                  </a:lnTo>
                  <a:lnTo>
                    <a:pt x="291733" y="278590"/>
                  </a:lnTo>
                  <a:lnTo>
                    <a:pt x="295199" y="274592"/>
                  </a:lnTo>
                  <a:lnTo>
                    <a:pt x="298536" y="270486"/>
                  </a:lnTo>
                  <a:lnTo>
                    <a:pt x="301742" y="266277"/>
                  </a:lnTo>
                  <a:lnTo>
                    <a:pt x="304813" y="261968"/>
                  </a:lnTo>
                  <a:lnTo>
                    <a:pt x="307746" y="257564"/>
                  </a:lnTo>
                  <a:lnTo>
                    <a:pt x="310539" y="253069"/>
                  </a:lnTo>
                  <a:lnTo>
                    <a:pt x="313187" y="248489"/>
                  </a:lnTo>
                  <a:lnTo>
                    <a:pt x="315689" y="243827"/>
                  </a:lnTo>
                  <a:lnTo>
                    <a:pt x="318043" y="239088"/>
                  </a:lnTo>
                  <a:lnTo>
                    <a:pt x="320245" y="234276"/>
                  </a:lnTo>
                  <a:lnTo>
                    <a:pt x="322294" y="229398"/>
                  </a:lnTo>
                  <a:lnTo>
                    <a:pt x="324188" y="224457"/>
                  </a:lnTo>
                  <a:lnTo>
                    <a:pt x="325924" y="219459"/>
                  </a:lnTo>
                  <a:lnTo>
                    <a:pt x="327501" y="214408"/>
                  </a:lnTo>
                  <a:lnTo>
                    <a:pt x="328918" y="209310"/>
                  </a:lnTo>
                  <a:lnTo>
                    <a:pt x="330172" y="204170"/>
                  </a:lnTo>
                  <a:lnTo>
                    <a:pt x="331263" y="198992"/>
                  </a:lnTo>
                  <a:lnTo>
                    <a:pt x="332190" y="193783"/>
                  </a:lnTo>
                  <a:lnTo>
                    <a:pt x="332952" y="188547"/>
                  </a:lnTo>
                  <a:lnTo>
                    <a:pt x="333547" y="183289"/>
                  </a:lnTo>
                  <a:lnTo>
                    <a:pt x="333976" y="178015"/>
                  </a:lnTo>
                  <a:lnTo>
                    <a:pt x="334237" y="172730"/>
                  </a:lnTo>
                  <a:lnTo>
                    <a:pt x="334331" y="167440"/>
                  </a:lnTo>
                  <a:lnTo>
                    <a:pt x="334258" y="162149"/>
                  </a:lnTo>
                  <a:lnTo>
                    <a:pt x="334017" y="156863"/>
                  </a:lnTo>
                  <a:lnTo>
                    <a:pt x="333609" y="151588"/>
                  </a:lnTo>
                  <a:lnTo>
                    <a:pt x="333034" y="146328"/>
                  </a:lnTo>
                  <a:lnTo>
                    <a:pt x="332294" y="141089"/>
                  </a:lnTo>
                  <a:lnTo>
                    <a:pt x="331387" y="135876"/>
                  </a:lnTo>
                  <a:lnTo>
                    <a:pt x="330316" y="130694"/>
                  </a:lnTo>
                  <a:lnTo>
                    <a:pt x="329082" y="125549"/>
                  </a:lnTo>
                  <a:lnTo>
                    <a:pt x="327686" y="120445"/>
                  </a:lnTo>
                  <a:lnTo>
                    <a:pt x="326128" y="115388"/>
                  </a:lnTo>
                  <a:lnTo>
                    <a:pt x="324412" y="110383"/>
                  </a:lnTo>
                  <a:lnTo>
                    <a:pt x="322538" y="105435"/>
                  </a:lnTo>
                  <a:lnTo>
                    <a:pt x="320508" y="100549"/>
                  </a:lnTo>
                  <a:lnTo>
                    <a:pt x="318324" y="95729"/>
                  </a:lnTo>
                  <a:lnTo>
                    <a:pt x="315989" y="90981"/>
                  </a:lnTo>
                  <a:lnTo>
                    <a:pt x="313505" y="86309"/>
                  </a:lnTo>
                  <a:lnTo>
                    <a:pt x="310875" y="81718"/>
                  </a:lnTo>
                  <a:lnTo>
                    <a:pt x="308100" y="77212"/>
                  </a:lnTo>
                  <a:lnTo>
                    <a:pt x="305184" y="72797"/>
                  </a:lnTo>
                  <a:lnTo>
                    <a:pt x="302130" y="68476"/>
                  </a:lnTo>
                  <a:lnTo>
                    <a:pt x="298941" y="64254"/>
                  </a:lnTo>
                  <a:lnTo>
                    <a:pt x="295620" y="60135"/>
                  </a:lnTo>
                  <a:lnTo>
                    <a:pt x="292170" y="56123"/>
                  </a:lnTo>
                  <a:lnTo>
                    <a:pt x="288595" y="52222"/>
                  </a:lnTo>
                  <a:lnTo>
                    <a:pt x="284898" y="48437"/>
                  </a:lnTo>
                  <a:lnTo>
                    <a:pt x="281083" y="44770"/>
                  </a:lnTo>
                  <a:lnTo>
                    <a:pt x="277154" y="41226"/>
                  </a:lnTo>
                  <a:lnTo>
                    <a:pt x="273115" y="37808"/>
                  </a:lnTo>
                  <a:lnTo>
                    <a:pt x="268969" y="34520"/>
                  </a:lnTo>
                  <a:lnTo>
                    <a:pt x="264722" y="31364"/>
                  </a:lnTo>
                  <a:lnTo>
                    <a:pt x="260377" y="28345"/>
                  </a:lnTo>
                  <a:lnTo>
                    <a:pt x="255939" y="25464"/>
                  </a:lnTo>
                  <a:lnTo>
                    <a:pt x="251411" y="22726"/>
                  </a:lnTo>
                  <a:lnTo>
                    <a:pt x="246799" y="20132"/>
                  </a:lnTo>
                  <a:lnTo>
                    <a:pt x="242108" y="17685"/>
                  </a:lnTo>
                  <a:lnTo>
                    <a:pt x="237341" y="15388"/>
                  </a:lnTo>
                  <a:lnTo>
                    <a:pt x="232504" y="13243"/>
                  </a:lnTo>
                  <a:lnTo>
                    <a:pt x="227602" y="11252"/>
                  </a:lnTo>
                  <a:lnTo>
                    <a:pt x="222639" y="9417"/>
                  </a:lnTo>
                  <a:lnTo>
                    <a:pt x="217620" y="7741"/>
                  </a:lnTo>
                  <a:lnTo>
                    <a:pt x="212551" y="6224"/>
                  </a:lnTo>
                  <a:lnTo>
                    <a:pt x="207436" y="4868"/>
                  </a:lnTo>
                  <a:lnTo>
                    <a:pt x="202282" y="3675"/>
                  </a:lnTo>
                  <a:lnTo>
                    <a:pt x="197091" y="2645"/>
                  </a:lnTo>
                  <a:lnTo>
                    <a:pt x="191871" y="1780"/>
                  </a:lnTo>
                  <a:lnTo>
                    <a:pt x="186626" y="1081"/>
                  </a:lnTo>
                  <a:lnTo>
                    <a:pt x="181362" y="548"/>
                  </a:lnTo>
                  <a:lnTo>
                    <a:pt x="167164" y="1671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3707720"/>
              <a:ext cx="14198" cy="167167"/>
            </a:xfrm>
            <a:custGeom>
              <a:avLst/>
              <a:pathLst>
                <a:path w="14198" h="167167">
                  <a:moveTo>
                    <a:pt x="14198" y="60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76995" y="4213821"/>
              <a:ext cx="4292" cy="167167"/>
            </a:xfrm>
            <a:custGeom>
              <a:avLst/>
              <a:pathLst>
                <a:path w="4292" h="167167">
                  <a:moveTo>
                    <a:pt x="4292" y="0"/>
                  </a:moveTo>
                  <a:lnTo>
                    <a:pt x="0" y="55"/>
                  </a:lnTo>
                  <a:lnTo>
                    <a:pt x="42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6995" y="421387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14123" y="4213876"/>
              <a:ext cx="334331" cy="334263"/>
            </a:xfrm>
            <a:custGeom>
              <a:avLst/>
              <a:pathLst>
                <a:path w="334331" h="334263">
                  <a:moveTo>
                    <a:pt x="162872" y="0"/>
                  </a:moveTo>
                  <a:lnTo>
                    <a:pt x="157585" y="219"/>
                  </a:lnTo>
                  <a:lnTo>
                    <a:pt x="152308" y="606"/>
                  </a:lnTo>
                  <a:lnTo>
                    <a:pt x="147046" y="1159"/>
                  </a:lnTo>
                  <a:lnTo>
                    <a:pt x="141804" y="1879"/>
                  </a:lnTo>
                  <a:lnTo>
                    <a:pt x="136587" y="2765"/>
                  </a:lnTo>
                  <a:lnTo>
                    <a:pt x="131401" y="3815"/>
                  </a:lnTo>
                  <a:lnTo>
                    <a:pt x="126251" y="5028"/>
                  </a:lnTo>
                  <a:lnTo>
                    <a:pt x="121142" y="6404"/>
                  </a:lnTo>
                  <a:lnTo>
                    <a:pt x="116078" y="7941"/>
                  </a:lnTo>
                  <a:lnTo>
                    <a:pt x="111067" y="9638"/>
                  </a:lnTo>
                  <a:lnTo>
                    <a:pt x="106111" y="11492"/>
                  </a:lnTo>
                  <a:lnTo>
                    <a:pt x="101216" y="13502"/>
                  </a:lnTo>
                  <a:lnTo>
                    <a:pt x="96388" y="15666"/>
                  </a:lnTo>
                  <a:lnTo>
                    <a:pt x="91630" y="17982"/>
                  </a:lnTo>
                  <a:lnTo>
                    <a:pt x="86948" y="20448"/>
                  </a:lnTo>
                  <a:lnTo>
                    <a:pt x="82347" y="23060"/>
                  </a:lnTo>
                  <a:lnTo>
                    <a:pt x="77830" y="25816"/>
                  </a:lnTo>
                  <a:lnTo>
                    <a:pt x="73403" y="28714"/>
                  </a:lnTo>
                  <a:lnTo>
                    <a:pt x="69070" y="31751"/>
                  </a:lnTo>
                  <a:lnTo>
                    <a:pt x="64835" y="34923"/>
                  </a:lnTo>
                  <a:lnTo>
                    <a:pt x="60703" y="38228"/>
                  </a:lnTo>
                  <a:lnTo>
                    <a:pt x="56678" y="41662"/>
                  </a:lnTo>
                  <a:lnTo>
                    <a:pt x="52763" y="45221"/>
                  </a:lnTo>
                  <a:lnTo>
                    <a:pt x="48962" y="48903"/>
                  </a:lnTo>
                  <a:lnTo>
                    <a:pt x="45280" y="52703"/>
                  </a:lnTo>
                  <a:lnTo>
                    <a:pt x="41721" y="56618"/>
                  </a:lnTo>
                  <a:lnTo>
                    <a:pt x="38286" y="60643"/>
                  </a:lnTo>
                  <a:lnTo>
                    <a:pt x="34981" y="64776"/>
                  </a:lnTo>
                  <a:lnTo>
                    <a:pt x="31809" y="69010"/>
                  </a:lnTo>
                  <a:lnTo>
                    <a:pt x="28772" y="73343"/>
                  </a:lnTo>
                  <a:lnTo>
                    <a:pt x="25874" y="77770"/>
                  </a:lnTo>
                  <a:lnTo>
                    <a:pt x="23117" y="82286"/>
                  </a:lnTo>
                  <a:lnTo>
                    <a:pt x="20504" y="86888"/>
                  </a:lnTo>
                  <a:lnTo>
                    <a:pt x="18039" y="91569"/>
                  </a:lnTo>
                  <a:lnTo>
                    <a:pt x="15723" y="96327"/>
                  </a:lnTo>
                  <a:lnTo>
                    <a:pt x="13558" y="101155"/>
                  </a:lnTo>
                  <a:lnTo>
                    <a:pt x="11548" y="106050"/>
                  </a:lnTo>
                  <a:lnTo>
                    <a:pt x="9693" y="111005"/>
                  </a:lnTo>
                  <a:lnTo>
                    <a:pt x="7997" y="116017"/>
                  </a:lnTo>
                  <a:lnTo>
                    <a:pt x="6459" y="121080"/>
                  </a:lnTo>
                  <a:lnTo>
                    <a:pt x="5083" y="126189"/>
                  </a:lnTo>
                  <a:lnTo>
                    <a:pt x="3869" y="131339"/>
                  </a:lnTo>
                  <a:lnTo>
                    <a:pt x="2819" y="136525"/>
                  </a:lnTo>
                  <a:lnTo>
                    <a:pt x="1933" y="141742"/>
                  </a:lnTo>
                  <a:lnTo>
                    <a:pt x="1213" y="146984"/>
                  </a:lnTo>
                  <a:lnTo>
                    <a:pt x="659" y="152246"/>
                  </a:lnTo>
                  <a:lnTo>
                    <a:pt x="272" y="157523"/>
                  </a:lnTo>
                  <a:lnTo>
                    <a:pt x="52" y="162810"/>
                  </a:lnTo>
                  <a:lnTo>
                    <a:pt x="0" y="168101"/>
                  </a:lnTo>
                  <a:lnTo>
                    <a:pt x="115" y="173391"/>
                  </a:lnTo>
                  <a:lnTo>
                    <a:pt x="397" y="178674"/>
                  </a:lnTo>
                  <a:lnTo>
                    <a:pt x="846" y="183946"/>
                  </a:lnTo>
                  <a:lnTo>
                    <a:pt x="1462" y="189202"/>
                  </a:lnTo>
                  <a:lnTo>
                    <a:pt x="2245" y="194435"/>
                  </a:lnTo>
                  <a:lnTo>
                    <a:pt x="3192" y="199641"/>
                  </a:lnTo>
                  <a:lnTo>
                    <a:pt x="4304" y="204814"/>
                  </a:lnTo>
                  <a:lnTo>
                    <a:pt x="5578" y="209949"/>
                  </a:lnTo>
                  <a:lnTo>
                    <a:pt x="7015" y="215042"/>
                  </a:lnTo>
                  <a:lnTo>
                    <a:pt x="8612" y="220086"/>
                  </a:lnTo>
                  <a:lnTo>
                    <a:pt x="10368" y="225077"/>
                  </a:lnTo>
                  <a:lnTo>
                    <a:pt x="12281" y="230011"/>
                  </a:lnTo>
                  <a:lnTo>
                    <a:pt x="14349" y="234881"/>
                  </a:lnTo>
                  <a:lnTo>
                    <a:pt x="16571" y="239683"/>
                  </a:lnTo>
                  <a:lnTo>
                    <a:pt x="18943" y="244413"/>
                  </a:lnTo>
                  <a:lnTo>
                    <a:pt x="21464" y="249065"/>
                  </a:lnTo>
                  <a:lnTo>
                    <a:pt x="24130" y="253635"/>
                  </a:lnTo>
                  <a:lnTo>
                    <a:pt x="26940" y="258119"/>
                  </a:lnTo>
                  <a:lnTo>
                    <a:pt x="29891" y="262511"/>
                  </a:lnTo>
                  <a:lnTo>
                    <a:pt x="32979" y="266808"/>
                  </a:lnTo>
                  <a:lnTo>
                    <a:pt x="36201" y="271005"/>
                  </a:lnTo>
                  <a:lnTo>
                    <a:pt x="39555" y="275097"/>
                  </a:lnTo>
                  <a:lnTo>
                    <a:pt x="43036" y="279082"/>
                  </a:lnTo>
                  <a:lnTo>
                    <a:pt x="46642" y="282954"/>
                  </a:lnTo>
                  <a:lnTo>
                    <a:pt x="50369" y="286710"/>
                  </a:lnTo>
                  <a:lnTo>
                    <a:pt x="54212" y="290347"/>
                  </a:lnTo>
                  <a:lnTo>
                    <a:pt x="58169" y="293860"/>
                  </a:lnTo>
                  <a:lnTo>
                    <a:pt x="62235" y="297246"/>
                  </a:lnTo>
                  <a:lnTo>
                    <a:pt x="66406" y="300502"/>
                  </a:lnTo>
                  <a:lnTo>
                    <a:pt x="70678" y="303624"/>
                  </a:lnTo>
                  <a:lnTo>
                    <a:pt x="75047" y="306609"/>
                  </a:lnTo>
                  <a:lnTo>
                    <a:pt x="79508" y="309454"/>
                  </a:lnTo>
                  <a:lnTo>
                    <a:pt x="84057" y="312157"/>
                  </a:lnTo>
                  <a:lnTo>
                    <a:pt x="88689" y="314715"/>
                  </a:lnTo>
                  <a:lnTo>
                    <a:pt x="93400" y="317124"/>
                  </a:lnTo>
                  <a:lnTo>
                    <a:pt x="98184" y="319384"/>
                  </a:lnTo>
                  <a:lnTo>
                    <a:pt x="103038" y="321491"/>
                  </a:lnTo>
                  <a:lnTo>
                    <a:pt x="107956" y="323443"/>
                  </a:lnTo>
                  <a:lnTo>
                    <a:pt x="112933" y="325238"/>
                  </a:lnTo>
                  <a:lnTo>
                    <a:pt x="117965" y="326875"/>
                  </a:lnTo>
                  <a:lnTo>
                    <a:pt x="123046" y="328352"/>
                  </a:lnTo>
                  <a:lnTo>
                    <a:pt x="128171" y="329668"/>
                  </a:lnTo>
                  <a:lnTo>
                    <a:pt x="133335" y="330821"/>
                  </a:lnTo>
                  <a:lnTo>
                    <a:pt x="138533" y="331809"/>
                  </a:lnTo>
                  <a:lnTo>
                    <a:pt x="143760" y="332633"/>
                  </a:lnTo>
                  <a:lnTo>
                    <a:pt x="149010" y="333291"/>
                  </a:lnTo>
                  <a:lnTo>
                    <a:pt x="154278" y="333782"/>
                  </a:lnTo>
                  <a:lnTo>
                    <a:pt x="159560" y="334106"/>
                  </a:lnTo>
                  <a:lnTo>
                    <a:pt x="164849" y="334263"/>
                  </a:lnTo>
                  <a:lnTo>
                    <a:pt x="170140" y="334253"/>
                  </a:lnTo>
                  <a:lnTo>
                    <a:pt x="175428" y="334075"/>
                  </a:lnTo>
                  <a:lnTo>
                    <a:pt x="180708" y="333730"/>
                  </a:lnTo>
                  <a:lnTo>
                    <a:pt x="185975" y="333218"/>
                  </a:lnTo>
                  <a:lnTo>
                    <a:pt x="191222" y="332539"/>
                  </a:lnTo>
                  <a:lnTo>
                    <a:pt x="196446" y="331695"/>
                  </a:lnTo>
                  <a:lnTo>
                    <a:pt x="201640" y="330686"/>
                  </a:lnTo>
                  <a:lnTo>
                    <a:pt x="206799" y="329513"/>
                  </a:lnTo>
                  <a:lnTo>
                    <a:pt x="211919" y="328177"/>
                  </a:lnTo>
                  <a:lnTo>
                    <a:pt x="216994" y="326680"/>
                  </a:lnTo>
                  <a:lnTo>
                    <a:pt x="222019" y="325023"/>
                  </a:lnTo>
                  <a:lnTo>
                    <a:pt x="226989" y="323208"/>
                  </a:lnTo>
                  <a:lnTo>
                    <a:pt x="231900" y="321236"/>
                  </a:lnTo>
                  <a:lnTo>
                    <a:pt x="236745" y="319110"/>
                  </a:lnTo>
                  <a:lnTo>
                    <a:pt x="241521" y="316832"/>
                  </a:lnTo>
                  <a:lnTo>
                    <a:pt x="246222" y="314403"/>
                  </a:lnTo>
                  <a:lnTo>
                    <a:pt x="250844" y="311828"/>
                  </a:lnTo>
                  <a:lnTo>
                    <a:pt x="255382" y="309107"/>
                  </a:lnTo>
                  <a:lnTo>
                    <a:pt x="259832" y="306244"/>
                  </a:lnTo>
                  <a:lnTo>
                    <a:pt x="264188" y="303241"/>
                  </a:lnTo>
                  <a:lnTo>
                    <a:pt x="268448" y="300102"/>
                  </a:lnTo>
                  <a:lnTo>
                    <a:pt x="272606" y="296830"/>
                  </a:lnTo>
                  <a:lnTo>
                    <a:pt x="276659" y="293428"/>
                  </a:lnTo>
                  <a:lnTo>
                    <a:pt x="280602" y="289900"/>
                  </a:lnTo>
                  <a:lnTo>
                    <a:pt x="284431" y="286248"/>
                  </a:lnTo>
                  <a:lnTo>
                    <a:pt x="288143" y="282477"/>
                  </a:lnTo>
                  <a:lnTo>
                    <a:pt x="291733" y="278590"/>
                  </a:lnTo>
                  <a:lnTo>
                    <a:pt x="295199" y="274592"/>
                  </a:lnTo>
                  <a:lnTo>
                    <a:pt x="298536" y="270486"/>
                  </a:lnTo>
                  <a:lnTo>
                    <a:pt x="301742" y="266277"/>
                  </a:lnTo>
                  <a:lnTo>
                    <a:pt x="304813" y="261968"/>
                  </a:lnTo>
                  <a:lnTo>
                    <a:pt x="307746" y="257564"/>
                  </a:lnTo>
                  <a:lnTo>
                    <a:pt x="310539" y="253069"/>
                  </a:lnTo>
                  <a:lnTo>
                    <a:pt x="313187" y="248489"/>
                  </a:lnTo>
                  <a:lnTo>
                    <a:pt x="315689" y="243827"/>
                  </a:lnTo>
                  <a:lnTo>
                    <a:pt x="318043" y="239088"/>
                  </a:lnTo>
                  <a:lnTo>
                    <a:pt x="320245" y="234276"/>
                  </a:lnTo>
                  <a:lnTo>
                    <a:pt x="322294" y="229398"/>
                  </a:lnTo>
                  <a:lnTo>
                    <a:pt x="324188" y="224457"/>
                  </a:lnTo>
                  <a:lnTo>
                    <a:pt x="325924" y="219459"/>
                  </a:lnTo>
                  <a:lnTo>
                    <a:pt x="327501" y="214408"/>
                  </a:lnTo>
                  <a:lnTo>
                    <a:pt x="328918" y="209310"/>
                  </a:lnTo>
                  <a:lnTo>
                    <a:pt x="330172" y="204170"/>
                  </a:lnTo>
                  <a:lnTo>
                    <a:pt x="331263" y="198992"/>
                  </a:lnTo>
                  <a:lnTo>
                    <a:pt x="332190" y="193783"/>
                  </a:lnTo>
                  <a:lnTo>
                    <a:pt x="332952" y="188547"/>
                  </a:lnTo>
                  <a:lnTo>
                    <a:pt x="333547" y="183289"/>
                  </a:lnTo>
                  <a:lnTo>
                    <a:pt x="333976" y="178015"/>
                  </a:lnTo>
                  <a:lnTo>
                    <a:pt x="334237" y="172730"/>
                  </a:lnTo>
                  <a:lnTo>
                    <a:pt x="334331" y="167440"/>
                  </a:lnTo>
                  <a:lnTo>
                    <a:pt x="334258" y="162149"/>
                  </a:lnTo>
                  <a:lnTo>
                    <a:pt x="334017" y="156863"/>
                  </a:lnTo>
                  <a:lnTo>
                    <a:pt x="333609" y="151588"/>
                  </a:lnTo>
                  <a:lnTo>
                    <a:pt x="333034" y="146328"/>
                  </a:lnTo>
                  <a:lnTo>
                    <a:pt x="332294" y="141089"/>
                  </a:lnTo>
                  <a:lnTo>
                    <a:pt x="331387" y="135876"/>
                  </a:lnTo>
                  <a:lnTo>
                    <a:pt x="330316" y="130694"/>
                  </a:lnTo>
                  <a:lnTo>
                    <a:pt x="329082" y="125549"/>
                  </a:lnTo>
                  <a:lnTo>
                    <a:pt x="327686" y="120445"/>
                  </a:lnTo>
                  <a:lnTo>
                    <a:pt x="326128" y="115388"/>
                  </a:lnTo>
                  <a:lnTo>
                    <a:pt x="324412" y="110383"/>
                  </a:lnTo>
                  <a:lnTo>
                    <a:pt x="322538" y="105435"/>
                  </a:lnTo>
                  <a:lnTo>
                    <a:pt x="320508" y="100549"/>
                  </a:lnTo>
                  <a:lnTo>
                    <a:pt x="318324" y="95729"/>
                  </a:lnTo>
                  <a:lnTo>
                    <a:pt x="315989" y="90981"/>
                  </a:lnTo>
                  <a:lnTo>
                    <a:pt x="313505" y="86309"/>
                  </a:lnTo>
                  <a:lnTo>
                    <a:pt x="310875" y="81718"/>
                  </a:lnTo>
                  <a:lnTo>
                    <a:pt x="308100" y="77212"/>
                  </a:lnTo>
                  <a:lnTo>
                    <a:pt x="305184" y="72797"/>
                  </a:lnTo>
                  <a:lnTo>
                    <a:pt x="302130" y="68476"/>
                  </a:lnTo>
                  <a:lnTo>
                    <a:pt x="298941" y="64254"/>
                  </a:lnTo>
                  <a:lnTo>
                    <a:pt x="295620" y="60135"/>
                  </a:lnTo>
                  <a:lnTo>
                    <a:pt x="292170" y="56123"/>
                  </a:lnTo>
                  <a:lnTo>
                    <a:pt x="288595" y="52222"/>
                  </a:lnTo>
                  <a:lnTo>
                    <a:pt x="284898" y="48437"/>
                  </a:lnTo>
                  <a:lnTo>
                    <a:pt x="281083" y="44770"/>
                  </a:lnTo>
                  <a:lnTo>
                    <a:pt x="277154" y="41226"/>
                  </a:lnTo>
                  <a:lnTo>
                    <a:pt x="273115" y="37808"/>
                  </a:lnTo>
                  <a:lnTo>
                    <a:pt x="268969" y="34520"/>
                  </a:lnTo>
                  <a:lnTo>
                    <a:pt x="264722" y="31364"/>
                  </a:lnTo>
                  <a:lnTo>
                    <a:pt x="260377" y="28345"/>
                  </a:lnTo>
                  <a:lnTo>
                    <a:pt x="255939" y="25464"/>
                  </a:lnTo>
                  <a:lnTo>
                    <a:pt x="251411" y="22726"/>
                  </a:lnTo>
                  <a:lnTo>
                    <a:pt x="246799" y="20132"/>
                  </a:lnTo>
                  <a:lnTo>
                    <a:pt x="242108" y="17685"/>
                  </a:lnTo>
                  <a:lnTo>
                    <a:pt x="237341" y="15388"/>
                  </a:lnTo>
                  <a:lnTo>
                    <a:pt x="232504" y="13243"/>
                  </a:lnTo>
                  <a:lnTo>
                    <a:pt x="227602" y="11252"/>
                  </a:lnTo>
                  <a:lnTo>
                    <a:pt x="222639" y="9417"/>
                  </a:lnTo>
                  <a:lnTo>
                    <a:pt x="217620" y="7741"/>
                  </a:lnTo>
                  <a:lnTo>
                    <a:pt x="212551" y="6224"/>
                  </a:lnTo>
                  <a:lnTo>
                    <a:pt x="207436" y="4868"/>
                  </a:lnTo>
                  <a:lnTo>
                    <a:pt x="202282" y="3675"/>
                  </a:lnTo>
                  <a:lnTo>
                    <a:pt x="197091" y="2645"/>
                  </a:lnTo>
                  <a:lnTo>
                    <a:pt x="191871" y="1780"/>
                  </a:lnTo>
                  <a:lnTo>
                    <a:pt x="186626" y="1081"/>
                  </a:lnTo>
                  <a:lnTo>
                    <a:pt x="181362" y="548"/>
                  </a:lnTo>
                  <a:lnTo>
                    <a:pt x="167164" y="1671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81287" y="4213821"/>
              <a:ext cx="14198" cy="167167"/>
            </a:xfrm>
            <a:custGeom>
              <a:avLst/>
              <a:pathLst>
                <a:path w="14198" h="167167">
                  <a:moveTo>
                    <a:pt x="14198" y="60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5593" y="4659281"/>
              <a:ext cx="931" cy="167167"/>
            </a:xfrm>
            <a:custGeom>
              <a:avLst/>
              <a:pathLst>
                <a:path w="931" h="167167">
                  <a:moveTo>
                    <a:pt x="931" y="0"/>
                  </a:moveTo>
                  <a:lnTo>
                    <a:pt x="0" y="2"/>
                  </a:lnTo>
                  <a:lnTo>
                    <a:pt x="93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5593" y="4659284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5593" y="4659284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593" y="4659284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593" y="4659284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593" y="4659284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593" y="4659284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593" y="4659284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593" y="4659284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593" y="4659284"/>
              <a:ext cx="931" cy="167164"/>
            </a:xfrm>
            <a:custGeom>
              <a:avLst/>
              <a:pathLst>
                <a:path w="931" h="167164">
                  <a:moveTo>
                    <a:pt x="0" y="0"/>
                  </a:moveTo>
                  <a:lnTo>
                    <a:pt x="931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922369" y="4659284"/>
              <a:ext cx="164155" cy="167164"/>
            </a:xfrm>
            <a:custGeom>
              <a:avLst/>
              <a:pathLst>
                <a:path w="164155" h="167164">
                  <a:moveTo>
                    <a:pt x="163223" y="0"/>
                  </a:moveTo>
                  <a:lnTo>
                    <a:pt x="157752" y="120"/>
                  </a:lnTo>
                  <a:lnTo>
                    <a:pt x="152287" y="419"/>
                  </a:lnTo>
                  <a:lnTo>
                    <a:pt x="146835" y="897"/>
                  </a:lnTo>
                  <a:lnTo>
                    <a:pt x="141402" y="1553"/>
                  </a:lnTo>
                  <a:lnTo>
                    <a:pt x="135993" y="2386"/>
                  </a:lnTo>
                  <a:lnTo>
                    <a:pt x="130614" y="3396"/>
                  </a:lnTo>
                  <a:lnTo>
                    <a:pt x="125271" y="4582"/>
                  </a:lnTo>
                  <a:lnTo>
                    <a:pt x="119969" y="5942"/>
                  </a:lnTo>
                  <a:lnTo>
                    <a:pt x="114716" y="7475"/>
                  </a:lnTo>
                  <a:lnTo>
                    <a:pt x="109515" y="9179"/>
                  </a:lnTo>
                  <a:lnTo>
                    <a:pt x="104372" y="11052"/>
                  </a:lnTo>
                  <a:lnTo>
                    <a:pt x="99294" y="13093"/>
                  </a:lnTo>
                  <a:lnTo>
                    <a:pt x="94285" y="15299"/>
                  </a:lnTo>
                  <a:lnTo>
                    <a:pt x="89352" y="17667"/>
                  </a:lnTo>
                  <a:lnTo>
                    <a:pt x="84498" y="20196"/>
                  </a:lnTo>
                  <a:lnTo>
                    <a:pt x="79730" y="22882"/>
                  </a:lnTo>
                  <a:lnTo>
                    <a:pt x="75052" y="25723"/>
                  </a:lnTo>
                  <a:lnTo>
                    <a:pt x="70469" y="28716"/>
                  </a:lnTo>
                  <a:lnTo>
                    <a:pt x="65988" y="31857"/>
                  </a:lnTo>
                  <a:lnTo>
                    <a:pt x="61611" y="35143"/>
                  </a:lnTo>
                  <a:lnTo>
                    <a:pt x="57344" y="38570"/>
                  </a:lnTo>
                  <a:lnTo>
                    <a:pt x="53192" y="42136"/>
                  </a:lnTo>
                  <a:lnTo>
                    <a:pt x="49159" y="45835"/>
                  </a:lnTo>
                  <a:lnTo>
                    <a:pt x="45249" y="49664"/>
                  </a:lnTo>
                  <a:lnTo>
                    <a:pt x="41466" y="53620"/>
                  </a:lnTo>
                  <a:lnTo>
                    <a:pt x="37815" y="57697"/>
                  </a:lnTo>
                  <a:lnTo>
                    <a:pt x="34299" y="61891"/>
                  </a:lnTo>
                  <a:lnTo>
                    <a:pt x="30923" y="66198"/>
                  </a:lnTo>
                  <a:lnTo>
                    <a:pt x="27689" y="70614"/>
                  </a:lnTo>
                  <a:lnTo>
                    <a:pt x="24602" y="75133"/>
                  </a:lnTo>
                  <a:lnTo>
                    <a:pt x="21664" y="79750"/>
                  </a:lnTo>
                  <a:lnTo>
                    <a:pt x="18879" y="84461"/>
                  </a:lnTo>
                  <a:lnTo>
                    <a:pt x="16249" y="89261"/>
                  </a:lnTo>
                  <a:lnTo>
                    <a:pt x="13778" y="94145"/>
                  </a:lnTo>
                  <a:lnTo>
                    <a:pt x="11469" y="99106"/>
                  </a:lnTo>
                  <a:lnTo>
                    <a:pt x="9323" y="104141"/>
                  </a:lnTo>
                  <a:lnTo>
                    <a:pt x="7343" y="109243"/>
                  </a:lnTo>
                  <a:lnTo>
                    <a:pt x="5531" y="114408"/>
                  </a:lnTo>
                  <a:lnTo>
                    <a:pt x="3889" y="119628"/>
                  </a:lnTo>
                  <a:lnTo>
                    <a:pt x="2418" y="124900"/>
                  </a:lnTo>
                  <a:lnTo>
                    <a:pt x="1122" y="130217"/>
                  </a:lnTo>
                  <a:lnTo>
                    <a:pt x="0" y="135574"/>
                  </a:lnTo>
                  <a:lnTo>
                    <a:pt x="164155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919357" y="4659281"/>
              <a:ext cx="334325" cy="334325"/>
            </a:xfrm>
            <a:custGeom>
              <a:avLst/>
              <a:pathLst>
                <a:path w="334325" h="334325">
                  <a:moveTo>
                    <a:pt x="3012" y="135576"/>
                  </a:moveTo>
                  <a:lnTo>
                    <a:pt x="2095" y="140783"/>
                  </a:lnTo>
                  <a:lnTo>
                    <a:pt x="1343" y="146017"/>
                  </a:lnTo>
                  <a:lnTo>
                    <a:pt x="757" y="151271"/>
                  </a:lnTo>
                  <a:lnTo>
                    <a:pt x="337" y="156542"/>
                  </a:lnTo>
                  <a:lnTo>
                    <a:pt x="85" y="161823"/>
                  </a:lnTo>
                  <a:lnTo>
                    <a:pt x="0" y="167109"/>
                  </a:lnTo>
                  <a:lnTo>
                    <a:pt x="81" y="172396"/>
                  </a:lnTo>
                  <a:lnTo>
                    <a:pt x="330" y="177677"/>
                  </a:lnTo>
                  <a:lnTo>
                    <a:pt x="746" y="182948"/>
                  </a:lnTo>
                  <a:lnTo>
                    <a:pt x="1328" y="188203"/>
                  </a:lnTo>
                  <a:lnTo>
                    <a:pt x="2077" y="193437"/>
                  </a:lnTo>
                  <a:lnTo>
                    <a:pt x="2990" y="198644"/>
                  </a:lnTo>
                  <a:lnTo>
                    <a:pt x="4067" y="203821"/>
                  </a:lnTo>
                  <a:lnTo>
                    <a:pt x="5308" y="208960"/>
                  </a:lnTo>
                  <a:lnTo>
                    <a:pt x="6711" y="214058"/>
                  </a:lnTo>
                  <a:lnTo>
                    <a:pt x="8274" y="219109"/>
                  </a:lnTo>
                  <a:lnTo>
                    <a:pt x="9996" y="224107"/>
                  </a:lnTo>
                  <a:lnTo>
                    <a:pt x="11875" y="229049"/>
                  </a:lnTo>
                  <a:lnTo>
                    <a:pt x="13910" y="233929"/>
                  </a:lnTo>
                  <a:lnTo>
                    <a:pt x="16098" y="238742"/>
                  </a:lnTo>
                  <a:lnTo>
                    <a:pt x="18437" y="243484"/>
                  </a:lnTo>
                  <a:lnTo>
                    <a:pt x="20925" y="248149"/>
                  </a:lnTo>
                  <a:lnTo>
                    <a:pt x="23559" y="252733"/>
                  </a:lnTo>
                  <a:lnTo>
                    <a:pt x="26336" y="257232"/>
                  </a:lnTo>
                  <a:lnTo>
                    <a:pt x="29255" y="261641"/>
                  </a:lnTo>
                  <a:lnTo>
                    <a:pt x="32312" y="265955"/>
                  </a:lnTo>
                  <a:lnTo>
                    <a:pt x="35503" y="270170"/>
                  </a:lnTo>
                  <a:lnTo>
                    <a:pt x="38826" y="274282"/>
                  </a:lnTo>
                  <a:lnTo>
                    <a:pt x="42278" y="278287"/>
                  </a:lnTo>
                  <a:lnTo>
                    <a:pt x="45855" y="282181"/>
                  </a:lnTo>
                  <a:lnTo>
                    <a:pt x="49552" y="285960"/>
                  </a:lnTo>
                  <a:lnTo>
                    <a:pt x="53368" y="289620"/>
                  </a:lnTo>
                  <a:lnTo>
                    <a:pt x="57297" y="293157"/>
                  </a:lnTo>
                  <a:lnTo>
                    <a:pt x="61336" y="296569"/>
                  </a:lnTo>
                  <a:lnTo>
                    <a:pt x="65482" y="299851"/>
                  </a:lnTo>
                  <a:lnTo>
                    <a:pt x="69728" y="303000"/>
                  </a:lnTo>
                  <a:lnTo>
                    <a:pt x="74073" y="306014"/>
                  </a:lnTo>
                  <a:lnTo>
                    <a:pt x="78510" y="308888"/>
                  </a:lnTo>
                  <a:lnTo>
                    <a:pt x="83036" y="311621"/>
                  </a:lnTo>
                  <a:lnTo>
                    <a:pt x="87647" y="314209"/>
                  </a:lnTo>
                  <a:lnTo>
                    <a:pt x="92336" y="316651"/>
                  </a:lnTo>
                  <a:lnTo>
                    <a:pt x="97101" y="318942"/>
                  </a:lnTo>
                  <a:lnTo>
                    <a:pt x="101936" y="321082"/>
                  </a:lnTo>
                  <a:lnTo>
                    <a:pt x="106836" y="323068"/>
                  </a:lnTo>
                  <a:lnTo>
                    <a:pt x="111796" y="324898"/>
                  </a:lnTo>
                  <a:lnTo>
                    <a:pt x="116812" y="326570"/>
                  </a:lnTo>
                  <a:lnTo>
                    <a:pt x="121878" y="328083"/>
                  </a:lnTo>
                  <a:lnTo>
                    <a:pt x="126989" y="329434"/>
                  </a:lnTo>
                  <a:lnTo>
                    <a:pt x="132141" y="330624"/>
                  </a:lnTo>
                  <a:lnTo>
                    <a:pt x="137328" y="331650"/>
                  </a:lnTo>
                  <a:lnTo>
                    <a:pt x="142544" y="332511"/>
                  </a:lnTo>
                  <a:lnTo>
                    <a:pt x="147785" y="333207"/>
                  </a:lnTo>
                  <a:lnTo>
                    <a:pt x="153046" y="333737"/>
                  </a:lnTo>
                  <a:lnTo>
                    <a:pt x="158320" y="334100"/>
                  </a:lnTo>
                  <a:lnTo>
                    <a:pt x="163604" y="334296"/>
                  </a:lnTo>
                  <a:lnTo>
                    <a:pt x="168891" y="334325"/>
                  </a:lnTo>
                  <a:lnTo>
                    <a:pt x="174176" y="334187"/>
                  </a:lnTo>
                  <a:lnTo>
                    <a:pt x="179455" y="333882"/>
                  </a:lnTo>
                  <a:lnTo>
                    <a:pt x="184721" y="333410"/>
                  </a:lnTo>
                  <a:lnTo>
                    <a:pt x="189969" y="332772"/>
                  </a:lnTo>
                  <a:lnTo>
                    <a:pt x="195195" y="331968"/>
                  </a:lnTo>
                  <a:lnTo>
                    <a:pt x="200392" y="330999"/>
                  </a:lnTo>
                  <a:lnTo>
                    <a:pt x="205557" y="329867"/>
                  </a:lnTo>
                  <a:lnTo>
                    <a:pt x="210683" y="328571"/>
                  </a:lnTo>
                  <a:lnTo>
                    <a:pt x="215765" y="327114"/>
                  </a:lnTo>
                  <a:lnTo>
                    <a:pt x="220799" y="325497"/>
                  </a:lnTo>
                  <a:lnTo>
                    <a:pt x="225779" y="323722"/>
                  </a:lnTo>
                  <a:lnTo>
                    <a:pt x="230701" y="321790"/>
                  </a:lnTo>
                  <a:lnTo>
                    <a:pt x="235559" y="319704"/>
                  </a:lnTo>
                  <a:lnTo>
                    <a:pt x="240348" y="317465"/>
                  </a:lnTo>
                  <a:lnTo>
                    <a:pt x="245065" y="315075"/>
                  </a:lnTo>
                  <a:lnTo>
                    <a:pt x="249703" y="312538"/>
                  </a:lnTo>
                  <a:lnTo>
                    <a:pt x="254259" y="309855"/>
                  </a:lnTo>
                  <a:lnTo>
                    <a:pt x="258728" y="307030"/>
                  </a:lnTo>
                  <a:lnTo>
                    <a:pt x="263105" y="304064"/>
                  </a:lnTo>
                  <a:lnTo>
                    <a:pt x="267386" y="300962"/>
                  </a:lnTo>
                  <a:lnTo>
                    <a:pt x="271567" y="297725"/>
                  </a:lnTo>
                  <a:lnTo>
                    <a:pt x="275644" y="294359"/>
                  </a:lnTo>
                  <a:lnTo>
                    <a:pt x="279612" y="290865"/>
                  </a:lnTo>
                  <a:lnTo>
                    <a:pt x="283467" y="287247"/>
                  </a:lnTo>
                  <a:lnTo>
                    <a:pt x="287207" y="283509"/>
                  </a:lnTo>
                  <a:lnTo>
                    <a:pt x="290826" y="279654"/>
                  </a:lnTo>
                  <a:lnTo>
                    <a:pt x="294321" y="275688"/>
                  </a:lnTo>
                  <a:lnTo>
                    <a:pt x="297689" y="271612"/>
                  </a:lnTo>
                  <a:lnTo>
                    <a:pt x="300927" y="267432"/>
                  </a:lnTo>
                  <a:lnTo>
                    <a:pt x="304031" y="263152"/>
                  </a:lnTo>
                  <a:lnTo>
                    <a:pt x="306998" y="258776"/>
                  </a:lnTo>
                  <a:lnTo>
                    <a:pt x="309825" y="254308"/>
                  </a:lnTo>
                  <a:lnTo>
                    <a:pt x="312509" y="249753"/>
                  </a:lnTo>
                  <a:lnTo>
                    <a:pt x="315048" y="245116"/>
                  </a:lnTo>
                  <a:lnTo>
                    <a:pt x="317440" y="240400"/>
                  </a:lnTo>
                  <a:lnTo>
                    <a:pt x="319680" y="235611"/>
                  </a:lnTo>
                  <a:lnTo>
                    <a:pt x="321768" y="230754"/>
                  </a:lnTo>
                  <a:lnTo>
                    <a:pt x="323702" y="225833"/>
                  </a:lnTo>
                  <a:lnTo>
                    <a:pt x="325479" y="220854"/>
                  </a:lnTo>
                  <a:lnTo>
                    <a:pt x="327098" y="215820"/>
                  </a:lnTo>
                  <a:lnTo>
                    <a:pt x="328556" y="210738"/>
                  </a:lnTo>
                  <a:lnTo>
                    <a:pt x="329853" y="205613"/>
                  </a:lnTo>
                  <a:lnTo>
                    <a:pt x="330988" y="200449"/>
                  </a:lnTo>
                  <a:lnTo>
                    <a:pt x="331958" y="195252"/>
                  </a:lnTo>
                  <a:lnTo>
                    <a:pt x="332764" y="190026"/>
                  </a:lnTo>
                  <a:lnTo>
                    <a:pt x="333404" y="184778"/>
                  </a:lnTo>
                  <a:lnTo>
                    <a:pt x="333878" y="179512"/>
                  </a:lnTo>
                  <a:lnTo>
                    <a:pt x="334185" y="174234"/>
                  </a:lnTo>
                  <a:lnTo>
                    <a:pt x="334325" y="168949"/>
                  </a:lnTo>
                  <a:lnTo>
                    <a:pt x="334298" y="163661"/>
                  </a:lnTo>
                  <a:lnTo>
                    <a:pt x="334103" y="158378"/>
                  </a:lnTo>
                  <a:lnTo>
                    <a:pt x="333742" y="153103"/>
                  </a:lnTo>
                  <a:lnTo>
                    <a:pt x="333214" y="147842"/>
                  </a:lnTo>
                  <a:lnTo>
                    <a:pt x="332520" y="142601"/>
                  </a:lnTo>
                  <a:lnTo>
                    <a:pt x="331660" y="137384"/>
                  </a:lnTo>
                  <a:lnTo>
                    <a:pt x="330636" y="132197"/>
                  </a:lnTo>
                  <a:lnTo>
                    <a:pt x="329448" y="127045"/>
                  </a:lnTo>
                  <a:lnTo>
                    <a:pt x="328098" y="121933"/>
                  </a:lnTo>
                  <a:lnTo>
                    <a:pt x="326587" y="116867"/>
                  </a:lnTo>
                  <a:lnTo>
                    <a:pt x="324917" y="111850"/>
                  </a:lnTo>
                  <a:lnTo>
                    <a:pt x="323089" y="106889"/>
                  </a:lnTo>
                  <a:lnTo>
                    <a:pt x="321104" y="101989"/>
                  </a:lnTo>
                  <a:lnTo>
                    <a:pt x="318966" y="97153"/>
                  </a:lnTo>
                  <a:lnTo>
                    <a:pt x="316676" y="92388"/>
                  </a:lnTo>
                  <a:lnTo>
                    <a:pt x="314237" y="87697"/>
                  </a:lnTo>
                  <a:lnTo>
                    <a:pt x="311650" y="83086"/>
                  </a:lnTo>
                  <a:lnTo>
                    <a:pt x="308919" y="78559"/>
                  </a:lnTo>
                  <a:lnTo>
                    <a:pt x="306046" y="74121"/>
                  </a:lnTo>
                  <a:lnTo>
                    <a:pt x="303034" y="69775"/>
                  </a:lnTo>
                  <a:lnTo>
                    <a:pt x="299886" y="65527"/>
                  </a:lnTo>
                  <a:lnTo>
                    <a:pt x="296605" y="61381"/>
                  </a:lnTo>
                  <a:lnTo>
                    <a:pt x="293195" y="57341"/>
                  </a:lnTo>
                  <a:lnTo>
                    <a:pt x="289659" y="53410"/>
                  </a:lnTo>
                  <a:lnTo>
                    <a:pt x="286000" y="49593"/>
                  </a:lnTo>
                  <a:lnTo>
                    <a:pt x="282223" y="45894"/>
                  </a:lnTo>
                  <a:lnTo>
                    <a:pt x="278330" y="42316"/>
                  </a:lnTo>
                  <a:lnTo>
                    <a:pt x="274326" y="38863"/>
                  </a:lnTo>
                  <a:lnTo>
                    <a:pt x="270215" y="35539"/>
                  </a:lnTo>
                  <a:lnTo>
                    <a:pt x="266001" y="32346"/>
                  </a:lnTo>
                  <a:lnTo>
                    <a:pt x="261688" y="29288"/>
                  </a:lnTo>
                  <a:lnTo>
                    <a:pt x="257281" y="26368"/>
                  </a:lnTo>
                  <a:lnTo>
                    <a:pt x="252783" y="23588"/>
                  </a:lnTo>
                  <a:lnTo>
                    <a:pt x="248200" y="20953"/>
                  </a:lnTo>
                  <a:lnTo>
                    <a:pt x="243535" y="18463"/>
                  </a:lnTo>
                  <a:lnTo>
                    <a:pt x="238794" y="16122"/>
                  </a:lnTo>
                  <a:lnTo>
                    <a:pt x="233982" y="13933"/>
                  </a:lnTo>
                  <a:lnTo>
                    <a:pt x="229103" y="11897"/>
                  </a:lnTo>
                  <a:lnTo>
                    <a:pt x="224162" y="10016"/>
                  </a:lnTo>
                  <a:lnTo>
                    <a:pt x="219163" y="8292"/>
                  </a:lnTo>
                  <a:lnTo>
                    <a:pt x="214113" y="6727"/>
                  </a:lnTo>
                  <a:lnTo>
                    <a:pt x="209016" y="5322"/>
                  </a:lnTo>
                  <a:lnTo>
                    <a:pt x="203877" y="4080"/>
                  </a:lnTo>
                  <a:lnTo>
                    <a:pt x="198701" y="3001"/>
                  </a:lnTo>
                  <a:lnTo>
                    <a:pt x="193494" y="2086"/>
                  </a:lnTo>
                  <a:lnTo>
                    <a:pt x="188260" y="1336"/>
                  </a:lnTo>
                  <a:lnTo>
                    <a:pt x="183005" y="751"/>
                  </a:lnTo>
                  <a:lnTo>
                    <a:pt x="177735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599" y="5018213"/>
              <a:ext cx="121" cy="167167"/>
            </a:xfrm>
            <a:custGeom>
              <a:avLst/>
              <a:pathLst>
                <a:path w="121" h="167167">
                  <a:moveTo>
                    <a:pt x="0" y="0"/>
                  </a:moveTo>
                  <a:lnTo>
                    <a:pt x="12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321564" y="5018213"/>
              <a:ext cx="334324" cy="334326"/>
            </a:xfrm>
            <a:custGeom>
              <a:avLst/>
              <a:pathLst>
                <a:path w="334324" h="334326">
                  <a:moveTo>
                    <a:pt x="167035" y="0"/>
                  </a:moveTo>
                  <a:lnTo>
                    <a:pt x="161749" y="87"/>
                  </a:lnTo>
                  <a:lnTo>
                    <a:pt x="156468" y="341"/>
                  </a:lnTo>
                  <a:lnTo>
                    <a:pt x="151199" y="763"/>
                  </a:lnTo>
                  <a:lnTo>
                    <a:pt x="145945" y="1351"/>
                  </a:lnTo>
                  <a:lnTo>
                    <a:pt x="140712" y="2104"/>
                  </a:lnTo>
                  <a:lnTo>
                    <a:pt x="135506" y="3023"/>
                  </a:lnTo>
                  <a:lnTo>
                    <a:pt x="130331" y="4106"/>
                  </a:lnTo>
                  <a:lnTo>
                    <a:pt x="125193" y="5352"/>
                  </a:lnTo>
                  <a:lnTo>
                    <a:pt x="120098" y="6760"/>
                  </a:lnTo>
                  <a:lnTo>
                    <a:pt x="115049" y="8328"/>
                  </a:lnTo>
                  <a:lnTo>
                    <a:pt x="110052" y="10055"/>
                  </a:lnTo>
                  <a:lnTo>
                    <a:pt x="105113" y="11939"/>
                  </a:lnTo>
                  <a:lnTo>
                    <a:pt x="100235" y="13979"/>
                  </a:lnTo>
                  <a:lnTo>
                    <a:pt x="95425" y="16172"/>
                  </a:lnTo>
                  <a:lnTo>
                    <a:pt x="90686" y="18515"/>
                  </a:lnTo>
                  <a:lnTo>
                    <a:pt x="86024" y="21008"/>
                  </a:lnTo>
                  <a:lnTo>
                    <a:pt x="81443" y="23646"/>
                  </a:lnTo>
                  <a:lnTo>
                    <a:pt x="76947" y="26429"/>
                  </a:lnTo>
                  <a:lnTo>
                    <a:pt x="72542" y="29351"/>
                  </a:lnTo>
                  <a:lnTo>
                    <a:pt x="68232" y="32412"/>
                  </a:lnTo>
                  <a:lnTo>
                    <a:pt x="64020" y="35608"/>
                  </a:lnTo>
                  <a:lnTo>
                    <a:pt x="59911" y="38935"/>
                  </a:lnTo>
                  <a:lnTo>
                    <a:pt x="55910" y="42390"/>
                  </a:lnTo>
                  <a:lnTo>
                    <a:pt x="52020" y="45970"/>
                  </a:lnTo>
                  <a:lnTo>
                    <a:pt x="48245" y="49672"/>
                  </a:lnTo>
                  <a:lnTo>
                    <a:pt x="44590" y="53490"/>
                  </a:lnTo>
                  <a:lnTo>
                    <a:pt x="41056" y="57423"/>
                  </a:lnTo>
                  <a:lnTo>
                    <a:pt x="37649" y="61465"/>
                  </a:lnTo>
                  <a:lnTo>
                    <a:pt x="34372" y="65613"/>
                  </a:lnTo>
                  <a:lnTo>
                    <a:pt x="31227" y="69863"/>
                  </a:lnTo>
                  <a:lnTo>
                    <a:pt x="28218" y="74210"/>
                  </a:lnTo>
                  <a:lnTo>
                    <a:pt x="25348" y="78650"/>
                  </a:lnTo>
                  <a:lnTo>
                    <a:pt x="22620" y="83178"/>
                  </a:lnTo>
                  <a:lnTo>
                    <a:pt x="20036" y="87790"/>
                  </a:lnTo>
                  <a:lnTo>
                    <a:pt x="17600" y="92482"/>
                  </a:lnTo>
                  <a:lnTo>
                    <a:pt x="15313" y="97249"/>
                  </a:lnTo>
                  <a:lnTo>
                    <a:pt x="13178" y="102085"/>
                  </a:lnTo>
                  <a:lnTo>
                    <a:pt x="11197" y="106987"/>
                  </a:lnTo>
                  <a:lnTo>
                    <a:pt x="9372" y="111948"/>
                  </a:lnTo>
                  <a:lnTo>
                    <a:pt x="7705" y="116965"/>
                  </a:lnTo>
                  <a:lnTo>
                    <a:pt x="6197" y="122032"/>
                  </a:lnTo>
                  <a:lnTo>
                    <a:pt x="4851" y="127145"/>
                  </a:lnTo>
                  <a:lnTo>
                    <a:pt x="3666" y="132297"/>
                  </a:lnTo>
                  <a:lnTo>
                    <a:pt x="2645" y="137484"/>
                  </a:lnTo>
                  <a:lnTo>
                    <a:pt x="1789" y="142701"/>
                  </a:lnTo>
                  <a:lnTo>
                    <a:pt x="1098" y="147942"/>
                  </a:lnTo>
                  <a:lnTo>
                    <a:pt x="573" y="153203"/>
                  </a:lnTo>
                  <a:lnTo>
                    <a:pt x="215" y="158477"/>
                  </a:lnTo>
                  <a:lnTo>
                    <a:pt x="24" y="163761"/>
                  </a:lnTo>
                  <a:lnTo>
                    <a:pt x="0" y="169047"/>
                  </a:lnTo>
                  <a:lnTo>
                    <a:pt x="143" y="174332"/>
                  </a:lnTo>
                  <a:lnTo>
                    <a:pt x="453" y="179610"/>
                  </a:lnTo>
                  <a:lnTo>
                    <a:pt x="929" y="184875"/>
                  </a:lnTo>
                  <a:lnTo>
                    <a:pt x="1573" y="190122"/>
                  </a:lnTo>
                  <a:lnTo>
                    <a:pt x="2381" y="195347"/>
                  </a:lnTo>
                  <a:lnTo>
                    <a:pt x="3355" y="200543"/>
                  </a:lnTo>
                  <a:lnTo>
                    <a:pt x="4492" y="205706"/>
                  </a:lnTo>
                  <a:lnTo>
                    <a:pt x="5792" y="210830"/>
                  </a:lnTo>
                  <a:lnTo>
                    <a:pt x="7253" y="215911"/>
                  </a:lnTo>
                  <a:lnTo>
                    <a:pt x="8875" y="220943"/>
                  </a:lnTo>
                  <a:lnTo>
                    <a:pt x="10654" y="225921"/>
                  </a:lnTo>
                  <a:lnTo>
                    <a:pt x="12590" y="230840"/>
                  </a:lnTo>
                  <a:lnTo>
                    <a:pt x="14681" y="235696"/>
                  </a:lnTo>
                  <a:lnTo>
                    <a:pt x="16924" y="240483"/>
                  </a:lnTo>
                  <a:lnTo>
                    <a:pt x="19318" y="245197"/>
                  </a:lnTo>
                  <a:lnTo>
                    <a:pt x="21859" y="249833"/>
                  </a:lnTo>
                  <a:lnTo>
                    <a:pt x="24546" y="254386"/>
                  </a:lnTo>
                  <a:lnTo>
                    <a:pt x="27375" y="258852"/>
                  </a:lnTo>
                  <a:lnTo>
                    <a:pt x="30344" y="263226"/>
                  </a:lnTo>
                  <a:lnTo>
                    <a:pt x="33450" y="267504"/>
                  </a:lnTo>
                  <a:lnTo>
                    <a:pt x="36690" y="271682"/>
                  </a:lnTo>
                  <a:lnTo>
                    <a:pt x="40060" y="275755"/>
                  </a:lnTo>
                  <a:lnTo>
                    <a:pt x="43557" y="279720"/>
                  </a:lnTo>
                  <a:lnTo>
                    <a:pt x="47178" y="283572"/>
                  </a:lnTo>
                  <a:lnTo>
                    <a:pt x="50919" y="287307"/>
                  </a:lnTo>
                  <a:lnTo>
                    <a:pt x="54776" y="290923"/>
                  </a:lnTo>
                  <a:lnTo>
                    <a:pt x="58745" y="294415"/>
                  </a:lnTo>
                  <a:lnTo>
                    <a:pt x="62823" y="297779"/>
                  </a:lnTo>
                  <a:lnTo>
                    <a:pt x="67005" y="301013"/>
                  </a:lnTo>
                  <a:lnTo>
                    <a:pt x="71288" y="304113"/>
                  </a:lnTo>
                  <a:lnTo>
                    <a:pt x="75666" y="307076"/>
                  </a:lnTo>
                  <a:lnTo>
                    <a:pt x="80136" y="309899"/>
                  </a:lnTo>
                  <a:lnTo>
                    <a:pt x="84693" y="312579"/>
                  </a:lnTo>
                  <a:lnTo>
                    <a:pt x="89332" y="315114"/>
                  </a:lnTo>
                  <a:lnTo>
                    <a:pt x="94049" y="317501"/>
                  </a:lnTo>
                  <a:lnTo>
                    <a:pt x="98840" y="319737"/>
                  </a:lnTo>
                  <a:lnTo>
                    <a:pt x="103698" y="321821"/>
                  </a:lnTo>
                  <a:lnTo>
                    <a:pt x="108620" y="323751"/>
                  </a:lnTo>
                  <a:lnTo>
                    <a:pt x="113601" y="325523"/>
                  </a:lnTo>
                  <a:lnTo>
                    <a:pt x="118635" y="327138"/>
                  </a:lnTo>
                  <a:lnTo>
                    <a:pt x="123718" y="328592"/>
                  </a:lnTo>
                  <a:lnTo>
                    <a:pt x="128844" y="329885"/>
                  </a:lnTo>
                  <a:lnTo>
                    <a:pt x="134008" y="331015"/>
                  </a:lnTo>
                  <a:lnTo>
                    <a:pt x="139206" y="331981"/>
                  </a:lnTo>
                  <a:lnTo>
                    <a:pt x="144432" y="332783"/>
                  </a:lnTo>
                  <a:lnTo>
                    <a:pt x="149680" y="333418"/>
                  </a:lnTo>
                  <a:lnTo>
                    <a:pt x="154946" y="333888"/>
                  </a:lnTo>
                  <a:lnTo>
                    <a:pt x="160224" y="334191"/>
                  </a:lnTo>
                  <a:lnTo>
                    <a:pt x="165509" y="334326"/>
                  </a:lnTo>
                  <a:lnTo>
                    <a:pt x="170795" y="334295"/>
                  </a:lnTo>
                  <a:lnTo>
                    <a:pt x="176078" y="334096"/>
                  </a:lnTo>
                  <a:lnTo>
                    <a:pt x="181352" y="333730"/>
                  </a:lnTo>
                  <a:lnTo>
                    <a:pt x="186612" y="333198"/>
                  </a:lnTo>
                  <a:lnTo>
                    <a:pt x="191852" y="332500"/>
                  </a:lnTo>
                  <a:lnTo>
                    <a:pt x="197068" y="331636"/>
                  </a:lnTo>
                  <a:lnTo>
                    <a:pt x="202254" y="330608"/>
                  </a:lnTo>
                  <a:lnTo>
                    <a:pt x="207404" y="329417"/>
                  </a:lnTo>
                  <a:lnTo>
                    <a:pt x="212515" y="328063"/>
                  </a:lnTo>
                  <a:lnTo>
                    <a:pt x="217580" y="326548"/>
                  </a:lnTo>
                  <a:lnTo>
                    <a:pt x="222595" y="324874"/>
                  </a:lnTo>
                  <a:lnTo>
                    <a:pt x="227554" y="323042"/>
                  </a:lnTo>
                  <a:lnTo>
                    <a:pt x="232452" y="321054"/>
                  </a:lnTo>
                  <a:lnTo>
                    <a:pt x="237286" y="318913"/>
                  </a:lnTo>
                  <a:lnTo>
                    <a:pt x="242049" y="316619"/>
                  </a:lnTo>
                  <a:lnTo>
                    <a:pt x="246738" y="314176"/>
                  </a:lnTo>
                  <a:lnTo>
                    <a:pt x="251346" y="311586"/>
                  </a:lnTo>
                  <a:lnTo>
                    <a:pt x="255871" y="308852"/>
                  </a:lnTo>
                  <a:lnTo>
                    <a:pt x="260307" y="305976"/>
                  </a:lnTo>
                  <a:lnTo>
                    <a:pt x="264650" y="302961"/>
                  </a:lnTo>
                  <a:lnTo>
                    <a:pt x="268895" y="299810"/>
                  </a:lnTo>
                  <a:lnTo>
                    <a:pt x="273038" y="296527"/>
                  </a:lnTo>
                  <a:lnTo>
                    <a:pt x="277076" y="293114"/>
                  </a:lnTo>
                  <a:lnTo>
                    <a:pt x="281003" y="289575"/>
                  </a:lnTo>
                  <a:lnTo>
                    <a:pt x="284817" y="285914"/>
                  </a:lnTo>
                  <a:lnTo>
                    <a:pt x="288513" y="282134"/>
                  </a:lnTo>
                  <a:lnTo>
                    <a:pt x="292088" y="278239"/>
                  </a:lnTo>
                  <a:lnTo>
                    <a:pt x="295538" y="274233"/>
                  </a:lnTo>
                  <a:lnTo>
                    <a:pt x="298859" y="270120"/>
                  </a:lnTo>
                  <a:lnTo>
                    <a:pt x="302049" y="265904"/>
                  </a:lnTo>
                  <a:lnTo>
                    <a:pt x="305103" y="261589"/>
                  </a:lnTo>
                  <a:lnTo>
                    <a:pt x="308020" y="257180"/>
                  </a:lnTo>
                  <a:lnTo>
                    <a:pt x="310796" y="252681"/>
                  </a:lnTo>
                  <a:lnTo>
                    <a:pt x="313428" y="248096"/>
                  </a:lnTo>
                  <a:lnTo>
                    <a:pt x="315914" y="243430"/>
                  </a:lnTo>
                  <a:lnTo>
                    <a:pt x="318251" y="238688"/>
                  </a:lnTo>
                  <a:lnTo>
                    <a:pt x="320437" y="233875"/>
                  </a:lnTo>
                  <a:lnTo>
                    <a:pt x="322470" y="228994"/>
                  </a:lnTo>
                  <a:lnTo>
                    <a:pt x="324347" y="224052"/>
                  </a:lnTo>
                  <a:lnTo>
                    <a:pt x="326068" y="219053"/>
                  </a:lnTo>
                  <a:lnTo>
                    <a:pt x="327629" y="214002"/>
                  </a:lnTo>
                  <a:lnTo>
                    <a:pt x="329030" y="208905"/>
                  </a:lnTo>
                  <a:lnTo>
                    <a:pt x="330268" y="203765"/>
                  </a:lnTo>
                  <a:lnTo>
                    <a:pt x="331344" y="198589"/>
                  </a:lnTo>
                  <a:lnTo>
                    <a:pt x="332256" y="193382"/>
                  </a:lnTo>
                  <a:lnTo>
                    <a:pt x="333002" y="188148"/>
                  </a:lnTo>
                  <a:lnTo>
                    <a:pt x="333582" y="182893"/>
                  </a:lnTo>
                  <a:lnTo>
                    <a:pt x="333996" y="177623"/>
                  </a:lnTo>
                  <a:lnTo>
                    <a:pt x="334244" y="172342"/>
                  </a:lnTo>
                  <a:lnTo>
                    <a:pt x="334324" y="167056"/>
                  </a:lnTo>
                  <a:lnTo>
                    <a:pt x="334237" y="161770"/>
                  </a:lnTo>
                  <a:lnTo>
                    <a:pt x="333982" y="156489"/>
                  </a:lnTo>
                  <a:lnTo>
                    <a:pt x="333561" y="151219"/>
                  </a:lnTo>
                  <a:lnTo>
                    <a:pt x="332974" y="145965"/>
                  </a:lnTo>
                  <a:lnTo>
                    <a:pt x="332221" y="140733"/>
                  </a:lnTo>
                  <a:lnTo>
                    <a:pt x="331302" y="135526"/>
                  </a:lnTo>
                  <a:lnTo>
                    <a:pt x="330220" y="130352"/>
                  </a:lnTo>
                  <a:lnTo>
                    <a:pt x="328974" y="125214"/>
                  </a:lnTo>
                  <a:lnTo>
                    <a:pt x="327566" y="120118"/>
                  </a:lnTo>
                  <a:lnTo>
                    <a:pt x="325998" y="115069"/>
                  </a:lnTo>
                  <a:lnTo>
                    <a:pt x="324272" y="110073"/>
                  </a:lnTo>
                  <a:lnTo>
                    <a:pt x="322388" y="105133"/>
                  </a:lnTo>
                  <a:lnTo>
                    <a:pt x="320348" y="100255"/>
                  </a:lnTo>
                  <a:lnTo>
                    <a:pt x="318156" y="95445"/>
                  </a:lnTo>
                  <a:lnTo>
                    <a:pt x="315813" y="90706"/>
                  </a:lnTo>
                  <a:lnTo>
                    <a:pt x="313320" y="86043"/>
                  </a:lnTo>
                  <a:lnTo>
                    <a:pt x="310682" y="81462"/>
                  </a:lnTo>
                  <a:lnTo>
                    <a:pt x="307900" y="76967"/>
                  </a:lnTo>
                  <a:lnTo>
                    <a:pt x="304978" y="72561"/>
                  </a:lnTo>
                  <a:lnTo>
                    <a:pt x="301917" y="68250"/>
                  </a:lnTo>
                  <a:lnTo>
                    <a:pt x="298722" y="64039"/>
                  </a:lnTo>
                  <a:lnTo>
                    <a:pt x="295395" y="59930"/>
                  </a:lnTo>
                  <a:lnTo>
                    <a:pt x="291940" y="55928"/>
                  </a:lnTo>
                  <a:lnTo>
                    <a:pt x="288360" y="52038"/>
                  </a:lnTo>
                  <a:lnTo>
                    <a:pt x="284659" y="48263"/>
                  </a:lnTo>
                  <a:lnTo>
                    <a:pt x="280840" y="44607"/>
                  </a:lnTo>
                  <a:lnTo>
                    <a:pt x="276908" y="41074"/>
                  </a:lnTo>
                  <a:lnTo>
                    <a:pt x="272866" y="37666"/>
                  </a:lnTo>
                  <a:lnTo>
                    <a:pt x="268718" y="34388"/>
                  </a:lnTo>
                  <a:lnTo>
                    <a:pt x="264469" y="31243"/>
                  </a:lnTo>
                  <a:lnTo>
                    <a:pt x="260122" y="28234"/>
                  </a:lnTo>
                  <a:lnTo>
                    <a:pt x="255682" y="25364"/>
                  </a:lnTo>
                  <a:lnTo>
                    <a:pt x="251154" y="22636"/>
                  </a:lnTo>
                  <a:lnTo>
                    <a:pt x="246542" y="20052"/>
                  </a:lnTo>
                  <a:lnTo>
                    <a:pt x="241850" y="17615"/>
                  </a:lnTo>
                  <a:lnTo>
                    <a:pt x="237084" y="15328"/>
                  </a:lnTo>
                  <a:lnTo>
                    <a:pt x="232248" y="13193"/>
                  </a:lnTo>
                  <a:lnTo>
                    <a:pt x="227346" y="11211"/>
                  </a:lnTo>
                  <a:lnTo>
                    <a:pt x="222385" y="9386"/>
                  </a:lnTo>
                  <a:lnTo>
                    <a:pt x="217368" y="7719"/>
                  </a:lnTo>
                  <a:lnTo>
                    <a:pt x="212301" y="6211"/>
                  </a:lnTo>
                  <a:lnTo>
                    <a:pt x="207189" y="4864"/>
                  </a:lnTo>
                  <a:lnTo>
                    <a:pt x="202036" y="3679"/>
                  </a:lnTo>
                  <a:lnTo>
                    <a:pt x="196849" y="2658"/>
                  </a:lnTo>
                  <a:lnTo>
                    <a:pt x="191633" y="1801"/>
                  </a:lnTo>
                  <a:lnTo>
                    <a:pt x="186391" y="111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19234" cy="167167"/>
            </a:xfrm>
            <a:custGeom>
              <a:avLst/>
              <a:pathLst>
                <a:path w="19234" h="167167">
                  <a:moveTo>
                    <a:pt x="19234" y="1110"/>
                  </a:moveTo>
                  <a:lnTo>
                    <a:pt x="9633" y="27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799281" y="5269756"/>
              <a:ext cx="165219" cy="167167"/>
            </a:xfrm>
            <a:custGeom>
              <a:avLst/>
              <a:pathLst>
                <a:path w="165219" h="167167">
                  <a:moveTo>
                    <a:pt x="165219" y="0"/>
                  </a:moveTo>
                  <a:lnTo>
                    <a:pt x="159833" y="86"/>
                  </a:lnTo>
                  <a:lnTo>
                    <a:pt x="154452" y="347"/>
                  </a:lnTo>
                  <a:lnTo>
                    <a:pt x="149082" y="780"/>
                  </a:lnTo>
                  <a:lnTo>
                    <a:pt x="143729" y="1387"/>
                  </a:lnTo>
                  <a:lnTo>
                    <a:pt x="138399" y="2165"/>
                  </a:lnTo>
                  <a:lnTo>
                    <a:pt x="133096" y="3115"/>
                  </a:lnTo>
                  <a:lnTo>
                    <a:pt x="127827" y="4235"/>
                  </a:lnTo>
                  <a:lnTo>
                    <a:pt x="122596" y="5525"/>
                  </a:lnTo>
                  <a:lnTo>
                    <a:pt x="117410" y="6982"/>
                  </a:lnTo>
                  <a:lnTo>
                    <a:pt x="112274" y="8605"/>
                  </a:lnTo>
                  <a:lnTo>
                    <a:pt x="107192" y="10394"/>
                  </a:lnTo>
                  <a:lnTo>
                    <a:pt x="102171" y="12345"/>
                  </a:lnTo>
                  <a:lnTo>
                    <a:pt x="97215" y="14457"/>
                  </a:lnTo>
                  <a:lnTo>
                    <a:pt x="92330" y="16727"/>
                  </a:lnTo>
                  <a:lnTo>
                    <a:pt x="87520" y="19154"/>
                  </a:lnTo>
                  <a:lnTo>
                    <a:pt x="82791" y="21734"/>
                  </a:lnTo>
                  <a:lnTo>
                    <a:pt x="78148" y="24466"/>
                  </a:lnTo>
                  <a:lnTo>
                    <a:pt x="73595" y="27345"/>
                  </a:lnTo>
                  <a:lnTo>
                    <a:pt x="69138" y="30370"/>
                  </a:lnTo>
                  <a:lnTo>
                    <a:pt x="64780" y="33537"/>
                  </a:lnTo>
                  <a:lnTo>
                    <a:pt x="60526" y="36843"/>
                  </a:lnTo>
                  <a:lnTo>
                    <a:pt x="56381" y="40284"/>
                  </a:lnTo>
                  <a:lnTo>
                    <a:pt x="52349" y="43857"/>
                  </a:lnTo>
                  <a:lnTo>
                    <a:pt x="48435" y="47558"/>
                  </a:lnTo>
                  <a:lnTo>
                    <a:pt x="44641" y="51383"/>
                  </a:lnTo>
                  <a:lnTo>
                    <a:pt x="40973" y="55328"/>
                  </a:lnTo>
                  <a:lnTo>
                    <a:pt x="37434" y="59389"/>
                  </a:lnTo>
                  <a:lnTo>
                    <a:pt x="34028" y="63563"/>
                  </a:lnTo>
                  <a:lnTo>
                    <a:pt x="30758" y="67844"/>
                  </a:lnTo>
                  <a:lnTo>
                    <a:pt x="27627" y="72228"/>
                  </a:lnTo>
                  <a:lnTo>
                    <a:pt x="24640" y="76710"/>
                  </a:lnTo>
                  <a:lnTo>
                    <a:pt x="21798" y="81287"/>
                  </a:lnTo>
                  <a:lnTo>
                    <a:pt x="19105" y="85953"/>
                  </a:lnTo>
                  <a:lnTo>
                    <a:pt x="16564" y="90703"/>
                  </a:lnTo>
                  <a:lnTo>
                    <a:pt x="14178" y="95533"/>
                  </a:lnTo>
                  <a:lnTo>
                    <a:pt x="11948" y="100437"/>
                  </a:lnTo>
                  <a:lnTo>
                    <a:pt x="9877" y="105410"/>
                  </a:lnTo>
                  <a:lnTo>
                    <a:pt x="7968" y="110447"/>
                  </a:lnTo>
                  <a:lnTo>
                    <a:pt x="6222" y="115544"/>
                  </a:lnTo>
                  <a:lnTo>
                    <a:pt x="4641" y="120693"/>
                  </a:lnTo>
                  <a:lnTo>
                    <a:pt x="3227" y="125892"/>
                  </a:lnTo>
                  <a:lnTo>
                    <a:pt x="1981" y="131133"/>
                  </a:lnTo>
                  <a:lnTo>
                    <a:pt x="905" y="136411"/>
                  </a:lnTo>
                  <a:lnTo>
                    <a:pt x="0" y="141721"/>
                  </a:lnTo>
                  <a:lnTo>
                    <a:pt x="16521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797337" y="5269756"/>
              <a:ext cx="334318" cy="334331"/>
            </a:xfrm>
            <a:custGeom>
              <a:avLst/>
              <a:pathLst>
                <a:path w="334318" h="334331">
                  <a:moveTo>
                    <a:pt x="1944" y="141721"/>
                  </a:moveTo>
                  <a:lnTo>
                    <a:pt x="1219" y="146987"/>
                  </a:lnTo>
                  <a:lnTo>
                    <a:pt x="661" y="152273"/>
                  </a:lnTo>
                  <a:lnTo>
                    <a:pt x="272" y="157575"/>
                  </a:lnTo>
                  <a:lnTo>
                    <a:pt x="51" y="162885"/>
                  </a:lnTo>
                  <a:lnTo>
                    <a:pt x="0" y="168201"/>
                  </a:lnTo>
                  <a:lnTo>
                    <a:pt x="117" y="173515"/>
                  </a:lnTo>
                  <a:lnTo>
                    <a:pt x="403" y="178823"/>
                  </a:lnTo>
                  <a:lnTo>
                    <a:pt x="858" y="184119"/>
                  </a:lnTo>
                  <a:lnTo>
                    <a:pt x="1481" y="189397"/>
                  </a:lnTo>
                  <a:lnTo>
                    <a:pt x="2272" y="194654"/>
                  </a:lnTo>
                  <a:lnTo>
                    <a:pt x="3229" y="199882"/>
                  </a:lnTo>
                  <a:lnTo>
                    <a:pt x="4352" y="205078"/>
                  </a:lnTo>
                  <a:lnTo>
                    <a:pt x="5639" y="210235"/>
                  </a:lnTo>
                  <a:lnTo>
                    <a:pt x="7090" y="215349"/>
                  </a:lnTo>
                  <a:lnTo>
                    <a:pt x="8703" y="220414"/>
                  </a:lnTo>
                  <a:lnTo>
                    <a:pt x="10476" y="225425"/>
                  </a:lnTo>
                  <a:lnTo>
                    <a:pt x="12408" y="230377"/>
                  </a:lnTo>
                  <a:lnTo>
                    <a:pt x="14495" y="235265"/>
                  </a:lnTo>
                  <a:lnTo>
                    <a:pt x="16738" y="240084"/>
                  </a:lnTo>
                  <a:lnTo>
                    <a:pt x="19132" y="244830"/>
                  </a:lnTo>
                  <a:lnTo>
                    <a:pt x="21676" y="249497"/>
                  </a:lnTo>
                  <a:lnTo>
                    <a:pt x="24367" y="254081"/>
                  </a:lnTo>
                  <a:lnTo>
                    <a:pt x="27203" y="258577"/>
                  </a:lnTo>
                  <a:lnTo>
                    <a:pt x="30180" y="262981"/>
                  </a:lnTo>
                  <a:lnTo>
                    <a:pt x="33295" y="267288"/>
                  </a:lnTo>
                  <a:lnTo>
                    <a:pt x="36546" y="271493"/>
                  </a:lnTo>
                  <a:lnTo>
                    <a:pt x="39929" y="275593"/>
                  </a:lnTo>
                  <a:lnTo>
                    <a:pt x="43440" y="279584"/>
                  </a:lnTo>
                  <a:lnTo>
                    <a:pt x="47077" y="283460"/>
                  </a:lnTo>
                  <a:lnTo>
                    <a:pt x="50835" y="287219"/>
                  </a:lnTo>
                  <a:lnTo>
                    <a:pt x="54711" y="290857"/>
                  </a:lnTo>
                  <a:lnTo>
                    <a:pt x="58700" y="294370"/>
                  </a:lnTo>
                  <a:lnTo>
                    <a:pt x="62799" y="297754"/>
                  </a:lnTo>
                  <a:lnTo>
                    <a:pt x="67004" y="301006"/>
                  </a:lnTo>
                  <a:lnTo>
                    <a:pt x="71310" y="304123"/>
                  </a:lnTo>
                  <a:lnTo>
                    <a:pt x="75712" y="307101"/>
                  </a:lnTo>
                  <a:lnTo>
                    <a:pt x="80208" y="309938"/>
                  </a:lnTo>
                  <a:lnTo>
                    <a:pt x="84791" y="312630"/>
                  </a:lnTo>
                  <a:lnTo>
                    <a:pt x="89457" y="315176"/>
                  </a:lnTo>
                  <a:lnTo>
                    <a:pt x="94202" y="317572"/>
                  </a:lnTo>
                  <a:lnTo>
                    <a:pt x="99021" y="319815"/>
                  </a:lnTo>
                  <a:lnTo>
                    <a:pt x="103908" y="321905"/>
                  </a:lnTo>
                  <a:lnTo>
                    <a:pt x="108860" y="323837"/>
                  </a:lnTo>
                  <a:lnTo>
                    <a:pt x="113871" y="325612"/>
                  </a:lnTo>
                  <a:lnTo>
                    <a:pt x="118935" y="327226"/>
                  </a:lnTo>
                  <a:lnTo>
                    <a:pt x="124048" y="328679"/>
                  </a:lnTo>
                  <a:lnTo>
                    <a:pt x="129205" y="329968"/>
                  </a:lnTo>
                  <a:lnTo>
                    <a:pt x="134400" y="331092"/>
                  </a:lnTo>
                  <a:lnTo>
                    <a:pt x="139629" y="332051"/>
                  </a:lnTo>
                  <a:lnTo>
                    <a:pt x="144885" y="332843"/>
                  </a:lnTo>
                  <a:lnTo>
                    <a:pt x="150163" y="333468"/>
                  </a:lnTo>
                  <a:lnTo>
                    <a:pt x="155459" y="333924"/>
                  </a:lnTo>
                  <a:lnTo>
                    <a:pt x="160767" y="334212"/>
                  </a:lnTo>
                  <a:lnTo>
                    <a:pt x="166081" y="334331"/>
                  </a:lnTo>
                  <a:lnTo>
                    <a:pt x="171396" y="334281"/>
                  </a:lnTo>
                  <a:lnTo>
                    <a:pt x="176707" y="334062"/>
                  </a:lnTo>
                  <a:lnTo>
                    <a:pt x="182009" y="333674"/>
                  </a:lnTo>
                  <a:lnTo>
                    <a:pt x="187295" y="333118"/>
                  </a:lnTo>
                  <a:lnTo>
                    <a:pt x="192561" y="332394"/>
                  </a:lnTo>
                  <a:lnTo>
                    <a:pt x="197801" y="331503"/>
                  </a:lnTo>
                  <a:lnTo>
                    <a:pt x="203010" y="330446"/>
                  </a:lnTo>
                  <a:lnTo>
                    <a:pt x="208183" y="329224"/>
                  </a:lnTo>
                  <a:lnTo>
                    <a:pt x="213315" y="327837"/>
                  </a:lnTo>
                  <a:lnTo>
                    <a:pt x="218400" y="326289"/>
                  </a:lnTo>
                  <a:lnTo>
                    <a:pt x="223433" y="324580"/>
                  </a:lnTo>
                  <a:lnTo>
                    <a:pt x="228409" y="322711"/>
                  </a:lnTo>
                  <a:lnTo>
                    <a:pt x="233324" y="320685"/>
                  </a:lnTo>
                  <a:lnTo>
                    <a:pt x="238171" y="318504"/>
                  </a:lnTo>
                  <a:lnTo>
                    <a:pt x="242947" y="316170"/>
                  </a:lnTo>
                  <a:lnTo>
                    <a:pt x="247646" y="313685"/>
                  </a:lnTo>
                  <a:lnTo>
                    <a:pt x="252263" y="311052"/>
                  </a:lnTo>
                  <a:lnTo>
                    <a:pt x="256795" y="308274"/>
                  </a:lnTo>
                  <a:lnTo>
                    <a:pt x="261236" y="305353"/>
                  </a:lnTo>
                  <a:lnTo>
                    <a:pt x="265582" y="302292"/>
                  </a:lnTo>
                  <a:lnTo>
                    <a:pt x="269828" y="299095"/>
                  </a:lnTo>
                  <a:lnTo>
                    <a:pt x="273970" y="295764"/>
                  </a:lnTo>
                  <a:lnTo>
                    <a:pt x="278005" y="292304"/>
                  </a:lnTo>
                  <a:lnTo>
                    <a:pt x="281927" y="288716"/>
                  </a:lnTo>
                  <a:lnTo>
                    <a:pt x="285734" y="285006"/>
                  </a:lnTo>
                  <a:lnTo>
                    <a:pt x="289420" y="281177"/>
                  </a:lnTo>
                  <a:lnTo>
                    <a:pt x="292983" y="277232"/>
                  </a:lnTo>
                  <a:lnTo>
                    <a:pt x="296419" y="273176"/>
                  </a:lnTo>
                  <a:lnTo>
                    <a:pt x="299724" y="269013"/>
                  </a:lnTo>
                  <a:lnTo>
                    <a:pt x="302895" y="264747"/>
                  </a:lnTo>
                  <a:lnTo>
                    <a:pt x="305929" y="260383"/>
                  </a:lnTo>
                  <a:lnTo>
                    <a:pt x="308822" y="255924"/>
                  </a:lnTo>
                  <a:lnTo>
                    <a:pt x="311573" y="251375"/>
                  </a:lnTo>
                  <a:lnTo>
                    <a:pt x="314177" y="246741"/>
                  </a:lnTo>
                  <a:lnTo>
                    <a:pt x="316633" y="242027"/>
                  </a:lnTo>
                  <a:lnTo>
                    <a:pt x="318937" y="237237"/>
                  </a:lnTo>
                  <a:lnTo>
                    <a:pt x="321088" y="232376"/>
                  </a:lnTo>
                  <a:lnTo>
                    <a:pt x="323084" y="227449"/>
                  </a:lnTo>
                  <a:lnTo>
                    <a:pt x="324921" y="222462"/>
                  </a:lnTo>
                  <a:lnTo>
                    <a:pt x="326600" y="217418"/>
                  </a:lnTo>
                  <a:lnTo>
                    <a:pt x="328117" y="212324"/>
                  </a:lnTo>
                  <a:lnTo>
                    <a:pt x="329471" y="207184"/>
                  </a:lnTo>
                  <a:lnTo>
                    <a:pt x="330661" y="202003"/>
                  </a:lnTo>
                  <a:lnTo>
                    <a:pt x="331686" y="196787"/>
                  </a:lnTo>
                  <a:lnTo>
                    <a:pt x="332545" y="191542"/>
                  </a:lnTo>
                  <a:lnTo>
                    <a:pt x="333236" y="186271"/>
                  </a:lnTo>
                  <a:lnTo>
                    <a:pt x="333759" y="180982"/>
                  </a:lnTo>
                  <a:lnTo>
                    <a:pt x="334114" y="175678"/>
                  </a:lnTo>
                  <a:lnTo>
                    <a:pt x="334301" y="170366"/>
                  </a:lnTo>
                  <a:lnTo>
                    <a:pt x="334318" y="165051"/>
                  </a:lnTo>
                  <a:lnTo>
                    <a:pt x="334166" y="159737"/>
                  </a:lnTo>
                  <a:lnTo>
                    <a:pt x="333845" y="154431"/>
                  </a:lnTo>
                  <a:lnTo>
                    <a:pt x="333356" y="149138"/>
                  </a:lnTo>
                  <a:lnTo>
                    <a:pt x="332699" y="143864"/>
                  </a:lnTo>
                  <a:lnTo>
                    <a:pt x="331874" y="138613"/>
                  </a:lnTo>
                  <a:lnTo>
                    <a:pt x="330883" y="133390"/>
                  </a:lnTo>
                  <a:lnTo>
                    <a:pt x="329727" y="128202"/>
                  </a:lnTo>
                  <a:lnTo>
                    <a:pt x="328406" y="123054"/>
                  </a:lnTo>
                  <a:lnTo>
                    <a:pt x="326922" y="117949"/>
                  </a:lnTo>
                  <a:lnTo>
                    <a:pt x="325276" y="112895"/>
                  </a:lnTo>
                  <a:lnTo>
                    <a:pt x="323471" y="107896"/>
                  </a:lnTo>
                  <a:lnTo>
                    <a:pt x="321507" y="102956"/>
                  </a:lnTo>
                  <a:lnTo>
                    <a:pt x="319388" y="98081"/>
                  </a:lnTo>
                  <a:lnTo>
                    <a:pt x="317114" y="93277"/>
                  </a:lnTo>
                  <a:lnTo>
                    <a:pt x="314689" y="88547"/>
                  </a:lnTo>
                  <a:lnTo>
                    <a:pt x="312115" y="83896"/>
                  </a:lnTo>
                  <a:lnTo>
                    <a:pt x="309394" y="79330"/>
                  </a:lnTo>
                  <a:lnTo>
                    <a:pt x="306530" y="74852"/>
                  </a:lnTo>
                  <a:lnTo>
                    <a:pt x="303524" y="70468"/>
                  </a:lnTo>
                  <a:lnTo>
                    <a:pt x="300381" y="66181"/>
                  </a:lnTo>
                  <a:lnTo>
                    <a:pt x="297103" y="61997"/>
                  </a:lnTo>
                  <a:lnTo>
                    <a:pt x="293694" y="57919"/>
                  </a:lnTo>
                  <a:lnTo>
                    <a:pt x="290156" y="53951"/>
                  </a:lnTo>
                  <a:lnTo>
                    <a:pt x="286495" y="50098"/>
                  </a:lnTo>
                  <a:lnTo>
                    <a:pt x="282712" y="46363"/>
                  </a:lnTo>
                  <a:lnTo>
                    <a:pt x="278813" y="42751"/>
                  </a:lnTo>
                  <a:lnTo>
                    <a:pt x="274801" y="39264"/>
                  </a:lnTo>
                  <a:lnTo>
                    <a:pt x="270680" y="35907"/>
                  </a:lnTo>
                  <a:lnTo>
                    <a:pt x="266455" y="32682"/>
                  </a:lnTo>
                  <a:lnTo>
                    <a:pt x="262129" y="29593"/>
                  </a:lnTo>
                  <a:lnTo>
                    <a:pt x="257707" y="26643"/>
                  </a:lnTo>
                  <a:lnTo>
                    <a:pt x="253193" y="23836"/>
                  </a:lnTo>
                  <a:lnTo>
                    <a:pt x="248593" y="21173"/>
                  </a:lnTo>
                  <a:lnTo>
                    <a:pt x="243910" y="18658"/>
                  </a:lnTo>
                  <a:lnTo>
                    <a:pt x="239150" y="16293"/>
                  </a:lnTo>
                  <a:lnTo>
                    <a:pt x="234317" y="14080"/>
                  </a:lnTo>
                  <a:lnTo>
                    <a:pt x="229415" y="12023"/>
                  </a:lnTo>
                  <a:lnTo>
                    <a:pt x="224451" y="10122"/>
                  </a:lnTo>
                  <a:lnTo>
                    <a:pt x="219429" y="8380"/>
                  </a:lnTo>
                  <a:lnTo>
                    <a:pt x="214355" y="6799"/>
                  </a:lnTo>
                  <a:lnTo>
                    <a:pt x="209232" y="5379"/>
                  </a:lnTo>
                  <a:lnTo>
                    <a:pt x="204067" y="4124"/>
                  </a:lnTo>
                  <a:lnTo>
                    <a:pt x="198865" y="3033"/>
                  </a:lnTo>
                  <a:lnTo>
                    <a:pt x="193630" y="2108"/>
                  </a:lnTo>
                  <a:lnTo>
                    <a:pt x="188369" y="1350"/>
                  </a:lnTo>
                  <a:lnTo>
                    <a:pt x="183087" y="760"/>
                  </a:lnTo>
                  <a:lnTo>
                    <a:pt x="177788" y="337"/>
                  </a:lnTo>
                  <a:lnTo>
                    <a:pt x="172479" y="84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1923" y="5399291"/>
              <a:ext cx="4292" cy="167167"/>
            </a:xfrm>
            <a:custGeom>
              <a:avLst/>
              <a:pathLst>
                <a:path w="4292" h="167167">
                  <a:moveTo>
                    <a:pt x="4292" y="0"/>
                  </a:moveTo>
                  <a:lnTo>
                    <a:pt x="0" y="55"/>
                  </a:lnTo>
                  <a:lnTo>
                    <a:pt x="429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1923" y="539934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1923" y="539934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1923" y="539934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1923" y="539934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1923" y="539934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1923" y="5399346"/>
              <a:ext cx="4292" cy="167112"/>
            </a:xfrm>
            <a:custGeom>
              <a:avLst/>
              <a:pathLst>
                <a:path w="4292" h="167112">
                  <a:moveTo>
                    <a:pt x="0" y="0"/>
                  </a:moveTo>
                  <a:lnTo>
                    <a:pt x="4292" y="1671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319050" y="5399346"/>
              <a:ext cx="334331" cy="334260"/>
            </a:xfrm>
            <a:custGeom>
              <a:avLst/>
              <a:pathLst>
                <a:path w="334331" h="334260">
                  <a:moveTo>
                    <a:pt x="162872" y="0"/>
                  </a:moveTo>
                  <a:lnTo>
                    <a:pt x="157588" y="219"/>
                  </a:lnTo>
                  <a:lnTo>
                    <a:pt x="152313" y="605"/>
                  </a:lnTo>
                  <a:lnTo>
                    <a:pt x="147053" y="1159"/>
                  </a:lnTo>
                  <a:lnTo>
                    <a:pt x="141813" y="1878"/>
                  </a:lnTo>
                  <a:lnTo>
                    <a:pt x="136599" y="2763"/>
                  </a:lnTo>
                  <a:lnTo>
                    <a:pt x="131415" y="3812"/>
                  </a:lnTo>
                  <a:lnTo>
                    <a:pt x="126267" y="5024"/>
                  </a:lnTo>
                  <a:lnTo>
                    <a:pt x="121159" y="6399"/>
                  </a:lnTo>
                  <a:lnTo>
                    <a:pt x="116098" y="7935"/>
                  </a:lnTo>
                  <a:lnTo>
                    <a:pt x="111088" y="9630"/>
                  </a:lnTo>
                  <a:lnTo>
                    <a:pt x="106134" y="11483"/>
                  </a:lnTo>
                  <a:lnTo>
                    <a:pt x="101242" y="13492"/>
                  </a:lnTo>
                  <a:lnTo>
                    <a:pt x="96415" y="15654"/>
                  </a:lnTo>
                  <a:lnTo>
                    <a:pt x="91659" y="17968"/>
                  </a:lnTo>
                  <a:lnTo>
                    <a:pt x="86979" y="20431"/>
                  </a:lnTo>
                  <a:lnTo>
                    <a:pt x="82378" y="23041"/>
                  </a:lnTo>
                  <a:lnTo>
                    <a:pt x="77863" y="25796"/>
                  </a:lnTo>
                  <a:lnTo>
                    <a:pt x="73437" y="28692"/>
                  </a:lnTo>
                  <a:lnTo>
                    <a:pt x="69105" y="31726"/>
                  </a:lnTo>
                  <a:lnTo>
                    <a:pt x="64872" y="34896"/>
                  </a:lnTo>
                  <a:lnTo>
                    <a:pt x="60740" y="38198"/>
                  </a:lnTo>
                  <a:lnTo>
                    <a:pt x="56715" y="41629"/>
                  </a:lnTo>
                  <a:lnTo>
                    <a:pt x="52801" y="45186"/>
                  </a:lnTo>
                  <a:lnTo>
                    <a:pt x="49001" y="48865"/>
                  </a:lnTo>
                  <a:lnTo>
                    <a:pt x="45319" y="52662"/>
                  </a:lnTo>
                  <a:lnTo>
                    <a:pt x="41760" y="56574"/>
                  </a:lnTo>
                  <a:lnTo>
                    <a:pt x="38326" y="60597"/>
                  </a:lnTo>
                  <a:lnTo>
                    <a:pt x="35021" y="64726"/>
                  </a:lnTo>
                  <a:lnTo>
                    <a:pt x="31848" y="68957"/>
                  </a:lnTo>
                  <a:lnTo>
                    <a:pt x="28810" y="73287"/>
                  </a:lnTo>
                  <a:lnTo>
                    <a:pt x="25911" y="77711"/>
                  </a:lnTo>
                  <a:lnTo>
                    <a:pt x="23154" y="82224"/>
                  </a:lnTo>
                  <a:lnTo>
                    <a:pt x="20541" y="86823"/>
                  </a:lnTo>
                  <a:lnTo>
                    <a:pt x="18074" y="91501"/>
                  </a:lnTo>
                  <a:lnTo>
                    <a:pt x="15757" y="96256"/>
                  </a:lnTo>
                  <a:lnTo>
                    <a:pt x="13591" y="101081"/>
                  </a:lnTo>
                  <a:lnTo>
                    <a:pt x="11579" y="105972"/>
                  </a:lnTo>
                  <a:lnTo>
                    <a:pt x="9723" y="110925"/>
                  </a:lnTo>
                  <a:lnTo>
                    <a:pt x="8024" y="115934"/>
                  </a:lnTo>
                  <a:lnTo>
                    <a:pt x="6485" y="120994"/>
                  </a:lnTo>
                  <a:lnTo>
                    <a:pt x="5106" y="126100"/>
                  </a:lnTo>
                  <a:lnTo>
                    <a:pt x="3890" y="131247"/>
                  </a:lnTo>
                  <a:lnTo>
                    <a:pt x="2837" y="136430"/>
                  </a:lnTo>
                  <a:lnTo>
                    <a:pt x="1949" y="141644"/>
                  </a:lnTo>
                  <a:lnTo>
                    <a:pt x="1226" y="146883"/>
                  </a:lnTo>
                  <a:lnTo>
                    <a:pt x="669" y="152143"/>
                  </a:lnTo>
                  <a:lnTo>
                    <a:pt x="279" y="157418"/>
                  </a:lnTo>
                  <a:lnTo>
                    <a:pt x="55" y="162702"/>
                  </a:lnTo>
                  <a:lnTo>
                    <a:pt x="0" y="167991"/>
                  </a:lnTo>
                  <a:lnTo>
                    <a:pt x="111" y="173279"/>
                  </a:lnTo>
                  <a:lnTo>
                    <a:pt x="390" y="178560"/>
                  </a:lnTo>
                  <a:lnTo>
                    <a:pt x="835" y="183830"/>
                  </a:lnTo>
                  <a:lnTo>
                    <a:pt x="1447" y="189084"/>
                  </a:lnTo>
                  <a:lnTo>
                    <a:pt x="2225" y="194315"/>
                  </a:lnTo>
                  <a:lnTo>
                    <a:pt x="3169" y="199520"/>
                  </a:lnTo>
                  <a:lnTo>
                    <a:pt x="4276" y="204691"/>
                  </a:lnTo>
                  <a:lnTo>
                    <a:pt x="5546" y="209825"/>
                  </a:lnTo>
                  <a:lnTo>
                    <a:pt x="6978" y="214917"/>
                  </a:lnTo>
                  <a:lnTo>
                    <a:pt x="8571" y="219960"/>
                  </a:lnTo>
                  <a:lnTo>
                    <a:pt x="10322" y="224951"/>
                  </a:lnTo>
                  <a:lnTo>
                    <a:pt x="12230" y="229884"/>
                  </a:lnTo>
                  <a:lnTo>
                    <a:pt x="14294" y="234754"/>
                  </a:lnTo>
                  <a:lnTo>
                    <a:pt x="16510" y="239556"/>
                  </a:lnTo>
                  <a:lnTo>
                    <a:pt x="18877" y="244286"/>
                  </a:lnTo>
                  <a:lnTo>
                    <a:pt x="21393" y="248938"/>
                  </a:lnTo>
                  <a:lnTo>
                    <a:pt x="24054" y="253509"/>
                  </a:lnTo>
                  <a:lnTo>
                    <a:pt x="26859" y="257993"/>
                  </a:lnTo>
                  <a:lnTo>
                    <a:pt x="29804" y="262386"/>
                  </a:lnTo>
                  <a:lnTo>
                    <a:pt x="32887" y="266684"/>
                  </a:lnTo>
                  <a:lnTo>
                    <a:pt x="36104" y="270882"/>
                  </a:lnTo>
                  <a:lnTo>
                    <a:pt x="39453" y="274976"/>
                  </a:lnTo>
                  <a:lnTo>
                    <a:pt x="42929" y="278962"/>
                  </a:lnTo>
                  <a:lnTo>
                    <a:pt x="46529" y="282836"/>
                  </a:lnTo>
                  <a:lnTo>
                    <a:pt x="50251" y="286594"/>
                  </a:lnTo>
                  <a:lnTo>
                    <a:pt x="54089" y="290233"/>
                  </a:lnTo>
                  <a:lnTo>
                    <a:pt x="58041" y="293749"/>
                  </a:lnTo>
                  <a:lnTo>
                    <a:pt x="62101" y="297138"/>
                  </a:lnTo>
                  <a:lnTo>
                    <a:pt x="66267" y="300396"/>
                  </a:lnTo>
                  <a:lnTo>
                    <a:pt x="70534" y="303521"/>
                  </a:lnTo>
                  <a:lnTo>
                    <a:pt x="74898" y="306510"/>
                  </a:lnTo>
                  <a:lnTo>
                    <a:pt x="79354" y="309359"/>
                  </a:lnTo>
                  <a:lnTo>
                    <a:pt x="83898" y="312066"/>
                  </a:lnTo>
                  <a:lnTo>
                    <a:pt x="88525" y="314627"/>
                  </a:lnTo>
                  <a:lnTo>
                    <a:pt x="93231" y="317041"/>
                  </a:lnTo>
                  <a:lnTo>
                    <a:pt x="98011" y="319305"/>
                  </a:lnTo>
                  <a:lnTo>
                    <a:pt x="102861" y="321417"/>
                  </a:lnTo>
                  <a:lnTo>
                    <a:pt x="107774" y="323374"/>
                  </a:lnTo>
                  <a:lnTo>
                    <a:pt x="112747" y="325174"/>
                  </a:lnTo>
                  <a:lnTo>
                    <a:pt x="117775" y="326817"/>
                  </a:lnTo>
                  <a:lnTo>
                    <a:pt x="122852" y="328299"/>
                  </a:lnTo>
                  <a:lnTo>
                    <a:pt x="127973" y="329620"/>
                  </a:lnTo>
                  <a:lnTo>
                    <a:pt x="133134" y="330779"/>
                  </a:lnTo>
                  <a:lnTo>
                    <a:pt x="138328" y="331773"/>
                  </a:lnTo>
                  <a:lnTo>
                    <a:pt x="143552" y="332603"/>
                  </a:lnTo>
                  <a:lnTo>
                    <a:pt x="148799" y="333267"/>
                  </a:lnTo>
                  <a:lnTo>
                    <a:pt x="154064" y="333765"/>
                  </a:lnTo>
                  <a:lnTo>
                    <a:pt x="159343" y="334096"/>
                  </a:lnTo>
                  <a:lnTo>
                    <a:pt x="164630" y="334260"/>
                  </a:lnTo>
                  <a:lnTo>
                    <a:pt x="169919" y="334257"/>
                  </a:lnTo>
                  <a:lnTo>
                    <a:pt x="175205" y="334086"/>
                  </a:lnTo>
                  <a:lnTo>
                    <a:pt x="180483" y="333748"/>
                  </a:lnTo>
                  <a:lnTo>
                    <a:pt x="185748" y="333243"/>
                  </a:lnTo>
                  <a:lnTo>
                    <a:pt x="190994" y="332572"/>
                  </a:lnTo>
                  <a:lnTo>
                    <a:pt x="196217" y="331735"/>
                  </a:lnTo>
                  <a:lnTo>
                    <a:pt x="201410" y="330734"/>
                  </a:lnTo>
                  <a:lnTo>
                    <a:pt x="206569" y="329569"/>
                  </a:lnTo>
                  <a:lnTo>
                    <a:pt x="211689" y="328241"/>
                  </a:lnTo>
                  <a:lnTo>
                    <a:pt x="216764" y="326752"/>
                  </a:lnTo>
                  <a:lnTo>
                    <a:pt x="221789" y="325103"/>
                  </a:lnTo>
                  <a:lnTo>
                    <a:pt x="226760" y="323296"/>
                  </a:lnTo>
                  <a:lnTo>
                    <a:pt x="231671" y="321332"/>
                  </a:lnTo>
                  <a:lnTo>
                    <a:pt x="236517" y="319214"/>
                  </a:lnTo>
                  <a:lnTo>
                    <a:pt x="241294" y="316944"/>
                  </a:lnTo>
                  <a:lnTo>
                    <a:pt x="245997" y="314524"/>
                  </a:lnTo>
                  <a:lnTo>
                    <a:pt x="250621" y="311957"/>
                  </a:lnTo>
                  <a:lnTo>
                    <a:pt x="255161" y="309244"/>
                  </a:lnTo>
                  <a:lnTo>
                    <a:pt x="259614" y="306389"/>
                  </a:lnTo>
                  <a:lnTo>
                    <a:pt x="263973" y="303395"/>
                  </a:lnTo>
                  <a:lnTo>
                    <a:pt x="268236" y="300264"/>
                  </a:lnTo>
                  <a:lnTo>
                    <a:pt x="272398" y="297000"/>
                  </a:lnTo>
                  <a:lnTo>
                    <a:pt x="276454" y="293606"/>
                  </a:lnTo>
                  <a:lnTo>
                    <a:pt x="280401" y="290085"/>
                  </a:lnTo>
                  <a:lnTo>
                    <a:pt x="284235" y="286441"/>
                  </a:lnTo>
                  <a:lnTo>
                    <a:pt x="287951" y="282678"/>
                  </a:lnTo>
                  <a:lnTo>
                    <a:pt x="291547" y="278799"/>
                  </a:lnTo>
                  <a:lnTo>
                    <a:pt x="295018" y="274808"/>
                  </a:lnTo>
                  <a:lnTo>
                    <a:pt x="298361" y="270710"/>
                  </a:lnTo>
                  <a:lnTo>
                    <a:pt x="301572" y="266508"/>
                  </a:lnTo>
                  <a:lnTo>
                    <a:pt x="304649" y="262206"/>
                  </a:lnTo>
                  <a:lnTo>
                    <a:pt x="307589" y="257809"/>
                  </a:lnTo>
                  <a:lnTo>
                    <a:pt x="310388" y="253321"/>
                  </a:lnTo>
                  <a:lnTo>
                    <a:pt x="313043" y="248747"/>
                  </a:lnTo>
                  <a:lnTo>
                    <a:pt x="315553" y="244092"/>
                  </a:lnTo>
                  <a:lnTo>
                    <a:pt x="317914" y="239359"/>
                  </a:lnTo>
                  <a:lnTo>
                    <a:pt x="320124" y="234554"/>
                  </a:lnTo>
                  <a:lnTo>
                    <a:pt x="322181" y="229681"/>
                  </a:lnTo>
                  <a:lnTo>
                    <a:pt x="324083" y="224746"/>
                  </a:lnTo>
                  <a:lnTo>
                    <a:pt x="325827" y="219753"/>
                  </a:lnTo>
                  <a:lnTo>
                    <a:pt x="327413" y="214707"/>
                  </a:lnTo>
                  <a:lnTo>
                    <a:pt x="328839" y="209614"/>
                  </a:lnTo>
                  <a:lnTo>
                    <a:pt x="330102" y="204478"/>
                  </a:lnTo>
                  <a:lnTo>
                    <a:pt x="331203" y="199305"/>
                  </a:lnTo>
                  <a:lnTo>
                    <a:pt x="332139" y="194099"/>
                  </a:lnTo>
                  <a:lnTo>
                    <a:pt x="332910" y="188867"/>
                  </a:lnTo>
                  <a:lnTo>
                    <a:pt x="333516" y="183613"/>
                  </a:lnTo>
                  <a:lnTo>
                    <a:pt x="333954" y="178342"/>
                  </a:lnTo>
                  <a:lnTo>
                    <a:pt x="334226" y="173060"/>
                  </a:lnTo>
                  <a:lnTo>
                    <a:pt x="334331" y="167772"/>
                  </a:lnTo>
                  <a:lnTo>
                    <a:pt x="334268" y="162483"/>
                  </a:lnTo>
                  <a:lnTo>
                    <a:pt x="334038" y="157199"/>
                  </a:lnTo>
                  <a:lnTo>
                    <a:pt x="333641" y="151925"/>
                  </a:lnTo>
                  <a:lnTo>
                    <a:pt x="333077" y="146666"/>
                  </a:lnTo>
                  <a:lnTo>
                    <a:pt x="332347" y="141428"/>
                  </a:lnTo>
                  <a:lnTo>
                    <a:pt x="331452" y="136215"/>
                  </a:lnTo>
                  <a:lnTo>
                    <a:pt x="330392" y="131033"/>
                  </a:lnTo>
                  <a:lnTo>
                    <a:pt x="329169" y="125888"/>
                  </a:lnTo>
                  <a:lnTo>
                    <a:pt x="327784" y="120783"/>
                  </a:lnTo>
                  <a:lnTo>
                    <a:pt x="326238" y="115725"/>
                  </a:lnTo>
                  <a:lnTo>
                    <a:pt x="324533" y="110719"/>
                  </a:lnTo>
                  <a:lnTo>
                    <a:pt x="322670" y="105769"/>
                  </a:lnTo>
                  <a:lnTo>
                    <a:pt x="320652" y="100880"/>
                  </a:lnTo>
                  <a:lnTo>
                    <a:pt x="318480" y="96058"/>
                  </a:lnTo>
                  <a:lnTo>
                    <a:pt x="316156" y="91306"/>
                  </a:lnTo>
                  <a:lnTo>
                    <a:pt x="313683" y="86631"/>
                  </a:lnTo>
                  <a:lnTo>
                    <a:pt x="311064" y="82036"/>
                  </a:lnTo>
                  <a:lnTo>
                    <a:pt x="308301" y="77526"/>
                  </a:lnTo>
                  <a:lnTo>
                    <a:pt x="305396" y="73106"/>
                  </a:lnTo>
                  <a:lnTo>
                    <a:pt x="302353" y="68780"/>
                  </a:lnTo>
                  <a:lnTo>
                    <a:pt x="299175" y="64553"/>
                  </a:lnTo>
                  <a:lnTo>
                    <a:pt x="295864" y="60428"/>
                  </a:lnTo>
                  <a:lnTo>
                    <a:pt x="292425" y="56410"/>
                  </a:lnTo>
                  <a:lnTo>
                    <a:pt x="288860" y="52503"/>
                  </a:lnTo>
                  <a:lnTo>
                    <a:pt x="285173" y="48710"/>
                  </a:lnTo>
                  <a:lnTo>
                    <a:pt x="281369" y="45037"/>
                  </a:lnTo>
                  <a:lnTo>
                    <a:pt x="277450" y="41485"/>
                  </a:lnTo>
                  <a:lnTo>
                    <a:pt x="273420" y="38059"/>
                  </a:lnTo>
                  <a:lnTo>
                    <a:pt x="269285" y="34762"/>
                  </a:lnTo>
                  <a:lnTo>
                    <a:pt x="265047" y="31598"/>
                  </a:lnTo>
                  <a:lnTo>
                    <a:pt x="260711" y="28569"/>
                  </a:lnTo>
                  <a:lnTo>
                    <a:pt x="256281" y="25679"/>
                  </a:lnTo>
                  <a:lnTo>
                    <a:pt x="251762" y="22931"/>
                  </a:lnTo>
                  <a:lnTo>
                    <a:pt x="247159" y="20327"/>
                  </a:lnTo>
                  <a:lnTo>
                    <a:pt x="242475" y="17869"/>
                  </a:lnTo>
                  <a:lnTo>
                    <a:pt x="237716" y="15562"/>
                  </a:lnTo>
                  <a:lnTo>
                    <a:pt x="232886" y="13406"/>
                  </a:lnTo>
                  <a:lnTo>
                    <a:pt x="227991" y="11403"/>
                  </a:lnTo>
                  <a:lnTo>
                    <a:pt x="223035" y="9557"/>
                  </a:lnTo>
                  <a:lnTo>
                    <a:pt x="218023" y="7869"/>
                  </a:lnTo>
                  <a:lnTo>
                    <a:pt x="212959" y="6339"/>
                  </a:lnTo>
                  <a:lnTo>
                    <a:pt x="207850" y="4971"/>
                  </a:lnTo>
                  <a:lnTo>
                    <a:pt x="202701" y="3765"/>
                  </a:lnTo>
                  <a:lnTo>
                    <a:pt x="197516" y="2723"/>
                  </a:lnTo>
                  <a:lnTo>
                    <a:pt x="192300" y="1845"/>
                  </a:lnTo>
                  <a:lnTo>
                    <a:pt x="167165" y="1671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25135" cy="167167"/>
            </a:xfrm>
            <a:custGeom>
              <a:avLst/>
              <a:pathLst>
                <a:path w="25135" h="167167">
                  <a:moveTo>
                    <a:pt x="25135" y="1900"/>
                  </a:moveTo>
                  <a:lnTo>
                    <a:pt x="16792" y="845"/>
                  </a:lnTo>
                  <a:lnTo>
                    <a:pt x="8406" y="2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972802" y="5399291"/>
              <a:ext cx="50741" cy="167167"/>
            </a:xfrm>
            <a:custGeom>
              <a:avLst/>
              <a:pathLst>
                <a:path w="50741" h="167167">
                  <a:moveTo>
                    <a:pt x="50741" y="0"/>
                  </a:moveTo>
                  <a:lnTo>
                    <a:pt x="44299" y="124"/>
                  </a:lnTo>
                  <a:lnTo>
                    <a:pt x="37865" y="496"/>
                  </a:lnTo>
                  <a:lnTo>
                    <a:pt x="31451" y="1116"/>
                  </a:lnTo>
                  <a:lnTo>
                    <a:pt x="25066" y="1983"/>
                  </a:lnTo>
                  <a:lnTo>
                    <a:pt x="18719" y="3095"/>
                  </a:lnTo>
                  <a:lnTo>
                    <a:pt x="12419" y="4451"/>
                  </a:lnTo>
                  <a:lnTo>
                    <a:pt x="6176" y="6049"/>
                  </a:lnTo>
                  <a:lnTo>
                    <a:pt x="0" y="7887"/>
                  </a:lnTo>
                  <a:lnTo>
                    <a:pt x="5074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972802" y="5407178"/>
              <a:ext cx="50741" cy="159280"/>
            </a:xfrm>
            <a:custGeom>
              <a:avLst/>
              <a:pathLst>
                <a:path w="50741" h="159280">
                  <a:moveTo>
                    <a:pt x="0" y="0"/>
                  </a:moveTo>
                  <a:lnTo>
                    <a:pt x="50741" y="1592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972802" y="5407178"/>
              <a:ext cx="50741" cy="159280"/>
            </a:xfrm>
            <a:custGeom>
              <a:avLst/>
              <a:pathLst>
                <a:path w="50741" h="159280">
                  <a:moveTo>
                    <a:pt x="0" y="0"/>
                  </a:moveTo>
                  <a:lnTo>
                    <a:pt x="50741" y="1592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2802" y="5407178"/>
              <a:ext cx="50741" cy="159280"/>
            </a:xfrm>
            <a:custGeom>
              <a:avLst/>
              <a:pathLst>
                <a:path w="50741" h="159280">
                  <a:moveTo>
                    <a:pt x="0" y="0"/>
                  </a:moveTo>
                  <a:lnTo>
                    <a:pt x="50741" y="1592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2802" y="5407178"/>
              <a:ext cx="50741" cy="159280"/>
            </a:xfrm>
            <a:custGeom>
              <a:avLst/>
              <a:pathLst>
                <a:path w="50741" h="159280">
                  <a:moveTo>
                    <a:pt x="0" y="0"/>
                  </a:moveTo>
                  <a:lnTo>
                    <a:pt x="50741" y="1592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2802" y="5407178"/>
              <a:ext cx="50741" cy="159280"/>
            </a:xfrm>
            <a:custGeom>
              <a:avLst/>
              <a:pathLst>
                <a:path w="50741" h="159280">
                  <a:moveTo>
                    <a:pt x="0" y="0"/>
                  </a:moveTo>
                  <a:lnTo>
                    <a:pt x="50741" y="1592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856389" y="5407178"/>
              <a:ext cx="188981" cy="326446"/>
            </a:xfrm>
            <a:custGeom>
              <a:avLst/>
              <a:pathLst>
                <a:path w="188981" h="326446">
                  <a:moveTo>
                    <a:pt x="116412" y="0"/>
                  </a:moveTo>
                  <a:lnTo>
                    <a:pt x="111362" y="1697"/>
                  </a:lnTo>
                  <a:lnTo>
                    <a:pt x="106369" y="3555"/>
                  </a:lnTo>
                  <a:lnTo>
                    <a:pt x="101437" y="5571"/>
                  </a:lnTo>
                  <a:lnTo>
                    <a:pt x="96572" y="7744"/>
                  </a:lnTo>
                  <a:lnTo>
                    <a:pt x="91779" y="10070"/>
                  </a:lnTo>
                  <a:lnTo>
                    <a:pt x="87062" y="12548"/>
                  </a:lnTo>
                  <a:lnTo>
                    <a:pt x="82427" y="15174"/>
                  </a:lnTo>
                  <a:lnTo>
                    <a:pt x="77878" y="17948"/>
                  </a:lnTo>
                  <a:lnTo>
                    <a:pt x="73419" y="20864"/>
                  </a:lnTo>
                  <a:lnTo>
                    <a:pt x="69056" y="23922"/>
                  </a:lnTo>
                  <a:lnTo>
                    <a:pt x="64793" y="27117"/>
                  </a:lnTo>
                  <a:lnTo>
                    <a:pt x="60633" y="30446"/>
                  </a:lnTo>
                  <a:lnTo>
                    <a:pt x="56581" y="33906"/>
                  </a:lnTo>
                  <a:lnTo>
                    <a:pt x="52642" y="37493"/>
                  </a:lnTo>
                  <a:lnTo>
                    <a:pt x="48819" y="41204"/>
                  </a:lnTo>
                  <a:lnTo>
                    <a:pt x="45117" y="45035"/>
                  </a:lnTo>
                  <a:lnTo>
                    <a:pt x="41538" y="48982"/>
                  </a:lnTo>
                  <a:lnTo>
                    <a:pt x="38087" y="53041"/>
                  </a:lnTo>
                  <a:lnTo>
                    <a:pt x="34767" y="57208"/>
                  </a:lnTo>
                  <a:lnTo>
                    <a:pt x="31582" y="61478"/>
                  </a:lnTo>
                  <a:lnTo>
                    <a:pt x="28534" y="65848"/>
                  </a:lnTo>
                  <a:lnTo>
                    <a:pt x="25627" y="70313"/>
                  </a:lnTo>
                  <a:lnTo>
                    <a:pt x="22864" y="74868"/>
                  </a:lnTo>
                  <a:lnTo>
                    <a:pt x="20247" y="79509"/>
                  </a:lnTo>
                  <a:lnTo>
                    <a:pt x="17780" y="84231"/>
                  </a:lnTo>
                  <a:lnTo>
                    <a:pt x="15464" y="89029"/>
                  </a:lnTo>
                  <a:lnTo>
                    <a:pt x="13302" y="93899"/>
                  </a:lnTo>
                  <a:lnTo>
                    <a:pt x="11297" y="98835"/>
                  </a:lnTo>
                  <a:lnTo>
                    <a:pt x="9450" y="103832"/>
                  </a:lnTo>
                  <a:lnTo>
                    <a:pt x="7763" y="108886"/>
                  </a:lnTo>
                  <a:lnTo>
                    <a:pt x="6238" y="113991"/>
                  </a:lnTo>
                  <a:lnTo>
                    <a:pt x="4877" y="119142"/>
                  </a:lnTo>
                  <a:lnTo>
                    <a:pt x="3680" y="124334"/>
                  </a:lnTo>
                  <a:lnTo>
                    <a:pt x="2649" y="129561"/>
                  </a:lnTo>
                  <a:lnTo>
                    <a:pt x="1786" y="134818"/>
                  </a:lnTo>
                  <a:lnTo>
                    <a:pt x="1090" y="140100"/>
                  </a:lnTo>
                  <a:lnTo>
                    <a:pt x="563" y="145402"/>
                  </a:lnTo>
                  <a:lnTo>
                    <a:pt x="206" y="150718"/>
                  </a:lnTo>
                  <a:lnTo>
                    <a:pt x="18" y="156042"/>
                  </a:lnTo>
                  <a:lnTo>
                    <a:pt x="0" y="161370"/>
                  </a:lnTo>
                  <a:lnTo>
                    <a:pt x="151" y="166696"/>
                  </a:lnTo>
                  <a:lnTo>
                    <a:pt x="472" y="172014"/>
                  </a:lnTo>
                  <a:lnTo>
                    <a:pt x="963" y="177319"/>
                  </a:lnTo>
                  <a:lnTo>
                    <a:pt x="1622" y="182606"/>
                  </a:lnTo>
                  <a:lnTo>
                    <a:pt x="2449" y="187869"/>
                  </a:lnTo>
                  <a:lnTo>
                    <a:pt x="3444" y="193103"/>
                  </a:lnTo>
                  <a:lnTo>
                    <a:pt x="4605" y="198303"/>
                  </a:lnTo>
                  <a:lnTo>
                    <a:pt x="5931" y="203463"/>
                  </a:lnTo>
                  <a:lnTo>
                    <a:pt x="7421" y="208578"/>
                  </a:lnTo>
                  <a:lnTo>
                    <a:pt x="9073" y="213643"/>
                  </a:lnTo>
                  <a:lnTo>
                    <a:pt x="10886" y="218653"/>
                  </a:lnTo>
                  <a:lnTo>
                    <a:pt x="12857" y="223603"/>
                  </a:lnTo>
                  <a:lnTo>
                    <a:pt x="14985" y="228487"/>
                  </a:lnTo>
                  <a:lnTo>
                    <a:pt x="17268" y="233301"/>
                  </a:lnTo>
                  <a:lnTo>
                    <a:pt x="19703" y="238040"/>
                  </a:lnTo>
                  <a:lnTo>
                    <a:pt x="22288" y="242699"/>
                  </a:lnTo>
                  <a:lnTo>
                    <a:pt x="25020" y="247273"/>
                  </a:lnTo>
                  <a:lnTo>
                    <a:pt x="27896" y="251758"/>
                  </a:lnTo>
                  <a:lnTo>
                    <a:pt x="30914" y="256149"/>
                  </a:lnTo>
                  <a:lnTo>
                    <a:pt x="34070" y="260441"/>
                  </a:lnTo>
                  <a:lnTo>
                    <a:pt x="37361" y="264631"/>
                  </a:lnTo>
                  <a:lnTo>
                    <a:pt x="40784" y="268713"/>
                  </a:lnTo>
                  <a:lnTo>
                    <a:pt x="44336" y="272685"/>
                  </a:lnTo>
                  <a:lnTo>
                    <a:pt x="48012" y="276541"/>
                  </a:lnTo>
                  <a:lnTo>
                    <a:pt x="51809" y="280278"/>
                  </a:lnTo>
                  <a:lnTo>
                    <a:pt x="55724" y="283892"/>
                  </a:lnTo>
                  <a:lnTo>
                    <a:pt x="59751" y="287380"/>
                  </a:lnTo>
                  <a:lnTo>
                    <a:pt x="63888" y="290737"/>
                  </a:lnTo>
                  <a:lnTo>
                    <a:pt x="68130" y="293961"/>
                  </a:lnTo>
                  <a:lnTo>
                    <a:pt x="72472" y="297049"/>
                  </a:lnTo>
                  <a:lnTo>
                    <a:pt x="76910" y="299996"/>
                  </a:lnTo>
                  <a:lnTo>
                    <a:pt x="81440" y="302800"/>
                  </a:lnTo>
                  <a:lnTo>
                    <a:pt x="86057" y="305459"/>
                  </a:lnTo>
                  <a:lnTo>
                    <a:pt x="90757" y="307969"/>
                  </a:lnTo>
                  <a:lnTo>
                    <a:pt x="95534" y="310328"/>
                  </a:lnTo>
                  <a:lnTo>
                    <a:pt x="100384" y="312533"/>
                  </a:lnTo>
                  <a:lnTo>
                    <a:pt x="105301" y="314583"/>
                  </a:lnTo>
                  <a:lnTo>
                    <a:pt x="110282" y="316476"/>
                  </a:lnTo>
                  <a:lnTo>
                    <a:pt x="115320" y="318208"/>
                  </a:lnTo>
                  <a:lnTo>
                    <a:pt x="120411" y="319779"/>
                  </a:lnTo>
                  <a:lnTo>
                    <a:pt x="125549" y="321187"/>
                  </a:lnTo>
                  <a:lnTo>
                    <a:pt x="130730" y="322431"/>
                  </a:lnTo>
                  <a:lnTo>
                    <a:pt x="135948" y="323509"/>
                  </a:lnTo>
                  <a:lnTo>
                    <a:pt x="141197" y="324420"/>
                  </a:lnTo>
                  <a:lnTo>
                    <a:pt x="146473" y="325163"/>
                  </a:lnTo>
                  <a:lnTo>
                    <a:pt x="151769" y="325738"/>
                  </a:lnTo>
                  <a:lnTo>
                    <a:pt x="157082" y="326144"/>
                  </a:lnTo>
                  <a:lnTo>
                    <a:pt x="162404" y="326380"/>
                  </a:lnTo>
                  <a:lnTo>
                    <a:pt x="167732" y="326446"/>
                  </a:lnTo>
                  <a:lnTo>
                    <a:pt x="173058" y="326343"/>
                  </a:lnTo>
                  <a:lnTo>
                    <a:pt x="178379" y="326070"/>
                  </a:lnTo>
                  <a:lnTo>
                    <a:pt x="183689" y="325627"/>
                  </a:lnTo>
                  <a:lnTo>
                    <a:pt x="188981" y="325016"/>
                  </a:lnTo>
                  <a:lnTo>
                    <a:pt x="167154" y="1592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167167" cy="332903"/>
            </a:xfrm>
            <a:custGeom>
              <a:avLst/>
              <a:pathLst>
                <a:path w="167167" h="332903">
                  <a:moveTo>
                    <a:pt x="21827" y="332903"/>
                  </a:moveTo>
                  <a:lnTo>
                    <a:pt x="27123" y="332119"/>
                  </a:lnTo>
                  <a:lnTo>
                    <a:pt x="32391" y="331166"/>
                  </a:lnTo>
                  <a:lnTo>
                    <a:pt x="37626" y="330045"/>
                  </a:lnTo>
                  <a:lnTo>
                    <a:pt x="42823" y="328756"/>
                  </a:lnTo>
                  <a:lnTo>
                    <a:pt x="47975" y="327302"/>
                  </a:lnTo>
                  <a:lnTo>
                    <a:pt x="53079" y="325684"/>
                  </a:lnTo>
                  <a:lnTo>
                    <a:pt x="58128" y="323903"/>
                  </a:lnTo>
                  <a:lnTo>
                    <a:pt x="63117" y="321961"/>
                  </a:lnTo>
                  <a:lnTo>
                    <a:pt x="68041" y="319860"/>
                  </a:lnTo>
                  <a:lnTo>
                    <a:pt x="72896" y="317603"/>
                  </a:lnTo>
                  <a:lnTo>
                    <a:pt x="77676" y="315192"/>
                  </a:lnTo>
                  <a:lnTo>
                    <a:pt x="82376" y="312628"/>
                  </a:lnTo>
                  <a:lnTo>
                    <a:pt x="86992" y="309916"/>
                  </a:lnTo>
                  <a:lnTo>
                    <a:pt x="91519" y="307057"/>
                  </a:lnTo>
                  <a:lnTo>
                    <a:pt x="95952" y="304054"/>
                  </a:lnTo>
                  <a:lnTo>
                    <a:pt x="100286" y="300911"/>
                  </a:lnTo>
                  <a:lnTo>
                    <a:pt x="104517" y="297631"/>
                  </a:lnTo>
                  <a:lnTo>
                    <a:pt x="108642" y="294218"/>
                  </a:lnTo>
                  <a:lnTo>
                    <a:pt x="112654" y="290673"/>
                  </a:lnTo>
                  <a:lnTo>
                    <a:pt x="116552" y="287003"/>
                  </a:lnTo>
                  <a:lnTo>
                    <a:pt x="120329" y="283209"/>
                  </a:lnTo>
                  <a:lnTo>
                    <a:pt x="123983" y="279296"/>
                  </a:lnTo>
                  <a:lnTo>
                    <a:pt x="127511" y="275268"/>
                  </a:lnTo>
                  <a:lnTo>
                    <a:pt x="130907" y="271130"/>
                  </a:lnTo>
                  <a:lnTo>
                    <a:pt x="134169" y="266884"/>
                  </a:lnTo>
                  <a:lnTo>
                    <a:pt x="137293" y="262537"/>
                  </a:lnTo>
                  <a:lnTo>
                    <a:pt x="140277" y="258091"/>
                  </a:lnTo>
                  <a:lnTo>
                    <a:pt x="143117" y="253552"/>
                  </a:lnTo>
                  <a:lnTo>
                    <a:pt x="145809" y="248925"/>
                  </a:lnTo>
                  <a:lnTo>
                    <a:pt x="148353" y="244214"/>
                  </a:lnTo>
                  <a:lnTo>
                    <a:pt x="150744" y="239424"/>
                  </a:lnTo>
                  <a:lnTo>
                    <a:pt x="152981" y="234560"/>
                  </a:lnTo>
                  <a:lnTo>
                    <a:pt x="155060" y="229626"/>
                  </a:lnTo>
                  <a:lnTo>
                    <a:pt x="156981" y="224629"/>
                  </a:lnTo>
                  <a:lnTo>
                    <a:pt x="158740" y="219572"/>
                  </a:lnTo>
                  <a:lnTo>
                    <a:pt x="160337" y="214462"/>
                  </a:lnTo>
                  <a:lnTo>
                    <a:pt x="161769" y="209303"/>
                  </a:lnTo>
                  <a:lnTo>
                    <a:pt x="163036" y="204101"/>
                  </a:lnTo>
                  <a:lnTo>
                    <a:pt x="164135" y="198862"/>
                  </a:lnTo>
                  <a:lnTo>
                    <a:pt x="165066" y="193589"/>
                  </a:lnTo>
                  <a:lnTo>
                    <a:pt x="165827" y="188290"/>
                  </a:lnTo>
                  <a:lnTo>
                    <a:pt x="166418" y="182969"/>
                  </a:lnTo>
                  <a:lnTo>
                    <a:pt x="166839" y="177631"/>
                  </a:lnTo>
                  <a:lnTo>
                    <a:pt x="167089" y="172283"/>
                  </a:lnTo>
                  <a:lnTo>
                    <a:pt x="167167" y="166930"/>
                  </a:lnTo>
                  <a:lnTo>
                    <a:pt x="167073" y="161577"/>
                  </a:lnTo>
                  <a:lnTo>
                    <a:pt x="166809" y="156230"/>
                  </a:lnTo>
                  <a:lnTo>
                    <a:pt x="166373" y="150894"/>
                  </a:lnTo>
                  <a:lnTo>
                    <a:pt x="165767" y="145574"/>
                  </a:lnTo>
                  <a:lnTo>
                    <a:pt x="164990" y="140277"/>
                  </a:lnTo>
                  <a:lnTo>
                    <a:pt x="164044" y="135008"/>
                  </a:lnTo>
                  <a:lnTo>
                    <a:pt x="162930" y="129771"/>
                  </a:lnTo>
                  <a:lnTo>
                    <a:pt x="161649" y="124573"/>
                  </a:lnTo>
                  <a:lnTo>
                    <a:pt x="160202" y="119418"/>
                  </a:lnTo>
                  <a:lnTo>
                    <a:pt x="158591" y="114312"/>
                  </a:lnTo>
                  <a:lnTo>
                    <a:pt x="156817" y="109261"/>
                  </a:lnTo>
                  <a:lnTo>
                    <a:pt x="154883" y="104269"/>
                  </a:lnTo>
                  <a:lnTo>
                    <a:pt x="152789" y="99341"/>
                  </a:lnTo>
                  <a:lnTo>
                    <a:pt x="150539" y="94483"/>
                  </a:lnTo>
                  <a:lnTo>
                    <a:pt x="148134" y="89700"/>
                  </a:lnTo>
                  <a:lnTo>
                    <a:pt x="145577" y="84996"/>
                  </a:lnTo>
                  <a:lnTo>
                    <a:pt x="142871" y="80376"/>
                  </a:lnTo>
                  <a:lnTo>
                    <a:pt x="140019" y="75846"/>
                  </a:lnTo>
                  <a:lnTo>
                    <a:pt x="137023" y="71409"/>
                  </a:lnTo>
                  <a:lnTo>
                    <a:pt x="133886" y="67070"/>
                  </a:lnTo>
                  <a:lnTo>
                    <a:pt x="130612" y="62834"/>
                  </a:lnTo>
                  <a:lnTo>
                    <a:pt x="127204" y="58705"/>
                  </a:lnTo>
                  <a:lnTo>
                    <a:pt x="123665" y="54687"/>
                  </a:lnTo>
                  <a:lnTo>
                    <a:pt x="120000" y="50785"/>
                  </a:lnTo>
                  <a:lnTo>
                    <a:pt x="116212" y="47002"/>
                  </a:lnTo>
                  <a:lnTo>
                    <a:pt x="112304" y="43342"/>
                  </a:lnTo>
                  <a:lnTo>
                    <a:pt x="108281" y="39809"/>
                  </a:lnTo>
                  <a:lnTo>
                    <a:pt x="104147" y="36407"/>
                  </a:lnTo>
                  <a:lnTo>
                    <a:pt x="99907" y="33139"/>
                  </a:lnTo>
                  <a:lnTo>
                    <a:pt x="95563" y="30008"/>
                  </a:lnTo>
                  <a:lnTo>
                    <a:pt x="91122" y="27018"/>
                  </a:lnTo>
                  <a:lnTo>
                    <a:pt x="86588" y="24172"/>
                  </a:lnTo>
                  <a:lnTo>
                    <a:pt x="81964" y="21473"/>
                  </a:lnTo>
                  <a:lnTo>
                    <a:pt x="77257" y="18923"/>
                  </a:lnTo>
                  <a:lnTo>
                    <a:pt x="72470" y="16525"/>
                  </a:lnTo>
                  <a:lnTo>
                    <a:pt x="67609" y="14282"/>
                  </a:lnTo>
                  <a:lnTo>
                    <a:pt x="62678" y="12195"/>
                  </a:lnTo>
                  <a:lnTo>
                    <a:pt x="57683" y="10267"/>
                  </a:lnTo>
                  <a:lnTo>
                    <a:pt x="52629" y="8501"/>
                  </a:lnTo>
                  <a:lnTo>
                    <a:pt x="47522" y="6897"/>
                  </a:lnTo>
                  <a:lnTo>
                    <a:pt x="42365" y="5457"/>
                  </a:lnTo>
                  <a:lnTo>
                    <a:pt x="37165" y="4183"/>
                  </a:lnTo>
                  <a:lnTo>
                    <a:pt x="31927" y="3077"/>
                  </a:lnTo>
                  <a:lnTo>
                    <a:pt x="26656" y="2138"/>
                  </a:lnTo>
                  <a:lnTo>
                    <a:pt x="21357" y="1369"/>
                  </a:lnTo>
                  <a:lnTo>
                    <a:pt x="16037" y="771"/>
                  </a:lnTo>
                  <a:lnTo>
                    <a:pt x="10700" y="342"/>
                  </a:lnTo>
                  <a:lnTo>
                    <a:pt x="535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27915" y="5269756"/>
              <a:ext cx="17342" cy="167167"/>
            </a:xfrm>
            <a:custGeom>
              <a:avLst/>
              <a:pathLst>
                <a:path w="17342" h="167167">
                  <a:moveTo>
                    <a:pt x="17342" y="0"/>
                  </a:moveTo>
                  <a:lnTo>
                    <a:pt x="8659" y="225"/>
                  </a:lnTo>
                  <a:lnTo>
                    <a:pt x="0" y="902"/>
                  </a:lnTo>
                  <a:lnTo>
                    <a:pt x="173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27915" y="5270658"/>
              <a:ext cx="17342" cy="166265"/>
            </a:xfrm>
            <a:custGeom>
              <a:avLst/>
              <a:pathLst>
                <a:path w="17342" h="166265">
                  <a:moveTo>
                    <a:pt x="0" y="0"/>
                  </a:moveTo>
                  <a:lnTo>
                    <a:pt x="17342" y="166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27915" y="5270658"/>
              <a:ext cx="17342" cy="166265"/>
            </a:xfrm>
            <a:custGeom>
              <a:avLst/>
              <a:pathLst>
                <a:path w="17342" h="166265">
                  <a:moveTo>
                    <a:pt x="0" y="0"/>
                  </a:moveTo>
                  <a:lnTo>
                    <a:pt x="17342" y="166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7915" y="5270658"/>
              <a:ext cx="17342" cy="166265"/>
            </a:xfrm>
            <a:custGeom>
              <a:avLst/>
              <a:pathLst>
                <a:path w="17342" h="166265">
                  <a:moveTo>
                    <a:pt x="0" y="0"/>
                  </a:moveTo>
                  <a:lnTo>
                    <a:pt x="17342" y="1662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7915" y="5270658"/>
              <a:ext cx="17342" cy="166265"/>
            </a:xfrm>
            <a:custGeom>
              <a:avLst/>
              <a:pathLst>
                <a:path w="17342" h="166265">
                  <a:moveTo>
                    <a:pt x="0" y="0"/>
                  </a:moveTo>
                  <a:lnTo>
                    <a:pt x="17342" y="1662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381012" y="5270658"/>
              <a:ext cx="164246" cy="166265"/>
            </a:xfrm>
            <a:custGeom>
              <a:avLst/>
              <a:pathLst>
                <a:path w="164246" h="166265">
                  <a:moveTo>
                    <a:pt x="146903" y="0"/>
                  </a:moveTo>
                  <a:lnTo>
                    <a:pt x="141458" y="658"/>
                  </a:lnTo>
                  <a:lnTo>
                    <a:pt x="136037" y="1495"/>
                  </a:lnTo>
                  <a:lnTo>
                    <a:pt x="130647" y="2509"/>
                  </a:lnTo>
                  <a:lnTo>
                    <a:pt x="125293" y="3699"/>
                  </a:lnTo>
                  <a:lnTo>
                    <a:pt x="119981" y="5064"/>
                  </a:lnTo>
                  <a:lnTo>
                    <a:pt x="114717" y="6603"/>
                  </a:lnTo>
                  <a:lnTo>
                    <a:pt x="109505" y="8314"/>
                  </a:lnTo>
                  <a:lnTo>
                    <a:pt x="104353" y="10195"/>
                  </a:lnTo>
                  <a:lnTo>
                    <a:pt x="99265" y="12244"/>
                  </a:lnTo>
                  <a:lnTo>
                    <a:pt x="94248" y="14458"/>
                  </a:lnTo>
                  <a:lnTo>
                    <a:pt x="89305" y="16837"/>
                  </a:lnTo>
                  <a:lnTo>
                    <a:pt x="84443" y="19375"/>
                  </a:lnTo>
                  <a:lnTo>
                    <a:pt x="79668" y="22072"/>
                  </a:lnTo>
                  <a:lnTo>
                    <a:pt x="74983" y="24925"/>
                  </a:lnTo>
                  <a:lnTo>
                    <a:pt x="70394" y="27929"/>
                  </a:lnTo>
                  <a:lnTo>
                    <a:pt x="65906" y="31083"/>
                  </a:lnTo>
                  <a:lnTo>
                    <a:pt x="61525" y="34381"/>
                  </a:lnTo>
                  <a:lnTo>
                    <a:pt x="57253" y="37822"/>
                  </a:lnTo>
                  <a:lnTo>
                    <a:pt x="53097" y="41401"/>
                  </a:lnTo>
                  <a:lnTo>
                    <a:pt x="49061" y="45115"/>
                  </a:lnTo>
                  <a:lnTo>
                    <a:pt x="45148" y="48959"/>
                  </a:lnTo>
                  <a:lnTo>
                    <a:pt x="41364" y="52929"/>
                  </a:lnTo>
                  <a:lnTo>
                    <a:pt x="37712" y="57021"/>
                  </a:lnTo>
                  <a:lnTo>
                    <a:pt x="34197" y="61231"/>
                  </a:lnTo>
                  <a:lnTo>
                    <a:pt x="30821" y="65554"/>
                  </a:lnTo>
                  <a:lnTo>
                    <a:pt x="27589" y="69985"/>
                  </a:lnTo>
                  <a:lnTo>
                    <a:pt x="24504" y="74520"/>
                  </a:lnTo>
                  <a:lnTo>
                    <a:pt x="21569" y="79154"/>
                  </a:lnTo>
                  <a:lnTo>
                    <a:pt x="18788" y="83881"/>
                  </a:lnTo>
                  <a:lnTo>
                    <a:pt x="16164" y="88698"/>
                  </a:lnTo>
                  <a:lnTo>
                    <a:pt x="13699" y="93597"/>
                  </a:lnTo>
                  <a:lnTo>
                    <a:pt x="11396" y="98575"/>
                  </a:lnTo>
                  <a:lnTo>
                    <a:pt x="9258" y="103626"/>
                  </a:lnTo>
                  <a:lnTo>
                    <a:pt x="7286" y="108744"/>
                  </a:lnTo>
                  <a:lnTo>
                    <a:pt x="5484" y="113924"/>
                  </a:lnTo>
                  <a:lnTo>
                    <a:pt x="3852" y="119161"/>
                  </a:lnTo>
                  <a:lnTo>
                    <a:pt x="2393" y="124448"/>
                  </a:lnTo>
                  <a:lnTo>
                    <a:pt x="1109" y="129780"/>
                  </a:lnTo>
                  <a:lnTo>
                    <a:pt x="0" y="135152"/>
                  </a:lnTo>
                  <a:lnTo>
                    <a:pt x="164246" y="1662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378092" y="5269756"/>
              <a:ext cx="334322" cy="334329"/>
            </a:xfrm>
            <a:custGeom>
              <a:avLst/>
              <a:pathLst>
                <a:path w="334322" h="334329">
                  <a:moveTo>
                    <a:pt x="2919" y="136054"/>
                  </a:moveTo>
                  <a:lnTo>
                    <a:pt x="2013" y="141294"/>
                  </a:lnTo>
                  <a:lnTo>
                    <a:pt x="1273" y="146561"/>
                  </a:lnTo>
                  <a:lnTo>
                    <a:pt x="702" y="151848"/>
                  </a:lnTo>
                  <a:lnTo>
                    <a:pt x="299" y="157151"/>
                  </a:lnTo>
                  <a:lnTo>
                    <a:pt x="65" y="162465"/>
                  </a:lnTo>
                  <a:lnTo>
                    <a:pt x="0" y="167782"/>
                  </a:lnTo>
                  <a:lnTo>
                    <a:pt x="104" y="173100"/>
                  </a:lnTo>
                  <a:lnTo>
                    <a:pt x="377" y="178411"/>
                  </a:lnTo>
                  <a:lnTo>
                    <a:pt x="819" y="183711"/>
                  </a:lnTo>
                  <a:lnTo>
                    <a:pt x="1429" y="188994"/>
                  </a:lnTo>
                  <a:lnTo>
                    <a:pt x="2208" y="194255"/>
                  </a:lnTo>
                  <a:lnTo>
                    <a:pt x="3153" y="199489"/>
                  </a:lnTo>
                  <a:lnTo>
                    <a:pt x="4264" y="204690"/>
                  </a:lnTo>
                  <a:lnTo>
                    <a:pt x="5540" y="209853"/>
                  </a:lnTo>
                  <a:lnTo>
                    <a:pt x="6980" y="214972"/>
                  </a:lnTo>
                  <a:lnTo>
                    <a:pt x="8581" y="220044"/>
                  </a:lnTo>
                  <a:lnTo>
                    <a:pt x="10344" y="225062"/>
                  </a:lnTo>
                  <a:lnTo>
                    <a:pt x="12265" y="230021"/>
                  </a:lnTo>
                  <a:lnTo>
                    <a:pt x="14343" y="234916"/>
                  </a:lnTo>
                  <a:lnTo>
                    <a:pt x="16575" y="239744"/>
                  </a:lnTo>
                  <a:lnTo>
                    <a:pt x="18960" y="244497"/>
                  </a:lnTo>
                  <a:lnTo>
                    <a:pt x="21495" y="249172"/>
                  </a:lnTo>
                  <a:lnTo>
                    <a:pt x="24177" y="253765"/>
                  </a:lnTo>
                  <a:lnTo>
                    <a:pt x="27004" y="258269"/>
                  </a:lnTo>
                  <a:lnTo>
                    <a:pt x="29973" y="262682"/>
                  </a:lnTo>
                  <a:lnTo>
                    <a:pt x="33081" y="266998"/>
                  </a:lnTo>
                  <a:lnTo>
                    <a:pt x="36324" y="271212"/>
                  </a:lnTo>
                  <a:lnTo>
                    <a:pt x="39700" y="275322"/>
                  </a:lnTo>
                  <a:lnTo>
                    <a:pt x="43205" y="279322"/>
                  </a:lnTo>
                  <a:lnTo>
                    <a:pt x="46836" y="283208"/>
                  </a:lnTo>
                  <a:lnTo>
                    <a:pt x="50588" y="286977"/>
                  </a:lnTo>
                  <a:lnTo>
                    <a:pt x="54458" y="290625"/>
                  </a:lnTo>
                  <a:lnTo>
                    <a:pt x="58442" y="294148"/>
                  </a:lnTo>
                  <a:lnTo>
                    <a:pt x="62537" y="297542"/>
                  </a:lnTo>
                  <a:lnTo>
                    <a:pt x="66737" y="300804"/>
                  </a:lnTo>
                  <a:lnTo>
                    <a:pt x="71039" y="303931"/>
                  </a:lnTo>
                  <a:lnTo>
                    <a:pt x="75438" y="306920"/>
                  </a:lnTo>
                  <a:lnTo>
                    <a:pt x="79930" y="309767"/>
                  </a:lnTo>
                  <a:lnTo>
                    <a:pt x="84510" y="312470"/>
                  </a:lnTo>
                  <a:lnTo>
                    <a:pt x="89174" y="315026"/>
                  </a:lnTo>
                  <a:lnTo>
                    <a:pt x="93917" y="317432"/>
                  </a:lnTo>
                  <a:lnTo>
                    <a:pt x="98734" y="319686"/>
                  </a:lnTo>
                  <a:lnTo>
                    <a:pt x="103620" y="321786"/>
                  </a:lnTo>
                  <a:lnTo>
                    <a:pt x="108571" y="323729"/>
                  </a:lnTo>
                  <a:lnTo>
                    <a:pt x="113581" y="325513"/>
                  </a:lnTo>
                  <a:lnTo>
                    <a:pt x="118645" y="327138"/>
                  </a:lnTo>
                  <a:lnTo>
                    <a:pt x="123758" y="328600"/>
                  </a:lnTo>
                  <a:lnTo>
                    <a:pt x="128915" y="329899"/>
                  </a:lnTo>
                  <a:lnTo>
                    <a:pt x="134111" y="331034"/>
                  </a:lnTo>
                  <a:lnTo>
                    <a:pt x="139341" y="332002"/>
                  </a:lnTo>
                  <a:lnTo>
                    <a:pt x="144598" y="332804"/>
                  </a:lnTo>
                  <a:lnTo>
                    <a:pt x="149879" y="333438"/>
                  </a:lnTo>
                  <a:lnTo>
                    <a:pt x="155177" y="333904"/>
                  </a:lnTo>
                  <a:lnTo>
                    <a:pt x="160487" y="334201"/>
                  </a:lnTo>
                  <a:lnTo>
                    <a:pt x="165803" y="334329"/>
                  </a:lnTo>
                  <a:lnTo>
                    <a:pt x="171121" y="334288"/>
                  </a:lnTo>
                  <a:lnTo>
                    <a:pt x="176436" y="334077"/>
                  </a:lnTo>
                  <a:lnTo>
                    <a:pt x="181740" y="333698"/>
                  </a:lnTo>
                  <a:lnTo>
                    <a:pt x="187030" y="333150"/>
                  </a:lnTo>
                  <a:lnTo>
                    <a:pt x="192300" y="332434"/>
                  </a:lnTo>
                  <a:lnTo>
                    <a:pt x="197545" y="331551"/>
                  </a:lnTo>
                  <a:lnTo>
                    <a:pt x="202758" y="330501"/>
                  </a:lnTo>
                  <a:lnTo>
                    <a:pt x="207936" y="329286"/>
                  </a:lnTo>
                  <a:lnTo>
                    <a:pt x="213073" y="327907"/>
                  </a:lnTo>
                  <a:lnTo>
                    <a:pt x="218163" y="326366"/>
                  </a:lnTo>
                  <a:lnTo>
                    <a:pt x="223201" y="324663"/>
                  </a:lnTo>
                  <a:lnTo>
                    <a:pt x="228183" y="322801"/>
                  </a:lnTo>
                  <a:lnTo>
                    <a:pt x="233102" y="320781"/>
                  </a:lnTo>
                  <a:lnTo>
                    <a:pt x="237956" y="318606"/>
                  </a:lnTo>
                  <a:lnTo>
                    <a:pt x="242737" y="316277"/>
                  </a:lnTo>
                  <a:lnTo>
                    <a:pt x="247442" y="313798"/>
                  </a:lnTo>
                  <a:lnTo>
                    <a:pt x="252066" y="311170"/>
                  </a:lnTo>
                  <a:lnTo>
                    <a:pt x="256604" y="308397"/>
                  </a:lnTo>
                  <a:lnTo>
                    <a:pt x="261051" y="305480"/>
                  </a:lnTo>
                  <a:lnTo>
                    <a:pt x="265403" y="302424"/>
                  </a:lnTo>
                  <a:lnTo>
                    <a:pt x="269656" y="299230"/>
                  </a:lnTo>
                  <a:lnTo>
                    <a:pt x="273805" y="295903"/>
                  </a:lnTo>
                  <a:lnTo>
                    <a:pt x="277846" y="292446"/>
                  </a:lnTo>
                  <a:lnTo>
                    <a:pt x="281775" y="288862"/>
                  </a:lnTo>
                  <a:lnTo>
                    <a:pt x="285588" y="285154"/>
                  </a:lnTo>
                  <a:lnTo>
                    <a:pt x="289282" y="281328"/>
                  </a:lnTo>
                  <a:lnTo>
                    <a:pt x="292851" y="277385"/>
                  </a:lnTo>
                  <a:lnTo>
                    <a:pt x="296294" y="273331"/>
                  </a:lnTo>
                  <a:lnTo>
                    <a:pt x="299606" y="269170"/>
                  </a:lnTo>
                  <a:lnTo>
                    <a:pt x="302783" y="264906"/>
                  </a:lnTo>
                  <a:lnTo>
                    <a:pt x="305824" y="260542"/>
                  </a:lnTo>
                  <a:lnTo>
                    <a:pt x="308724" y="256084"/>
                  </a:lnTo>
                  <a:lnTo>
                    <a:pt x="311481" y="251536"/>
                  </a:lnTo>
                  <a:lnTo>
                    <a:pt x="314092" y="246903"/>
                  </a:lnTo>
                  <a:lnTo>
                    <a:pt x="316554" y="242189"/>
                  </a:lnTo>
                  <a:lnTo>
                    <a:pt x="318864" y="237399"/>
                  </a:lnTo>
                  <a:lnTo>
                    <a:pt x="321022" y="232537"/>
                  </a:lnTo>
                  <a:lnTo>
                    <a:pt x="323023" y="227610"/>
                  </a:lnTo>
                  <a:lnTo>
                    <a:pt x="324867" y="222622"/>
                  </a:lnTo>
                  <a:lnTo>
                    <a:pt x="326551" y="217577"/>
                  </a:lnTo>
                  <a:lnTo>
                    <a:pt x="328074" y="212482"/>
                  </a:lnTo>
                  <a:lnTo>
                    <a:pt x="329434" y="207340"/>
                  </a:lnTo>
                  <a:lnTo>
                    <a:pt x="330630" y="202158"/>
                  </a:lnTo>
                  <a:lnTo>
                    <a:pt x="331660" y="196940"/>
                  </a:lnTo>
                  <a:lnTo>
                    <a:pt x="332524" y="191693"/>
                  </a:lnTo>
                  <a:lnTo>
                    <a:pt x="333221" y="186420"/>
                  </a:lnTo>
                  <a:lnTo>
                    <a:pt x="333749" y="181128"/>
                  </a:lnTo>
                  <a:lnTo>
                    <a:pt x="334109" y="175822"/>
                  </a:lnTo>
                  <a:lnTo>
                    <a:pt x="334300" y="170507"/>
                  </a:lnTo>
                  <a:lnTo>
                    <a:pt x="334322" y="165189"/>
                  </a:lnTo>
                  <a:lnTo>
                    <a:pt x="334174" y="159873"/>
                  </a:lnTo>
                  <a:lnTo>
                    <a:pt x="333857" y="154564"/>
                  </a:lnTo>
                  <a:lnTo>
                    <a:pt x="333372" y="149268"/>
                  </a:lnTo>
                  <a:lnTo>
                    <a:pt x="332719" y="143990"/>
                  </a:lnTo>
                  <a:lnTo>
                    <a:pt x="331898" y="138735"/>
                  </a:lnTo>
                  <a:lnTo>
                    <a:pt x="330910" y="133509"/>
                  </a:lnTo>
                  <a:lnTo>
                    <a:pt x="329756" y="128318"/>
                  </a:lnTo>
                  <a:lnTo>
                    <a:pt x="328438" y="123165"/>
                  </a:lnTo>
                  <a:lnTo>
                    <a:pt x="326957" y="118057"/>
                  </a:lnTo>
                  <a:lnTo>
                    <a:pt x="325314" y="112999"/>
                  </a:lnTo>
                  <a:lnTo>
                    <a:pt x="323511" y="107996"/>
                  </a:lnTo>
                  <a:lnTo>
                    <a:pt x="321549" y="103053"/>
                  </a:lnTo>
                  <a:lnTo>
                    <a:pt x="319432" y="98174"/>
                  </a:lnTo>
                  <a:lnTo>
                    <a:pt x="317160" y="93365"/>
                  </a:lnTo>
                  <a:lnTo>
                    <a:pt x="314737" y="88631"/>
                  </a:lnTo>
                  <a:lnTo>
                    <a:pt x="312164" y="83977"/>
                  </a:lnTo>
                  <a:lnTo>
                    <a:pt x="309444" y="79407"/>
                  </a:lnTo>
                  <a:lnTo>
                    <a:pt x="306580" y="74925"/>
                  </a:lnTo>
                  <a:lnTo>
                    <a:pt x="303575" y="70537"/>
                  </a:lnTo>
                  <a:lnTo>
                    <a:pt x="300433" y="66247"/>
                  </a:lnTo>
                  <a:lnTo>
                    <a:pt x="297155" y="62058"/>
                  </a:lnTo>
                  <a:lnTo>
                    <a:pt x="293746" y="57977"/>
                  </a:lnTo>
                  <a:lnTo>
                    <a:pt x="290208" y="54005"/>
                  </a:lnTo>
                  <a:lnTo>
                    <a:pt x="286546" y="50149"/>
                  </a:lnTo>
                  <a:lnTo>
                    <a:pt x="282763" y="46410"/>
                  </a:lnTo>
                  <a:lnTo>
                    <a:pt x="278864" y="42794"/>
                  </a:lnTo>
                  <a:lnTo>
                    <a:pt x="274851" y="39304"/>
                  </a:lnTo>
                  <a:lnTo>
                    <a:pt x="270729" y="35943"/>
                  </a:lnTo>
                  <a:lnTo>
                    <a:pt x="266502" y="32715"/>
                  </a:lnTo>
                  <a:lnTo>
                    <a:pt x="262175" y="29623"/>
                  </a:lnTo>
                  <a:lnTo>
                    <a:pt x="257752" y="26671"/>
                  </a:lnTo>
                  <a:lnTo>
                    <a:pt x="253237" y="23860"/>
                  </a:lnTo>
                  <a:lnTo>
                    <a:pt x="248634" y="21195"/>
                  </a:lnTo>
                  <a:lnTo>
                    <a:pt x="243950" y="18677"/>
                  </a:lnTo>
                  <a:lnTo>
                    <a:pt x="239187" y="16310"/>
                  </a:lnTo>
                  <a:lnTo>
                    <a:pt x="234352" y="14095"/>
                  </a:lnTo>
                  <a:lnTo>
                    <a:pt x="229449" y="12036"/>
                  </a:lnTo>
                  <a:lnTo>
                    <a:pt x="224483" y="10133"/>
                  </a:lnTo>
                  <a:lnTo>
                    <a:pt x="219458" y="8389"/>
                  </a:lnTo>
                  <a:lnTo>
                    <a:pt x="214381" y="6806"/>
                  </a:lnTo>
                  <a:lnTo>
                    <a:pt x="209256" y="5385"/>
                  </a:lnTo>
                  <a:lnTo>
                    <a:pt x="204089" y="4128"/>
                  </a:lnTo>
                  <a:lnTo>
                    <a:pt x="198884" y="3036"/>
                  </a:lnTo>
                  <a:lnTo>
                    <a:pt x="193646" y="2110"/>
                  </a:lnTo>
                  <a:lnTo>
                    <a:pt x="188383" y="1351"/>
                  </a:lnTo>
                  <a:lnTo>
                    <a:pt x="183097" y="760"/>
                  </a:lnTo>
                  <a:lnTo>
                    <a:pt x="177796" y="338"/>
                  </a:lnTo>
                  <a:lnTo>
                    <a:pt x="172483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996104" y="5018213"/>
              <a:ext cx="24935" cy="167167"/>
            </a:xfrm>
            <a:custGeom>
              <a:avLst/>
              <a:pathLst>
                <a:path w="24935" h="167167">
                  <a:moveTo>
                    <a:pt x="24935" y="0"/>
                  </a:moveTo>
                  <a:lnTo>
                    <a:pt x="16595" y="208"/>
                  </a:lnTo>
                  <a:lnTo>
                    <a:pt x="8277" y="832"/>
                  </a:lnTo>
                  <a:lnTo>
                    <a:pt x="0" y="1870"/>
                  </a:lnTo>
                  <a:lnTo>
                    <a:pt x="2493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996104" y="5020083"/>
              <a:ext cx="24935" cy="165297"/>
            </a:xfrm>
            <a:custGeom>
              <a:avLst/>
              <a:pathLst>
                <a:path w="24935" h="165297">
                  <a:moveTo>
                    <a:pt x="0" y="0"/>
                  </a:moveTo>
                  <a:lnTo>
                    <a:pt x="24935" y="1652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996104" y="5020083"/>
              <a:ext cx="24935" cy="165297"/>
            </a:xfrm>
            <a:custGeom>
              <a:avLst/>
              <a:pathLst>
                <a:path w="24935" h="165297">
                  <a:moveTo>
                    <a:pt x="0" y="0"/>
                  </a:moveTo>
                  <a:lnTo>
                    <a:pt x="24935" y="1652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6104" y="5020083"/>
              <a:ext cx="24935" cy="165297"/>
            </a:xfrm>
            <a:custGeom>
              <a:avLst/>
              <a:pathLst>
                <a:path w="24935" h="165297">
                  <a:moveTo>
                    <a:pt x="0" y="0"/>
                  </a:moveTo>
                  <a:lnTo>
                    <a:pt x="24935" y="1652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853888" y="5020083"/>
              <a:ext cx="167150" cy="183978"/>
            </a:xfrm>
            <a:custGeom>
              <a:avLst/>
              <a:pathLst>
                <a:path w="167150" h="183978">
                  <a:moveTo>
                    <a:pt x="142215" y="0"/>
                  </a:moveTo>
                  <a:lnTo>
                    <a:pt x="136838" y="901"/>
                  </a:lnTo>
                  <a:lnTo>
                    <a:pt x="131492" y="1977"/>
                  </a:lnTo>
                  <a:lnTo>
                    <a:pt x="126185" y="3226"/>
                  </a:lnTo>
                  <a:lnTo>
                    <a:pt x="120921" y="4649"/>
                  </a:lnTo>
                  <a:lnTo>
                    <a:pt x="115707" y="6242"/>
                  </a:lnTo>
                  <a:lnTo>
                    <a:pt x="110547" y="8004"/>
                  </a:lnTo>
                  <a:lnTo>
                    <a:pt x="105447" y="9934"/>
                  </a:lnTo>
                  <a:lnTo>
                    <a:pt x="100413" y="12029"/>
                  </a:lnTo>
                  <a:lnTo>
                    <a:pt x="95450" y="14287"/>
                  </a:lnTo>
                  <a:lnTo>
                    <a:pt x="90564" y="16705"/>
                  </a:lnTo>
                  <a:lnTo>
                    <a:pt x="85759" y="19282"/>
                  </a:lnTo>
                  <a:lnTo>
                    <a:pt x="81040" y="22014"/>
                  </a:lnTo>
                  <a:lnTo>
                    <a:pt x="76413" y="24899"/>
                  </a:lnTo>
                  <a:lnTo>
                    <a:pt x="71882" y="27932"/>
                  </a:lnTo>
                  <a:lnTo>
                    <a:pt x="67453" y="31112"/>
                  </a:lnTo>
                  <a:lnTo>
                    <a:pt x="63130" y="34435"/>
                  </a:lnTo>
                  <a:lnTo>
                    <a:pt x="58918" y="37897"/>
                  </a:lnTo>
                  <a:lnTo>
                    <a:pt x="54821" y="41495"/>
                  </a:lnTo>
                  <a:lnTo>
                    <a:pt x="50843" y="45224"/>
                  </a:lnTo>
                  <a:lnTo>
                    <a:pt x="46989" y="49081"/>
                  </a:lnTo>
                  <a:lnTo>
                    <a:pt x="43263" y="53061"/>
                  </a:lnTo>
                  <a:lnTo>
                    <a:pt x="39668" y="57161"/>
                  </a:lnTo>
                  <a:lnTo>
                    <a:pt x="36209" y="61376"/>
                  </a:lnTo>
                  <a:lnTo>
                    <a:pt x="32890" y="65702"/>
                  </a:lnTo>
                  <a:lnTo>
                    <a:pt x="29713" y="70134"/>
                  </a:lnTo>
                  <a:lnTo>
                    <a:pt x="26683" y="74666"/>
                  </a:lnTo>
                  <a:lnTo>
                    <a:pt x="23802" y="79296"/>
                  </a:lnTo>
                  <a:lnTo>
                    <a:pt x="21073" y="84016"/>
                  </a:lnTo>
                  <a:lnTo>
                    <a:pt x="18500" y="88823"/>
                  </a:lnTo>
                  <a:lnTo>
                    <a:pt x="16085" y="93712"/>
                  </a:lnTo>
                  <a:lnTo>
                    <a:pt x="13831" y="98677"/>
                  </a:lnTo>
                  <a:lnTo>
                    <a:pt x="11740" y="103712"/>
                  </a:lnTo>
                  <a:lnTo>
                    <a:pt x="9814" y="108813"/>
                  </a:lnTo>
                  <a:lnTo>
                    <a:pt x="8056" y="113975"/>
                  </a:lnTo>
                  <a:lnTo>
                    <a:pt x="6467" y="119190"/>
                  </a:lnTo>
                  <a:lnTo>
                    <a:pt x="5049" y="124455"/>
                  </a:lnTo>
                  <a:lnTo>
                    <a:pt x="3803" y="129763"/>
                  </a:lnTo>
                  <a:lnTo>
                    <a:pt x="2731" y="135109"/>
                  </a:lnTo>
                  <a:lnTo>
                    <a:pt x="1834" y="140488"/>
                  </a:lnTo>
                  <a:lnTo>
                    <a:pt x="1113" y="145892"/>
                  </a:lnTo>
                  <a:lnTo>
                    <a:pt x="568" y="151317"/>
                  </a:lnTo>
                  <a:lnTo>
                    <a:pt x="201" y="156758"/>
                  </a:lnTo>
                  <a:lnTo>
                    <a:pt x="11" y="162207"/>
                  </a:lnTo>
                  <a:lnTo>
                    <a:pt x="0" y="167659"/>
                  </a:lnTo>
                  <a:lnTo>
                    <a:pt x="165" y="173109"/>
                  </a:lnTo>
                  <a:lnTo>
                    <a:pt x="509" y="178551"/>
                  </a:lnTo>
                  <a:lnTo>
                    <a:pt x="1030" y="183978"/>
                  </a:lnTo>
                  <a:lnTo>
                    <a:pt x="167150" y="1652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854918" y="5018213"/>
              <a:ext cx="333267" cy="334334"/>
            </a:xfrm>
            <a:custGeom>
              <a:avLst/>
              <a:pathLst>
                <a:path w="333267" h="334334">
                  <a:moveTo>
                    <a:pt x="0" y="185849"/>
                  </a:moveTo>
                  <a:lnTo>
                    <a:pt x="676" y="191109"/>
                  </a:lnTo>
                  <a:lnTo>
                    <a:pt x="1518" y="196345"/>
                  </a:lnTo>
                  <a:lnTo>
                    <a:pt x="2527" y="201552"/>
                  </a:lnTo>
                  <a:lnTo>
                    <a:pt x="3700" y="206724"/>
                  </a:lnTo>
                  <a:lnTo>
                    <a:pt x="5036" y="211856"/>
                  </a:lnTo>
                  <a:lnTo>
                    <a:pt x="6535" y="216943"/>
                  </a:lnTo>
                  <a:lnTo>
                    <a:pt x="8194" y="221981"/>
                  </a:lnTo>
                  <a:lnTo>
                    <a:pt x="10013" y="226963"/>
                  </a:lnTo>
                  <a:lnTo>
                    <a:pt x="11988" y="231884"/>
                  </a:lnTo>
                  <a:lnTo>
                    <a:pt x="14119" y="236741"/>
                  </a:lnTo>
                  <a:lnTo>
                    <a:pt x="16402" y="241528"/>
                  </a:lnTo>
                  <a:lnTo>
                    <a:pt x="18836" y="246240"/>
                  </a:lnTo>
                  <a:lnTo>
                    <a:pt x="21419" y="250872"/>
                  </a:lnTo>
                  <a:lnTo>
                    <a:pt x="24147" y="255420"/>
                  </a:lnTo>
                  <a:lnTo>
                    <a:pt x="27018" y="259879"/>
                  </a:lnTo>
                  <a:lnTo>
                    <a:pt x="30029" y="264245"/>
                  </a:lnTo>
                  <a:lnTo>
                    <a:pt x="33177" y="268513"/>
                  </a:lnTo>
                  <a:lnTo>
                    <a:pt x="36458" y="272679"/>
                  </a:lnTo>
                  <a:lnTo>
                    <a:pt x="39871" y="276739"/>
                  </a:lnTo>
                  <a:lnTo>
                    <a:pt x="43410" y="280689"/>
                  </a:lnTo>
                  <a:lnTo>
                    <a:pt x="47073" y="284525"/>
                  </a:lnTo>
                  <a:lnTo>
                    <a:pt x="50856" y="288242"/>
                  </a:lnTo>
                  <a:lnTo>
                    <a:pt x="54754" y="291837"/>
                  </a:lnTo>
                  <a:lnTo>
                    <a:pt x="58765" y="295307"/>
                  </a:lnTo>
                  <a:lnTo>
                    <a:pt x="62884" y="298648"/>
                  </a:lnTo>
                  <a:lnTo>
                    <a:pt x="67107" y="301857"/>
                  </a:lnTo>
                  <a:lnTo>
                    <a:pt x="71429" y="304930"/>
                  </a:lnTo>
                  <a:lnTo>
                    <a:pt x="75847" y="307864"/>
                  </a:lnTo>
                  <a:lnTo>
                    <a:pt x="80355" y="310657"/>
                  </a:lnTo>
                  <a:lnTo>
                    <a:pt x="84950" y="313305"/>
                  </a:lnTo>
                  <a:lnTo>
                    <a:pt x="89627" y="315807"/>
                  </a:lnTo>
                  <a:lnTo>
                    <a:pt x="94380" y="318158"/>
                  </a:lnTo>
                  <a:lnTo>
                    <a:pt x="99206" y="320358"/>
                  </a:lnTo>
                  <a:lnTo>
                    <a:pt x="104099" y="322404"/>
                  </a:lnTo>
                  <a:lnTo>
                    <a:pt x="109055" y="324293"/>
                  </a:lnTo>
                  <a:lnTo>
                    <a:pt x="114068" y="326024"/>
                  </a:lnTo>
                  <a:lnTo>
                    <a:pt x="119133" y="327595"/>
                  </a:lnTo>
                  <a:lnTo>
                    <a:pt x="124246" y="329005"/>
                  </a:lnTo>
                  <a:lnTo>
                    <a:pt x="129401" y="330252"/>
                  </a:lnTo>
                  <a:lnTo>
                    <a:pt x="134593" y="331335"/>
                  </a:lnTo>
                  <a:lnTo>
                    <a:pt x="139816" y="332252"/>
                  </a:lnTo>
                  <a:lnTo>
                    <a:pt x="145066" y="333003"/>
                  </a:lnTo>
                  <a:lnTo>
                    <a:pt x="150337" y="333588"/>
                  </a:lnTo>
                  <a:lnTo>
                    <a:pt x="155624" y="334005"/>
                  </a:lnTo>
                  <a:lnTo>
                    <a:pt x="160922" y="334254"/>
                  </a:lnTo>
                  <a:lnTo>
                    <a:pt x="166225" y="334334"/>
                  </a:lnTo>
                  <a:lnTo>
                    <a:pt x="171528" y="334247"/>
                  </a:lnTo>
                  <a:lnTo>
                    <a:pt x="176825" y="333991"/>
                  </a:lnTo>
                  <a:lnTo>
                    <a:pt x="182112" y="333568"/>
                  </a:lnTo>
                  <a:lnTo>
                    <a:pt x="187382" y="332977"/>
                  </a:lnTo>
                  <a:lnTo>
                    <a:pt x="192631" y="332219"/>
                  </a:lnTo>
                  <a:lnTo>
                    <a:pt x="197853" y="331295"/>
                  </a:lnTo>
                  <a:lnTo>
                    <a:pt x="203044" y="330205"/>
                  </a:lnTo>
                  <a:lnTo>
                    <a:pt x="208197" y="328952"/>
                  </a:lnTo>
                  <a:lnTo>
                    <a:pt x="213308" y="327536"/>
                  </a:lnTo>
                  <a:lnTo>
                    <a:pt x="218371" y="325958"/>
                  </a:lnTo>
                  <a:lnTo>
                    <a:pt x="223382" y="324221"/>
                  </a:lnTo>
                  <a:lnTo>
                    <a:pt x="228335" y="322325"/>
                  </a:lnTo>
                  <a:lnTo>
                    <a:pt x="233226" y="320274"/>
                  </a:lnTo>
                  <a:lnTo>
                    <a:pt x="238049" y="318068"/>
                  </a:lnTo>
                  <a:lnTo>
                    <a:pt x="242800" y="315710"/>
                  </a:lnTo>
                  <a:lnTo>
                    <a:pt x="247473" y="313203"/>
                  </a:lnTo>
                  <a:lnTo>
                    <a:pt x="252065" y="310549"/>
                  </a:lnTo>
                  <a:lnTo>
                    <a:pt x="256570" y="307751"/>
                  </a:lnTo>
                  <a:lnTo>
                    <a:pt x="260984" y="304811"/>
                  </a:lnTo>
                  <a:lnTo>
                    <a:pt x="265302" y="301732"/>
                  </a:lnTo>
                  <a:lnTo>
                    <a:pt x="269521" y="298518"/>
                  </a:lnTo>
                  <a:lnTo>
                    <a:pt x="273636" y="295172"/>
                  </a:lnTo>
                  <a:lnTo>
                    <a:pt x="277642" y="291697"/>
                  </a:lnTo>
                  <a:lnTo>
                    <a:pt x="281536" y="288097"/>
                  </a:lnTo>
                  <a:lnTo>
                    <a:pt x="285314" y="284375"/>
                  </a:lnTo>
                  <a:lnTo>
                    <a:pt x="288972" y="280535"/>
                  </a:lnTo>
                  <a:lnTo>
                    <a:pt x="292507" y="276581"/>
                  </a:lnTo>
                  <a:lnTo>
                    <a:pt x="295914" y="272516"/>
                  </a:lnTo>
                  <a:lnTo>
                    <a:pt x="299190" y="268346"/>
                  </a:lnTo>
                  <a:lnTo>
                    <a:pt x="302333" y="264074"/>
                  </a:lnTo>
                  <a:lnTo>
                    <a:pt x="305338" y="259704"/>
                  </a:lnTo>
                  <a:lnTo>
                    <a:pt x="308204" y="255241"/>
                  </a:lnTo>
                  <a:lnTo>
                    <a:pt x="310926" y="250690"/>
                  </a:lnTo>
                  <a:lnTo>
                    <a:pt x="313503" y="246054"/>
                  </a:lnTo>
                  <a:lnTo>
                    <a:pt x="315931" y="241340"/>
                  </a:lnTo>
                  <a:lnTo>
                    <a:pt x="318208" y="236550"/>
                  </a:lnTo>
                  <a:lnTo>
                    <a:pt x="320333" y="231691"/>
                  </a:lnTo>
                  <a:lnTo>
                    <a:pt x="322302" y="226766"/>
                  </a:lnTo>
                  <a:lnTo>
                    <a:pt x="324114" y="221782"/>
                  </a:lnTo>
                  <a:lnTo>
                    <a:pt x="325767" y="216743"/>
                  </a:lnTo>
                  <a:lnTo>
                    <a:pt x="327259" y="211653"/>
                  </a:lnTo>
                  <a:lnTo>
                    <a:pt x="328589" y="206519"/>
                  </a:lnTo>
                  <a:lnTo>
                    <a:pt x="329756" y="201346"/>
                  </a:lnTo>
                  <a:lnTo>
                    <a:pt x="330758" y="196138"/>
                  </a:lnTo>
                  <a:lnTo>
                    <a:pt x="331594" y="190901"/>
                  </a:lnTo>
                  <a:lnTo>
                    <a:pt x="332263" y="185640"/>
                  </a:lnTo>
                  <a:lnTo>
                    <a:pt x="332766" y="180360"/>
                  </a:lnTo>
                  <a:lnTo>
                    <a:pt x="333100" y="175067"/>
                  </a:lnTo>
                  <a:lnTo>
                    <a:pt x="333267" y="169766"/>
                  </a:lnTo>
                  <a:lnTo>
                    <a:pt x="333265" y="164463"/>
                  </a:lnTo>
                  <a:lnTo>
                    <a:pt x="333095" y="159162"/>
                  </a:lnTo>
                  <a:lnTo>
                    <a:pt x="332757" y="153869"/>
                  </a:lnTo>
                  <a:lnTo>
                    <a:pt x="332252" y="148590"/>
                  </a:lnTo>
                  <a:lnTo>
                    <a:pt x="331579" y="143329"/>
                  </a:lnTo>
                  <a:lnTo>
                    <a:pt x="330739" y="138093"/>
                  </a:lnTo>
                  <a:lnTo>
                    <a:pt x="329734" y="132885"/>
                  </a:lnTo>
                  <a:lnTo>
                    <a:pt x="328565" y="127712"/>
                  </a:lnTo>
                  <a:lnTo>
                    <a:pt x="327231" y="122579"/>
                  </a:lnTo>
                  <a:lnTo>
                    <a:pt x="325736" y="117491"/>
                  </a:lnTo>
                  <a:lnTo>
                    <a:pt x="324080" y="112453"/>
                  </a:lnTo>
                  <a:lnTo>
                    <a:pt x="322264" y="107469"/>
                  </a:lnTo>
                  <a:lnTo>
                    <a:pt x="320292" y="102546"/>
                  </a:lnTo>
                  <a:lnTo>
                    <a:pt x="318165" y="97688"/>
                  </a:lnTo>
                  <a:lnTo>
                    <a:pt x="315884" y="92900"/>
                  </a:lnTo>
                  <a:lnTo>
                    <a:pt x="313453" y="88187"/>
                  </a:lnTo>
                  <a:lnTo>
                    <a:pt x="310874" y="83553"/>
                  </a:lnTo>
                  <a:lnTo>
                    <a:pt x="308148" y="79003"/>
                  </a:lnTo>
                  <a:lnTo>
                    <a:pt x="305280" y="74542"/>
                  </a:lnTo>
                  <a:lnTo>
                    <a:pt x="302272" y="70174"/>
                  </a:lnTo>
                  <a:lnTo>
                    <a:pt x="299127" y="65904"/>
                  </a:lnTo>
                  <a:lnTo>
                    <a:pt x="295847" y="61736"/>
                  </a:lnTo>
                  <a:lnTo>
                    <a:pt x="292438" y="57674"/>
                  </a:lnTo>
                  <a:lnTo>
                    <a:pt x="288901" y="53722"/>
                  </a:lnTo>
                  <a:lnTo>
                    <a:pt x="285240" y="49884"/>
                  </a:lnTo>
                  <a:lnTo>
                    <a:pt x="281460" y="46165"/>
                  </a:lnTo>
                  <a:lnTo>
                    <a:pt x="277564" y="42567"/>
                  </a:lnTo>
                  <a:lnTo>
                    <a:pt x="273555" y="39094"/>
                  </a:lnTo>
                  <a:lnTo>
                    <a:pt x="269438" y="35751"/>
                  </a:lnTo>
                  <a:lnTo>
                    <a:pt x="265218" y="32539"/>
                  </a:lnTo>
                  <a:lnTo>
                    <a:pt x="260897" y="29464"/>
                  </a:lnTo>
                  <a:lnTo>
                    <a:pt x="256481" y="26526"/>
                  </a:lnTo>
                  <a:lnTo>
                    <a:pt x="251974" y="23731"/>
                  </a:lnTo>
                  <a:lnTo>
                    <a:pt x="247381" y="21080"/>
                  </a:lnTo>
                  <a:lnTo>
                    <a:pt x="242706" y="18575"/>
                  </a:lnTo>
                  <a:lnTo>
                    <a:pt x="237954" y="16221"/>
                  </a:lnTo>
                  <a:lnTo>
                    <a:pt x="233130" y="14018"/>
                  </a:lnTo>
                  <a:lnTo>
                    <a:pt x="228238" y="11969"/>
                  </a:lnTo>
                  <a:lnTo>
                    <a:pt x="223283" y="10077"/>
                  </a:lnTo>
                  <a:lnTo>
                    <a:pt x="218272" y="8343"/>
                  </a:lnTo>
                  <a:lnTo>
                    <a:pt x="213207" y="6768"/>
                  </a:lnTo>
                  <a:lnTo>
                    <a:pt x="208095" y="5355"/>
                  </a:lnTo>
                  <a:lnTo>
                    <a:pt x="202941" y="4105"/>
                  </a:lnTo>
                  <a:lnTo>
                    <a:pt x="197750" y="3019"/>
                  </a:lnTo>
                  <a:lnTo>
                    <a:pt x="192527" y="2098"/>
                  </a:lnTo>
                  <a:lnTo>
                    <a:pt x="187278" y="1344"/>
                  </a:lnTo>
                  <a:lnTo>
                    <a:pt x="182007" y="756"/>
                  </a:lnTo>
                  <a:lnTo>
                    <a:pt x="176720" y="336"/>
                  </a:lnTo>
                  <a:lnTo>
                    <a:pt x="171423" y="84"/>
                  </a:lnTo>
                  <a:lnTo>
                    <a:pt x="166120" y="0"/>
                  </a:lnTo>
                  <a:lnTo>
                    <a:pt x="16612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340046" y="4659281"/>
              <a:ext cx="83188" cy="167167"/>
            </a:xfrm>
            <a:custGeom>
              <a:avLst/>
              <a:pathLst>
                <a:path w="83188" h="167167">
                  <a:moveTo>
                    <a:pt x="83188" y="0"/>
                  </a:moveTo>
                  <a:lnTo>
                    <a:pt x="77385" y="100"/>
                  </a:lnTo>
                  <a:lnTo>
                    <a:pt x="71588" y="402"/>
                  </a:lnTo>
                  <a:lnTo>
                    <a:pt x="65805" y="906"/>
                  </a:lnTo>
                  <a:lnTo>
                    <a:pt x="60043" y="1609"/>
                  </a:lnTo>
                  <a:lnTo>
                    <a:pt x="54310" y="2513"/>
                  </a:lnTo>
                  <a:lnTo>
                    <a:pt x="48611" y="3615"/>
                  </a:lnTo>
                  <a:lnTo>
                    <a:pt x="42953" y="4914"/>
                  </a:lnTo>
                  <a:lnTo>
                    <a:pt x="37344" y="6408"/>
                  </a:lnTo>
                  <a:lnTo>
                    <a:pt x="31791" y="8097"/>
                  </a:lnTo>
                  <a:lnTo>
                    <a:pt x="26299" y="9977"/>
                  </a:lnTo>
                  <a:lnTo>
                    <a:pt x="20876" y="12047"/>
                  </a:lnTo>
                  <a:lnTo>
                    <a:pt x="15528" y="14304"/>
                  </a:lnTo>
                  <a:lnTo>
                    <a:pt x="10262" y="16745"/>
                  </a:lnTo>
                  <a:lnTo>
                    <a:pt x="5084" y="19368"/>
                  </a:lnTo>
                  <a:lnTo>
                    <a:pt x="0" y="22168"/>
                  </a:lnTo>
                  <a:lnTo>
                    <a:pt x="8318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340046" y="4681450"/>
              <a:ext cx="83188" cy="144998"/>
            </a:xfrm>
            <a:custGeom>
              <a:avLst/>
              <a:pathLst>
                <a:path w="83188" h="144998">
                  <a:moveTo>
                    <a:pt x="0" y="0"/>
                  </a:moveTo>
                  <a:lnTo>
                    <a:pt x="83188" y="144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340046" y="4681450"/>
              <a:ext cx="83188" cy="144998"/>
            </a:xfrm>
            <a:custGeom>
              <a:avLst/>
              <a:pathLst>
                <a:path w="83188" h="144998">
                  <a:moveTo>
                    <a:pt x="0" y="0"/>
                  </a:moveTo>
                  <a:lnTo>
                    <a:pt x="83188" y="144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256068" y="4681450"/>
              <a:ext cx="304639" cy="312150"/>
            </a:xfrm>
            <a:custGeom>
              <a:avLst/>
              <a:pathLst>
                <a:path w="304639" h="312150">
                  <a:moveTo>
                    <a:pt x="83978" y="0"/>
                  </a:moveTo>
                  <a:lnTo>
                    <a:pt x="79418" y="2712"/>
                  </a:lnTo>
                  <a:lnTo>
                    <a:pt x="74948" y="5568"/>
                  </a:lnTo>
                  <a:lnTo>
                    <a:pt x="70570" y="8565"/>
                  </a:lnTo>
                  <a:lnTo>
                    <a:pt x="66289" y="11699"/>
                  </a:lnTo>
                  <a:lnTo>
                    <a:pt x="62110" y="14967"/>
                  </a:lnTo>
                  <a:lnTo>
                    <a:pt x="58037" y="18366"/>
                  </a:lnTo>
                  <a:lnTo>
                    <a:pt x="54074" y="21892"/>
                  </a:lnTo>
                  <a:lnTo>
                    <a:pt x="50224" y="25543"/>
                  </a:lnTo>
                  <a:lnTo>
                    <a:pt x="46493" y="29314"/>
                  </a:lnTo>
                  <a:lnTo>
                    <a:pt x="42883" y="33201"/>
                  </a:lnTo>
                  <a:lnTo>
                    <a:pt x="39398" y="37201"/>
                  </a:lnTo>
                  <a:lnTo>
                    <a:pt x="36041" y="41310"/>
                  </a:lnTo>
                  <a:lnTo>
                    <a:pt x="32817" y="45523"/>
                  </a:lnTo>
                  <a:lnTo>
                    <a:pt x="29728" y="49836"/>
                  </a:lnTo>
                  <a:lnTo>
                    <a:pt x="26778" y="54245"/>
                  </a:lnTo>
                  <a:lnTo>
                    <a:pt x="23969" y="58746"/>
                  </a:lnTo>
                  <a:lnTo>
                    <a:pt x="21304" y="63333"/>
                  </a:lnTo>
                  <a:lnTo>
                    <a:pt x="18786" y="68003"/>
                  </a:lnTo>
                  <a:lnTo>
                    <a:pt x="16418" y="72750"/>
                  </a:lnTo>
                  <a:lnTo>
                    <a:pt x="14201" y="77570"/>
                  </a:lnTo>
                  <a:lnTo>
                    <a:pt x="12139" y="82457"/>
                  </a:lnTo>
                  <a:lnTo>
                    <a:pt x="10232" y="87408"/>
                  </a:lnTo>
                  <a:lnTo>
                    <a:pt x="8484" y="92417"/>
                  </a:lnTo>
                  <a:lnTo>
                    <a:pt x="6895" y="97479"/>
                  </a:lnTo>
                  <a:lnTo>
                    <a:pt x="5468" y="102588"/>
                  </a:lnTo>
                  <a:lnTo>
                    <a:pt x="4204" y="107741"/>
                  </a:lnTo>
                  <a:lnTo>
                    <a:pt x="3104" y="112930"/>
                  </a:lnTo>
                  <a:lnTo>
                    <a:pt x="2169" y="118152"/>
                  </a:lnTo>
                  <a:lnTo>
                    <a:pt x="1400" y="123402"/>
                  </a:lnTo>
                  <a:lnTo>
                    <a:pt x="798" y="128673"/>
                  </a:lnTo>
                  <a:lnTo>
                    <a:pt x="364" y="133960"/>
                  </a:lnTo>
                  <a:lnTo>
                    <a:pt x="97" y="139258"/>
                  </a:lnTo>
                  <a:lnTo>
                    <a:pt x="0" y="144563"/>
                  </a:lnTo>
                  <a:lnTo>
                    <a:pt x="70" y="149867"/>
                  </a:lnTo>
                  <a:lnTo>
                    <a:pt x="309" y="155167"/>
                  </a:lnTo>
                  <a:lnTo>
                    <a:pt x="715" y="160457"/>
                  </a:lnTo>
                  <a:lnTo>
                    <a:pt x="1290" y="165731"/>
                  </a:lnTo>
                  <a:lnTo>
                    <a:pt x="2031" y="170984"/>
                  </a:lnTo>
                  <a:lnTo>
                    <a:pt x="2939" y="176211"/>
                  </a:lnTo>
                  <a:lnTo>
                    <a:pt x="4012" y="181406"/>
                  </a:lnTo>
                  <a:lnTo>
                    <a:pt x="5249" y="186565"/>
                  </a:lnTo>
                  <a:lnTo>
                    <a:pt x="6650" y="191682"/>
                  </a:lnTo>
                  <a:lnTo>
                    <a:pt x="8212" y="196752"/>
                  </a:lnTo>
                  <a:lnTo>
                    <a:pt x="9934" y="201770"/>
                  </a:lnTo>
                  <a:lnTo>
                    <a:pt x="11815" y="206730"/>
                  </a:lnTo>
                  <a:lnTo>
                    <a:pt x="13852" y="211629"/>
                  </a:lnTo>
                  <a:lnTo>
                    <a:pt x="16044" y="216460"/>
                  </a:lnTo>
                  <a:lnTo>
                    <a:pt x="18387" y="221220"/>
                  </a:lnTo>
                  <a:lnTo>
                    <a:pt x="20881" y="225902"/>
                  </a:lnTo>
                  <a:lnTo>
                    <a:pt x="23522" y="230503"/>
                  </a:lnTo>
                  <a:lnTo>
                    <a:pt x="26307" y="235018"/>
                  </a:lnTo>
                  <a:lnTo>
                    <a:pt x="29235" y="239443"/>
                  </a:lnTo>
                  <a:lnTo>
                    <a:pt x="32301" y="243772"/>
                  </a:lnTo>
                  <a:lnTo>
                    <a:pt x="35503" y="248002"/>
                  </a:lnTo>
                  <a:lnTo>
                    <a:pt x="38838" y="252128"/>
                  </a:lnTo>
                  <a:lnTo>
                    <a:pt x="42302" y="256146"/>
                  </a:lnTo>
                  <a:lnTo>
                    <a:pt x="45892" y="260052"/>
                  </a:lnTo>
                  <a:lnTo>
                    <a:pt x="49604" y="263842"/>
                  </a:lnTo>
                  <a:lnTo>
                    <a:pt x="53434" y="267513"/>
                  </a:lnTo>
                  <a:lnTo>
                    <a:pt x="57379" y="271060"/>
                  </a:lnTo>
                  <a:lnTo>
                    <a:pt x="61434" y="274480"/>
                  </a:lnTo>
                  <a:lnTo>
                    <a:pt x="65596" y="277770"/>
                  </a:lnTo>
                  <a:lnTo>
                    <a:pt x="69860" y="280926"/>
                  </a:lnTo>
                  <a:lnTo>
                    <a:pt x="74223" y="283946"/>
                  </a:lnTo>
                  <a:lnTo>
                    <a:pt x="78678" y="286825"/>
                  </a:lnTo>
                  <a:lnTo>
                    <a:pt x="83223" y="289561"/>
                  </a:lnTo>
                  <a:lnTo>
                    <a:pt x="87853" y="292152"/>
                  </a:lnTo>
                  <a:lnTo>
                    <a:pt x="92562" y="294595"/>
                  </a:lnTo>
                  <a:lnTo>
                    <a:pt x="97347" y="296887"/>
                  </a:lnTo>
                  <a:lnTo>
                    <a:pt x="102202" y="299026"/>
                  </a:lnTo>
                  <a:lnTo>
                    <a:pt x="107122" y="301010"/>
                  </a:lnTo>
                  <a:lnTo>
                    <a:pt x="112103" y="302836"/>
                  </a:lnTo>
                  <a:lnTo>
                    <a:pt x="117139" y="304504"/>
                  </a:lnTo>
                  <a:lnTo>
                    <a:pt x="122225" y="306011"/>
                  </a:lnTo>
                  <a:lnTo>
                    <a:pt x="127357" y="307356"/>
                  </a:lnTo>
                  <a:lnTo>
                    <a:pt x="132529" y="308538"/>
                  </a:lnTo>
                  <a:lnTo>
                    <a:pt x="137736" y="309554"/>
                  </a:lnTo>
                  <a:lnTo>
                    <a:pt x="142972" y="310405"/>
                  </a:lnTo>
                  <a:lnTo>
                    <a:pt x="148233" y="311090"/>
                  </a:lnTo>
                  <a:lnTo>
                    <a:pt x="153513" y="311607"/>
                  </a:lnTo>
                  <a:lnTo>
                    <a:pt x="158807" y="311956"/>
                  </a:lnTo>
                  <a:lnTo>
                    <a:pt x="164109" y="312137"/>
                  </a:lnTo>
                  <a:lnTo>
                    <a:pt x="169414" y="312150"/>
                  </a:lnTo>
                  <a:lnTo>
                    <a:pt x="174717" y="311995"/>
                  </a:lnTo>
                  <a:lnTo>
                    <a:pt x="180012" y="311671"/>
                  </a:lnTo>
                  <a:lnTo>
                    <a:pt x="185294" y="311180"/>
                  </a:lnTo>
                  <a:lnTo>
                    <a:pt x="190559" y="310521"/>
                  </a:lnTo>
                  <a:lnTo>
                    <a:pt x="195799" y="309695"/>
                  </a:lnTo>
                  <a:lnTo>
                    <a:pt x="201011" y="308704"/>
                  </a:lnTo>
                  <a:lnTo>
                    <a:pt x="206188" y="307547"/>
                  </a:lnTo>
                  <a:lnTo>
                    <a:pt x="211327" y="306227"/>
                  </a:lnTo>
                  <a:lnTo>
                    <a:pt x="216420" y="304745"/>
                  </a:lnTo>
                  <a:lnTo>
                    <a:pt x="221465" y="303101"/>
                  </a:lnTo>
                  <a:lnTo>
                    <a:pt x="226454" y="301299"/>
                  </a:lnTo>
                  <a:lnTo>
                    <a:pt x="231384" y="299339"/>
                  </a:lnTo>
                  <a:lnTo>
                    <a:pt x="236249" y="297223"/>
                  </a:lnTo>
                  <a:lnTo>
                    <a:pt x="241045" y="294954"/>
                  </a:lnTo>
                  <a:lnTo>
                    <a:pt x="245766" y="292535"/>
                  </a:lnTo>
                  <a:lnTo>
                    <a:pt x="250408" y="289966"/>
                  </a:lnTo>
                  <a:lnTo>
                    <a:pt x="254966" y="287252"/>
                  </a:lnTo>
                  <a:lnTo>
                    <a:pt x="259436" y="284394"/>
                  </a:lnTo>
                  <a:lnTo>
                    <a:pt x="263813" y="281396"/>
                  </a:lnTo>
                  <a:lnTo>
                    <a:pt x="268092" y="278261"/>
                  </a:lnTo>
                  <a:lnTo>
                    <a:pt x="272270" y="274991"/>
                  </a:lnTo>
                  <a:lnTo>
                    <a:pt x="276342" y="271591"/>
                  </a:lnTo>
                  <a:lnTo>
                    <a:pt x="280304" y="268063"/>
                  </a:lnTo>
                  <a:lnTo>
                    <a:pt x="284152" y="264411"/>
                  </a:lnTo>
                  <a:lnTo>
                    <a:pt x="287882" y="260638"/>
                  </a:lnTo>
                  <a:lnTo>
                    <a:pt x="291491" y="256749"/>
                  </a:lnTo>
                  <a:lnTo>
                    <a:pt x="294974" y="252748"/>
                  </a:lnTo>
                  <a:lnTo>
                    <a:pt x="298329" y="248638"/>
                  </a:lnTo>
                  <a:lnTo>
                    <a:pt x="301552" y="244424"/>
                  </a:lnTo>
                  <a:lnTo>
                    <a:pt x="304639" y="240110"/>
                  </a:lnTo>
                  <a:lnTo>
                    <a:pt x="167166" y="1449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167166" cy="262279"/>
            </a:xfrm>
            <a:custGeom>
              <a:avLst/>
              <a:pathLst>
                <a:path w="167166" h="262279">
                  <a:moveTo>
                    <a:pt x="137472" y="262279"/>
                  </a:moveTo>
                  <a:lnTo>
                    <a:pt x="140445" y="257832"/>
                  </a:lnTo>
                  <a:lnTo>
                    <a:pt x="143274" y="253292"/>
                  </a:lnTo>
                  <a:lnTo>
                    <a:pt x="145956" y="248664"/>
                  </a:lnTo>
                  <a:lnTo>
                    <a:pt x="148489" y="243952"/>
                  </a:lnTo>
                  <a:lnTo>
                    <a:pt x="150869" y="239162"/>
                  </a:lnTo>
                  <a:lnTo>
                    <a:pt x="153096" y="234298"/>
                  </a:lnTo>
                  <a:lnTo>
                    <a:pt x="155165" y="229365"/>
                  </a:lnTo>
                  <a:lnTo>
                    <a:pt x="157076" y="224369"/>
                  </a:lnTo>
                  <a:lnTo>
                    <a:pt x="158825" y="219314"/>
                  </a:lnTo>
                  <a:lnTo>
                    <a:pt x="160413" y="214205"/>
                  </a:lnTo>
                  <a:lnTo>
                    <a:pt x="161835" y="209049"/>
                  </a:lnTo>
                  <a:lnTo>
                    <a:pt x="163093" y="203849"/>
                  </a:lnTo>
                  <a:lnTo>
                    <a:pt x="164183" y="198612"/>
                  </a:lnTo>
                  <a:lnTo>
                    <a:pt x="165105" y="193343"/>
                  </a:lnTo>
                  <a:lnTo>
                    <a:pt x="165858" y="188047"/>
                  </a:lnTo>
                  <a:lnTo>
                    <a:pt x="166441" y="182730"/>
                  </a:lnTo>
                  <a:lnTo>
                    <a:pt x="166854" y="177397"/>
                  </a:lnTo>
                  <a:lnTo>
                    <a:pt x="167096" y="172053"/>
                  </a:lnTo>
                  <a:lnTo>
                    <a:pt x="167166" y="166704"/>
                  </a:lnTo>
                  <a:lnTo>
                    <a:pt x="167066" y="161356"/>
                  </a:lnTo>
                  <a:lnTo>
                    <a:pt x="166794" y="156014"/>
                  </a:lnTo>
                  <a:lnTo>
                    <a:pt x="166352" y="150683"/>
                  </a:lnTo>
                  <a:lnTo>
                    <a:pt x="165740" y="145369"/>
                  </a:lnTo>
                  <a:lnTo>
                    <a:pt x="164957" y="140077"/>
                  </a:lnTo>
                  <a:lnTo>
                    <a:pt x="164006" y="134813"/>
                  </a:lnTo>
                  <a:lnTo>
                    <a:pt x="162887" y="129582"/>
                  </a:lnTo>
                  <a:lnTo>
                    <a:pt x="161601" y="124390"/>
                  </a:lnTo>
                  <a:lnTo>
                    <a:pt x="160150" y="119241"/>
                  </a:lnTo>
                  <a:lnTo>
                    <a:pt x="158534" y="114142"/>
                  </a:lnTo>
                  <a:lnTo>
                    <a:pt x="156757" y="109096"/>
                  </a:lnTo>
                  <a:lnTo>
                    <a:pt x="154818" y="104111"/>
                  </a:lnTo>
                  <a:lnTo>
                    <a:pt x="152722" y="99190"/>
                  </a:lnTo>
                  <a:lnTo>
                    <a:pt x="150468" y="94338"/>
                  </a:lnTo>
                  <a:lnTo>
                    <a:pt x="148061" y="89561"/>
                  </a:lnTo>
                  <a:lnTo>
                    <a:pt x="145502" y="84864"/>
                  </a:lnTo>
                  <a:lnTo>
                    <a:pt x="142795" y="80250"/>
                  </a:lnTo>
                  <a:lnTo>
                    <a:pt x="139941" y="75726"/>
                  </a:lnTo>
                  <a:lnTo>
                    <a:pt x="136943" y="71295"/>
                  </a:lnTo>
                  <a:lnTo>
                    <a:pt x="133806" y="66963"/>
                  </a:lnTo>
                  <a:lnTo>
                    <a:pt x="130531" y="62733"/>
                  </a:lnTo>
                  <a:lnTo>
                    <a:pt x="127123" y="58610"/>
                  </a:lnTo>
                  <a:lnTo>
                    <a:pt x="123585" y="54598"/>
                  </a:lnTo>
                  <a:lnTo>
                    <a:pt x="119920" y="50702"/>
                  </a:lnTo>
                  <a:lnTo>
                    <a:pt x="116132" y="46925"/>
                  </a:lnTo>
                  <a:lnTo>
                    <a:pt x="112225" y="43271"/>
                  </a:lnTo>
                  <a:lnTo>
                    <a:pt x="108204" y="39743"/>
                  </a:lnTo>
                  <a:lnTo>
                    <a:pt x="104072" y="36347"/>
                  </a:lnTo>
                  <a:lnTo>
                    <a:pt x="99833" y="33084"/>
                  </a:lnTo>
                  <a:lnTo>
                    <a:pt x="95492" y="29958"/>
                  </a:lnTo>
                  <a:lnTo>
                    <a:pt x="91053" y="26973"/>
                  </a:lnTo>
                  <a:lnTo>
                    <a:pt x="86521" y="24132"/>
                  </a:lnTo>
                  <a:lnTo>
                    <a:pt x="81900" y="21437"/>
                  </a:lnTo>
                  <a:lnTo>
                    <a:pt x="77195" y="18891"/>
                  </a:lnTo>
                  <a:lnTo>
                    <a:pt x="72412" y="16497"/>
                  </a:lnTo>
                  <a:lnTo>
                    <a:pt x="67554" y="14257"/>
                  </a:lnTo>
                  <a:lnTo>
                    <a:pt x="62627" y="12174"/>
                  </a:lnTo>
                  <a:lnTo>
                    <a:pt x="57636" y="10250"/>
                  </a:lnTo>
                  <a:lnTo>
                    <a:pt x="52586" y="8486"/>
                  </a:lnTo>
                  <a:lnTo>
                    <a:pt x="47482" y="6885"/>
                  </a:lnTo>
                  <a:lnTo>
                    <a:pt x="42329" y="5448"/>
                  </a:lnTo>
                  <a:lnTo>
                    <a:pt x="37133" y="4176"/>
                  </a:lnTo>
                  <a:lnTo>
                    <a:pt x="31899" y="3071"/>
                  </a:lnTo>
                  <a:lnTo>
                    <a:pt x="26633" y="2135"/>
                  </a:lnTo>
                  <a:lnTo>
                    <a:pt x="21339" y="1367"/>
                  </a:lnTo>
                  <a:lnTo>
                    <a:pt x="16023" y="769"/>
                  </a:lnTo>
                  <a:lnTo>
                    <a:pt x="10691" y="342"/>
                  </a:lnTo>
                  <a:lnTo>
                    <a:pt x="534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626340" y="4213821"/>
              <a:ext cx="102132" cy="167167"/>
            </a:xfrm>
            <a:custGeom>
              <a:avLst/>
              <a:pathLst>
                <a:path w="102132" h="167167">
                  <a:moveTo>
                    <a:pt x="102132" y="0"/>
                  </a:moveTo>
                  <a:lnTo>
                    <a:pt x="96350" y="100"/>
                  </a:lnTo>
                  <a:lnTo>
                    <a:pt x="90575" y="399"/>
                  </a:lnTo>
                  <a:lnTo>
                    <a:pt x="84814" y="899"/>
                  </a:lnTo>
                  <a:lnTo>
                    <a:pt x="79074" y="1597"/>
                  </a:lnTo>
                  <a:lnTo>
                    <a:pt x="73361" y="2494"/>
                  </a:lnTo>
                  <a:lnTo>
                    <a:pt x="67683" y="3587"/>
                  </a:lnTo>
                  <a:lnTo>
                    <a:pt x="62046" y="4877"/>
                  </a:lnTo>
                  <a:lnTo>
                    <a:pt x="56457" y="6360"/>
                  </a:lnTo>
                  <a:lnTo>
                    <a:pt x="50923" y="8036"/>
                  </a:lnTo>
                  <a:lnTo>
                    <a:pt x="45450" y="9902"/>
                  </a:lnTo>
                  <a:lnTo>
                    <a:pt x="40044" y="11957"/>
                  </a:lnTo>
                  <a:lnTo>
                    <a:pt x="34713" y="14197"/>
                  </a:lnTo>
                  <a:lnTo>
                    <a:pt x="29463" y="16620"/>
                  </a:lnTo>
                  <a:lnTo>
                    <a:pt x="24300" y="19224"/>
                  </a:lnTo>
                  <a:lnTo>
                    <a:pt x="19230" y="22004"/>
                  </a:lnTo>
                  <a:lnTo>
                    <a:pt x="14259" y="24958"/>
                  </a:lnTo>
                  <a:lnTo>
                    <a:pt x="9393" y="28083"/>
                  </a:lnTo>
                  <a:lnTo>
                    <a:pt x="4638" y="31373"/>
                  </a:lnTo>
                  <a:lnTo>
                    <a:pt x="0" y="34827"/>
                  </a:lnTo>
                  <a:lnTo>
                    <a:pt x="10213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626340" y="4248648"/>
              <a:ext cx="102132" cy="132340"/>
            </a:xfrm>
            <a:custGeom>
              <a:avLst/>
              <a:pathLst>
                <a:path w="102132" h="132340">
                  <a:moveTo>
                    <a:pt x="0" y="0"/>
                  </a:moveTo>
                  <a:lnTo>
                    <a:pt x="102132" y="1323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561309" y="4248648"/>
              <a:ext cx="334320" cy="299504"/>
            </a:xfrm>
            <a:custGeom>
              <a:avLst/>
              <a:pathLst>
                <a:path w="334320" h="299504">
                  <a:moveTo>
                    <a:pt x="65030" y="0"/>
                  </a:moveTo>
                  <a:lnTo>
                    <a:pt x="60878" y="3310"/>
                  </a:lnTo>
                  <a:lnTo>
                    <a:pt x="56834" y="6750"/>
                  </a:lnTo>
                  <a:lnTo>
                    <a:pt x="52901" y="10318"/>
                  </a:lnTo>
                  <a:lnTo>
                    <a:pt x="49084" y="14008"/>
                  </a:lnTo>
                  <a:lnTo>
                    <a:pt x="45385" y="17818"/>
                  </a:lnTo>
                  <a:lnTo>
                    <a:pt x="41809" y="21743"/>
                  </a:lnTo>
                  <a:lnTo>
                    <a:pt x="38360" y="25780"/>
                  </a:lnTo>
                  <a:lnTo>
                    <a:pt x="35041" y="29924"/>
                  </a:lnTo>
                  <a:lnTo>
                    <a:pt x="31855" y="34172"/>
                  </a:lnTo>
                  <a:lnTo>
                    <a:pt x="28806" y="38519"/>
                  </a:lnTo>
                  <a:lnTo>
                    <a:pt x="25896" y="42960"/>
                  </a:lnTo>
                  <a:lnTo>
                    <a:pt x="23128" y="47492"/>
                  </a:lnTo>
                  <a:lnTo>
                    <a:pt x="20506" y="52109"/>
                  </a:lnTo>
                  <a:lnTo>
                    <a:pt x="18032" y="56807"/>
                  </a:lnTo>
                  <a:lnTo>
                    <a:pt x="15709" y="61581"/>
                  </a:lnTo>
                  <a:lnTo>
                    <a:pt x="13538" y="66427"/>
                  </a:lnTo>
                  <a:lnTo>
                    <a:pt x="11522" y="71339"/>
                  </a:lnTo>
                  <a:lnTo>
                    <a:pt x="9663" y="76313"/>
                  </a:lnTo>
                  <a:lnTo>
                    <a:pt x="7963" y="81343"/>
                  </a:lnTo>
                  <a:lnTo>
                    <a:pt x="6424" y="86425"/>
                  </a:lnTo>
                  <a:lnTo>
                    <a:pt x="5047" y="91553"/>
                  </a:lnTo>
                  <a:lnTo>
                    <a:pt x="3833" y="96722"/>
                  </a:lnTo>
                  <a:lnTo>
                    <a:pt x="2784" y="101927"/>
                  </a:lnTo>
                  <a:lnTo>
                    <a:pt x="1901" y="107163"/>
                  </a:lnTo>
                  <a:lnTo>
                    <a:pt x="1185" y="112424"/>
                  </a:lnTo>
                  <a:lnTo>
                    <a:pt x="636" y="117705"/>
                  </a:lnTo>
                  <a:lnTo>
                    <a:pt x="256" y="123001"/>
                  </a:lnTo>
                  <a:lnTo>
                    <a:pt x="43" y="128307"/>
                  </a:lnTo>
                  <a:lnTo>
                    <a:pt x="0" y="133616"/>
                  </a:lnTo>
                  <a:lnTo>
                    <a:pt x="124" y="138925"/>
                  </a:lnTo>
                  <a:lnTo>
                    <a:pt x="418" y="144226"/>
                  </a:lnTo>
                  <a:lnTo>
                    <a:pt x="879" y="149516"/>
                  </a:lnTo>
                  <a:lnTo>
                    <a:pt x="1509" y="154788"/>
                  </a:lnTo>
                  <a:lnTo>
                    <a:pt x="2305" y="160038"/>
                  </a:lnTo>
                  <a:lnTo>
                    <a:pt x="3268" y="165260"/>
                  </a:lnTo>
                  <a:lnTo>
                    <a:pt x="4396" y="170448"/>
                  </a:lnTo>
                  <a:lnTo>
                    <a:pt x="5689" y="175598"/>
                  </a:lnTo>
                  <a:lnTo>
                    <a:pt x="7144" y="180704"/>
                  </a:lnTo>
                  <a:lnTo>
                    <a:pt x="8761" y="185762"/>
                  </a:lnTo>
                  <a:lnTo>
                    <a:pt x="10537" y="190766"/>
                  </a:lnTo>
                  <a:lnTo>
                    <a:pt x="12472" y="195711"/>
                  </a:lnTo>
                  <a:lnTo>
                    <a:pt x="14562" y="200591"/>
                  </a:lnTo>
                  <a:lnTo>
                    <a:pt x="16807" y="205403"/>
                  </a:lnTo>
                  <a:lnTo>
                    <a:pt x="19203" y="210142"/>
                  </a:lnTo>
                  <a:lnTo>
                    <a:pt x="21749" y="214801"/>
                  </a:lnTo>
                  <a:lnTo>
                    <a:pt x="24441" y="219378"/>
                  </a:lnTo>
                  <a:lnTo>
                    <a:pt x="27277" y="223867"/>
                  </a:lnTo>
                  <a:lnTo>
                    <a:pt x="30255" y="228263"/>
                  </a:lnTo>
                  <a:lnTo>
                    <a:pt x="33370" y="232563"/>
                  </a:lnTo>
                  <a:lnTo>
                    <a:pt x="36620" y="236761"/>
                  </a:lnTo>
                  <a:lnTo>
                    <a:pt x="40003" y="240855"/>
                  </a:lnTo>
                  <a:lnTo>
                    <a:pt x="43513" y="244838"/>
                  </a:lnTo>
                  <a:lnTo>
                    <a:pt x="47148" y="248708"/>
                  </a:lnTo>
                  <a:lnTo>
                    <a:pt x="50905" y="252461"/>
                  </a:lnTo>
                  <a:lnTo>
                    <a:pt x="54778" y="256093"/>
                  </a:lnTo>
                  <a:lnTo>
                    <a:pt x="58765" y="259600"/>
                  </a:lnTo>
                  <a:lnTo>
                    <a:pt x="62861" y="262978"/>
                  </a:lnTo>
                  <a:lnTo>
                    <a:pt x="67063" y="266225"/>
                  </a:lnTo>
                  <a:lnTo>
                    <a:pt x="71365" y="269336"/>
                  </a:lnTo>
                  <a:lnTo>
                    <a:pt x="75765" y="272309"/>
                  </a:lnTo>
                  <a:lnTo>
                    <a:pt x="80256" y="275141"/>
                  </a:lnTo>
                  <a:lnTo>
                    <a:pt x="84835" y="277829"/>
                  </a:lnTo>
                  <a:lnTo>
                    <a:pt x="89497" y="280371"/>
                  </a:lnTo>
                  <a:lnTo>
                    <a:pt x="94238" y="282763"/>
                  </a:lnTo>
                  <a:lnTo>
                    <a:pt x="99052" y="285003"/>
                  </a:lnTo>
                  <a:lnTo>
                    <a:pt x="103934" y="287089"/>
                  </a:lnTo>
                  <a:lnTo>
                    <a:pt x="108881" y="289019"/>
                  </a:lnTo>
                  <a:lnTo>
                    <a:pt x="113886" y="290791"/>
                  </a:lnTo>
                  <a:lnTo>
                    <a:pt x="118945" y="292403"/>
                  </a:lnTo>
                  <a:lnTo>
                    <a:pt x="124053" y="293853"/>
                  </a:lnTo>
                  <a:lnTo>
                    <a:pt x="129204" y="295141"/>
                  </a:lnTo>
                  <a:lnTo>
                    <a:pt x="134394" y="296264"/>
                  </a:lnTo>
                  <a:lnTo>
                    <a:pt x="139617" y="297222"/>
                  </a:lnTo>
                  <a:lnTo>
                    <a:pt x="144867" y="298014"/>
                  </a:lnTo>
                  <a:lnTo>
                    <a:pt x="150140" y="298638"/>
                  </a:lnTo>
                  <a:lnTo>
                    <a:pt x="155430" y="299095"/>
                  </a:lnTo>
                  <a:lnTo>
                    <a:pt x="160732" y="299384"/>
                  </a:lnTo>
                  <a:lnTo>
                    <a:pt x="166040" y="299504"/>
                  </a:lnTo>
                  <a:lnTo>
                    <a:pt x="171350" y="299455"/>
                  </a:lnTo>
                  <a:lnTo>
                    <a:pt x="176655" y="299238"/>
                  </a:lnTo>
                  <a:lnTo>
                    <a:pt x="181951" y="298852"/>
                  </a:lnTo>
                  <a:lnTo>
                    <a:pt x="187231" y="298298"/>
                  </a:lnTo>
                  <a:lnTo>
                    <a:pt x="192492" y="297577"/>
                  </a:lnTo>
                  <a:lnTo>
                    <a:pt x="197727" y="296689"/>
                  </a:lnTo>
                  <a:lnTo>
                    <a:pt x="202931" y="295636"/>
                  </a:lnTo>
                  <a:lnTo>
                    <a:pt x="208099" y="294417"/>
                  </a:lnTo>
                  <a:lnTo>
                    <a:pt x="213226" y="293035"/>
                  </a:lnTo>
                  <a:lnTo>
                    <a:pt x="218306" y="291491"/>
                  </a:lnTo>
                  <a:lnTo>
                    <a:pt x="223335" y="289787"/>
                  </a:lnTo>
                  <a:lnTo>
                    <a:pt x="228307" y="287924"/>
                  </a:lnTo>
                  <a:lnTo>
                    <a:pt x="233217" y="285903"/>
                  </a:lnTo>
                  <a:lnTo>
                    <a:pt x="238061" y="283728"/>
                  </a:lnTo>
                  <a:lnTo>
                    <a:pt x="242833" y="281400"/>
                  </a:lnTo>
                  <a:lnTo>
                    <a:pt x="247529" y="278921"/>
                  </a:lnTo>
                  <a:lnTo>
                    <a:pt x="252144" y="276295"/>
                  </a:lnTo>
                  <a:lnTo>
                    <a:pt x="256673" y="273524"/>
                  </a:lnTo>
                  <a:lnTo>
                    <a:pt x="261111" y="270610"/>
                  </a:lnTo>
                  <a:lnTo>
                    <a:pt x="265455" y="267556"/>
                  </a:lnTo>
                  <a:lnTo>
                    <a:pt x="269700" y="264366"/>
                  </a:lnTo>
                  <a:lnTo>
                    <a:pt x="273841" y="261043"/>
                  </a:lnTo>
                  <a:lnTo>
                    <a:pt x="277875" y="257590"/>
                  </a:lnTo>
                  <a:lnTo>
                    <a:pt x="281797" y="254011"/>
                  </a:lnTo>
                  <a:lnTo>
                    <a:pt x="285603" y="250309"/>
                  </a:lnTo>
                  <a:lnTo>
                    <a:pt x="289290" y="246488"/>
                  </a:lnTo>
                  <a:lnTo>
                    <a:pt x="292854" y="242552"/>
                  </a:lnTo>
                  <a:lnTo>
                    <a:pt x="296290" y="238504"/>
                  </a:lnTo>
                  <a:lnTo>
                    <a:pt x="299597" y="234350"/>
                  </a:lnTo>
                  <a:lnTo>
                    <a:pt x="302770" y="230092"/>
                  </a:lnTo>
                  <a:lnTo>
                    <a:pt x="305806" y="225736"/>
                  </a:lnTo>
                  <a:lnTo>
                    <a:pt x="308702" y="221286"/>
                  </a:lnTo>
                  <a:lnTo>
                    <a:pt x="311455" y="216746"/>
                  </a:lnTo>
                  <a:lnTo>
                    <a:pt x="314063" y="212121"/>
                  </a:lnTo>
                  <a:lnTo>
                    <a:pt x="316523" y="207415"/>
                  </a:lnTo>
                  <a:lnTo>
                    <a:pt x="318832" y="202634"/>
                  </a:lnTo>
                  <a:lnTo>
                    <a:pt x="320988" y="197781"/>
                  </a:lnTo>
                  <a:lnTo>
                    <a:pt x="322989" y="192863"/>
                  </a:lnTo>
                  <a:lnTo>
                    <a:pt x="324832" y="187883"/>
                  </a:lnTo>
                  <a:lnTo>
                    <a:pt x="326517" y="182848"/>
                  </a:lnTo>
                  <a:lnTo>
                    <a:pt x="328040" y="177762"/>
                  </a:lnTo>
                  <a:lnTo>
                    <a:pt x="329402" y="172629"/>
                  </a:lnTo>
                  <a:lnTo>
                    <a:pt x="330599" y="167456"/>
                  </a:lnTo>
                  <a:lnTo>
                    <a:pt x="331632" y="162248"/>
                  </a:lnTo>
                  <a:lnTo>
                    <a:pt x="332499" y="157010"/>
                  </a:lnTo>
                  <a:lnTo>
                    <a:pt x="333199" y="151746"/>
                  </a:lnTo>
                  <a:lnTo>
                    <a:pt x="333732" y="146463"/>
                  </a:lnTo>
                  <a:lnTo>
                    <a:pt x="334096" y="141166"/>
                  </a:lnTo>
                  <a:lnTo>
                    <a:pt x="334292" y="135860"/>
                  </a:lnTo>
                  <a:lnTo>
                    <a:pt x="334320" y="130550"/>
                  </a:lnTo>
                  <a:lnTo>
                    <a:pt x="334179" y="125243"/>
                  </a:lnTo>
                  <a:lnTo>
                    <a:pt x="333869" y="119942"/>
                  </a:lnTo>
                  <a:lnTo>
                    <a:pt x="333391" y="114654"/>
                  </a:lnTo>
                  <a:lnTo>
                    <a:pt x="332746" y="109383"/>
                  </a:lnTo>
                  <a:lnTo>
                    <a:pt x="331933" y="104136"/>
                  </a:lnTo>
                  <a:lnTo>
                    <a:pt x="167162" y="1323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164771" cy="167167"/>
            </a:xfrm>
            <a:custGeom>
              <a:avLst/>
              <a:pathLst>
                <a:path w="164771" h="167167">
                  <a:moveTo>
                    <a:pt x="164771" y="138963"/>
                  </a:moveTo>
                  <a:lnTo>
                    <a:pt x="163764" y="133610"/>
                  </a:lnTo>
                  <a:lnTo>
                    <a:pt x="162584" y="128292"/>
                  </a:lnTo>
                  <a:lnTo>
                    <a:pt x="161231" y="123015"/>
                  </a:lnTo>
                  <a:lnTo>
                    <a:pt x="159707" y="117785"/>
                  </a:lnTo>
                  <a:lnTo>
                    <a:pt x="158013" y="112608"/>
                  </a:lnTo>
                  <a:lnTo>
                    <a:pt x="156151" y="107488"/>
                  </a:lnTo>
                  <a:lnTo>
                    <a:pt x="154124" y="102432"/>
                  </a:lnTo>
                  <a:lnTo>
                    <a:pt x="151933" y="97445"/>
                  </a:lnTo>
                  <a:lnTo>
                    <a:pt x="149581" y="92532"/>
                  </a:lnTo>
                  <a:lnTo>
                    <a:pt x="147070" y="87698"/>
                  </a:lnTo>
                  <a:lnTo>
                    <a:pt x="144402" y="82948"/>
                  </a:lnTo>
                  <a:lnTo>
                    <a:pt x="141582" y="78288"/>
                  </a:lnTo>
                  <a:lnTo>
                    <a:pt x="138611" y="73722"/>
                  </a:lnTo>
                  <a:lnTo>
                    <a:pt x="135492" y="69256"/>
                  </a:lnTo>
                  <a:lnTo>
                    <a:pt x="132230" y="64893"/>
                  </a:lnTo>
                  <a:lnTo>
                    <a:pt x="128828" y="60639"/>
                  </a:lnTo>
                  <a:lnTo>
                    <a:pt x="125289" y="56498"/>
                  </a:lnTo>
                  <a:lnTo>
                    <a:pt x="121616" y="52475"/>
                  </a:lnTo>
                  <a:lnTo>
                    <a:pt x="117815" y="48573"/>
                  </a:lnTo>
                  <a:lnTo>
                    <a:pt x="113888" y="44797"/>
                  </a:lnTo>
                  <a:lnTo>
                    <a:pt x="109841" y="41152"/>
                  </a:lnTo>
                  <a:lnTo>
                    <a:pt x="105677" y="37640"/>
                  </a:lnTo>
                  <a:lnTo>
                    <a:pt x="101400" y="34265"/>
                  </a:lnTo>
                  <a:lnTo>
                    <a:pt x="97016" y="31032"/>
                  </a:lnTo>
                  <a:lnTo>
                    <a:pt x="92529" y="27943"/>
                  </a:lnTo>
                  <a:lnTo>
                    <a:pt x="87944" y="25002"/>
                  </a:lnTo>
                  <a:lnTo>
                    <a:pt x="83265" y="22212"/>
                  </a:lnTo>
                  <a:lnTo>
                    <a:pt x="78498" y="19577"/>
                  </a:lnTo>
                  <a:lnTo>
                    <a:pt x="73648" y="17097"/>
                  </a:lnTo>
                  <a:lnTo>
                    <a:pt x="68719" y="14777"/>
                  </a:lnTo>
                  <a:lnTo>
                    <a:pt x="63717" y="12619"/>
                  </a:lnTo>
                  <a:lnTo>
                    <a:pt x="58648" y="10625"/>
                  </a:lnTo>
                  <a:lnTo>
                    <a:pt x="53516" y="8797"/>
                  </a:lnTo>
                  <a:lnTo>
                    <a:pt x="48328" y="7138"/>
                  </a:lnTo>
                  <a:lnTo>
                    <a:pt x="43088" y="5648"/>
                  </a:lnTo>
                  <a:lnTo>
                    <a:pt x="37803" y="4330"/>
                  </a:lnTo>
                  <a:lnTo>
                    <a:pt x="32477" y="3185"/>
                  </a:lnTo>
                  <a:lnTo>
                    <a:pt x="27117" y="2214"/>
                  </a:lnTo>
                  <a:lnTo>
                    <a:pt x="21728" y="1418"/>
                  </a:lnTo>
                  <a:lnTo>
                    <a:pt x="16316" y="798"/>
                  </a:lnTo>
                  <a:lnTo>
                    <a:pt x="10887" y="354"/>
                  </a:lnTo>
                  <a:lnTo>
                    <a:pt x="544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56781" y="3707720"/>
              <a:ext cx="162229" cy="167167"/>
            </a:xfrm>
            <a:custGeom>
              <a:avLst/>
              <a:pathLst>
                <a:path w="162229" h="167167">
                  <a:moveTo>
                    <a:pt x="162229" y="0"/>
                  </a:moveTo>
                  <a:lnTo>
                    <a:pt x="156819" y="87"/>
                  </a:lnTo>
                  <a:lnTo>
                    <a:pt x="151414" y="350"/>
                  </a:lnTo>
                  <a:lnTo>
                    <a:pt x="146021" y="787"/>
                  </a:lnTo>
                  <a:lnTo>
                    <a:pt x="140645" y="1399"/>
                  </a:lnTo>
                  <a:lnTo>
                    <a:pt x="135292" y="2184"/>
                  </a:lnTo>
                  <a:lnTo>
                    <a:pt x="129966" y="3142"/>
                  </a:lnTo>
                  <a:lnTo>
                    <a:pt x="124675" y="4272"/>
                  </a:lnTo>
                  <a:lnTo>
                    <a:pt x="119423" y="5573"/>
                  </a:lnTo>
                  <a:lnTo>
                    <a:pt x="114215" y="7043"/>
                  </a:lnTo>
                  <a:lnTo>
                    <a:pt x="109058" y="8681"/>
                  </a:lnTo>
                  <a:lnTo>
                    <a:pt x="103957" y="10485"/>
                  </a:lnTo>
                  <a:lnTo>
                    <a:pt x="98917" y="12453"/>
                  </a:lnTo>
                  <a:lnTo>
                    <a:pt x="93943" y="14583"/>
                  </a:lnTo>
                  <a:lnTo>
                    <a:pt x="89040" y="16873"/>
                  </a:lnTo>
                  <a:lnTo>
                    <a:pt x="84215" y="19320"/>
                  </a:lnTo>
                  <a:lnTo>
                    <a:pt x="79471" y="21922"/>
                  </a:lnTo>
                  <a:lnTo>
                    <a:pt x="74813" y="24677"/>
                  </a:lnTo>
                  <a:lnTo>
                    <a:pt x="70248" y="27580"/>
                  </a:lnTo>
                  <a:lnTo>
                    <a:pt x="65778" y="30630"/>
                  </a:lnTo>
                  <a:lnTo>
                    <a:pt x="61410" y="33823"/>
                  </a:lnTo>
                  <a:lnTo>
                    <a:pt x="57147" y="37156"/>
                  </a:lnTo>
                  <a:lnTo>
                    <a:pt x="52995" y="40625"/>
                  </a:lnTo>
                  <a:lnTo>
                    <a:pt x="48957" y="44227"/>
                  </a:lnTo>
                  <a:lnTo>
                    <a:pt x="45037" y="47957"/>
                  </a:lnTo>
                  <a:lnTo>
                    <a:pt x="41241" y="51812"/>
                  </a:lnTo>
                  <a:lnTo>
                    <a:pt x="37571" y="55788"/>
                  </a:lnTo>
                  <a:lnTo>
                    <a:pt x="34031" y="59881"/>
                  </a:lnTo>
                  <a:lnTo>
                    <a:pt x="30626" y="64086"/>
                  </a:lnTo>
                  <a:lnTo>
                    <a:pt x="27359" y="68399"/>
                  </a:lnTo>
                  <a:lnTo>
                    <a:pt x="24233" y="72816"/>
                  </a:lnTo>
                  <a:lnTo>
                    <a:pt x="21252" y="77331"/>
                  </a:lnTo>
                  <a:lnTo>
                    <a:pt x="18419" y="81941"/>
                  </a:lnTo>
                  <a:lnTo>
                    <a:pt x="15736" y="86640"/>
                  </a:lnTo>
                  <a:lnTo>
                    <a:pt x="13206" y="91423"/>
                  </a:lnTo>
                  <a:lnTo>
                    <a:pt x="10833" y="96285"/>
                  </a:lnTo>
                  <a:lnTo>
                    <a:pt x="8618" y="101222"/>
                  </a:lnTo>
                  <a:lnTo>
                    <a:pt x="6565" y="106228"/>
                  </a:lnTo>
                  <a:lnTo>
                    <a:pt x="4674" y="111298"/>
                  </a:lnTo>
                  <a:lnTo>
                    <a:pt x="2948" y="116426"/>
                  </a:lnTo>
                  <a:lnTo>
                    <a:pt x="1390" y="121608"/>
                  </a:lnTo>
                  <a:lnTo>
                    <a:pt x="0" y="126837"/>
                  </a:lnTo>
                  <a:lnTo>
                    <a:pt x="16222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51852" y="3711024"/>
              <a:ext cx="334321" cy="331027"/>
            </a:xfrm>
            <a:custGeom>
              <a:avLst/>
              <a:pathLst>
                <a:path w="334321" h="331027">
                  <a:moveTo>
                    <a:pt x="4929" y="123533"/>
                  </a:moveTo>
                  <a:lnTo>
                    <a:pt x="3732" y="128697"/>
                  </a:lnTo>
                  <a:lnTo>
                    <a:pt x="2699" y="133897"/>
                  </a:lnTo>
                  <a:lnTo>
                    <a:pt x="1831" y="139126"/>
                  </a:lnTo>
                  <a:lnTo>
                    <a:pt x="1130" y="144381"/>
                  </a:lnTo>
                  <a:lnTo>
                    <a:pt x="596" y="149655"/>
                  </a:lnTo>
                  <a:lnTo>
                    <a:pt x="229" y="154943"/>
                  </a:lnTo>
                  <a:lnTo>
                    <a:pt x="30" y="160241"/>
                  </a:lnTo>
                  <a:lnTo>
                    <a:pt x="0" y="165542"/>
                  </a:lnTo>
                  <a:lnTo>
                    <a:pt x="137" y="170841"/>
                  </a:lnTo>
                  <a:lnTo>
                    <a:pt x="442" y="176133"/>
                  </a:lnTo>
                  <a:lnTo>
                    <a:pt x="915" y="181413"/>
                  </a:lnTo>
                  <a:lnTo>
                    <a:pt x="1555" y="186676"/>
                  </a:lnTo>
                  <a:lnTo>
                    <a:pt x="2362" y="191915"/>
                  </a:lnTo>
                  <a:lnTo>
                    <a:pt x="3334" y="197126"/>
                  </a:lnTo>
                  <a:lnTo>
                    <a:pt x="4471" y="202304"/>
                  </a:lnTo>
                  <a:lnTo>
                    <a:pt x="5772" y="207443"/>
                  </a:lnTo>
                  <a:lnTo>
                    <a:pt x="7235" y="212538"/>
                  </a:lnTo>
                  <a:lnTo>
                    <a:pt x="8858" y="217585"/>
                  </a:lnTo>
                  <a:lnTo>
                    <a:pt x="10641" y="222577"/>
                  </a:lnTo>
                  <a:lnTo>
                    <a:pt x="12582" y="227510"/>
                  </a:lnTo>
                  <a:lnTo>
                    <a:pt x="14677" y="232379"/>
                  </a:lnTo>
                  <a:lnTo>
                    <a:pt x="16927" y="237180"/>
                  </a:lnTo>
                  <a:lnTo>
                    <a:pt x="19327" y="241906"/>
                  </a:lnTo>
                  <a:lnTo>
                    <a:pt x="21876" y="246554"/>
                  </a:lnTo>
                  <a:lnTo>
                    <a:pt x="24571" y="251119"/>
                  </a:lnTo>
                  <a:lnTo>
                    <a:pt x="27409" y="255597"/>
                  </a:lnTo>
                  <a:lnTo>
                    <a:pt x="30388" y="259982"/>
                  </a:lnTo>
                  <a:lnTo>
                    <a:pt x="33504" y="264270"/>
                  </a:lnTo>
                  <a:lnTo>
                    <a:pt x="36755" y="268457"/>
                  </a:lnTo>
                  <a:lnTo>
                    <a:pt x="40137" y="272539"/>
                  </a:lnTo>
                  <a:lnTo>
                    <a:pt x="43647" y="276512"/>
                  </a:lnTo>
                  <a:lnTo>
                    <a:pt x="47281" y="280372"/>
                  </a:lnTo>
                  <a:lnTo>
                    <a:pt x="51035" y="284114"/>
                  </a:lnTo>
                  <a:lnTo>
                    <a:pt x="54906" y="287736"/>
                  </a:lnTo>
                  <a:lnTo>
                    <a:pt x="58891" y="291233"/>
                  </a:lnTo>
                  <a:lnTo>
                    <a:pt x="62984" y="294602"/>
                  </a:lnTo>
                  <a:lnTo>
                    <a:pt x="67181" y="297839"/>
                  </a:lnTo>
                  <a:lnTo>
                    <a:pt x="71480" y="300942"/>
                  </a:lnTo>
                  <a:lnTo>
                    <a:pt x="75874" y="303906"/>
                  </a:lnTo>
                  <a:lnTo>
                    <a:pt x="80360" y="306730"/>
                  </a:lnTo>
                  <a:lnTo>
                    <a:pt x="84934" y="309411"/>
                  </a:lnTo>
                  <a:lnTo>
                    <a:pt x="89590" y="311945"/>
                  </a:lnTo>
                  <a:lnTo>
                    <a:pt x="94325" y="314330"/>
                  </a:lnTo>
                  <a:lnTo>
                    <a:pt x="99132" y="316563"/>
                  </a:lnTo>
                  <a:lnTo>
                    <a:pt x="104008" y="318644"/>
                  </a:lnTo>
                  <a:lnTo>
                    <a:pt x="108947" y="320568"/>
                  </a:lnTo>
                  <a:lnTo>
                    <a:pt x="113945" y="322335"/>
                  </a:lnTo>
                  <a:lnTo>
                    <a:pt x="118997" y="323943"/>
                  </a:lnTo>
                  <a:lnTo>
                    <a:pt x="124097" y="325389"/>
                  </a:lnTo>
                  <a:lnTo>
                    <a:pt x="129240" y="326673"/>
                  </a:lnTo>
                  <a:lnTo>
                    <a:pt x="134421" y="327794"/>
                  </a:lnTo>
                  <a:lnTo>
                    <a:pt x="139636" y="328749"/>
                  </a:lnTo>
                  <a:lnTo>
                    <a:pt x="144878" y="329539"/>
                  </a:lnTo>
                  <a:lnTo>
                    <a:pt x="150142" y="330162"/>
                  </a:lnTo>
                  <a:lnTo>
                    <a:pt x="155423" y="330618"/>
                  </a:lnTo>
                  <a:lnTo>
                    <a:pt x="160717" y="330906"/>
                  </a:lnTo>
                  <a:lnTo>
                    <a:pt x="166016" y="331027"/>
                  </a:lnTo>
                  <a:lnTo>
                    <a:pt x="171317" y="330979"/>
                  </a:lnTo>
                  <a:lnTo>
                    <a:pt x="176614" y="330763"/>
                  </a:lnTo>
                  <a:lnTo>
                    <a:pt x="181901" y="330379"/>
                  </a:lnTo>
                  <a:lnTo>
                    <a:pt x="187174" y="329828"/>
                  </a:lnTo>
                  <a:lnTo>
                    <a:pt x="192426" y="329110"/>
                  </a:lnTo>
                  <a:lnTo>
                    <a:pt x="197653" y="328226"/>
                  </a:lnTo>
                  <a:lnTo>
                    <a:pt x="202849" y="327176"/>
                  </a:lnTo>
                  <a:lnTo>
                    <a:pt x="208009" y="325962"/>
                  </a:lnTo>
                  <a:lnTo>
                    <a:pt x="213128" y="324586"/>
                  </a:lnTo>
                  <a:lnTo>
                    <a:pt x="218201" y="323047"/>
                  </a:lnTo>
                  <a:lnTo>
                    <a:pt x="223223" y="321349"/>
                  </a:lnTo>
                  <a:lnTo>
                    <a:pt x="228188" y="319492"/>
                  </a:lnTo>
                  <a:lnTo>
                    <a:pt x="233092" y="317479"/>
                  </a:lnTo>
                  <a:lnTo>
                    <a:pt x="237930" y="315311"/>
                  </a:lnTo>
                  <a:lnTo>
                    <a:pt x="242696" y="312991"/>
                  </a:lnTo>
                  <a:lnTo>
                    <a:pt x="247387" y="310521"/>
                  </a:lnTo>
                  <a:lnTo>
                    <a:pt x="251996" y="307903"/>
                  </a:lnTo>
                  <a:lnTo>
                    <a:pt x="256521" y="305141"/>
                  </a:lnTo>
                  <a:lnTo>
                    <a:pt x="260956" y="302236"/>
                  </a:lnTo>
                  <a:lnTo>
                    <a:pt x="265296" y="299192"/>
                  </a:lnTo>
                  <a:lnTo>
                    <a:pt x="269537" y="296013"/>
                  </a:lnTo>
                  <a:lnTo>
                    <a:pt x="273676" y="292700"/>
                  </a:lnTo>
                  <a:lnTo>
                    <a:pt x="277708" y="289258"/>
                  </a:lnTo>
                  <a:lnTo>
                    <a:pt x="281628" y="285690"/>
                  </a:lnTo>
                  <a:lnTo>
                    <a:pt x="285433" y="281999"/>
                  </a:lnTo>
                  <a:lnTo>
                    <a:pt x="289119" y="278189"/>
                  </a:lnTo>
                  <a:lnTo>
                    <a:pt x="292683" y="274265"/>
                  </a:lnTo>
                  <a:lnTo>
                    <a:pt x="296121" y="270229"/>
                  </a:lnTo>
                  <a:lnTo>
                    <a:pt x="299428" y="266087"/>
                  </a:lnTo>
                  <a:lnTo>
                    <a:pt x="302603" y="261841"/>
                  </a:lnTo>
                  <a:lnTo>
                    <a:pt x="305642" y="257497"/>
                  </a:lnTo>
                  <a:lnTo>
                    <a:pt x="308541" y="253059"/>
                  </a:lnTo>
                  <a:lnTo>
                    <a:pt x="311298" y="248532"/>
                  </a:lnTo>
                  <a:lnTo>
                    <a:pt x="313910" y="243919"/>
                  </a:lnTo>
                  <a:lnTo>
                    <a:pt x="316375" y="239226"/>
                  </a:lnTo>
                  <a:lnTo>
                    <a:pt x="318689" y="234456"/>
                  </a:lnTo>
                  <a:lnTo>
                    <a:pt x="320851" y="229616"/>
                  </a:lnTo>
                  <a:lnTo>
                    <a:pt x="322859" y="224710"/>
                  </a:lnTo>
                  <a:lnTo>
                    <a:pt x="324710" y="219743"/>
                  </a:lnTo>
                  <a:lnTo>
                    <a:pt x="326402" y="214719"/>
                  </a:lnTo>
                  <a:lnTo>
                    <a:pt x="327935" y="209644"/>
                  </a:lnTo>
                  <a:lnTo>
                    <a:pt x="329306" y="204523"/>
                  </a:lnTo>
                  <a:lnTo>
                    <a:pt x="330513" y="199362"/>
                  </a:lnTo>
                  <a:lnTo>
                    <a:pt x="331557" y="194164"/>
                  </a:lnTo>
                  <a:lnTo>
                    <a:pt x="332435" y="188936"/>
                  </a:lnTo>
                  <a:lnTo>
                    <a:pt x="333147" y="183683"/>
                  </a:lnTo>
                  <a:lnTo>
                    <a:pt x="333692" y="178410"/>
                  </a:lnTo>
                  <a:lnTo>
                    <a:pt x="334069" y="173123"/>
                  </a:lnTo>
                  <a:lnTo>
                    <a:pt x="334279" y="167826"/>
                  </a:lnTo>
                  <a:lnTo>
                    <a:pt x="334321" y="162525"/>
                  </a:lnTo>
                  <a:lnTo>
                    <a:pt x="334194" y="157225"/>
                  </a:lnTo>
                  <a:lnTo>
                    <a:pt x="333900" y="151932"/>
                  </a:lnTo>
                  <a:lnTo>
                    <a:pt x="333438" y="146651"/>
                  </a:lnTo>
                  <a:lnTo>
                    <a:pt x="332808" y="141388"/>
                  </a:lnTo>
                  <a:lnTo>
                    <a:pt x="332012" y="136147"/>
                  </a:lnTo>
                  <a:lnTo>
                    <a:pt x="331051" y="130933"/>
                  </a:lnTo>
                  <a:lnTo>
                    <a:pt x="329924" y="125753"/>
                  </a:lnTo>
                  <a:lnTo>
                    <a:pt x="328634" y="120612"/>
                  </a:lnTo>
                  <a:lnTo>
                    <a:pt x="327181" y="115513"/>
                  </a:lnTo>
                  <a:lnTo>
                    <a:pt x="325568" y="110464"/>
                  </a:lnTo>
                  <a:lnTo>
                    <a:pt x="323795" y="105468"/>
                  </a:lnTo>
                  <a:lnTo>
                    <a:pt x="321865" y="100531"/>
                  </a:lnTo>
                  <a:lnTo>
                    <a:pt x="319779" y="95657"/>
                  </a:lnTo>
                  <a:lnTo>
                    <a:pt x="317539" y="90852"/>
                  </a:lnTo>
                  <a:lnTo>
                    <a:pt x="315149" y="86121"/>
                  </a:lnTo>
                  <a:lnTo>
                    <a:pt x="312609" y="81468"/>
                  </a:lnTo>
                  <a:lnTo>
                    <a:pt x="309924" y="76897"/>
                  </a:lnTo>
                  <a:lnTo>
                    <a:pt x="307094" y="72414"/>
                  </a:lnTo>
                  <a:lnTo>
                    <a:pt x="304124" y="68023"/>
                  </a:lnTo>
                  <a:lnTo>
                    <a:pt x="301017" y="63729"/>
                  </a:lnTo>
                  <a:lnTo>
                    <a:pt x="297774" y="59535"/>
                  </a:lnTo>
                  <a:lnTo>
                    <a:pt x="294401" y="55446"/>
                  </a:lnTo>
                  <a:lnTo>
                    <a:pt x="290899" y="51466"/>
                  </a:lnTo>
                  <a:lnTo>
                    <a:pt x="287273" y="47599"/>
                  </a:lnTo>
                  <a:lnTo>
                    <a:pt x="283526" y="43849"/>
                  </a:lnTo>
                  <a:lnTo>
                    <a:pt x="279662" y="40219"/>
                  </a:lnTo>
                  <a:lnTo>
                    <a:pt x="275685" y="36714"/>
                  </a:lnTo>
                  <a:lnTo>
                    <a:pt x="271599" y="33337"/>
                  </a:lnTo>
                  <a:lnTo>
                    <a:pt x="267408" y="30091"/>
                  </a:lnTo>
                  <a:lnTo>
                    <a:pt x="263116" y="26980"/>
                  </a:lnTo>
                  <a:lnTo>
                    <a:pt x="258728" y="24006"/>
                  </a:lnTo>
                  <a:lnTo>
                    <a:pt x="254247" y="21173"/>
                  </a:lnTo>
                  <a:lnTo>
                    <a:pt x="249679" y="18483"/>
                  </a:lnTo>
                  <a:lnTo>
                    <a:pt x="245028" y="15940"/>
                  </a:lnTo>
                  <a:lnTo>
                    <a:pt x="240299" y="13545"/>
                  </a:lnTo>
                  <a:lnTo>
                    <a:pt x="235496" y="11302"/>
                  </a:lnTo>
                  <a:lnTo>
                    <a:pt x="230624" y="9212"/>
                  </a:lnTo>
                  <a:lnTo>
                    <a:pt x="225688" y="7277"/>
                  </a:lnTo>
                  <a:lnTo>
                    <a:pt x="220694" y="5500"/>
                  </a:lnTo>
                  <a:lnTo>
                    <a:pt x="215646" y="3882"/>
                  </a:lnTo>
                  <a:lnTo>
                    <a:pt x="210549" y="2425"/>
                  </a:lnTo>
                  <a:lnTo>
                    <a:pt x="205408" y="1130"/>
                  </a:lnTo>
                  <a:lnTo>
                    <a:pt x="200229" y="0"/>
                  </a:lnTo>
                  <a:lnTo>
                    <a:pt x="167159" y="1638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33070" cy="167167"/>
            </a:xfrm>
            <a:custGeom>
              <a:avLst/>
              <a:pathLst>
                <a:path w="33070" h="167167">
                  <a:moveTo>
                    <a:pt x="33070" y="3303"/>
                  </a:moveTo>
                  <a:lnTo>
                    <a:pt x="26519" y="2116"/>
                  </a:lnTo>
                  <a:lnTo>
                    <a:pt x="19926" y="1191"/>
                  </a:lnTo>
                  <a:lnTo>
                    <a:pt x="13302" y="530"/>
                  </a:lnTo>
                  <a:lnTo>
                    <a:pt x="6656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tx75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58" name="tx758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2025-06-06T05:13:43Z</dcterms:modified>
  <cp:category/>
</cp:coreProperties>
</file>