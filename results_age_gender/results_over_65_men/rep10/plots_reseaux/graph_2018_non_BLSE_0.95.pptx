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427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90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4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54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94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5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17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1272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014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8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4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31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29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4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72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3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7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2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34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41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3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25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43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30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2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6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6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444" y="3170392"/>
              <a:ext cx="1334" cy="167167"/>
            </a:xfrm>
            <a:custGeom>
              <a:avLst/>
              <a:pathLst>
                <a:path w="1334" h="167167">
                  <a:moveTo>
                    <a:pt x="1334" y="0"/>
                  </a:moveTo>
                  <a:lnTo>
                    <a:pt x="0" y="5"/>
                  </a:lnTo>
                  <a:lnTo>
                    <a:pt x="13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21" y="3170397"/>
              <a:ext cx="334305" cy="334329"/>
            </a:xfrm>
            <a:custGeom>
              <a:avLst/>
              <a:pathLst>
                <a:path w="334305" h="334329">
                  <a:moveTo>
                    <a:pt x="165823" y="0"/>
                  </a:moveTo>
                  <a:lnTo>
                    <a:pt x="160529" y="126"/>
                  </a:lnTo>
                  <a:lnTo>
                    <a:pt x="155242" y="419"/>
                  </a:lnTo>
                  <a:lnTo>
                    <a:pt x="149967" y="880"/>
                  </a:lnTo>
                  <a:lnTo>
                    <a:pt x="144709" y="1508"/>
                  </a:lnTo>
                  <a:lnTo>
                    <a:pt x="139473" y="2302"/>
                  </a:lnTo>
                  <a:lnTo>
                    <a:pt x="134266" y="3262"/>
                  </a:lnTo>
                  <a:lnTo>
                    <a:pt x="129091" y="4386"/>
                  </a:lnTo>
                  <a:lnTo>
                    <a:pt x="123955" y="5673"/>
                  </a:lnTo>
                  <a:lnTo>
                    <a:pt x="118861" y="7123"/>
                  </a:lnTo>
                  <a:lnTo>
                    <a:pt x="113817" y="8733"/>
                  </a:lnTo>
                  <a:lnTo>
                    <a:pt x="108826" y="10502"/>
                  </a:lnTo>
                  <a:lnTo>
                    <a:pt x="103893" y="12428"/>
                  </a:lnTo>
                  <a:lnTo>
                    <a:pt x="99024" y="14509"/>
                  </a:lnTo>
                  <a:lnTo>
                    <a:pt x="94223" y="16744"/>
                  </a:lnTo>
                  <a:lnTo>
                    <a:pt x="89495" y="19129"/>
                  </a:lnTo>
                  <a:lnTo>
                    <a:pt x="84846" y="21663"/>
                  </a:lnTo>
                  <a:lnTo>
                    <a:pt x="80279" y="24343"/>
                  </a:lnTo>
                  <a:lnTo>
                    <a:pt x="75799" y="27167"/>
                  </a:lnTo>
                  <a:lnTo>
                    <a:pt x="71411" y="30131"/>
                  </a:lnTo>
                  <a:lnTo>
                    <a:pt x="67118" y="33232"/>
                  </a:lnTo>
                  <a:lnTo>
                    <a:pt x="62927" y="36468"/>
                  </a:lnTo>
                  <a:lnTo>
                    <a:pt x="58840" y="39835"/>
                  </a:lnTo>
                  <a:lnTo>
                    <a:pt x="54861" y="43329"/>
                  </a:lnTo>
                  <a:lnTo>
                    <a:pt x="50995" y="46948"/>
                  </a:lnTo>
                  <a:lnTo>
                    <a:pt x="47246" y="50688"/>
                  </a:lnTo>
                  <a:lnTo>
                    <a:pt x="43617" y="54544"/>
                  </a:lnTo>
                  <a:lnTo>
                    <a:pt x="40112" y="58513"/>
                  </a:lnTo>
                  <a:lnTo>
                    <a:pt x="36735" y="62592"/>
                  </a:lnTo>
                  <a:lnTo>
                    <a:pt x="33488" y="66775"/>
                  </a:lnTo>
                  <a:lnTo>
                    <a:pt x="30376" y="71059"/>
                  </a:lnTo>
                  <a:lnTo>
                    <a:pt x="27400" y="75440"/>
                  </a:lnTo>
                  <a:lnTo>
                    <a:pt x="24565" y="79912"/>
                  </a:lnTo>
                  <a:lnTo>
                    <a:pt x="21874" y="84472"/>
                  </a:lnTo>
                  <a:lnTo>
                    <a:pt x="19327" y="89116"/>
                  </a:lnTo>
                  <a:lnTo>
                    <a:pt x="16930" y="93837"/>
                  </a:lnTo>
                  <a:lnTo>
                    <a:pt x="14683" y="98632"/>
                  </a:lnTo>
                  <a:lnTo>
                    <a:pt x="12589" y="103496"/>
                  </a:lnTo>
                  <a:lnTo>
                    <a:pt x="10650" y="108423"/>
                  </a:lnTo>
                  <a:lnTo>
                    <a:pt x="8868" y="113410"/>
                  </a:lnTo>
                  <a:lnTo>
                    <a:pt x="7245" y="118450"/>
                  </a:lnTo>
                  <a:lnTo>
                    <a:pt x="5782" y="123540"/>
                  </a:lnTo>
                  <a:lnTo>
                    <a:pt x="4481" y="128673"/>
                  </a:lnTo>
                  <a:lnTo>
                    <a:pt x="3344" y="133845"/>
                  </a:lnTo>
                  <a:lnTo>
                    <a:pt x="2371" y="139050"/>
                  </a:lnTo>
                  <a:lnTo>
                    <a:pt x="1563" y="144283"/>
                  </a:lnTo>
                  <a:lnTo>
                    <a:pt x="922" y="149539"/>
                  </a:lnTo>
                  <a:lnTo>
                    <a:pt x="447" y="154813"/>
                  </a:lnTo>
                  <a:lnTo>
                    <a:pt x="139" y="160100"/>
                  </a:lnTo>
                  <a:lnTo>
                    <a:pt x="0" y="165393"/>
                  </a:lnTo>
                  <a:lnTo>
                    <a:pt x="27" y="170689"/>
                  </a:lnTo>
                  <a:lnTo>
                    <a:pt x="223" y="175980"/>
                  </a:lnTo>
                  <a:lnTo>
                    <a:pt x="586" y="181263"/>
                  </a:lnTo>
                  <a:lnTo>
                    <a:pt x="1116" y="186532"/>
                  </a:lnTo>
                  <a:lnTo>
                    <a:pt x="1813" y="191781"/>
                  </a:lnTo>
                  <a:lnTo>
                    <a:pt x="2676" y="197006"/>
                  </a:lnTo>
                  <a:lnTo>
                    <a:pt x="3704" y="202201"/>
                  </a:lnTo>
                  <a:lnTo>
                    <a:pt x="4895" y="207360"/>
                  </a:lnTo>
                  <a:lnTo>
                    <a:pt x="6250" y="212479"/>
                  </a:lnTo>
                  <a:lnTo>
                    <a:pt x="7766" y="217553"/>
                  </a:lnTo>
                  <a:lnTo>
                    <a:pt x="9442" y="222576"/>
                  </a:lnTo>
                  <a:lnTo>
                    <a:pt x="11276" y="227544"/>
                  </a:lnTo>
                  <a:lnTo>
                    <a:pt x="13267" y="232451"/>
                  </a:lnTo>
                  <a:lnTo>
                    <a:pt x="15412" y="237292"/>
                  </a:lnTo>
                  <a:lnTo>
                    <a:pt x="17710" y="242063"/>
                  </a:lnTo>
                  <a:lnTo>
                    <a:pt x="20157" y="246759"/>
                  </a:lnTo>
                  <a:lnTo>
                    <a:pt x="22752" y="251375"/>
                  </a:lnTo>
                  <a:lnTo>
                    <a:pt x="25491" y="255907"/>
                  </a:lnTo>
                  <a:lnTo>
                    <a:pt x="28373" y="260349"/>
                  </a:lnTo>
                  <a:lnTo>
                    <a:pt x="31394" y="264698"/>
                  </a:lnTo>
                  <a:lnTo>
                    <a:pt x="34552" y="268949"/>
                  </a:lnTo>
                  <a:lnTo>
                    <a:pt x="37842" y="273098"/>
                  </a:lnTo>
                  <a:lnTo>
                    <a:pt x="41263" y="277141"/>
                  </a:lnTo>
                  <a:lnTo>
                    <a:pt x="44809" y="281073"/>
                  </a:lnTo>
                  <a:lnTo>
                    <a:pt x="48478" y="284891"/>
                  </a:lnTo>
                  <a:lnTo>
                    <a:pt x="52267" y="288591"/>
                  </a:lnTo>
                  <a:lnTo>
                    <a:pt x="56170" y="292169"/>
                  </a:lnTo>
                  <a:lnTo>
                    <a:pt x="60185" y="295621"/>
                  </a:lnTo>
                  <a:lnTo>
                    <a:pt x="64308" y="298945"/>
                  </a:lnTo>
                  <a:lnTo>
                    <a:pt x="68533" y="302136"/>
                  </a:lnTo>
                  <a:lnTo>
                    <a:pt x="72858" y="305193"/>
                  </a:lnTo>
                  <a:lnTo>
                    <a:pt x="77277" y="308110"/>
                  </a:lnTo>
                  <a:lnTo>
                    <a:pt x="81786" y="310886"/>
                  </a:lnTo>
                  <a:lnTo>
                    <a:pt x="86381" y="313518"/>
                  </a:lnTo>
                  <a:lnTo>
                    <a:pt x="91058" y="316003"/>
                  </a:lnTo>
                  <a:lnTo>
                    <a:pt x="95810" y="318339"/>
                  </a:lnTo>
                  <a:lnTo>
                    <a:pt x="100634" y="320523"/>
                  </a:lnTo>
                  <a:lnTo>
                    <a:pt x="105525" y="322553"/>
                  </a:lnTo>
                  <a:lnTo>
                    <a:pt x="110477" y="324427"/>
                  </a:lnTo>
                  <a:lnTo>
                    <a:pt x="115487" y="326143"/>
                  </a:lnTo>
                  <a:lnTo>
                    <a:pt x="120548" y="327700"/>
                  </a:lnTo>
                  <a:lnTo>
                    <a:pt x="125656" y="329096"/>
                  </a:lnTo>
                  <a:lnTo>
                    <a:pt x="130806" y="330329"/>
                  </a:lnTo>
                  <a:lnTo>
                    <a:pt x="135992" y="331398"/>
                  </a:lnTo>
                  <a:lnTo>
                    <a:pt x="141210" y="332303"/>
                  </a:lnTo>
                  <a:lnTo>
                    <a:pt x="146453" y="333042"/>
                  </a:lnTo>
                  <a:lnTo>
                    <a:pt x="151718" y="333615"/>
                  </a:lnTo>
                  <a:lnTo>
                    <a:pt x="156997" y="334020"/>
                  </a:lnTo>
                  <a:lnTo>
                    <a:pt x="162287" y="334258"/>
                  </a:lnTo>
                  <a:lnTo>
                    <a:pt x="167582" y="334329"/>
                  </a:lnTo>
                  <a:lnTo>
                    <a:pt x="172877" y="334231"/>
                  </a:lnTo>
                  <a:lnTo>
                    <a:pt x="178166" y="333966"/>
                  </a:lnTo>
                  <a:lnTo>
                    <a:pt x="183443" y="333534"/>
                  </a:lnTo>
                  <a:lnTo>
                    <a:pt x="188705" y="332935"/>
                  </a:lnTo>
                  <a:lnTo>
                    <a:pt x="193944" y="332169"/>
                  </a:lnTo>
                  <a:lnTo>
                    <a:pt x="199157" y="331238"/>
                  </a:lnTo>
                  <a:lnTo>
                    <a:pt x="204338" y="330142"/>
                  </a:lnTo>
                  <a:lnTo>
                    <a:pt x="209481" y="328883"/>
                  </a:lnTo>
                  <a:lnTo>
                    <a:pt x="214582" y="327461"/>
                  </a:lnTo>
                  <a:lnTo>
                    <a:pt x="219636" y="325878"/>
                  </a:lnTo>
                  <a:lnTo>
                    <a:pt x="224636" y="324137"/>
                  </a:lnTo>
                  <a:lnTo>
                    <a:pt x="229579" y="322237"/>
                  </a:lnTo>
                  <a:lnTo>
                    <a:pt x="234460" y="320182"/>
                  </a:lnTo>
                  <a:lnTo>
                    <a:pt x="239273" y="317974"/>
                  </a:lnTo>
                  <a:lnTo>
                    <a:pt x="244013" y="315614"/>
                  </a:lnTo>
                  <a:lnTo>
                    <a:pt x="248676" y="313106"/>
                  </a:lnTo>
                  <a:lnTo>
                    <a:pt x="253258" y="310450"/>
                  </a:lnTo>
                  <a:lnTo>
                    <a:pt x="257753" y="307651"/>
                  </a:lnTo>
                  <a:lnTo>
                    <a:pt x="262158" y="304711"/>
                  </a:lnTo>
                  <a:lnTo>
                    <a:pt x="266466" y="301634"/>
                  </a:lnTo>
                  <a:lnTo>
                    <a:pt x="270676" y="298421"/>
                  </a:lnTo>
                  <a:lnTo>
                    <a:pt x="274781" y="295076"/>
                  </a:lnTo>
                  <a:lnTo>
                    <a:pt x="278779" y="291603"/>
                  </a:lnTo>
                  <a:lnTo>
                    <a:pt x="282664" y="288005"/>
                  </a:lnTo>
                  <a:lnTo>
                    <a:pt x="286434" y="284286"/>
                  </a:lnTo>
                  <a:lnTo>
                    <a:pt x="290083" y="280450"/>
                  </a:lnTo>
                  <a:lnTo>
                    <a:pt x="293610" y="276499"/>
                  </a:lnTo>
                  <a:lnTo>
                    <a:pt x="297010" y="272439"/>
                  </a:lnTo>
                  <a:lnTo>
                    <a:pt x="300279" y="268274"/>
                  </a:lnTo>
                  <a:lnTo>
                    <a:pt x="303415" y="264007"/>
                  </a:lnTo>
                  <a:lnTo>
                    <a:pt x="306414" y="259642"/>
                  </a:lnTo>
                  <a:lnTo>
                    <a:pt x="309273" y="255185"/>
                  </a:lnTo>
                  <a:lnTo>
                    <a:pt x="311990" y="250640"/>
                  </a:lnTo>
                  <a:lnTo>
                    <a:pt x="314561" y="246011"/>
                  </a:lnTo>
                  <a:lnTo>
                    <a:pt x="316984" y="241303"/>
                  </a:lnTo>
                  <a:lnTo>
                    <a:pt x="319257" y="236520"/>
                  </a:lnTo>
                  <a:lnTo>
                    <a:pt x="321378" y="231668"/>
                  </a:lnTo>
                  <a:lnTo>
                    <a:pt x="323344" y="226751"/>
                  </a:lnTo>
                  <a:lnTo>
                    <a:pt x="325153" y="221774"/>
                  </a:lnTo>
                  <a:lnTo>
                    <a:pt x="326803" y="216742"/>
                  </a:lnTo>
                  <a:lnTo>
                    <a:pt x="328293" y="211661"/>
                  </a:lnTo>
                  <a:lnTo>
                    <a:pt x="329622" y="206535"/>
                  </a:lnTo>
                  <a:lnTo>
                    <a:pt x="330788" y="201370"/>
                  </a:lnTo>
                  <a:lnTo>
                    <a:pt x="331789" y="196170"/>
                  </a:lnTo>
                  <a:lnTo>
                    <a:pt x="332625" y="190941"/>
                  </a:lnTo>
                  <a:lnTo>
                    <a:pt x="333295" y="185688"/>
                  </a:lnTo>
                  <a:lnTo>
                    <a:pt x="333799" y="180417"/>
                  </a:lnTo>
                  <a:lnTo>
                    <a:pt x="334135" y="175132"/>
                  </a:lnTo>
                  <a:lnTo>
                    <a:pt x="334304" y="169839"/>
                  </a:lnTo>
                  <a:lnTo>
                    <a:pt x="334305" y="164544"/>
                  </a:lnTo>
                  <a:lnTo>
                    <a:pt x="334138" y="159251"/>
                  </a:lnTo>
                  <a:lnTo>
                    <a:pt x="333803" y="153966"/>
                  </a:lnTo>
                  <a:lnTo>
                    <a:pt x="333302" y="148695"/>
                  </a:lnTo>
                  <a:lnTo>
                    <a:pt x="332634" y="143442"/>
                  </a:lnTo>
                  <a:lnTo>
                    <a:pt x="331799" y="138213"/>
                  </a:lnTo>
                  <a:lnTo>
                    <a:pt x="330800" y="133012"/>
                  </a:lnTo>
                  <a:lnTo>
                    <a:pt x="329636" y="127847"/>
                  </a:lnTo>
                  <a:lnTo>
                    <a:pt x="328309" y="122720"/>
                  </a:lnTo>
                  <a:lnTo>
                    <a:pt x="326821" y="117638"/>
                  </a:lnTo>
                  <a:lnTo>
                    <a:pt x="325172" y="112606"/>
                  </a:lnTo>
                  <a:lnTo>
                    <a:pt x="323365" y="107629"/>
                  </a:lnTo>
                  <a:lnTo>
                    <a:pt x="321401" y="102711"/>
                  </a:lnTo>
                  <a:lnTo>
                    <a:pt x="319282" y="97858"/>
                  </a:lnTo>
                  <a:lnTo>
                    <a:pt x="317011" y="93074"/>
                  </a:lnTo>
                  <a:lnTo>
                    <a:pt x="314589" y="88365"/>
                  </a:lnTo>
                  <a:lnTo>
                    <a:pt x="312020" y="83735"/>
                  </a:lnTo>
                  <a:lnTo>
                    <a:pt x="309305" y="79189"/>
                  </a:lnTo>
                  <a:lnTo>
                    <a:pt x="306447" y="74731"/>
                  </a:lnTo>
                  <a:lnTo>
                    <a:pt x="303449" y="70365"/>
                  </a:lnTo>
                  <a:lnTo>
                    <a:pt x="300315" y="66097"/>
                  </a:lnTo>
                  <a:lnTo>
                    <a:pt x="297047" y="61930"/>
                  </a:lnTo>
                  <a:lnTo>
                    <a:pt x="293649" y="57869"/>
                  </a:lnTo>
                  <a:lnTo>
                    <a:pt x="290124" y="53918"/>
                  </a:lnTo>
                  <a:lnTo>
                    <a:pt x="286476" y="50080"/>
                  </a:lnTo>
                  <a:lnTo>
                    <a:pt x="282707" y="46359"/>
                  </a:lnTo>
                  <a:lnTo>
                    <a:pt x="278823" y="42760"/>
                  </a:lnTo>
                  <a:lnTo>
                    <a:pt x="274827" y="39286"/>
                  </a:lnTo>
                  <a:lnTo>
                    <a:pt x="270723" y="35940"/>
                  </a:lnTo>
                  <a:lnTo>
                    <a:pt x="266515" y="32725"/>
                  </a:lnTo>
                  <a:lnTo>
                    <a:pt x="262207" y="29646"/>
                  </a:lnTo>
                  <a:lnTo>
                    <a:pt x="257804" y="26704"/>
                  </a:lnTo>
                  <a:lnTo>
                    <a:pt x="253309" y="23904"/>
                  </a:lnTo>
                  <a:lnTo>
                    <a:pt x="248729" y="21247"/>
                  </a:lnTo>
                  <a:lnTo>
                    <a:pt x="244066" y="18737"/>
                  </a:lnTo>
                  <a:lnTo>
                    <a:pt x="239327" y="16375"/>
                  </a:lnTo>
                  <a:lnTo>
                    <a:pt x="234515" y="14165"/>
                  </a:lnTo>
                  <a:lnTo>
                    <a:pt x="229635" y="12108"/>
                  </a:lnTo>
                  <a:lnTo>
                    <a:pt x="224693" y="10207"/>
                  </a:lnTo>
                  <a:lnTo>
                    <a:pt x="219693" y="8464"/>
                  </a:lnTo>
                  <a:lnTo>
                    <a:pt x="214640" y="6879"/>
                  </a:lnTo>
                  <a:lnTo>
                    <a:pt x="209539" y="5456"/>
                  </a:lnTo>
                  <a:lnTo>
                    <a:pt x="204396" y="4195"/>
                  </a:lnTo>
                  <a:lnTo>
                    <a:pt x="199216" y="3097"/>
                  </a:lnTo>
                  <a:lnTo>
                    <a:pt x="194004" y="2164"/>
                  </a:lnTo>
                  <a:lnTo>
                    <a:pt x="188764" y="1396"/>
                  </a:lnTo>
                  <a:lnTo>
                    <a:pt x="183503" y="795"/>
                  </a:lnTo>
                  <a:lnTo>
                    <a:pt x="167158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16345" cy="167167"/>
            </a:xfrm>
            <a:custGeom>
              <a:avLst/>
              <a:pathLst>
                <a:path w="16345" h="167167">
                  <a:moveTo>
                    <a:pt x="16345" y="801"/>
                  </a:moveTo>
                  <a:lnTo>
                    <a:pt x="8182" y="2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880" y="2633064"/>
              <a:ext cx="32131" cy="167167"/>
            </a:xfrm>
            <a:custGeom>
              <a:avLst/>
              <a:pathLst>
                <a:path w="32131" h="167167">
                  <a:moveTo>
                    <a:pt x="32131" y="0"/>
                  </a:moveTo>
                  <a:lnTo>
                    <a:pt x="25666" y="125"/>
                  </a:lnTo>
                  <a:lnTo>
                    <a:pt x="19211" y="500"/>
                  </a:lnTo>
                  <a:lnTo>
                    <a:pt x="12775" y="1124"/>
                  </a:lnTo>
                  <a:lnTo>
                    <a:pt x="6368" y="1997"/>
                  </a:lnTo>
                  <a:lnTo>
                    <a:pt x="0" y="3117"/>
                  </a:lnTo>
                  <a:lnTo>
                    <a:pt x="3213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6880" y="2636181"/>
              <a:ext cx="32131" cy="164050"/>
            </a:xfrm>
            <a:custGeom>
              <a:avLst/>
              <a:pathLst>
                <a:path w="32131" h="164050">
                  <a:moveTo>
                    <a:pt x="0" y="0"/>
                  </a:moveTo>
                  <a:lnTo>
                    <a:pt x="32131" y="1640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63" y="2636181"/>
              <a:ext cx="334305" cy="331217"/>
            </a:xfrm>
            <a:custGeom>
              <a:avLst/>
              <a:pathLst>
                <a:path w="334305" h="331217">
                  <a:moveTo>
                    <a:pt x="135016" y="0"/>
                  </a:moveTo>
                  <a:lnTo>
                    <a:pt x="129837" y="1099"/>
                  </a:lnTo>
                  <a:lnTo>
                    <a:pt x="124695" y="2363"/>
                  </a:lnTo>
                  <a:lnTo>
                    <a:pt x="119596" y="3788"/>
                  </a:lnTo>
                  <a:lnTo>
                    <a:pt x="114544" y="5375"/>
                  </a:lnTo>
                  <a:lnTo>
                    <a:pt x="109545" y="7120"/>
                  </a:lnTo>
                  <a:lnTo>
                    <a:pt x="104604" y="9023"/>
                  </a:lnTo>
                  <a:lnTo>
                    <a:pt x="99726" y="11082"/>
                  </a:lnTo>
                  <a:lnTo>
                    <a:pt x="94915" y="13293"/>
                  </a:lnTo>
                  <a:lnTo>
                    <a:pt x="90177" y="15657"/>
                  </a:lnTo>
                  <a:lnTo>
                    <a:pt x="85516" y="18169"/>
                  </a:lnTo>
                  <a:lnTo>
                    <a:pt x="80937" y="20827"/>
                  </a:lnTo>
                  <a:lnTo>
                    <a:pt x="76445" y="23629"/>
                  </a:lnTo>
                  <a:lnTo>
                    <a:pt x="72043" y="26572"/>
                  </a:lnTo>
                  <a:lnTo>
                    <a:pt x="67737" y="29653"/>
                  </a:lnTo>
                  <a:lnTo>
                    <a:pt x="63531" y="32869"/>
                  </a:lnTo>
                  <a:lnTo>
                    <a:pt x="59428" y="36216"/>
                  </a:lnTo>
                  <a:lnTo>
                    <a:pt x="55434" y="39691"/>
                  </a:lnTo>
                  <a:lnTo>
                    <a:pt x="51551" y="43292"/>
                  </a:lnTo>
                  <a:lnTo>
                    <a:pt x="47785" y="47013"/>
                  </a:lnTo>
                  <a:lnTo>
                    <a:pt x="44138" y="50852"/>
                  </a:lnTo>
                  <a:lnTo>
                    <a:pt x="40615" y="54804"/>
                  </a:lnTo>
                  <a:lnTo>
                    <a:pt x="37219" y="58866"/>
                  </a:lnTo>
                  <a:lnTo>
                    <a:pt x="33953" y="63034"/>
                  </a:lnTo>
                  <a:lnTo>
                    <a:pt x="30821" y="67303"/>
                  </a:lnTo>
                  <a:lnTo>
                    <a:pt x="27825" y="71669"/>
                  </a:lnTo>
                  <a:lnTo>
                    <a:pt x="24969" y="76127"/>
                  </a:lnTo>
                  <a:lnTo>
                    <a:pt x="22256" y="80674"/>
                  </a:lnTo>
                  <a:lnTo>
                    <a:pt x="19688" y="85305"/>
                  </a:lnTo>
                  <a:lnTo>
                    <a:pt x="17268" y="90014"/>
                  </a:lnTo>
                  <a:lnTo>
                    <a:pt x="14999" y="94798"/>
                  </a:lnTo>
                  <a:lnTo>
                    <a:pt x="12882" y="99651"/>
                  </a:lnTo>
                  <a:lnTo>
                    <a:pt x="10920" y="104569"/>
                  </a:lnTo>
                  <a:lnTo>
                    <a:pt x="9115" y="109546"/>
                  </a:lnTo>
                  <a:lnTo>
                    <a:pt x="7468" y="114578"/>
                  </a:lnTo>
                  <a:lnTo>
                    <a:pt x="5981" y="119660"/>
                  </a:lnTo>
                  <a:lnTo>
                    <a:pt x="4656" y="124786"/>
                  </a:lnTo>
                  <a:lnTo>
                    <a:pt x="3494" y="129952"/>
                  </a:lnTo>
                  <a:lnTo>
                    <a:pt x="2496" y="135152"/>
                  </a:lnTo>
                  <a:lnTo>
                    <a:pt x="1664" y="140381"/>
                  </a:lnTo>
                  <a:lnTo>
                    <a:pt x="997" y="145634"/>
                  </a:lnTo>
                  <a:lnTo>
                    <a:pt x="497" y="150905"/>
                  </a:lnTo>
                  <a:lnTo>
                    <a:pt x="165" y="156189"/>
                  </a:lnTo>
                  <a:lnTo>
                    <a:pt x="0" y="161481"/>
                  </a:lnTo>
                  <a:lnTo>
                    <a:pt x="2" y="166776"/>
                  </a:lnTo>
                  <a:lnTo>
                    <a:pt x="172" y="172068"/>
                  </a:lnTo>
                  <a:lnTo>
                    <a:pt x="510" y="177352"/>
                  </a:lnTo>
                  <a:lnTo>
                    <a:pt x="1015" y="182623"/>
                  </a:lnTo>
                  <a:lnTo>
                    <a:pt x="1686" y="187875"/>
                  </a:lnTo>
                  <a:lnTo>
                    <a:pt x="2524" y="193103"/>
                  </a:lnTo>
                  <a:lnTo>
                    <a:pt x="3526" y="198302"/>
                  </a:lnTo>
                  <a:lnTo>
                    <a:pt x="4693" y="203466"/>
                  </a:lnTo>
                  <a:lnTo>
                    <a:pt x="6023" y="208591"/>
                  </a:lnTo>
                  <a:lnTo>
                    <a:pt x="7514" y="213672"/>
                  </a:lnTo>
                  <a:lnTo>
                    <a:pt x="9166" y="218702"/>
                  </a:lnTo>
                  <a:lnTo>
                    <a:pt x="10976" y="223678"/>
                  </a:lnTo>
                  <a:lnTo>
                    <a:pt x="12943" y="228594"/>
                  </a:lnTo>
                  <a:lnTo>
                    <a:pt x="15064" y="233445"/>
                  </a:lnTo>
                  <a:lnTo>
                    <a:pt x="17338" y="238227"/>
                  </a:lnTo>
                  <a:lnTo>
                    <a:pt x="19763" y="242934"/>
                  </a:lnTo>
                  <a:lnTo>
                    <a:pt x="22335" y="247562"/>
                  </a:lnTo>
                  <a:lnTo>
                    <a:pt x="25052" y="252106"/>
                  </a:lnTo>
                  <a:lnTo>
                    <a:pt x="27912" y="256562"/>
                  </a:lnTo>
                  <a:lnTo>
                    <a:pt x="30912" y="260925"/>
                  </a:lnTo>
                  <a:lnTo>
                    <a:pt x="34048" y="265191"/>
                  </a:lnTo>
                  <a:lnTo>
                    <a:pt x="37318" y="269356"/>
                  </a:lnTo>
                  <a:lnTo>
                    <a:pt x="40718" y="273415"/>
                  </a:lnTo>
                  <a:lnTo>
                    <a:pt x="44245" y="277364"/>
                  </a:lnTo>
                  <a:lnTo>
                    <a:pt x="47895" y="281199"/>
                  </a:lnTo>
                  <a:lnTo>
                    <a:pt x="51665" y="284917"/>
                  </a:lnTo>
                  <a:lnTo>
                    <a:pt x="55551" y="288514"/>
                  </a:lnTo>
                  <a:lnTo>
                    <a:pt x="59548" y="291985"/>
                  </a:lnTo>
                  <a:lnTo>
                    <a:pt x="63654" y="295329"/>
                  </a:lnTo>
                  <a:lnTo>
                    <a:pt x="67864" y="298540"/>
                  </a:lnTo>
                  <a:lnTo>
                    <a:pt x="72173" y="301617"/>
                  </a:lnTo>
                  <a:lnTo>
                    <a:pt x="76577" y="304556"/>
                  </a:lnTo>
                  <a:lnTo>
                    <a:pt x="81072" y="307354"/>
                  </a:lnTo>
                  <a:lnTo>
                    <a:pt x="85654" y="310008"/>
                  </a:lnTo>
                  <a:lnTo>
                    <a:pt x="90317" y="312516"/>
                  </a:lnTo>
                  <a:lnTo>
                    <a:pt x="95057" y="314874"/>
                  </a:lnTo>
                  <a:lnTo>
                    <a:pt x="99870" y="317082"/>
                  </a:lnTo>
                  <a:lnTo>
                    <a:pt x="104750" y="319136"/>
                  </a:lnTo>
                  <a:lnTo>
                    <a:pt x="109693" y="321034"/>
                  </a:lnTo>
                  <a:lnTo>
                    <a:pt x="114693" y="322775"/>
                  </a:lnTo>
                  <a:lnTo>
                    <a:pt x="119746" y="324356"/>
                  </a:lnTo>
                  <a:lnTo>
                    <a:pt x="124847" y="325777"/>
                  </a:lnTo>
                  <a:lnTo>
                    <a:pt x="129990" y="327035"/>
                  </a:lnTo>
                  <a:lnTo>
                    <a:pt x="135170" y="328130"/>
                  </a:lnTo>
                  <a:lnTo>
                    <a:pt x="140383" y="329061"/>
                  </a:lnTo>
                  <a:lnTo>
                    <a:pt x="145622" y="329826"/>
                  </a:lnTo>
                  <a:lnTo>
                    <a:pt x="150883" y="330424"/>
                  </a:lnTo>
                  <a:lnTo>
                    <a:pt x="156160" y="330856"/>
                  </a:lnTo>
                  <a:lnTo>
                    <a:pt x="161448" y="331120"/>
                  </a:lnTo>
                  <a:lnTo>
                    <a:pt x="166742" y="331217"/>
                  </a:lnTo>
                  <a:lnTo>
                    <a:pt x="172036" y="331146"/>
                  </a:lnTo>
                  <a:lnTo>
                    <a:pt x="177326" y="330907"/>
                  </a:lnTo>
                  <a:lnTo>
                    <a:pt x="182605" y="330501"/>
                  </a:lnTo>
                  <a:lnTo>
                    <a:pt x="187869" y="329928"/>
                  </a:lnTo>
                  <a:lnTo>
                    <a:pt x="193112" y="329189"/>
                  </a:lnTo>
                  <a:lnTo>
                    <a:pt x="198328" y="328284"/>
                  </a:lnTo>
                  <a:lnTo>
                    <a:pt x="203514" y="327214"/>
                  </a:lnTo>
                  <a:lnTo>
                    <a:pt x="208663" y="325980"/>
                  </a:lnTo>
                  <a:lnTo>
                    <a:pt x="213770" y="324584"/>
                  </a:lnTo>
                  <a:lnTo>
                    <a:pt x="218831" y="323027"/>
                  </a:lnTo>
                  <a:lnTo>
                    <a:pt x="223840" y="321311"/>
                  </a:lnTo>
                  <a:lnTo>
                    <a:pt x="228792" y="319436"/>
                  </a:lnTo>
                  <a:lnTo>
                    <a:pt x="233682" y="317406"/>
                  </a:lnTo>
                  <a:lnTo>
                    <a:pt x="238505" y="315222"/>
                  </a:lnTo>
                  <a:lnTo>
                    <a:pt x="243257" y="312886"/>
                  </a:lnTo>
                  <a:lnTo>
                    <a:pt x="247932" y="310401"/>
                  </a:lnTo>
                  <a:lnTo>
                    <a:pt x="252527" y="307769"/>
                  </a:lnTo>
                  <a:lnTo>
                    <a:pt x="257035" y="304993"/>
                  </a:lnTo>
                  <a:lnTo>
                    <a:pt x="261454" y="302076"/>
                  </a:lnTo>
                  <a:lnTo>
                    <a:pt x="265778" y="299020"/>
                  </a:lnTo>
                  <a:lnTo>
                    <a:pt x="270003" y="295829"/>
                  </a:lnTo>
                  <a:lnTo>
                    <a:pt x="274125" y="292505"/>
                  </a:lnTo>
                  <a:lnTo>
                    <a:pt x="278139" y="289053"/>
                  </a:lnTo>
                  <a:lnTo>
                    <a:pt x="282042" y="285475"/>
                  </a:lnTo>
                  <a:lnTo>
                    <a:pt x="285830" y="281776"/>
                  </a:lnTo>
                  <a:lnTo>
                    <a:pt x="289499" y="277958"/>
                  </a:lnTo>
                  <a:lnTo>
                    <a:pt x="293045" y="274026"/>
                  </a:lnTo>
                  <a:lnTo>
                    <a:pt x="296465" y="269984"/>
                  </a:lnTo>
                  <a:lnTo>
                    <a:pt x="299755" y="265835"/>
                  </a:lnTo>
                  <a:lnTo>
                    <a:pt x="302912" y="261585"/>
                  </a:lnTo>
                  <a:lnTo>
                    <a:pt x="305932" y="257236"/>
                  </a:lnTo>
                  <a:lnTo>
                    <a:pt x="308814" y="252794"/>
                  </a:lnTo>
                  <a:lnTo>
                    <a:pt x="311553" y="248263"/>
                  </a:lnTo>
                  <a:lnTo>
                    <a:pt x="314148" y="243648"/>
                  </a:lnTo>
                  <a:lnTo>
                    <a:pt x="316595" y="238952"/>
                  </a:lnTo>
                  <a:lnTo>
                    <a:pt x="318892" y="234182"/>
                  </a:lnTo>
                  <a:lnTo>
                    <a:pt x="321037" y="229341"/>
                  </a:lnTo>
                  <a:lnTo>
                    <a:pt x="323027" y="224434"/>
                  </a:lnTo>
                  <a:lnTo>
                    <a:pt x="324862" y="219467"/>
                  </a:lnTo>
                  <a:lnTo>
                    <a:pt x="326538" y="214445"/>
                  </a:lnTo>
                  <a:lnTo>
                    <a:pt x="328054" y="209372"/>
                  </a:lnTo>
                  <a:lnTo>
                    <a:pt x="329408" y="204253"/>
                  </a:lnTo>
                  <a:lnTo>
                    <a:pt x="330600" y="199094"/>
                  </a:lnTo>
                  <a:lnTo>
                    <a:pt x="331628" y="193900"/>
                  </a:lnTo>
                  <a:lnTo>
                    <a:pt x="332491" y="188676"/>
                  </a:lnTo>
                  <a:lnTo>
                    <a:pt x="333188" y="183428"/>
                  </a:lnTo>
                  <a:lnTo>
                    <a:pt x="333718" y="178160"/>
                  </a:lnTo>
                  <a:lnTo>
                    <a:pt x="334081" y="172877"/>
                  </a:lnTo>
                  <a:lnTo>
                    <a:pt x="334277" y="167586"/>
                  </a:lnTo>
                  <a:lnTo>
                    <a:pt x="334305" y="162291"/>
                  </a:lnTo>
                  <a:lnTo>
                    <a:pt x="334166" y="156998"/>
                  </a:lnTo>
                  <a:lnTo>
                    <a:pt x="333859" y="151713"/>
                  </a:lnTo>
                  <a:lnTo>
                    <a:pt x="333384" y="146439"/>
                  </a:lnTo>
                  <a:lnTo>
                    <a:pt x="332743" y="141183"/>
                  </a:lnTo>
                  <a:lnTo>
                    <a:pt x="331936" y="135950"/>
                  </a:lnTo>
                  <a:lnTo>
                    <a:pt x="330964" y="130746"/>
                  </a:lnTo>
                  <a:lnTo>
                    <a:pt x="329827" y="125574"/>
                  </a:lnTo>
                  <a:lnTo>
                    <a:pt x="328527" y="120442"/>
                  </a:lnTo>
                  <a:lnTo>
                    <a:pt x="327065" y="115353"/>
                  </a:lnTo>
                  <a:lnTo>
                    <a:pt x="325442" y="110313"/>
                  </a:lnTo>
                  <a:lnTo>
                    <a:pt x="323661" y="105327"/>
                  </a:lnTo>
                  <a:lnTo>
                    <a:pt x="321723" y="100399"/>
                  </a:lnTo>
                  <a:lnTo>
                    <a:pt x="319629" y="95536"/>
                  </a:lnTo>
                  <a:lnTo>
                    <a:pt x="317383" y="90741"/>
                  </a:lnTo>
                  <a:lnTo>
                    <a:pt x="314986" y="86020"/>
                  </a:lnTo>
                  <a:lnTo>
                    <a:pt x="312441" y="81377"/>
                  </a:lnTo>
                  <a:lnTo>
                    <a:pt x="309750" y="76817"/>
                  </a:lnTo>
                  <a:lnTo>
                    <a:pt x="306915" y="72345"/>
                  </a:lnTo>
                  <a:lnTo>
                    <a:pt x="303941" y="67965"/>
                  </a:lnTo>
                  <a:lnTo>
                    <a:pt x="300830" y="63681"/>
                  </a:lnTo>
                  <a:lnTo>
                    <a:pt x="297584" y="59497"/>
                  </a:lnTo>
                  <a:lnTo>
                    <a:pt x="294207" y="55419"/>
                  </a:lnTo>
                  <a:lnTo>
                    <a:pt x="290703" y="51450"/>
                  </a:lnTo>
                  <a:lnTo>
                    <a:pt x="287075" y="47593"/>
                  </a:lnTo>
                  <a:lnTo>
                    <a:pt x="283327" y="43853"/>
                  </a:lnTo>
                  <a:lnTo>
                    <a:pt x="279462" y="40234"/>
                  </a:lnTo>
                  <a:lnTo>
                    <a:pt x="275485" y="36739"/>
                  </a:lnTo>
                  <a:lnTo>
                    <a:pt x="271398" y="33372"/>
                  </a:lnTo>
                  <a:lnTo>
                    <a:pt x="267208" y="30136"/>
                  </a:lnTo>
                  <a:lnTo>
                    <a:pt x="262917" y="27035"/>
                  </a:lnTo>
                  <a:lnTo>
                    <a:pt x="258529" y="24070"/>
                  </a:lnTo>
                  <a:lnTo>
                    <a:pt x="254050" y="21247"/>
                  </a:lnTo>
                  <a:lnTo>
                    <a:pt x="249484" y="18566"/>
                  </a:lnTo>
                  <a:lnTo>
                    <a:pt x="244836" y="16031"/>
                  </a:lnTo>
                  <a:lnTo>
                    <a:pt x="240109" y="13645"/>
                  </a:lnTo>
                  <a:lnTo>
                    <a:pt x="235309" y="11410"/>
                  </a:lnTo>
                  <a:lnTo>
                    <a:pt x="167147" y="1640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68161" cy="167167"/>
            </a:xfrm>
            <a:custGeom>
              <a:avLst/>
              <a:pathLst>
                <a:path w="68161" h="167167">
                  <a:moveTo>
                    <a:pt x="68161" y="14527"/>
                  </a:moveTo>
                  <a:lnTo>
                    <a:pt x="62779" y="12236"/>
                  </a:lnTo>
                  <a:lnTo>
                    <a:pt x="57319" y="10134"/>
                  </a:lnTo>
                  <a:lnTo>
                    <a:pt x="51789" y="8224"/>
                  </a:lnTo>
                  <a:lnTo>
                    <a:pt x="46195" y="6509"/>
                  </a:lnTo>
                  <a:lnTo>
                    <a:pt x="40546" y="4991"/>
                  </a:lnTo>
                  <a:lnTo>
                    <a:pt x="34846" y="3672"/>
                  </a:lnTo>
                  <a:lnTo>
                    <a:pt x="29104" y="2553"/>
                  </a:lnTo>
                  <a:lnTo>
                    <a:pt x="23326" y="1635"/>
                  </a:lnTo>
                  <a:lnTo>
                    <a:pt x="17519" y="920"/>
                  </a:lnTo>
                  <a:lnTo>
                    <a:pt x="11691" y="409"/>
                  </a:lnTo>
                  <a:lnTo>
                    <a:pt x="584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750" y="2126963"/>
              <a:ext cx="6721" cy="167167"/>
            </a:xfrm>
            <a:custGeom>
              <a:avLst/>
              <a:pathLst>
                <a:path w="6721" h="167167">
                  <a:moveTo>
                    <a:pt x="6721" y="0"/>
                  </a:moveTo>
                  <a:lnTo>
                    <a:pt x="0" y="135"/>
                  </a:lnTo>
                  <a:lnTo>
                    <a:pt x="672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10" y="2127098"/>
              <a:ext cx="334320" cy="334195"/>
            </a:xfrm>
            <a:custGeom>
              <a:avLst/>
              <a:pathLst>
                <a:path w="334320" h="334195">
                  <a:moveTo>
                    <a:pt x="160440" y="0"/>
                  </a:moveTo>
                  <a:lnTo>
                    <a:pt x="155147" y="297"/>
                  </a:lnTo>
                  <a:lnTo>
                    <a:pt x="149866" y="761"/>
                  </a:lnTo>
                  <a:lnTo>
                    <a:pt x="144602" y="1394"/>
                  </a:lnTo>
                  <a:lnTo>
                    <a:pt x="139361" y="2192"/>
                  </a:lnTo>
                  <a:lnTo>
                    <a:pt x="134147" y="3157"/>
                  </a:lnTo>
                  <a:lnTo>
                    <a:pt x="128967" y="4286"/>
                  </a:lnTo>
                  <a:lnTo>
                    <a:pt x="123826" y="5579"/>
                  </a:lnTo>
                  <a:lnTo>
                    <a:pt x="118728" y="7034"/>
                  </a:lnTo>
                  <a:lnTo>
                    <a:pt x="113679" y="8651"/>
                  </a:lnTo>
                  <a:lnTo>
                    <a:pt x="108683" y="10426"/>
                  </a:lnTo>
                  <a:lnTo>
                    <a:pt x="103747" y="12359"/>
                  </a:lnTo>
                  <a:lnTo>
                    <a:pt x="98874" y="14448"/>
                  </a:lnTo>
                  <a:lnTo>
                    <a:pt x="94070" y="16690"/>
                  </a:lnTo>
                  <a:lnTo>
                    <a:pt x="89339" y="19084"/>
                  </a:lnTo>
                  <a:lnTo>
                    <a:pt x="84687" y="21626"/>
                  </a:lnTo>
                  <a:lnTo>
                    <a:pt x="80117" y="24314"/>
                  </a:lnTo>
                  <a:lnTo>
                    <a:pt x="75635" y="27146"/>
                  </a:lnTo>
                  <a:lnTo>
                    <a:pt x="71246" y="30119"/>
                  </a:lnTo>
                  <a:lnTo>
                    <a:pt x="66952" y="33229"/>
                  </a:lnTo>
                  <a:lnTo>
                    <a:pt x="62760" y="36474"/>
                  </a:lnTo>
                  <a:lnTo>
                    <a:pt x="58672" y="39851"/>
                  </a:lnTo>
                  <a:lnTo>
                    <a:pt x="54694" y="43355"/>
                  </a:lnTo>
                  <a:lnTo>
                    <a:pt x="50828" y="46983"/>
                  </a:lnTo>
                  <a:lnTo>
                    <a:pt x="47080" y="50733"/>
                  </a:lnTo>
                  <a:lnTo>
                    <a:pt x="43453" y="54599"/>
                  </a:lnTo>
                  <a:lnTo>
                    <a:pt x="39950" y="58578"/>
                  </a:lnTo>
                  <a:lnTo>
                    <a:pt x="36574" y="62667"/>
                  </a:lnTo>
                  <a:lnTo>
                    <a:pt x="33331" y="66860"/>
                  </a:lnTo>
                  <a:lnTo>
                    <a:pt x="30222" y="71154"/>
                  </a:lnTo>
                  <a:lnTo>
                    <a:pt x="27250" y="75545"/>
                  </a:lnTo>
                  <a:lnTo>
                    <a:pt x="24419" y="80028"/>
                  </a:lnTo>
                  <a:lnTo>
                    <a:pt x="21732" y="84598"/>
                  </a:lnTo>
                  <a:lnTo>
                    <a:pt x="19191" y="89251"/>
                  </a:lnTo>
                  <a:lnTo>
                    <a:pt x="16799" y="93982"/>
                  </a:lnTo>
                  <a:lnTo>
                    <a:pt x="14558" y="98787"/>
                  </a:lnTo>
                  <a:lnTo>
                    <a:pt x="12471" y="103661"/>
                  </a:lnTo>
                  <a:lnTo>
                    <a:pt x="10539" y="108598"/>
                  </a:lnTo>
                  <a:lnTo>
                    <a:pt x="8765" y="113594"/>
                  </a:lnTo>
                  <a:lnTo>
                    <a:pt x="7150" y="118643"/>
                  </a:lnTo>
                  <a:lnTo>
                    <a:pt x="5696" y="123742"/>
                  </a:lnTo>
                  <a:lnTo>
                    <a:pt x="4405" y="128884"/>
                  </a:lnTo>
                  <a:lnTo>
                    <a:pt x="3277" y="134064"/>
                  </a:lnTo>
                  <a:lnTo>
                    <a:pt x="2314" y="139277"/>
                  </a:lnTo>
                  <a:lnTo>
                    <a:pt x="1517" y="144519"/>
                  </a:lnTo>
                  <a:lnTo>
                    <a:pt x="886" y="149783"/>
                  </a:lnTo>
                  <a:lnTo>
                    <a:pt x="423" y="155064"/>
                  </a:lnTo>
                  <a:lnTo>
                    <a:pt x="127" y="160357"/>
                  </a:lnTo>
                  <a:lnTo>
                    <a:pt x="0" y="165657"/>
                  </a:lnTo>
                  <a:lnTo>
                    <a:pt x="40" y="170959"/>
                  </a:lnTo>
                  <a:lnTo>
                    <a:pt x="249" y="176256"/>
                  </a:lnTo>
                  <a:lnTo>
                    <a:pt x="625" y="181545"/>
                  </a:lnTo>
                  <a:lnTo>
                    <a:pt x="1169" y="186818"/>
                  </a:lnTo>
                  <a:lnTo>
                    <a:pt x="1880" y="192072"/>
                  </a:lnTo>
                  <a:lnTo>
                    <a:pt x="2757" y="197301"/>
                  </a:lnTo>
                  <a:lnTo>
                    <a:pt x="3800" y="202499"/>
                  </a:lnTo>
                  <a:lnTo>
                    <a:pt x="5006" y="207661"/>
                  </a:lnTo>
                  <a:lnTo>
                    <a:pt x="6376" y="212783"/>
                  </a:lnTo>
                  <a:lnTo>
                    <a:pt x="7908" y="217858"/>
                  </a:lnTo>
                  <a:lnTo>
                    <a:pt x="9600" y="222883"/>
                  </a:lnTo>
                  <a:lnTo>
                    <a:pt x="11450" y="227851"/>
                  </a:lnTo>
                  <a:lnTo>
                    <a:pt x="13457" y="232758"/>
                  </a:lnTo>
                  <a:lnTo>
                    <a:pt x="15618" y="237599"/>
                  </a:lnTo>
                  <a:lnTo>
                    <a:pt x="17932" y="242369"/>
                  </a:lnTo>
                  <a:lnTo>
                    <a:pt x="20396" y="247063"/>
                  </a:lnTo>
                  <a:lnTo>
                    <a:pt x="23008" y="251677"/>
                  </a:lnTo>
                  <a:lnTo>
                    <a:pt x="25765" y="256206"/>
                  </a:lnTo>
                  <a:lnTo>
                    <a:pt x="28664" y="260644"/>
                  </a:lnTo>
                  <a:lnTo>
                    <a:pt x="31702" y="264989"/>
                  </a:lnTo>
                  <a:lnTo>
                    <a:pt x="34876" y="269235"/>
                  </a:lnTo>
                  <a:lnTo>
                    <a:pt x="38184" y="273379"/>
                  </a:lnTo>
                  <a:lnTo>
                    <a:pt x="41621" y="277415"/>
                  </a:lnTo>
                  <a:lnTo>
                    <a:pt x="45184" y="281341"/>
                  </a:lnTo>
                  <a:lnTo>
                    <a:pt x="48870" y="285151"/>
                  </a:lnTo>
                  <a:lnTo>
                    <a:pt x="52675" y="288843"/>
                  </a:lnTo>
                  <a:lnTo>
                    <a:pt x="56596" y="292412"/>
                  </a:lnTo>
                  <a:lnTo>
                    <a:pt x="60627" y="295855"/>
                  </a:lnTo>
                  <a:lnTo>
                    <a:pt x="64766" y="299168"/>
                  </a:lnTo>
                  <a:lnTo>
                    <a:pt x="69007" y="302349"/>
                  </a:lnTo>
                  <a:lnTo>
                    <a:pt x="73348" y="305393"/>
                  </a:lnTo>
                  <a:lnTo>
                    <a:pt x="77782" y="308299"/>
                  </a:lnTo>
                  <a:lnTo>
                    <a:pt x="82307" y="311062"/>
                  </a:lnTo>
                  <a:lnTo>
                    <a:pt x="86917" y="313680"/>
                  </a:lnTo>
                  <a:lnTo>
                    <a:pt x="91608" y="316151"/>
                  </a:lnTo>
                  <a:lnTo>
                    <a:pt x="96374" y="318472"/>
                  </a:lnTo>
                  <a:lnTo>
                    <a:pt x="101212" y="320641"/>
                  </a:lnTo>
                  <a:lnTo>
                    <a:pt x="106116" y="322655"/>
                  </a:lnTo>
                  <a:lnTo>
                    <a:pt x="111082" y="324512"/>
                  </a:lnTo>
                  <a:lnTo>
                    <a:pt x="116104" y="326211"/>
                  </a:lnTo>
                  <a:lnTo>
                    <a:pt x="121177" y="327750"/>
                  </a:lnTo>
                  <a:lnTo>
                    <a:pt x="126297" y="329128"/>
                  </a:lnTo>
                  <a:lnTo>
                    <a:pt x="131457" y="330342"/>
                  </a:lnTo>
                  <a:lnTo>
                    <a:pt x="136654" y="331392"/>
                  </a:lnTo>
                  <a:lnTo>
                    <a:pt x="141881" y="332277"/>
                  </a:lnTo>
                  <a:lnTo>
                    <a:pt x="147134" y="332995"/>
                  </a:lnTo>
                  <a:lnTo>
                    <a:pt x="152407" y="333547"/>
                  </a:lnTo>
                  <a:lnTo>
                    <a:pt x="157694" y="333931"/>
                  </a:lnTo>
                  <a:lnTo>
                    <a:pt x="162992" y="334147"/>
                  </a:lnTo>
                  <a:lnTo>
                    <a:pt x="168293" y="334195"/>
                  </a:lnTo>
                  <a:lnTo>
                    <a:pt x="173593" y="334075"/>
                  </a:lnTo>
                  <a:lnTo>
                    <a:pt x="178887" y="333787"/>
                  </a:lnTo>
                  <a:lnTo>
                    <a:pt x="184169" y="333332"/>
                  </a:lnTo>
                  <a:lnTo>
                    <a:pt x="189434" y="332709"/>
                  </a:lnTo>
                  <a:lnTo>
                    <a:pt x="194677" y="331919"/>
                  </a:lnTo>
                  <a:lnTo>
                    <a:pt x="199891" y="330964"/>
                  </a:lnTo>
                  <a:lnTo>
                    <a:pt x="205073" y="329843"/>
                  </a:lnTo>
                  <a:lnTo>
                    <a:pt x="210217" y="328559"/>
                  </a:lnTo>
                  <a:lnTo>
                    <a:pt x="215317" y="327113"/>
                  </a:lnTo>
                  <a:lnTo>
                    <a:pt x="220370" y="325505"/>
                  </a:lnTo>
                  <a:lnTo>
                    <a:pt x="225368" y="323738"/>
                  </a:lnTo>
                  <a:lnTo>
                    <a:pt x="230308" y="321814"/>
                  </a:lnTo>
                  <a:lnTo>
                    <a:pt x="235184" y="319733"/>
                  </a:lnTo>
                  <a:lnTo>
                    <a:pt x="239992" y="317500"/>
                  </a:lnTo>
                  <a:lnTo>
                    <a:pt x="244727" y="315114"/>
                  </a:lnTo>
                  <a:lnTo>
                    <a:pt x="249384" y="312580"/>
                  </a:lnTo>
                  <a:lnTo>
                    <a:pt x="253958" y="309900"/>
                  </a:lnTo>
                  <a:lnTo>
                    <a:pt x="258445" y="307076"/>
                  </a:lnTo>
                  <a:lnTo>
                    <a:pt x="262840" y="304111"/>
                  </a:lnTo>
                  <a:lnTo>
                    <a:pt x="267138" y="301008"/>
                  </a:lnTo>
                  <a:lnTo>
                    <a:pt x="271337" y="297770"/>
                  </a:lnTo>
                  <a:lnTo>
                    <a:pt x="275430" y="294401"/>
                  </a:lnTo>
                  <a:lnTo>
                    <a:pt x="279414" y="290903"/>
                  </a:lnTo>
                  <a:lnTo>
                    <a:pt x="283286" y="287281"/>
                  </a:lnTo>
                  <a:lnTo>
                    <a:pt x="287041" y="283539"/>
                  </a:lnTo>
                  <a:lnTo>
                    <a:pt x="290675" y="279679"/>
                  </a:lnTo>
                  <a:lnTo>
                    <a:pt x="294185" y="275705"/>
                  </a:lnTo>
                  <a:lnTo>
                    <a:pt x="297567" y="271623"/>
                  </a:lnTo>
                  <a:lnTo>
                    <a:pt x="300818" y="267435"/>
                  </a:lnTo>
                  <a:lnTo>
                    <a:pt x="303935" y="263146"/>
                  </a:lnTo>
                  <a:lnTo>
                    <a:pt x="306914" y="258761"/>
                  </a:lnTo>
                  <a:lnTo>
                    <a:pt x="309752" y="254283"/>
                  </a:lnTo>
                  <a:lnTo>
                    <a:pt x="312447" y="249717"/>
                  </a:lnTo>
                  <a:lnTo>
                    <a:pt x="314996" y="245069"/>
                  </a:lnTo>
                  <a:lnTo>
                    <a:pt x="317397" y="240341"/>
                  </a:lnTo>
                  <a:lnTo>
                    <a:pt x="319646" y="235541"/>
                  </a:lnTo>
                  <a:lnTo>
                    <a:pt x="321741" y="230671"/>
                  </a:lnTo>
                  <a:lnTo>
                    <a:pt x="323682" y="225737"/>
                  </a:lnTo>
                  <a:lnTo>
                    <a:pt x="325465" y="220744"/>
                  </a:lnTo>
                  <a:lnTo>
                    <a:pt x="327088" y="215697"/>
                  </a:lnTo>
                  <a:lnTo>
                    <a:pt x="328551" y="210601"/>
                  </a:lnTo>
                  <a:lnTo>
                    <a:pt x="329851" y="205462"/>
                  </a:lnTo>
                  <a:lnTo>
                    <a:pt x="330988" y="200283"/>
                  </a:lnTo>
                  <a:lnTo>
                    <a:pt x="331960" y="195072"/>
                  </a:lnTo>
                  <a:lnTo>
                    <a:pt x="332767" y="189832"/>
                  </a:lnTo>
                  <a:lnTo>
                    <a:pt x="333406" y="184569"/>
                  </a:lnTo>
                  <a:lnTo>
                    <a:pt x="333879" y="179288"/>
                  </a:lnTo>
                  <a:lnTo>
                    <a:pt x="334184" y="173995"/>
                  </a:lnTo>
                  <a:lnTo>
                    <a:pt x="334320" y="168696"/>
                  </a:lnTo>
                  <a:lnTo>
                    <a:pt x="334289" y="163394"/>
                  </a:lnTo>
                  <a:lnTo>
                    <a:pt x="334090" y="158096"/>
                  </a:lnTo>
                  <a:lnTo>
                    <a:pt x="333722" y="152807"/>
                  </a:lnTo>
                  <a:lnTo>
                    <a:pt x="167161" y="167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6561" cy="167167"/>
            </a:xfrm>
            <a:custGeom>
              <a:avLst/>
              <a:pathLst>
                <a:path w="166561" h="167167">
                  <a:moveTo>
                    <a:pt x="166561" y="152942"/>
                  </a:moveTo>
                  <a:lnTo>
                    <a:pt x="166014" y="147572"/>
                  </a:lnTo>
                  <a:lnTo>
                    <a:pt x="165295" y="142221"/>
                  </a:lnTo>
                  <a:lnTo>
                    <a:pt x="164403" y="136897"/>
                  </a:lnTo>
                  <a:lnTo>
                    <a:pt x="163340" y="131604"/>
                  </a:lnTo>
                  <a:lnTo>
                    <a:pt x="162107" y="126348"/>
                  </a:lnTo>
                  <a:lnTo>
                    <a:pt x="160704" y="121135"/>
                  </a:lnTo>
                  <a:lnTo>
                    <a:pt x="159134" y="115970"/>
                  </a:lnTo>
                  <a:lnTo>
                    <a:pt x="157398" y="110858"/>
                  </a:lnTo>
                  <a:lnTo>
                    <a:pt x="155498" y="105805"/>
                  </a:lnTo>
                  <a:lnTo>
                    <a:pt x="153435" y="100816"/>
                  </a:lnTo>
                  <a:lnTo>
                    <a:pt x="151213" y="95896"/>
                  </a:lnTo>
                  <a:lnTo>
                    <a:pt x="148832" y="91051"/>
                  </a:lnTo>
                  <a:lnTo>
                    <a:pt x="146297" y="86284"/>
                  </a:lnTo>
                  <a:lnTo>
                    <a:pt x="143609" y="81603"/>
                  </a:lnTo>
                  <a:lnTo>
                    <a:pt x="140771" y="77010"/>
                  </a:lnTo>
                  <a:lnTo>
                    <a:pt x="137787" y="72512"/>
                  </a:lnTo>
                  <a:lnTo>
                    <a:pt x="134658" y="68112"/>
                  </a:lnTo>
                  <a:lnTo>
                    <a:pt x="131390" y="63815"/>
                  </a:lnTo>
                  <a:lnTo>
                    <a:pt x="127984" y="59627"/>
                  </a:lnTo>
                  <a:lnTo>
                    <a:pt x="124445" y="55550"/>
                  </a:lnTo>
                  <a:lnTo>
                    <a:pt x="120776" y="51590"/>
                  </a:lnTo>
                  <a:lnTo>
                    <a:pt x="116981" y="47750"/>
                  </a:lnTo>
                  <a:lnTo>
                    <a:pt x="113064" y="44035"/>
                  </a:lnTo>
                  <a:lnTo>
                    <a:pt x="109029" y="40449"/>
                  </a:lnTo>
                  <a:lnTo>
                    <a:pt x="104880" y="36994"/>
                  </a:lnTo>
                  <a:lnTo>
                    <a:pt x="100622" y="33675"/>
                  </a:lnTo>
                  <a:lnTo>
                    <a:pt x="96259" y="30496"/>
                  </a:lnTo>
                  <a:lnTo>
                    <a:pt x="91796" y="27459"/>
                  </a:lnTo>
                  <a:lnTo>
                    <a:pt x="87237" y="24568"/>
                  </a:lnTo>
                  <a:lnTo>
                    <a:pt x="82587" y="21825"/>
                  </a:lnTo>
                  <a:lnTo>
                    <a:pt x="77851" y="19234"/>
                  </a:lnTo>
                  <a:lnTo>
                    <a:pt x="73034" y="16797"/>
                  </a:lnTo>
                  <a:lnTo>
                    <a:pt x="68140" y="14518"/>
                  </a:lnTo>
                  <a:lnTo>
                    <a:pt x="63175" y="12397"/>
                  </a:lnTo>
                  <a:lnTo>
                    <a:pt x="58145" y="10438"/>
                  </a:lnTo>
                  <a:lnTo>
                    <a:pt x="53054" y="8642"/>
                  </a:lnTo>
                  <a:lnTo>
                    <a:pt x="47907" y="7011"/>
                  </a:lnTo>
                  <a:lnTo>
                    <a:pt x="42711" y="5548"/>
                  </a:lnTo>
                  <a:lnTo>
                    <a:pt x="37470" y="4253"/>
                  </a:lnTo>
                  <a:lnTo>
                    <a:pt x="32190" y="3128"/>
                  </a:lnTo>
                  <a:lnTo>
                    <a:pt x="26876" y="2174"/>
                  </a:lnTo>
                  <a:lnTo>
                    <a:pt x="21535" y="1392"/>
                  </a:lnTo>
                  <a:lnTo>
                    <a:pt x="16171" y="783"/>
                  </a:lnTo>
                  <a:lnTo>
                    <a:pt x="10790" y="348"/>
                  </a:lnTo>
                  <a:lnTo>
                    <a:pt x="539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5590" y="1681503"/>
              <a:ext cx="7644" cy="167167"/>
            </a:xfrm>
            <a:custGeom>
              <a:avLst/>
              <a:pathLst>
                <a:path w="7644" h="167167">
                  <a:moveTo>
                    <a:pt x="7644" y="0"/>
                  </a:moveTo>
                  <a:lnTo>
                    <a:pt x="0" y="174"/>
                  </a:lnTo>
                  <a:lnTo>
                    <a:pt x="764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5590" y="1681678"/>
              <a:ext cx="7644" cy="166992"/>
            </a:xfrm>
            <a:custGeom>
              <a:avLst/>
              <a:pathLst>
                <a:path w="7644" h="166992">
                  <a:moveTo>
                    <a:pt x="0" y="0"/>
                  </a:moveTo>
                  <a:lnTo>
                    <a:pt x="7644" y="1669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73" y="1681678"/>
              <a:ext cx="334321" cy="334159"/>
            </a:xfrm>
            <a:custGeom>
              <a:avLst/>
              <a:pathLst>
                <a:path w="334321" h="334159">
                  <a:moveTo>
                    <a:pt x="159517" y="0"/>
                  </a:moveTo>
                  <a:lnTo>
                    <a:pt x="154245" y="324"/>
                  </a:lnTo>
                  <a:lnTo>
                    <a:pt x="148986" y="816"/>
                  </a:lnTo>
                  <a:lnTo>
                    <a:pt x="143746" y="1473"/>
                  </a:lnTo>
                  <a:lnTo>
                    <a:pt x="138528" y="2295"/>
                  </a:lnTo>
                  <a:lnTo>
                    <a:pt x="133340" y="3282"/>
                  </a:lnTo>
                  <a:lnTo>
                    <a:pt x="128185" y="4432"/>
                  </a:lnTo>
                  <a:lnTo>
                    <a:pt x="123069" y="5744"/>
                  </a:lnTo>
                  <a:lnTo>
                    <a:pt x="117997" y="7218"/>
                  </a:lnTo>
                  <a:lnTo>
                    <a:pt x="112974" y="8851"/>
                  </a:lnTo>
                  <a:lnTo>
                    <a:pt x="108005" y="10642"/>
                  </a:lnTo>
                  <a:lnTo>
                    <a:pt x="103095" y="12588"/>
                  </a:lnTo>
                  <a:lnTo>
                    <a:pt x="98249" y="14689"/>
                  </a:lnTo>
                  <a:lnTo>
                    <a:pt x="93472" y="16942"/>
                  </a:lnTo>
                  <a:lnTo>
                    <a:pt x="88769" y="19345"/>
                  </a:lnTo>
                  <a:lnTo>
                    <a:pt x="84143" y="21895"/>
                  </a:lnTo>
                  <a:lnTo>
                    <a:pt x="79601" y="24591"/>
                  </a:lnTo>
                  <a:lnTo>
                    <a:pt x="75146" y="27428"/>
                  </a:lnTo>
                  <a:lnTo>
                    <a:pt x="70783" y="30404"/>
                  </a:lnTo>
                  <a:lnTo>
                    <a:pt x="66516" y="33517"/>
                  </a:lnTo>
                  <a:lnTo>
                    <a:pt x="62350" y="36763"/>
                  </a:lnTo>
                  <a:lnTo>
                    <a:pt x="58288" y="40139"/>
                  </a:lnTo>
                  <a:lnTo>
                    <a:pt x="54335" y="43642"/>
                  </a:lnTo>
                  <a:lnTo>
                    <a:pt x="50494" y="47268"/>
                  </a:lnTo>
                  <a:lnTo>
                    <a:pt x="46770" y="51013"/>
                  </a:lnTo>
                  <a:lnTo>
                    <a:pt x="43166" y="54875"/>
                  </a:lnTo>
                  <a:lnTo>
                    <a:pt x="39686" y="58848"/>
                  </a:lnTo>
                  <a:lnTo>
                    <a:pt x="36334" y="62929"/>
                  </a:lnTo>
                  <a:lnTo>
                    <a:pt x="33111" y="67114"/>
                  </a:lnTo>
                  <a:lnTo>
                    <a:pt x="30023" y="71398"/>
                  </a:lnTo>
                  <a:lnTo>
                    <a:pt x="27072" y="75779"/>
                  </a:lnTo>
                  <a:lnTo>
                    <a:pt x="24260" y="80250"/>
                  </a:lnTo>
                  <a:lnTo>
                    <a:pt x="21591" y="84807"/>
                  </a:lnTo>
                  <a:lnTo>
                    <a:pt x="19067" y="89447"/>
                  </a:lnTo>
                  <a:lnTo>
                    <a:pt x="16691" y="94164"/>
                  </a:lnTo>
                  <a:lnTo>
                    <a:pt x="14466" y="98954"/>
                  </a:lnTo>
                  <a:lnTo>
                    <a:pt x="12393" y="103812"/>
                  </a:lnTo>
                  <a:lnTo>
                    <a:pt x="10474" y="108733"/>
                  </a:lnTo>
                  <a:lnTo>
                    <a:pt x="8712" y="113712"/>
                  </a:lnTo>
                  <a:lnTo>
                    <a:pt x="7108" y="118744"/>
                  </a:lnTo>
                  <a:lnTo>
                    <a:pt x="5663" y="123825"/>
                  </a:lnTo>
                  <a:lnTo>
                    <a:pt x="4380" y="128948"/>
                  </a:lnTo>
                  <a:lnTo>
                    <a:pt x="3260" y="134109"/>
                  </a:lnTo>
                  <a:lnTo>
                    <a:pt x="2303" y="139304"/>
                  </a:lnTo>
                  <a:lnTo>
                    <a:pt x="1510" y="144526"/>
                  </a:lnTo>
                  <a:lnTo>
                    <a:pt x="883" y="149770"/>
                  </a:lnTo>
                  <a:lnTo>
                    <a:pt x="422" y="155032"/>
                  </a:lnTo>
                  <a:lnTo>
                    <a:pt x="127" y="160305"/>
                  </a:lnTo>
                  <a:lnTo>
                    <a:pt x="0" y="165585"/>
                  </a:lnTo>
                  <a:lnTo>
                    <a:pt x="38" y="170867"/>
                  </a:lnTo>
                  <a:lnTo>
                    <a:pt x="244" y="176144"/>
                  </a:lnTo>
                  <a:lnTo>
                    <a:pt x="617" y="181413"/>
                  </a:lnTo>
                  <a:lnTo>
                    <a:pt x="1155" y="186667"/>
                  </a:lnTo>
                  <a:lnTo>
                    <a:pt x="1860" y="191902"/>
                  </a:lnTo>
                  <a:lnTo>
                    <a:pt x="2729" y="197111"/>
                  </a:lnTo>
                  <a:lnTo>
                    <a:pt x="3763" y="202291"/>
                  </a:lnTo>
                  <a:lnTo>
                    <a:pt x="4960" y="207435"/>
                  </a:lnTo>
                  <a:lnTo>
                    <a:pt x="6318" y="212539"/>
                  </a:lnTo>
                  <a:lnTo>
                    <a:pt x="7837" y="217598"/>
                  </a:lnTo>
                  <a:lnTo>
                    <a:pt x="9516" y="222606"/>
                  </a:lnTo>
                  <a:lnTo>
                    <a:pt x="11351" y="227558"/>
                  </a:lnTo>
                  <a:lnTo>
                    <a:pt x="13342" y="232450"/>
                  </a:lnTo>
                  <a:lnTo>
                    <a:pt x="15487" y="237277"/>
                  </a:lnTo>
                  <a:lnTo>
                    <a:pt x="17783" y="242033"/>
                  </a:lnTo>
                  <a:lnTo>
                    <a:pt x="20228" y="246715"/>
                  </a:lnTo>
                  <a:lnTo>
                    <a:pt x="22820" y="251317"/>
                  </a:lnTo>
                  <a:lnTo>
                    <a:pt x="25556" y="255835"/>
                  </a:lnTo>
                  <a:lnTo>
                    <a:pt x="28434" y="260264"/>
                  </a:lnTo>
                  <a:lnTo>
                    <a:pt x="31449" y="264600"/>
                  </a:lnTo>
                  <a:lnTo>
                    <a:pt x="34601" y="268839"/>
                  </a:lnTo>
                  <a:lnTo>
                    <a:pt x="37884" y="272976"/>
                  </a:lnTo>
                  <a:lnTo>
                    <a:pt x="41297" y="277007"/>
                  </a:lnTo>
                  <a:lnTo>
                    <a:pt x="44835" y="280928"/>
                  </a:lnTo>
                  <a:lnTo>
                    <a:pt x="48496" y="284735"/>
                  </a:lnTo>
                  <a:lnTo>
                    <a:pt x="52275" y="288426"/>
                  </a:lnTo>
                  <a:lnTo>
                    <a:pt x="56168" y="291994"/>
                  </a:lnTo>
                  <a:lnTo>
                    <a:pt x="60173" y="295438"/>
                  </a:lnTo>
                  <a:lnTo>
                    <a:pt x="64284" y="298754"/>
                  </a:lnTo>
                  <a:lnTo>
                    <a:pt x="68498" y="301938"/>
                  </a:lnTo>
                  <a:lnTo>
                    <a:pt x="72810" y="304988"/>
                  </a:lnTo>
                  <a:lnTo>
                    <a:pt x="77217" y="307900"/>
                  </a:lnTo>
                  <a:lnTo>
                    <a:pt x="81713" y="310671"/>
                  </a:lnTo>
                  <a:lnTo>
                    <a:pt x="86295" y="313299"/>
                  </a:lnTo>
                  <a:lnTo>
                    <a:pt x="90957" y="315780"/>
                  </a:lnTo>
                  <a:lnTo>
                    <a:pt x="95696" y="318113"/>
                  </a:lnTo>
                  <a:lnTo>
                    <a:pt x="100505" y="320296"/>
                  </a:lnTo>
                  <a:lnTo>
                    <a:pt x="105382" y="322325"/>
                  </a:lnTo>
                  <a:lnTo>
                    <a:pt x="110320" y="324199"/>
                  </a:lnTo>
                  <a:lnTo>
                    <a:pt x="115314" y="325916"/>
                  </a:lnTo>
                  <a:lnTo>
                    <a:pt x="120361" y="327475"/>
                  </a:lnTo>
                  <a:lnTo>
                    <a:pt x="125454" y="328873"/>
                  </a:lnTo>
                  <a:lnTo>
                    <a:pt x="130589" y="330110"/>
                  </a:lnTo>
                  <a:lnTo>
                    <a:pt x="135760" y="331184"/>
                  </a:lnTo>
                  <a:lnTo>
                    <a:pt x="140963" y="332094"/>
                  </a:lnTo>
                  <a:lnTo>
                    <a:pt x="146192" y="332839"/>
                  </a:lnTo>
                  <a:lnTo>
                    <a:pt x="151442" y="333419"/>
                  </a:lnTo>
                  <a:lnTo>
                    <a:pt x="156707" y="333832"/>
                  </a:lnTo>
                  <a:lnTo>
                    <a:pt x="161983" y="334079"/>
                  </a:lnTo>
                  <a:lnTo>
                    <a:pt x="167264" y="334159"/>
                  </a:lnTo>
                  <a:lnTo>
                    <a:pt x="172545" y="334073"/>
                  </a:lnTo>
                  <a:lnTo>
                    <a:pt x="177821" y="333819"/>
                  </a:lnTo>
                  <a:lnTo>
                    <a:pt x="183086" y="333399"/>
                  </a:lnTo>
                  <a:lnTo>
                    <a:pt x="188335" y="332813"/>
                  </a:lnTo>
                  <a:lnTo>
                    <a:pt x="193563" y="332061"/>
                  </a:lnTo>
                  <a:lnTo>
                    <a:pt x="198764" y="331145"/>
                  </a:lnTo>
                  <a:lnTo>
                    <a:pt x="203934" y="330065"/>
                  </a:lnTo>
                  <a:lnTo>
                    <a:pt x="209068" y="328822"/>
                  </a:lnTo>
                  <a:lnTo>
                    <a:pt x="214159" y="327417"/>
                  </a:lnTo>
                  <a:lnTo>
                    <a:pt x="219204" y="325852"/>
                  </a:lnTo>
                  <a:lnTo>
                    <a:pt x="224196" y="324129"/>
                  </a:lnTo>
                  <a:lnTo>
                    <a:pt x="229132" y="322248"/>
                  </a:lnTo>
                  <a:lnTo>
                    <a:pt x="234006" y="320213"/>
                  </a:lnTo>
                  <a:lnTo>
                    <a:pt x="238813" y="318025"/>
                  </a:lnTo>
                  <a:lnTo>
                    <a:pt x="243549" y="315686"/>
                  </a:lnTo>
                  <a:lnTo>
                    <a:pt x="248208" y="313199"/>
                  </a:lnTo>
                  <a:lnTo>
                    <a:pt x="252786" y="310565"/>
                  </a:lnTo>
                  <a:lnTo>
                    <a:pt x="257279" y="307789"/>
                  </a:lnTo>
                  <a:lnTo>
                    <a:pt x="261682" y="304871"/>
                  </a:lnTo>
                  <a:lnTo>
                    <a:pt x="265991" y="301816"/>
                  </a:lnTo>
                  <a:lnTo>
                    <a:pt x="270201" y="298627"/>
                  </a:lnTo>
                  <a:lnTo>
                    <a:pt x="274308" y="295306"/>
                  </a:lnTo>
                  <a:lnTo>
                    <a:pt x="278308" y="291857"/>
                  </a:lnTo>
                  <a:lnTo>
                    <a:pt x="282197" y="288284"/>
                  </a:lnTo>
                  <a:lnTo>
                    <a:pt x="285972" y="284589"/>
                  </a:lnTo>
                  <a:lnTo>
                    <a:pt x="289627" y="280777"/>
                  </a:lnTo>
                  <a:lnTo>
                    <a:pt x="293161" y="276851"/>
                  </a:lnTo>
                  <a:lnTo>
                    <a:pt x="296568" y="272816"/>
                  </a:lnTo>
                  <a:lnTo>
                    <a:pt x="299847" y="268675"/>
                  </a:lnTo>
                  <a:lnTo>
                    <a:pt x="302993" y="264432"/>
                  </a:lnTo>
                  <a:lnTo>
                    <a:pt x="306004" y="260093"/>
                  </a:lnTo>
                  <a:lnTo>
                    <a:pt x="308875" y="255660"/>
                  </a:lnTo>
                  <a:lnTo>
                    <a:pt x="311606" y="251139"/>
                  </a:lnTo>
                  <a:lnTo>
                    <a:pt x="314192" y="246533"/>
                  </a:lnTo>
                  <a:lnTo>
                    <a:pt x="316631" y="241849"/>
                  </a:lnTo>
                  <a:lnTo>
                    <a:pt x="318922" y="237090"/>
                  </a:lnTo>
                  <a:lnTo>
                    <a:pt x="321060" y="232260"/>
                  </a:lnTo>
                  <a:lnTo>
                    <a:pt x="323045" y="227366"/>
                  </a:lnTo>
                  <a:lnTo>
                    <a:pt x="324875" y="222411"/>
                  </a:lnTo>
                  <a:lnTo>
                    <a:pt x="326547" y="217401"/>
                  </a:lnTo>
                  <a:lnTo>
                    <a:pt x="328060" y="212341"/>
                  </a:lnTo>
                  <a:lnTo>
                    <a:pt x="329412" y="207235"/>
                  </a:lnTo>
                  <a:lnTo>
                    <a:pt x="330603" y="202089"/>
                  </a:lnTo>
                  <a:lnTo>
                    <a:pt x="331630" y="196908"/>
                  </a:lnTo>
                  <a:lnTo>
                    <a:pt x="332493" y="191698"/>
                  </a:lnTo>
                  <a:lnTo>
                    <a:pt x="333191" y="186462"/>
                  </a:lnTo>
                  <a:lnTo>
                    <a:pt x="333723" y="181207"/>
                  </a:lnTo>
                  <a:lnTo>
                    <a:pt x="334089" y="175938"/>
                  </a:lnTo>
                  <a:lnTo>
                    <a:pt x="334288" y="170660"/>
                  </a:lnTo>
                  <a:lnTo>
                    <a:pt x="334321" y="165379"/>
                  </a:lnTo>
                  <a:lnTo>
                    <a:pt x="334186" y="160099"/>
                  </a:lnTo>
                  <a:lnTo>
                    <a:pt x="333885" y="154826"/>
                  </a:lnTo>
                  <a:lnTo>
                    <a:pt x="333418" y="149565"/>
                  </a:lnTo>
                  <a:lnTo>
                    <a:pt x="332784" y="144321"/>
                  </a:lnTo>
                  <a:lnTo>
                    <a:pt x="331985" y="139100"/>
                  </a:lnTo>
                  <a:lnTo>
                    <a:pt x="331022" y="133907"/>
                  </a:lnTo>
                  <a:lnTo>
                    <a:pt x="329895" y="128747"/>
                  </a:lnTo>
                  <a:lnTo>
                    <a:pt x="328605" y="123625"/>
                  </a:lnTo>
                  <a:lnTo>
                    <a:pt x="327155" y="118547"/>
                  </a:lnTo>
                  <a:lnTo>
                    <a:pt x="325544" y="113516"/>
                  </a:lnTo>
                  <a:lnTo>
                    <a:pt x="323776" y="108540"/>
                  </a:lnTo>
                  <a:lnTo>
                    <a:pt x="321851" y="103621"/>
                  </a:lnTo>
                  <a:lnTo>
                    <a:pt x="319772" y="98766"/>
                  </a:lnTo>
                  <a:lnTo>
                    <a:pt x="317541" y="93979"/>
                  </a:lnTo>
                  <a:lnTo>
                    <a:pt x="315159" y="89264"/>
                  </a:lnTo>
                  <a:lnTo>
                    <a:pt x="312629" y="84628"/>
                  </a:lnTo>
                  <a:lnTo>
                    <a:pt x="309955" y="80073"/>
                  </a:lnTo>
                  <a:lnTo>
                    <a:pt x="307138" y="75606"/>
                  </a:lnTo>
                  <a:lnTo>
                    <a:pt x="304181" y="71229"/>
                  </a:lnTo>
                  <a:lnTo>
                    <a:pt x="301087" y="66948"/>
                  </a:lnTo>
                  <a:lnTo>
                    <a:pt x="297860" y="62767"/>
                  </a:lnTo>
                  <a:lnTo>
                    <a:pt x="294502" y="58690"/>
                  </a:lnTo>
                  <a:lnTo>
                    <a:pt x="291017" y="54722"/>
                  </a:lnTo>
                  <a:lnTo>
                    <a:pt x="287408" y="50865"/>
                  </a:lnTo>
                  <a:lnTo>
                    <a:pt x="283680" y="47124"/>
                  </a:lnTo>
                  <a:lnTo>
                    <a:pt x="279835" y="43503"/>
                  </a:lnTo>
                  <a:lnTo>
                    <a:pt x="275877" y="40005"/>
                  </a:lnTo>
                  <a:lnTo>
                    <a:pt x="271811" y="36634"/>
                  </a:lnTo>
                  <a:lnTo>
                    <a:pt x="267641" y="33393"/>
                  </a:lnTo>
                  <a:lnTo>
                    <a:pt x="263370" y="30285"/>
                  </a:lnTo>
                  <a:lnTo>
                    <a:pt x="259004" y="27314"/>
                  </a:lnTo>
                  <a:lnTo>
                    <a:pt x="254545" y="24483"/>
                  </a:lnTo>
                  <a:lnTo>
                    <a:pt x="249999" y="21793"/>
                  </a:lnTo>
                  <a:lnTo>
                    <a:pt x="245371" y="19249"/>
                  </a:lnTo>
                  <a:lnTo>
                    <a:pt x="240665" y="16852"/>
                  </a:lnTo>
                  <a:lnTo>
                    <a:pt x="235885" y="14604"/>
                  </a:lnTo>
                  <a:lnTo>
                    <a:pt x="167161" y="166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68723" cy="167167"/>
            </a:xfrm>
            <a:custGeom>
              <a:avLst/>
              <a:pathLst>
                <a:path w="68723" h="167167">
                  <a:moveTo>
                    <a:pt x="68723" y="14779"/>
                  </a:moveTo>
                  <a:lnTo>
                    <a:pt x="63301" y="12448"/>
                  </a:lnTo>
                  <a:lnTo>
                    <a:pt x="57801" y="10310"/>
                  </a:lnTo>
                  <a:lnTo>
                    <a:pt x="52228" y="8368"/>
                  </a:lnTo>
                  <a:lnTo>
                    <a:pt x="46590" y="6623"/>
                  </a:lnTo>
                  <a:lnTo>
                    <a:pt x="40894" y="5079"/>
                  </a:lnTo>
                  <a:lnTo>
                    <a:pt x="35147" y="3736"/>
                  </a:lnTo>
                  <a:lnTo>
                    <a:pt x="29356" y="2597"/>
                  </a:lnTo>
                  <a:lnTo>
                    <a:pt x="23529" y="1664"/>
                  </a:lnTo>
                  <a:lnTo>
                    <a:pt x="17672" y="936"/>
                  </a:lnTo>
                  <a:lnTo>
                    <a:pt x="11794" y="416"/>
                  </a:lnTo>
                  <a:lnTo>
                    <a:pt x="5900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83" y="1322571"/>
              <a:ext cx="167155" cy="329268"/>
            </a:xfrm>
            <a:custGeom>
              <a:avLst/>
              <a:pathLst>
                <a:path w="167155" h="329268">
                  <a:moveTo>
                    <a:pt x="167155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6" y="760"/>
                  </a:lnTo>
                  <a:lnTo>
                    <a:pt x="145941" y="1351"/>
                  </a:lnTo>
                  <a:lnTo>
                    <a:pt x="140678" y="2110"/>
                  </a:lnTo>
                  <a:lnTo>
                    <a:pt x="135442" y="3035"/>
                  </a:lnTo>
                  <a:lnTo>
                    <a:pt x="130238" y="4127"/>
                  </a:lnTo>
                  <a:lnTo>
                    <a:pt x="125071" y="5383"/>
                  </a:lnTo>
                  <a:lnTo>
                    <a:pt x="119947" y="6804"/>
                  </a:lnTo>
                  <a:lnTo>
                    <a:pt x="114870" y="8386"/>
                  </a:lnTo>
                  <a:lnTo>
                    <a:pt x="109847" y="10130"/>
                  </a:lnTo>
                  <a:lnTo>
                    <a:pt x="104881" y="12032"/>
                  </a:lnTo>
                  <a:lnTo>
                    <a:pt x="99978" y="14091"/>
                  </a:lnTo>
                  <a:lnTo>
                    <a:pt x="95144" y="16305"/>
                  </a:lnTo>
                  <a:lnTo>
                    <a:pt x="90382" y="18671"/>
                  </a:lnTo>
                  <a:lnTo>
                    <a:pt x="85698" y="21188"/>
                  </a:lnTo>
                  <a:lnTo>
                    <a:pt x="81096" y="23853"/>
                  </a:lnTo>
                  <a:lnTo>
                    <a:pt x="76582" y="26663"/>
                  </a:lnTo>
                  <a:lnTo>
                    <a:pt x="72159" y="29614"/>
                  </a:lnTo>
                  <a:lnTo>
                    <a:pt x="67832" y="32705"/>
                  </a:lnTo>
                  <a:lnTo>
                    <a:pt x="63606" y="35932"/>
                  </a:lnTo>
                  <a:lnTo>
                    <a:pt x="59484" y="39292"/>
                  </a:lnTo>
                  <a:lnTo>
                    <a:pt x="55471" y="42781"/>
                  </a:lnTo>
                  <a:lnTo>
                    <a:pt x="51572" y="46396"/>
                  </a:lnTo>
                  <a:lnTo>
                    <a:pt x="47789" y="50134"/>
                  </a:lnTo>
                  <a:lnTo>
                    <a:pt x="44127" y="53989"/>
                  </a:lnTo>
                  <a:lnTo>
                    <a:pt x="40590" y="57959"/>
                  </a:lnTo>
                  <a:lnTo>
                    <a:pt x="37181" y="62040"/>
                  </a:lnTo>
                  <a:lnTo>
                    <a:pt x="33903" y="66227"/>
                  </a:lnTo>
                  <a:lnTo>
                    <a:pt x="30760" y="70516"/>
                  </a:lnTo>
                  <a:lnTo>
                    <a:pt x="27755" y="74903"/>
                  </a:lnTo>
                  <a:lnTo>
                    <a:pt x="24891" y="79384"/>
                  </a:lnTo>
                  <a:lnTo>
                    <a:pt x="22171" y="83953"/>
                  </a:lnTo>
                  <a:lnTo>
                    <a:pt x="19597" y="88606"/>
                  </a:lnTo>
                  <a:lnTo>
                    <a:pt x="17173" y="93339"/>
                  </a:lnTo>
                  <a:lnTo>
                    <a:pt x="14901" y="98146"/>
                  </a:lnTo>
                  <a:lnTo>
                    <a:pt x="12783" y="103024"/>
                  </a:lnTo>
                  <a:lnTo>
                    <a:pt x="10821" y="107966"/>
                  </a:lnTo>
                  <a:lnTo>
                    <a:pt x="9017" y="112968"/>
                  </a:lnTo>
                  <a:lnTo>
                    <a:pt x="7373" y="118025"/>
                  </a:lnTo>
                  <a:lnTo>
                    <a:pt x="5891" y="123132"/>
                  </a:lnTo>
                  <a:lnTo>
                    <a:pt x="4572" y="128283"/>
                  </a:lnTo>
                  <a:lnTo>
                    <a:pt x="3418" y="133474"/>
                  </a:lnTo>
                  <a:lnTo>
                    <a:pt x="2429" y="138699"/>
                  </a:lnTo>
                  <a:lnTo>
                    <a:pt x="1607" y="143952"/>
                  </a:lnTo>
                  <a:lnTo>
                    <a:pt x="952" y="149229"/>
                  </a:lnTo>
                  <a:lnTo>
                    <a:pt x="466" y="154524"/>
                  </a:lnTo>
                  <a:lnTo>
                    <a:pt x="148" y="159832"/>
                  </a:lnTo>
                  <a:lnTo>
                    <a:pt x="0" y="165148"/>
                  </a:lnTo>
                  <a:lnTo>
                    <a:pt x="20" y="170465"/>
                  </a:lnTo>
                  <a:lnTo>
                    <a:pt x="209" y="175779"/>
                  </a:lnTo>
                  <a:lnTo>
                    <a:pt x="568" y="181085"/>
                  </a:lnTo>
                  <a:lnTo>
                    <a:pt x="1095" y="186376"/>
                  </a:lnTo>
                  <a:lnTo>
                    <a:pt x="1790" y="191648"/>
                  </a:lnTo>
                  <a:lnTo>
                    <a:pt x="2652" y="196895"/>
                  </a:lnTo>
                  <a:lnTo>
                    <a:pt x="3681" y="202112"/>
                  </a:lnTo>
                  <a:lnTo>
                    <a:pt x="4875" y="207293"/>
                  </a:lnTo>
                  <a:lnTo>
                    <a:pt x="6233" y="212435"/>
                  </a:lnTo>
                  <a:lnTo>
                    <a:pt x="7754" y="217530"/>
                  </a:lnTo>
                  <a:lnTo>
                    <a:pt x="9437" y="222574"/>
                  </a:lnTo>
                  <a:lnTo>
                    <a:pt x="11279" y="227562"/>
                  </a:lnTo>
                  <a:lnTo>
                    <a:pt x="13278" y="232489"/>
                  </a:lnTo>
                  <a:lnTo>
                    <a:pt x="15434" y="237350"/>
                  </a:lnTo>
                  <a:lnTo>
                    <a:pt x="17743" y="242140"/>
                  </a:lnTo>
                  <a:lnTo>
                    <a:pt x="20203" y="246855"/>
                  </a:lnTo>
                  <a:lnTo>
                    <a:pt x="22812" y="251488"/>
                  </a:lnTo>
                  <a:lnTo>
                    <a:pt x="25567" y="256036"/>
                  </a:lnTo>
                  <a:lnTo>
                    <a:pt x="28465" y="260495"/>
                  </a:lnTo>
                  <a:lnTo>
                    <a:pt x="31503" y="264858"/>
                  </a:lnTo>
                  <a:lnTo>
                    <a:pt x="34679" y="269123"/>
                  </a:lnTo>
                  <a:lnTo>
                    <a:pt x="37989" y="273285"/>
                  </a:lnTo>
                  <a:lnTo>
                    <a:pt x="41429" y="277340"/>
                  </a:lnTo>
                  <a:lnTo>
                    <a:pt x="44997" y="281283"/>
                  </a:lnTo>
                  <a:lnTo>
                    <a:pt x="48688" y="285110"/>
                  </a:lnTo>
                  <a:lnTo>
                    <a:pt x="52499" y="288818"/>
                  </a:lnTo>
                  <a:lnTo>
                    <a:pt x="56426" y="292403"/>
                  </a:lnTo>
                  <a:lnTo>
                    <a:pt x="60466" y="295862"/>
                  </a:lnTo>
                  <a:lnTo>
                    <a:pt x="64613" y="299190"/>
                  </a:lnTo>
                  <a:lnTo>
                    <a:pt x="68864" y="302385"/>
                  </a:lnTo>
                  <a:lnTo>
                    <a:pt x="73214" y="305442"/>
                  </a:lnTo>
                  <a:lnTo>
                    <a:pt x="77659" y="308360"/>
                  </a:lnTo>
                  <a:lnTo>
                    <a:pt x="82195" y="311135"/>
                  </a:lnTo>
                  <a:lnTo>
                    <a:pt x="86817" y="313764"/>
                  </a:lnTo>
                  <a:lnTo>
                    <a:pt x="91520" y="316245"/>
                  </a:lnTo>
                  <a:lnTo>
                    <a:pt x="96300" y="318576"/>
                  </a:lnTo>
                  <a:lnTo>
                    <a:pt x="101152" y="320753"/>
                  </a:lnTo>
                  <a:lnTo>
                    <a:pt x="106070" y="322774"/>
                  </a:lnTo>
                  <a:lnTo>
                    <a:pt x="111050" y="324638"/>
                  </a:lnTo>
                  <a:lnTo>
                    <a:pt x="116087" y="326343"/>
                  </a:lnTo>
                  <a:lnTo>
                    <a:pt x="121175" y="327887"/>
                  </a:lnTo>
                  <a:lnTo>
                    <a:pt x="126310" y="32926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0194" y="1489739"/>
              <a:ext cx="40844" cy="162100"/>
            </a:xfrm>
            <a:custGeom>
              <a:avLst/>
              <a:pathLst>
                <a:path w="40844" h="162100">
                  <a:moveTo>
                    <a:pt x="0" y="162100"/>
                  </a:moveTo>
                  <a:lnTo>
                    <a:pt x="408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0194" y="1322641"/>
              <a:ext cx="208008" cy="334258"/>
            </a:xfrm>
            <a:custGeom>
              <a:avLst/>
              <a:pathLst>
                <a:path w="208008" h="334258">
                  <a:moveTo>
                    <a:pt x="0" y="329198"/>
                  </a:moveTo>
                  <a:lnTo>
                    <a:pt x="5206" y="330422"/>
                  </a:lnTo>
                  <a:lnTo>
                    <a:pt x="10449" y="331478"/>
                  </a:lnTo>
                  <a:lnTo>
                    <a:pt x="15723" y="332366"/>
                  </a:lnTo>
                  <a:lnTo>
                    <a:pt x="21023" y="333086"/>
                  </a:lnTo>
                  <a:lnTo>
                    <a:pt x="26343" y="333635"/>
                  </a:lnTo>
                  <a:lnTo>
                    <a:pt x="31678" y="334013"/>
                  </a:lnTo>
                  <a:lnTo>
                    <a:pt x="37023" y="334221"/>
                  </a:lnTo>
                  <a:lnTo>
                    <a:pt x="42371" y="334258"/>
                  </a:lnTo>
                  <a:lnTo>
                    <a:pt x="47718" y="334123"/>
                  </a:lnTo>
                  <a:lnTo>
                    <a:pt x="53058" y="333818"/>
                  </a:lnTo>
                  <a:lnTo>
                    <a:pt x="58385" y="333342"/>
                  </a:lnTo>
                  <a:lnTo>
                    <a:pt x="63694" y="332696"/>
                  </a:lnTo>
                  <a:lnTo>
                    <a:pt x="68980" y="331880"/>
                  </a:lnTo>
                  <a:lnTo>
                    <a:pt x="74237" y="330896"/>
                  </a:lnTo>
                  <a:lnTo>
                    <a:pt x="79460" y="329744"/>
                  </a:lnTo>
                  <a:lnTo>
                    <a:pt x="84643" y="328425"/>
                  </a:lnTo>
                  <a:lnTo>
                    <a:pt x="89782" y="326941"/>
                  </a:lnTo>
                  <a:lnTo>
                    <a:pt x="94870" y="325294"/>
                  </a:lnTo>
                  <a:lnTo>
                    <a:pt x="99903" y="323485"/>
                  </a:lnTo>
                  <a:lnTo>
                    <a:pt x="104876" y="321515"/>
                  </a:lnTo>
                  <a:lnTo>
                    <a:pt x="109783" y="319388"/>
                  </a:lnTo>
                  <a:lnTo>
                    <a:pt x="114620" y="317104"/>
                  </a:lnTo>
                  <a:lnTo>
                    <a:pt x="119381" y="314668"/>
                  </a:lnTo>
                  <a:lnTo>
                    <a:pt x="124061" y="312080"/>
                  </a:lnTo>
                  <a:lnTo>
                    <a:pt x="128657" y="309343"/>
                  </a:lnTo>
                  <a:lnTo>
                    <a:pt x="133162" y="306461"/>
                  </a:lnTo>
                  <a:lnTo>
                    <a:pt x="137573" y="303437"/>
                  </a:lnTo>
                  <a:lnTo>
                    <a:pt x="141885" y="300273"/>
                  </a:lnTo>
                  <a:lnTo>
                    <a:pt x="146094" y="296972"/>
                  </a:lnTo>
                  <a:lnTo>
                    <a:pt x="150195" y="293539"/>
                  </a:lnTo>
                  <a:lnTo>
                    <a:pt x="154184" y="289976"/>
                  </a:lnTo>
                  <a:lnTo>
                    <a:pt x="158057" y="286287"/>
                  </a:lnTo>
                  <a:lnTo>
                    <a:pt x="161810" y="282476"/>
                  </a:lnTo>
                  <a:lnTo>
                    <a:pt x="165439" y="278547"/>
                  </a:lnTo>
                  <a:lnTo>
                    <a:pt x="168940" y="274505"/>
                  </a:lnTo>
                  <a:lnTo>
                    <a:pt x="172311" y="270352"/>
                  </a:lnTo>
                  <a:lnTo>
                    <a:pt x="175547" y="266093"/>
                  </a:lnTo>
                  <a:lnTo>
                    <a:pt x="178645" y="261733"/>
                  </a:lnTo>
                  <a:lnTo>
                    <a:pt x="181602" y="257277"/>
                  </a:lnTo>
                  <a:lnTo>
                    <a:pt x="184414" y="252728"/>
                  </a:lnTo>
                  <a:lnTo>
                    <a:pt x="187080" y="248091"/>
                  </a:lnTo>
                  <a:lnTo>
                    <a:pt x="189596" y="243371"/>
                  </a:lnTo>
                  <a:lnTo>
                    <a:pt x="191960" y="238574"/>
                  </a:lnTo>
                  <a:lnTo>
                    <a:pt x="194170" y="233703"/>
                  </a:lnTo>
                  <a:lnTo>
                    <a:pt x="196222" y="228764"/>
                  </a:lnTo>
                  <a:lnTo>
                    <a:pt x="198115" y="223762"/>
                  </a:lnTo>
                  <a:lnTo>
                    <a:pt x="199847" y="218701"/>
                  </a:lnTo>
                  <a:lnTo>
                    <a:pt x="201417" y="213588"/>
                  </a:lnTo>
                  <a:lnTo>
                    <a:pt x="202822" y="208428"/>
                  </a:lnTo>
                  <a:lnTo>
                    <a:pt x="204061" y="203225"/>
                  </a:lnTo>
                  <a:lnTo>
                    <a:pt x="205133" y="197985"/>
                  </a:lnTo>
                  <a:lnTo>
                    <a:pt x="206037" y="192714"/>
                  </a:lnTo>
                  <a:lnTo>
                    <a:pt x="206772" y="187416"/>
                  </a:lnTo>
                  <a:lnTo>
                    <a:pt x="207337" y="182097"/>
                  </a:lnTo>
                  <a:lnTo>
                    <a:pt x="207732" y="176764"/>
                  </a:lnTo>
                  <a:lnTo>
                    <a:pt x="207956" y="171420"/>
                  </a:lnTo>
                  <a:lnTo>
                    <a:pt x="208008" y="166072"/>
                  </a:lnTo>
                  <a:lnTo>
                    <a:pt x="207890" y="160725"/>
                  </a:lnTo>
                  <a:lnTo>
                    <a:pt x="207601" y="155384"/>
                  </a:lnTo>
                  <a:lnTo>
                    <a:pt x="207141" y="150055"/>
                  </a:lnTo>
                  <a:lnTo>
                    <a:pt x="206510" y="144744"/>
                  </a:lnTo>
                  <a:lnTo>
                    <a:pt x="205711" y="139456"/>
                  </a:lnTo>
                  <a:lnTo>
                    <a:pt x="204742" y="134196"/>
                  </a:lnTo>
                  <a:lnTo>
                    <a:pt x="203605" y="128970"/>
                  </a:lnTo>
                  <a:lnTo>
                    <a:pt x="202302" y="123782"/>
                  </a:lnTo>
                  <a:lnTo>
                    <a:pt x="200834" y="118639"/>
                  </a:lnTo>
                  <a:lnTo>
                    <a:pt x="199202" y="113546"/>
                  </a:lnTo>
                  <a:lnTo>
                    <a:pt x="197408" y="108507"/>
                  </a:lnTo>
                  <a:lnTo>
                    <a:pt x="195453" y="103529"/>
                  </a:lnTo>
                  <a:lnTo>
                    <a:pt x="193341" y="98615"/>
                  </a:lnTo>
                  <a:lnTo>
                    <a:pt x="191072" y="93772"/>
                  </a:lnTo>
                  <a:lnTo>
                    <a:pt x="188649" y="89004"/>
                  </a:lnTo>
                  <a:lnTo>
                    <a:pt x="186075" y="84315"/>
                  </a:lnTo>
                  <a:lnTo>
                    <a:pt x="183353" y="79712"/>
                  </a:lnTo>
                  <a:lnTo>
                    <a:pt x="180484" y="75198"/>
                  </a:lnTo>
                  <a:lnTo>
                    <a:pt x="177473" y="70777"/>
                  </a:lnTo>
                  <a:lnTo>
                    <a:pt x="174322" y="66456"/>
                  </a:lnTo>
                  <a:lnTo>
                    <a:pt x="171034" y="62237"/>
                  </a:lnTo>
                  <a:lnTo>
                    <a:pt x="167613" y="58126"/>
                  </a:lnTo>
                  <a:lnTo>
                    <a:pt x="164062" y="54127"/>
                  </a:lnTo>
                  <a:lnTo>
                    <a:pt x="160385" y="50243"/>
                  </a:lnTo>
                  <a:lnTo>
                    <a:pt x="156585" y="46478"/>
                  </a:lnTo>
                  <a:lnTo>
                    <a:pt x="152667" y="42837"/>
                  </a:lnTo>
                  <a:lnTo>
                    <a:pt x="148635" y="39324"/>
                  </a:lnTo>
                  <a:lnTo>
                    <a:pt x="144492" y="35941"/>
                  </a:lnTo>
                  <a:lnTo>
                    <a:pt x="140244" y="32692"/>
                  </a:lnTo>
                  <a:lnTo>
                    <a:pt x="135893" y="29581"/>
                  </a:lnTo>
                  <a:lnTo>
                    <a:pt x="131445" y="26611"/>
                  </a:lnTo>
                  <a:lnTo>
                    <a:pt x="126905" y="23785"/>
                  </a:lnTo>
                  <a:lnTo>
                    <a:pt x="122276" y="21105"/>
                  </a:lnTo>
                  <a:lnTo>
                    <a:pt x="117564" y="18574"/>
                  </a:lnTo>
                  <a:lnTo>
                    <a:pt x="112773" y="16196"/>
                  </a:lnTo>
                  <a:lnTo>
                    <a:pt x="107909" y="13972"/>
                  </a:lnTo>
                  <a:lnTo>
                    <a:pt x="102976" y="11905"/>
                  </a:lnTo>
                  <a:lnTo>
                    <a:pt x="97980" y="9997"/>
                  </a:lnTo>
                  <a:lnTo>
                    <a:pt x="92925" y="8250"/>
                  </a:lnTo>
                  <a:lnTo>
                    <a:pt x="87817" y="6665"/>
                  </a:lnTo>
                  <a:lnTo>
                    <a:pt x="82660" y="5244"/>
                  </a:lnTo>
                  <a:lnTo>
                    <a:pt x="77461" y="3990"/>
                  </a:lnTo>
                  <a:lnTo>
                    <a:pt x="72224" y="2902"/>
                  </a:lnTo>
                  <a:lnTo>
                    <a:pt x="66956" y="1982"/>
                  </a:lnTo>
                  <a:lnTo>
                    <a:pt x="61660" y="1231"/>
                  </a:lnTo>
                  <a:lnTo>
                    <a:pt x="56343" y="650"/>
                  </a:lnTo>
                  <a:lnTo>
                    <a:pt x="51011" y="239"/>
                  </a:lnTo>
                  <a:lnTo>
                    <a:pt x="45668" y="0"/>
                  </a:lnTo>
                  <a:lnTo>
                    <a:pt x="40844" y="1670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4823" cy="167167"/>
            </a:xfrm>
            <a:custGeom>
              <a:avLst/>
              <a:pathLst>
                <a:path w="4823" h="167167">
                  <a:moveTo>
                    <a:pt x="4823" y="6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8" y="1071028"/>
              <a:ext cx="167159" cy="289235"/>
            </a:xfrm>
            <a:custGeom>
              <a:avLst/>
              <a:pathLst>
                <a:path w="167159" h="289235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4" y="1355"/>
                  </a:lnTo>
                  <a:lnTo>
                    <a:pt x="140643" y="2116"/>
                  </a:lnTo>
                  <a:lnTo>
                    <a:pt x="135399" y="3044"/>
                  </a:lnTo>
                  <a:lnTo>
                    <a:pt x="130187" y="4139"/>
                  </a:lnTo>
                  <a:lnTo>
                    <a:pt x="125013" y="5400"/>
                  </a:lnTo>
                  <a:lnTo>
                    <a:pt x="119881" y="6824"/>
                  </a:lnTo>
                  <a:lnTo>
                    <a:pt x="114798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6" y="16354"/>
                  </a:lnTo>
                  <a:lnTo>
                    <a:pt x="90278" y="18727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6" y="32802"/>
                  </a:lnTo>
                  <a:lnTo>
                    <a:pt x="63476" y="36038"/>
                  </a:lnTo>
                  <a:lnTo>
                    <a:pt x="59352" y="39407"/>
                  </a:lnTo>
                  <a:lnTo>
                    <a:pt x="55337" y="42906"/>
                  </a:lnTo>
                  <a:lnTo>
                    <a:pt x="51436" y="46531"/>
                  </a:lnTo>
                  <a:lnTo>
                    <a:pt x="47652" y="50278"/>
                  </a:lnTo>
                  <a:lnTo>
                    <a:pt x="43989" y="54144"/>
                  </a:lnTo>
                  <a:lnTo>
                    <a:pt x="40451" y="58125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4" y="70715"/>
                  </a:lnTo>
                  <a:lnTo>
                    <a:pt x="27621" y="75113"/>
                  </a:lnTo>
                  <a:lnTo>
                    <a:pt x="24759" y="79604"/>
                  </a:lnTo>
                  <a:lnTo>
                    <a:pt x="22042" y="84185"/>
                  </a:lnTo>
                  <a:lnTo>
                    <a:pt x="19472" y="88849"/>
                  </a:lnTo>
                  <a:lnTo>
                    <a:pt x="17053" y="93594"/>
                  </a:lnTo>
                  <a:lnTo>
                    <a:pt x="14785" y="98412"/>
                  </a:lnTo>
                  <a:lnTo>
                    <a:pt x="12673" y="103301"/>
                  </a:lnTo>
                  <a:lnTo>
                    <a:pt x="10717" y="108254"/>
                  </a:lnTo>
                  <a:lnTo>
                    <a:pt x="8919" y="113267"/>
                  </a:lnTo>
                  <a:lnTo>
                    <a:pt x="7283" y="118335"/>
                  </a:lnTo>
                  <a:lnTo>
                    <a:pt x="5808" y="123453"/>
                  </a:lnTo>
                  <a:lnTo>
                    <a:pt x="4498" y="128614"/>
                  </a:lnTo>
                  <a:lnTo>
                    <a:pt x="3352" y="133815"/>
                  </a:lnTo>
                  <a:lnTo>
                    <a:pt x="2373" y="139050"/>
                  </a:lnTo>
                  <a:lnTo>
                    <a:pt x="1561" y="144313"/>
                  </a:lnTo>
                  <a:lnTo>
                    <a:pt x="917" y="149600"/>
                  </a:lnTo>
                  <a:lnTo>
                    <a:pt x="442" y="154904"/>
                  </a:lnTo>
                  <a:lnTo>
                    <a:pt x="136" y="160221"/>
                  </a:lnTo>
                  <a:lnTo>
                    <a:pt x="0" y="165545"/>
                  </a:lnTo>
                  <a:lnTo>
                    <a:pt x="33" y="170870"/>
                  </a:lnTo>
                  <a:lnTo>
                    <a:pt x="235" y="176192"/>
                  </a:lnTo>
                  <a:lnTo>
                    <a:pt x="608" y="181505"/>
                  </a:lnTo>
                  <a:lnTo>
                    <a:pt x="1149" y="186803"/>
                  </a:lnTo>
                  <a:lnTo>
                    <a:pt x="1859" y="192081"/>
                  </a:lnTo>
                  <a:lnTo>
                    <a:pt x="2736" y="197333"/>
                  </a:lnTo>
                  <a:lnTo>
                    <a:pt x="3780" y="202556"/>
                  </a:lnTo>
                  <a:lnTo>
                    <a:pt x="4991" y="207742"/>
                  </a:lnTo>
                  <a:lnTo>
                    <a:pt x="6365" y="212887"/>
                  </a:lnTo>
                  <a:lnTo>
                    <a:pt x="7903" y="217986"/>
                  </a:lnTo>
                  <a:lnTo>
                    <a:pt x="9603" y="223033"/>
                  </a:lnTo>
                  <a:lnTo>
                    <a:pt x="11462" y="228023"/>
                  </a:lnTo>
                  <a:lnTo>
                    <a:pt x="13480" y="232952"/>
                  </a:lnTo>
                  <a:lnTo>
                    <a:pt x="15653" y="237814"/>
                  </a:lnTo>
                  <a:lnTo>
                    <a:pt x="17981" y="242604"/>
                  </a:lnTo>
                  <a:lnTo>
                    <a:pt x="20459" y="247317"/>
                  </a:lnTo>
                  <a:lnTo>
                    <a:pt x="23087" y="251950"/>
                  </a:lnTo>
                  <a:lnTo>
                    <a:pt x="25860" y="256496"/>
                  </a:lnTo>
                  <a:lnTo>
                    <a:pt x="28778" y="260951"/>
                  </a:lnTo>
                  <a:lnTo>
                    <a:pt x="31835" y="265312"/>
                  </a:lnTo>
                  <a:lnTo>
                    <a:pt x="35030" y="269572"/>
                  </a:lnTo>
                  <a:lnTo>
                    <a:pt x="38359" y="273729"/>
                  </a:lnTo>
                  <a:lnTo>
                    <a:pt x="41819" y="277778"/>
                  </a:lnTo>
                  <a:lnTo>
                    <a:pt x="45406" y="281714"/>
                  </a:lnTo>
                  <a:lnTo>
                    <a:pt x="49116" y="285535"/>
                  </a:lnTo>
                  <a:lnTo>
                    <a:pt x="52947" y="2892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1046" y="1238196"/>
              <a:ext cx="114212" cy="122067"/>
            </a:xfrm>
            <a:custGeom>
              <a:avLst/>
              <a:pathLst>
                <a:path w="114212" h="122067">
                  <a:moveTo>
                    <a:pt x="0" y="122067"/>
                  </a:moveTo>
                  <a:lnTo>
                    <a:pt x="11421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31046" y="1136202"/>
              <a:ext cx="281359" cy="269141"/>
            </a:xfrm>
            <a:custGeom>
              <a:avLst/>
              <a:pathLst>
                <a:path w="281359" h="269141">
                  <a:moveTo>
                    <a:pt x="0" y="224061"/>
                  </a:moveTo>
                  <a:lnTo>
                    <a:pt x="3968" y="227657"/>
                  </a:lnTo>
                  <a:lnTo>
                    <a:pt x="8049" y="231123"/>
                  </a:lnTo>
                  <a:lnTo>
                    <a:pt x="12239" y="234457"/>
                  </a:lnTo>
                  <a:lnTo>
                    <a:pt x="16534" y="237655"/>
                  </a:lnTo>
                  <a:lnTo>
                    <a:pt x="20930" y="240714"/>
                  </a:lnTo>
                  <a:lnTo>
                    <a:pt x="25421" y="243631"/>
                  </a:lnTo>
                  <a:lnTo>
                    <a:pt x="30003" y="246402"/>
                  </a:lnTo>
                  <a:lnTo>
                    <a:pt x="34671" y="249025"/>
                  </a:lnTo>
                  <a:lnTo>
                    <a:pt x="39421" y="251497"/>
                  </a:lnTo>
                  <a:lnTo>
                    <a:pt x="44248" y="253816"/>
                  </a:lnTo>
                  <a:lnTo>
                    <a:pt x="49146" y="255979"/>
                  </a:lnTo>
                  <a:lnTo>
                    <a:pt x="54112" y="257984"/>
                  </a:lnTo>
                  <a:lnTo>
                    <a:pt x="59139" y="259829"/>
                  </a:lnTo>
                  <a:lnTo>
                    <a:pt x="64222" y="261511"/>
                  </a:lnTo>
                  <a:lnTo>
                    <a:pt x="69357" y="263031"/>
                  </a:lnTo>
                  <a:lnTo>
                    <a:pt x="74538" y="264385"/>
                  </a:lnTo>
                  <a:lnTo>
                    <a:pt x="79759" y="265572"/>
                  </a:lnTo>
                  <a:lnTo>
                    <a:pt x="85016" y="266592"/>
                  </a:lnTo>
                  <a:lnTo>
                    <a:pt x="90303" y="267442"/>
                  </a:lnTo>
                  <a:lnTo>
                    <a:pt x="95615" y="268123"/>
                  </a:lnTo>
                  <a:lnTo>
                    <a:pt x="100945" y="268634"/>
                  </a:lnTo>
                  <a:lnTo>
                    <a:pt x="106289" y="268973"/>
                  </a:lnTo>
                  <a:lnTo>
                    <a:pt x="111641" y="269141"/>
                  </a:lnTo>
                  <a:lnTo>
                    <a:pt x="116996" y="269138"/>
                  </a:lnTo>
                  <a:lnTo>
                    <a:pt x="122348" y="268963"/>
                  </a:lnTo>
                  <a:lnTo>
                    <a:pt x="127692" y="268617"/>
                  </a:lnTo>
                  <a:lnTo>
                    <a:pt x="133022" y="268099"/>
                  </a:lnTo>
                  <a:lnTo>
                    <a:pt x="138332" y="267412"/>
                  </a:lnTo>
                  <a:lnTo>
                    <a:pt x="143618" y="266554"/>
                  </a:lnTo>
                  <a:lnTo>
                    <a:pt x="148874" y="265528"/>
                  </a:lnTo>
                  <a:lnTo>
                    <a:pt x="154094" y="264334"/>
                  </a:lnTo>
                  <a:lnTo>
                    <a:pt x="159273" y="262973"/>
                  </a:lnTo>
                  <a:lnTo>
                    <a:pt x="164406" y="261447"/>
                  </a:lnTo>
                  <a:lnTo>
                    <a:pt x="169487" y="259758"/>
                  </a:lnTo>
                  <a:lnTo>
                    <a:pt x="174512" y="257907"/>
                  </a:lnTo>
                  <a:lnTo>
                    <a:pt x="179474" y="255895"/>
                  </a:lnTo>
                  <a:lnTo>
                    <a:pt x="184370" y="253726"/>
                  </a:lnTo>
                  <a:lnTo>
                    <a:pt x="189194" y="251401"/>
                  </a:lnTo>
                  <a:lnTo>
                    <a:pt x="193941" y="248923"/>
                  </a:lnTo>
                  <a:lnTo>
                    <a:pt x="198606" y="246294"/>
                  </a:lnTo>
                  <a:lnTo>
                    <a:pt x="203184" y="243517"/>
                  </a:lnTo>
                  <a:lnTo>
                    <a:pt x="207672" y="240594"/>
                  </a:lnTo>
                  <a:lnTo>
                    <a:pt x="212063" y="237530"/>
                  </a:lnTo>
                  <a:lnTo>
                    <a:pt x="216354" y="234326"/>
                  </a:lnTo>
                  <a:lnTo>
                    <a:pt x="220540" y="230987"/>
                  </a:lnTo>
                  <a:lnTo>
                    <a:pt x="224617" y="227515"/>
                  </a:lnTo>
                  <a:lnTo>
                    <a:pt x="228580" y="223915"/>
                  </a:lnTo>
                  <a:lnTo>
                    <a:pt x="232427" y="220189"/>
                  </a:lnTo>
                  <a:lnTo>
                    <a:pt x="236152" y="216342"/>
                  </a:lnTo>
                  <a:lnTo>
                    <a:pt x="239752" y="212378"/>
                  </a:lnTo>
                  <a:lnTo>
                    <a:pt x="243223" y="208300"/>
                  </a:lnTo>
                  <a:lnTo>
                    <a:pt x="246561" y="204114"/>
                  </a:lnTo>
                  <a:lnTo>
                    <a:pt x="249764" y="199822"/>
                  </a:lnTo>
                  <a:lnTo>
                    <a:pt x="252828" y="195431"/>
                  </a:lnTo>
                  <a:lnTo>
                    <a:pt x="255750" y="190943"/>
                  </a:lnTo>
                  <a:lnTo>
                    <a:pt x="258526" y="186364"/>
                  </a:lnTo>
                  <a:lnTo>
                    <a:pt x="261154" y="181699"/>
                  </a:lnTo>
                  <a:lnTo>
                    <a:pt x="263632" y="176951"/>
                  </a:lnTo>
                  <a:lnTo>
                    <a:pt x="265956" y="172127"/>
                  </a:lnTo>
                  <a:lnTo>
                    <a:pt x="268124" y="167231"/>
                  </a:lnTo>
                  <a:lnTo>
                    <a:pt x="270135" y="162268"/>
                  </a:lnTo>
                  <a:lnTo>
                    <a:pt x="271985" y="157243"/>
                  </a:lnTo>
                  <a:lnTo>
                    <a:pt x="273674" y="152161"/>
                  </a:lnTo>
                  <a:lnTo>
                    <a:pt x="275199" y="147028"/>
                  </a:lnTo>
                  <a:lnTo>
                    <a:pt x="276559" y="141849"/>
                  </a:lnTo>
                  <a:lnTo>
                    <a:pt x="277752" y="136629"/>
                  </a:lnTo>
                  <a:lnTo>
                    <a:pt x="278777" y="131373"/>
                  </a:lnTo>
                  <a:lnTo>
                    <a:pt x="279634" y="126087"/>
                  </a:lnTo>
                  <a:lnTo>
                    <a:pt x="280321" y="120776"/>
                  </a:lnTo>
                  <a:lnTo>
                    <a:pt x="280837" y="115446"/>
                  </a:lnTo>
                  <a:lnTo>
                    <a:pt x="281182" y="110103"/>
                  </a:lnTo>
                  <a:lnTo>
                    <a:pt x="281357" y="104751"/>
                  </a:lnTo>
                  <a:lnTo>
                    <a:pt x="281359" y="99396"/>
                  </a:lnTo>
                  <a:lnTo>
                    <a:pt x="281190" y="94044"/>
                  </a:lnTo>
                  <a:lnTo>
                    <a:pt x="280850" y="88700"/>
                  </a:lnTo>
                  <a:lnTo>
                    <a:pt x="280339" y="83369"/>
                  </a:lnTo>
                  <a:lnTo>
                    <a:pt x="279657" y="78058"/>
                  </a:lnTo>
                  <a:lnTo>
                    <a:pt x="278805" y="72771"/>
                  </a:lnTo>
                  <a:lnTo>
                    <a:pt x="277785" y="67514"/>
                  </a:lnTo>
                  <a:lnTo>
                    <a:pt x="276597" y="62293"/>
                  </a:lnTo>
                  <a:lnTo>
                    <a:pt x="275242" y="57112"/>
                  </a:lnTo>
                  <a:lnTo>
                    <a:pt x="273722" y="51978"/>
                  </a:lnTo>
                  <a:lnTo>
                    <a:pt x="272038" y="46895"/>
                  </a:lnTo>
                  <a:lnTo>
                    <a:pt x="270192" y="41868"/>
                  </a:lnTo>
                  <a:lnTo>
                    <a:pt x="268186" y="36903"/>
                  </a:lnTo>
                  <a:lnTo>
                    <a:pt x="266023" y="32005"/>
                  </a:lnTo>
                  <a:lnTo>
                    <a:pt x="263703" y="27178"/>
                  </a:lnTo>
                  <a:lnTo>
                    <a:pt x="261230" y="22429"/>
                  </a:lnTo>
                  <a:lnTo>
                    <a:pt x="258606" y="17761"/>
                  </a:lnTo>
                  <a:lnTo>
                    <a:pt x="255834" y="13179"/>
                  </a:lnTo>
                  <a:lnTo>
                    <a:pt x="252917" y="8689"/>
                  </a:lnTo>
                  <a:lnTo>
                    <a:pt x="249858" y="4294"/>
                  </a:lnTo>
                  <a:lnTo>
                    <a:pt x="246659" y="0"/>
                  </a:lnTo>
                  <a:lnTo>
                    <a:pt x="114212" y="1019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2446" cy="167167"/>
            </a:xfrm>
            <a:custGeom>
              <a:avLst/>
              <a:pathLst>
                <a:path w="132446" h="167167">
                  <a:moveTo>
                    <a:pt x="132446" y="65173"/>
                  </a:moveTo>
                  <a:lnTo>
                    <a:pt x="129045" y="60902"/>
                  </a:lnTo>
                  <a:lnTo>
                    <a:pt x="125506" y="56744"/>
                  </a:lnTo>
                  <a:lnTo>
                    <a:pt x="121833" y="52705"/>
                  </a:lnTo>
                  <a:lnTo>
                    <a:pt x="118030" y="48787"/>
                  </a:lnTo>
                  <a:lnTo>
                    <a:pt x="114101" y="44995"/>
                  </a:lnTo>
                  <a:lnTo>
                    <a:pt x="110050" y="41334"/>
                  </a:lnTo>
                  <a:lnTo>
                    <a:pt x="105882" y="37808"/>
                  </a:lnTo>
                  <a:lnTo>
                    <a:pt x="101601" y="34419"/>
                  </a:lnTo>
                  <a:lnTo>
                    <a:pt x="97212" y="31171"/>
                  </a:lnTo>
                  <a:lnTo>
                    <a:pt x="92718" y="28069"/>
                  </a:lnTo>
                  <a:lnTo>
                    <a:pt x="88126" y="25116"/>
                  </a:lnTo>
                  <a:lnTo>
                    <a:pt x="83440" y="22313"/>
                  </a:lnTo>
                  <a:lnTo>
                    <a:pt x="78665" y="19666"/>
                  </a:lnTo>
                  <a:lnTo>
                    <a:pt x="73806" y="17175"/>
                  </a:lnTo>
                  <a:lnTo>
                    <a:pt x="68869" y="14845"/>
                  </a:lnTo>
                  <a:lnTo>
                    <a:pt x="63857" y="12677"/>
                  </a:lnTo>
                  <a:lnTo>
                    <a:pt x="58778" y="10674"/>
                  </a:lnTo>
                  <a:lnTo>
                    <a:pt x="53636" y="8838"/>
                  </a:lnTo>
                  <a:lnTo>
                    <a:pt x="48437" y="7171"/>
                  </a:lnTo>
                  <a:lnTo>
                    <a:pt x="43186" y="5674"/>
                  </a:lnTo>
                  <a:lnTo>
                    <a:pt x="37889" y="4350"/>
                  </a:lnTo>
                  <a:lnTo>
                    <a:pt x="32552" y="3200"/>
                  </a:lnTo>
                  <a:lnTo>
                    <a:pt x="27179" y="2224"/>
                  </a:lnTo>
                  <a:lnTo>
                    <a:pt x="21778" y="1424"/>
                  </a:lnTo>
                  <a:lnTo>
                    <a:pt x="16354" y="801"/>
                  </a:lnTo>
                  <a:lnTo>
                    <a:pt x="10912" y="356"/>
                  </a:lnTo>
                  <a:lnTo>
                    <a:pt x="5459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5665" y="941493"/>
              <a:ext cx="87879" cy="167167"/>
            </a:xfrm>
            <a:custGeom>
              <a:avLst/>
              <a:pathLst>
                <a:path w="87879" h="167167">
                  <a:moveTo>
                    <a:pt x="87879" y="0"/>
                  </a:moveTo>
                  <a:lnTo>
                    <a:pt x="82096" y="100"/>
                  </a:lnTo>
                  <a:lnTo>
                    <a:pt x="76321" y="399"/>
                  </a:lnTo>
                  <a:lnTo>
                    <a:pt x="70560" y="899"/>
                  </a:lnTo>
                  <a:lnTo>
                    <a:pt x="64819" y="1598"/>
                  </a:lnTo>
                  <a:lnTo>
                    <a:pt x="59106" y="2494"/>
                  </a:lnTo>
                  <a:lnTo>
                    <a:pt x="53428" y="3588"/>
                  </a:lnTo>
                  <a:lnTo>
                    <a:pt x="47790" y="4877"/>
                  </a:lnTo>
                  <a:lnTo>
                    <a:pt x="42201" y="6361"/>
                  </a:lnTo>
                  <a:lnTo>
                    <a:pt x="36666" y="8037"/>
                  </a:lnTo>
                  <a:lnTo>
                    <a:pt x="31193" y="9904"/>
                  </a:lnTo>
                  <a:lnTo>
                    <a:pt x="25787" y="11959"/>
                  </a:lnTo>
                  <a:lnTo>
                    <a:pt x="20456" y="14199"/>
                  </a:lnTo>
                  <a:lnTo>
                    <a:pt x="15205" y="16623"/>
                  </a:lnTo>
                  <a:lnTo>
                    <a:pt x="10041" y="19227"/>
                  </a:lnTo>
                  <a:lnTo>
                    <a:pt x="4971" y="22008"/>
                  </a:lnTo>
                  <a:lnTo>
                    <a:pt x="0" y="24962"/>
                  </a:lnTo>
                  <a:lnTo>
                    <a:pt x="8787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5665" y="966455"/>
              <a:ext cx="87879" cy="142204"/>
            </a:xfrm>
            <a:custGeom>
              <a:avLst/>
              <a:pathLst>
                <a:path w="87879" h="142204">
                  <a:moveTo>
                    <a:pt x="0" y="0"/>
                  </a:moveTo>
                  <a:lnTo>
                    <a:pt x="87879" y="1422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76" y="949017"/>
              <a:ext cx="334334" cy="326791"/>
            </a:xfrm>
            <a:custGeom>
              <a:avLst/>
              <a:pathLst>
                <a:path w="334334" h="326791">
                  <a:moveTo>
                    <a:pt x="79288" y="17438"/>
                  </a:moveTo>
                  <a:lnTo>
                    <a:pt x="74818" y="20299"/>
                  </a:lnTo>
                  <a:lnTo>
                    <a:pt x="70442" y="23300"/>
                  </a:lnTo>
                  <a:lnTo>
                    <a:pt x="66163" y="26439"/>
                  </a:lnTo>
                  <a:lnTo>
                    <a:pt x="61986" y="29712"/>
                  </a:lnTo>
                  <a:lnTo>
                    <a:pt x="57915" y="33116"/>
                  </a:lnTo>
                  <a:lnTo>
                    <a:pt x="53954" y="36647"/>
                  </a:lnTo>
                  <a:lnTo>
                    <a:pt x="50107" y="40302"/>
                  </a:lnTo>
                  <a:lnTo>
                    <a:pt x="46379" y="44078"/>
                  </a:lnTo>
                  <a:lnTo>
                    <a:pt x="42771" y="47970"/>
                  </a:lnTo>
                  <a:lnTo>
                    <a:pt x="39290" y="51975"/>
                  </a:lnTo>
                  <a:lnTo>
                    <a:pt x="35937" y="56088"/>
                  </a:lnTo>
                  <a:lnTo>
                    <a:pt x="32716" y="60305"/>
                  </a:lnTo>
                  <a:lnTo>
                    <a:pt x="29631" y="64623"/>
                  </a:lnTo>
                  <a:lnTo>
                    <a:pt x="26684" y="69036"/>
                  </a:lnTo>
                  <a:lnTo>
                    <a:pt x="23879" y="73541"/>
                  </a:lnTo>
                  <a:lnTo>
                    <a:pt x="21218" y="78132"/>
                  </a:lnTo>
                  <a:lnTo>
                    <a:pt x="18705" y="82806"/>
                  </a:lnTo>
                  <a:lnTo>
                    <a:pt x="16341" y="87557"/>
                  </a:lnTo>
                  <a:lnTo>
                    <a:pt x="14129" y="92380"/>
                  </a:lnTo>
                  <a:lnTo>
                    <a:pt x="12071" y="97271"/>
                  </a:lnTo>
                  <a:lnTo>
                    <a:pt x="10169" y="102226"/>
                  </a:lnTo>
                  <a:lnTo>
                    <a:pt x="8426" y="107238"/>
                  </a:lnTo>
                  <a:lnTo>
                    <a:pt x="6842" y="112303"/>
                  </a:lnTo>
                  <a:lnTo>
                    <a:pt x="5421" y="117415"/>
                  </a:lnTo>
                  <a:lnTo>
                    <a:pt x="4162" y="122570"/>
                  </a:lnTo>
                  <a:lnTo>
                    <a:pt x="3067" y="127763"/>
                  </a:lnTo>
                  <a:lnTo>
                    <a:pt x="2138" y="132987"/>
                  </a:lnTo>
                  <a:lnTo>
                    <a:pt x="1375" y="138239"/>
                  </a:lnTo>
                  <a:lnTo>
                    <a:pt x="779" y="143512"/>
                  </a:lnTo>
                  <a:lnTo>
                    <a:pt x="351" y="148801"/>
                  </a:lnTo>
                  <a:lnTo>
                    <a:pt x="91" y="154101"/>
                  </a:lnTo>
                  <a:lnTo>
                    <a:pt x="0" y="159407"/>
                  </a:lnTo>
                  <a:lnTo>
                    <a:pt x="76" y="164713"/>
                  </a:lnTo>
                  <a:lnTo>
                    <a:pt x="321" y="170014"/>
                  </a:lnTo>
                  <a:lnTo>
                    <a:pt x="735" y="175305"/>
                  </a:lnTo>
                  <a:lnTo>
                    <a:pt x="1316" y="180579"/>
                  </a:lnTo>
                  <a:lnTo>
                    <a:pt x="2064" y="185833"/>
                  </a:lnTo>
                  <a:lnTo>
                    <a:pt x="2978" y="191060"/>
                  </a:lnTo>
                  <a:lnTo>
                    <a:pt x="4058" y="196256"/>
                  </a:lnTo>
                  <a:lnTo>
                    <a:pt x="5302" y="201414"/>
                  </a:lnTo>
                  <a:lnTo>
                    <a:pt x="6710" y="206531"/>
                  </a:lnTo>
                  <a:lnTo>
                    <a:pt x="8279" y="211600"/>
                  </a:lnTo>
                  <a:lnTo>
                    <a:pt x="10008" y="216617"/>
                  </a:lnTo>
                  <a:lnTo>
                    <a:pt x="11896" y="221577"/>
                  </a:lnTo>
                  <a:lnTo>
                    <a:pt x="13940" y="226474"/>
                  </a:lnTo>
                  <a:lnTo>
                    <a:pt x="16138" y="231304"/>
                  </a:lnTo>
                  <a:lnTo>
                    <a:pt x="18489" y="236061"/>
                  </a:lnTo>
                  <a:lnTo>
                    <a:pt x="20989" y="240742"/>
                  </a:lnTo>
                  <a:lnTo>
                    <a:pt x="23637" y="245341"/>
                  </a:lnTo>
                  <a:lnTo>
                    <a:pt x="26429" y="249853"/>
                  </a:lnTo>
                  <a:lnTo>
                    <a:pt x="29363" y="254275"/>
                  </a:lnTo>
                  <a:lnTo>
                    <a:pt x="32437" y="258601"/>
                  </a:lnTo>
                  <a:lnTo>
                    <a:pt x="35645" y="262827"/>
                  </a:lnTo>
                  <a:lnTo>
                    <a:pt x="38987" y="266950"/>
                  </a:lnTo>
                  <a:lnTo>
                    <a:pt x="42457" y="270964"/>
                  </a:lnTo>
                  <a:lnTo>
                    <a:pt x="46053" y="274866"/>
                  </a:lnTo>
                  <a:lnTo>
                    <a:pt x="49772" y="278653"/>
                  </a:lnTo>
                  <a:lnTo>
                    <a:pt x="53608" y="282319"/>
                  </a:lnTo>
                  <a:lnTo>
                    <a:pt x="57559" y="285861"/>
                  </a:lnTo>
                  <a:lnTo>
                    <a:pt x="61621" y="289277"/>
                  </a:lnTo>
                  <a:lnTo>
                    <a:pt x="65788" y="292561"/>
                  </a:lnTo>
                  <a:lnTo>
                    <a:pt x="70058" y="295712"/>
                  </a:lnTo>
                  <a:lnTo>
                    <a:pt x="74426" y="298726"/>
                  </a:lnTo>
                  <a:lnTo>
                    <a:pt x="78887" y="301599"/>
                  </a:lnTo>
                  <a:lnTo>
                    <a:pt x="83438" y="304330"/>
                  </a:lnTo>
                  <a:lnTo>
                    <a:pt x="88072" y="306914"/>
                  </a:lnTo>
                  <a:lnTo>
                    <a:pt x="92787" y="309351"/>
                  </a:lnTo>
                  <a:lnTo>
                    <a:pt x="97576" y="311636"/>
                  </a:lnTo>
                  <a:lnTo>
                    <a:pt x="102435" y="313768"/>
                  </a:lnTo>
                  <a:lnTo>
                    <a:pt x="107360" y="315745"/>
                  </a:lnTo>
                  <a:lnTo>
                    <a:pt x="112345" y="317565"/>
                  </a:lnTo>
                  <a:lnTo>
                    <a:pt x="117385" y="319225"/>
                  </a:lnTo>
                  <a:lnTo>
                    <a:pt x="122475" y="320725"/>
                  </a:lnTo>
                  <a:lnTo>
                    <a:pt x="127610" y="322063"/>
                  </a:lnTo>
                  <a:lnTo>
                    <a:pt x="132785" y="323236"/>
                  </a:lnTo>
                  <a:lnTo>
                    <a:pt x="137995" y="324245"/>
                  </a:lnTo>
                  <a:lnTo>
                    <a:pt x="143234" y="325088"/>
                  </a:lnTo>
                  <a:lnTo>
                    <a:pt x="148498" y="325764"/>
                  </a:lnTo>
                  <a:lnTo>
                    <a:pt x="153780" y="326273"/>
                  </a:lnTo>
                  <a:lnTo>
                    <a:pt x="159076" y="326614"/>
                  </a:lnTo>
                  <a:lnTo>
                    <a:pt x="164379" y="326787"/>
                  </a:lnTo>
                  <a:lnTo>
                    <a:pt x="169686" y="326791"/>
                  </a:lnTo>
                  <a:lnTo>
                    <a:pt x="174990" y="326627"/>
                  </a:lnTo>
                  <a:lnTo>
                    <a:pt x="180286" y="326294"/>
                  </a:lnTo>
                  <a:lnTo>
                    <a:pt x="185569" y="325794"/>
                  </a:lnTo>
                  <a:lnTo>
                    <a:pt x="190834" y="325126"/>
                  </a:lnTo>
                  <a:lnTo>
                    <a:pt x="196074" y="324292"/>
                  </a:lnTo>
                  <a:lnTo>
                    <a:pt x="201285" y="323291"/>
                  </a:lnTo>
                  <a:lnTo>
                    <a:pt x="206463" y="322126"/>
                  </a:lnTo>
                  <a:lnTo>
                    <a:pt x="211600" y="320797"/>
                  </a:lnTo>
                  <a:lnTo>
                    <a:pt x="216693" y="319305"/>
                  </a:lnTo>
                  <a:lnTo>
                    <a:pt x="221735" y="317653"/>
                  </a:lnTo>
                  <a:lnTo>
                    <a:pt x="226723" y="315841"/>
                  </a:lnTo>
                  <a:lnTo>
                    <a:pt x="231651" y="313872"/>
                  </a:lnTo>
                  <a:lnTo>
                    <a:pt x="236514" y="311748"/>
                  </a:lnTo>
                  <a:lnTo>
                    <a:pt x="241307" y="309470"/>
                  </a:lnTo>
                  <a:lnTo>
                    <a:pt x="246025" y="307041"/>
                  </a:lnTo>
                  <a:lnTo>
                    <a:pt x="250664" y="304464"/>
                  </a:lnTo>
                  <a:lnTo>
                    <a:pt x="255218" y="301741"/>
                  </a:lnTo>
                  <a:lnTo>
                    <a:pt x="259684" y="298874"/>
                  </a:lnTo>
                  <a:lnTo>
                    <a:pt x="264057" y="295868"/>
                  </a:lnTo>
                  <a:lnTo>
                    <a:pt x="268332" y="292724"/>
                  </a:lnTo>
                  <a:lnTo>
                    <a:pt x="272505" y="289446"/>
                  </a:lnTo>
                  <a:lnTo>
                    <a:pt x="276572" y="286037"/>
                  </a:lnTo>
                  <a:lnTo>
                    <a:pt x="280528" y="282501"/>
                  </a:lnTo>
                  <a:lnTo>
                    <a:pt x="284371" y="278841"/>
                  </a:lnTo>
                  <a:lnTo>
                    <a:pt x="288095" y="275061"/>
                  </a:lnTo>
                  <a:lnTo>
                    <a:pt x="291697" y="271164"/>
                  </a:lnTo>
                  <a:lnTo>
                    <a:pt x="295174" y="267155"/>
                  </a:lnTo>
                  <a:lnTo>
                    <a:pt x="298522" y="263038"/>
                  </a:lnTo>
                  <a:lnTo>
                    <a:pt x="301738" y="258817"/>
                  </a:lnTo>
                  <a:lnTo>
                    <a:pt x="304818" y="254496"/>
                  </a:lnTo>
                  <a:lnTo>
                    <a:pt x="307759" y="250079"/>
                  </a:lnTo>
                  <a:lnTo>
                    <a:pt x="310559" y="245571"/>
                  </a:lnTo>
                  <a:lnTo>
                    <a:pt x="313214" y="240976"/>
                  </a:lnTo>
                  <a:lnTo>
                    <a:pt x="315722" y="236300"/>
                  </a:lnTo>
                  <a:lnTo>
                    <a:pt x="318080" y="231546"/>
                  </a:lnTo>
                  <a:lnTo>
                    <a:pt x="320286" y="226720"/>
                  </a:lnTo>
                  <a:lnTo>
                    <a:pt x="322338" y="221826"/>
                  </a:lnTo>
                  <a:lnTo>
                    <a:pt x="324234" y="216869"/>
                  </a:lnTo>
                  <a:lnTo>
                    <a:pt x="325971" y="211855"/>
                  </a:lnTo>
                  <a:lnTo>
                    <a:pt x="327548" y="206788"/>
                  </a:lnTo>
                  <a:lnTo>
                    <a:pt x="328964" y="201674"/>
                  </a:lnTo>
                  <a:lnTo>
                    <a:pt x="330216" y="196517"/>
                  </a:lnTo>
                  <a:lnTo>
                    <a:pt x="331305" y="191324"/>
                  </a:lnTo>
                  <a:lnTo>
                    <a:pt x="332228" y="186098"/>
                  </a:lnTo>
                  <a:lnTo>
                    <a:pt x="332984" y="180845"/>
                  </a:lnTo>
                  <a:lnTo>
                    <a:pt x="333574" y="175572"/>
                  </a:lnTo>
                  <a:lnTo>
                    <a:pt x="333995" y="170282"/>
                  </a:lnTo>
                  <a:lnTo>
                    <a:pt x="334249" y="164981"/>
                  </a:lnTo>
                  <a:lnTo>
                    <a:pt x="334334" y="159675"/>
                  </a:lnTo>
                  <a:lnTo>
                    <a:pt x="334251" y="154370"/>
                  </a:lnTo>
                  <a:lnTo>
                    <a:pt x="333999" y="149069"/>
                  </a:lnTo>
                  <a:lnTo>
                    <a:pt x="333580" y="143779"/>
                  </a:lnTo>
                  <a:lnTo>
                    <a:pt x="332992" y="138505"/>
                  </a:lnTo>
                  <a:lnTo>
                    <a:pt x="332238" y="133252"/>
                  </a:lnTo>
                  <a:lnTo>
                    <a:pt x="331317" y="128026"/>
                  </a:lnTo>
                  <a:lnTo>
                    <a:pt x="330231" y="122832"/>
                  </a:lnTo>
                  <a:lnTo>
                    <a:pt x="328980" y="117675"/>
                  </a:lnTo>
                  <a:lnTo>
                    <a:pt x="327567" y="112560"/>
                  </a:lnTo>
                  <a:lnTo>
                    <a:pt x="325992" y="107493"/>
                  </a:lnTo>
                  <a:lnTo>
                    <a:pt x="324256" y="102478"/>
                  </a:lnTo>
                  <a:lnTo>
                    <a:pt x="322363" y="97520"/>
                  </a:lnTo>
                  <a:lnTo>
                    <a:pt x="320313" y="92626"/>
                  </a:lnTo>
                  <a:lnTo>
                    <a:pt x="318109" y="87799"/>
                  </a:lnTo>
                  <a:lnTo>
                    <a:pt x="315752" y="83044"/>
                  </a:lnTo>
                  <a:lnTo>
                    <a:pt x="313246" y="78366"/>
                  </a:lnTo>
                  <a:lnTo>
                    <a:pt x="310593" y="73771"/>
                  </a:lnTo>
                  <a:lnTo>
                    <a:pt x="307795" y="69262"/>
                  </a:lnTo>
                  <a:lnTo>
                    <a:pt x="304855" y="64844"/>
                  </a:lnTo>
                  <a:lnTo>
                    <a:pt x="301777" y="60521"/>
                  </a:lnTo>
                  <a:lnTo>
                    <a:pt x="298563" y="56299"/>
                  </a:lnTo>
                  <a:lnTo>
                    <a:pt x="295217" y="52180"/>
                  </a:lnTo>
                  <a:lnTo>
                    <a:pt x="291741" y="48170"/>
                  </a:lnTo>
                  <a:lnTo>
                    <a:pt x="288140" y="44272"/>
                  </a:lnTo>
                  <a:lnTo>
                    <a:pt x="284417" y="40491"/>
                  </a:lnTo>
                  <a:lnTo>
                    <a:pt x="280577" y="36829"/>
                  </a:lnTo>
                  <a:lnTo>
                    <a:pt x="276621" y="33291"/>
                  </a:lnTo>
                  <a:lnTo>
                    <a:pt x="272556" y="29881"/>
                  </a:lnTo>
                  <a:lnTo>
                    <a:pt x="268384" y="26601"/>
                  </a:lnTo>
                  <a:lnTo>
                    <a:pt x="264110" y="23455"/>
                  </a:lnTo>
                  <a:lnTo>
                    <a:pt x="259739" y="20447"/>
                  </a:lnTo>
                  <a:lnTo>
                    <a:pt x="255274" y="17579"/>
                  </a:lnTo>
                  <a:lnTo>
                    <a:pt x="250720" y="14854"/>
                  </a:lnTo>
                  <a:lnTo>
                    <a:pt x="246083" y="12275"/>
                  </a:lnTo>
                  <a:lnTo>
                    <a:pt x="241366" y="9844"/>
                  </a:lnTo>
                  <a:lnTo>
                    <a:pt x="236574" y="7565"/>
                  </a:lnTo>
                  <a:lnTo>
                    <a:pt x="231712" y="5438"/>
                  </a:lnTo>
                  <a:lnTo>
                    <a:pt x="226785" y="3467"/>
                  </a:lnTo>
                  <a:lnTo>
                    <a:pt x="221798" y="1654"/>
                  </a:lnTo>
                  <a:lnTo>
                    <a:pt x="216755" y="0"/>
                  </a:lnTo>
                  <a:lnTo>
                    <a:pt x="167167" y="1596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9588" cy="167167"/>
            </a:xfrm>
            <a:custGeom>
              <a:avLst/>
              <a:pathLst>
                <a:path w="49588" h="167167">
                  <a:moveTo>
                    <a:pt x="49588" y="7524"/>
                  </a:moveTo>
                  <a:lnTo>
                    <a:pt x="43544" y="5771"/>
                  </a:lnTo>
                  <a:lnTo>
                    <a:pt x="37439" y="4246"/>
                  </a:lnTo>
                  <a:lnTo>
                    <a:pt x="31280" y="2952"/>
                  </a:lnTo>
                  <a:lnTo>
                    <a:pt x="25078" y="1891"/>
                  </a:lnTo>
                  <a:lnTo>
                    <a:pt x="18839" y="1065"/>
                  </a:lnTo>
                  <a:lnTo>
                    <a:pt x="12574" y="473"/>
                  </a:lnTo>
                  <a:lnTo>
                    <a:pt x="6291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2235" y="941493"/>
              <a:ext cx="53980" cy="167167"/>
            </a:xfrm>
            <a:custGeom>
              <a:avLst/>
              <a:pathLst>
                <a:path w="53980" h="167167">
                  <a:moveTo>
                    <a:pt x="53980" y="0"/>
                  </a:moveTo>
                  <a:lnTo>
                    <a:pt x="47874" y="111"/>
                  </a:lnTo>
                  <a:lnTo>
                    <a:pt x="41776" y="446"/>
                  </a:lnTo>
                  <a:lnTo>
                    <a:pt x="35695" y="1003"/>
                  </a:lnTo>
                  <a:lnTo>
                    <a:pt x="29638" y="1781"/>
                  </a:lnTo>
                  <a:lnTo>
                    <a:pt x="23613" y="2781"/>
                  </a:lnTo>
                  <a:lnTo>
                    <a:pt x="17629" y="4000"/>
                  </a:lnTo>
                  <a:lnTo>
                    <a:pt x="11693" y="5436"/>
                  </a:lnTo>
                  <a:lnTo>
                    <a:pt x="5814" y="7089"/>
                  </a:lnTo>
                  <a:lnTo>
                    <a:pt x="0" y="8955"/>
                  </a:lnTo>
                  <a:lnTo>
                    <a:pt x="5398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2235" y="950448"/>
              <a:ext cx="53980" cy="158212"/>
            </a:xfrm>
            <a:custGeom>
              <a:avLst/>
              <a:pathLst>
                <a:path w="53980" h="158212">
                  <a:moveTo>
                    <a:pt x="0" y="0"/>
                  </a:moveTo>
                  <a:lnTo>
                    <a:pt x="53980" y="1582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8" y="950448"/>
              <a:ext cx="167167" cy="312794"/>
            </a:xfrm>
            <a:custGeom>
              <a:avLst/>
              <a:pathLst>
                <a:path w="167167" h="312794">
                  <a:moveTo>
                    <a:pt x="113187" y="0"/>
                  </a:moveTo>
                  <a:lnTo>
                    <a:pt x="108172" y="1800"/>
                  </a:lnTo>
                  <a:lnTo>
                    <a:pt x="103218" y="3759"/>
                  </a:lnTo>
                  <a:lnTo>
                    <a:pt x="98329" y="5876"/>
                  </a:lnTo>
                  <a:lnTo>
                    <a:pt x="93509" y="8147"/>
                  </a:lnTo>
                  <a:lnTo>
                    <a:pt x="88764" y="10570"/>
                  </a:lnTo>
                  <a:lnTo>
                    <a:pt x="84099" y="13144"/>
                  </a:lnTo>
                  <a:lnTo>
                    <a:pt x="79519" y="15864"/>
                  </a:lnTo>
                  <a:lnTo>
                    <a:pt x="75027" y="18730"/>
                  </a:lnTo>
                  <a:lnTo>
                    <a:pt x="70629" y="21737"/>
                  </a:lnTo>
                  <a:lnTo>
                    <a:pt x="66329" y="24882"/>
                  </a:lnTo>
                  <a:lnTo>
                    <a:pt x="62132" y="28163"/>
                  </a:lnTo>
                  <a:lnTo>
                    <a:pt x="58041" y="31577"/>
                  </a:lnTo>
                  <a:lnTo>
                    <a:pt x="54061" y="35118"/>
                  </a:lnTo>
                  <a:lnTo>
                    <a:pt x="50196" y="38785"/>
                  </a:lnTo>
                  <a:lnTo>
                    <a:pt x="46449" y="42573"/>
                  </a:lnTo>
                  <a:lnTo>
                    <a:pt x="42826" y="46479"/>
                  </a:lnTo>
                  <a:lnTo>
                    <a:pt x="39328" y="50498"/>
                  </a:lnTo>
                  <a:lnTo>
                    <a:pt x="35961" y="54627"/>
                  </a:lnTo>
                  <a:lnTo>
                    <a:pt x="32726" y="58860"/>
                  </a:lnTo>
                  <a:lnTo>
                    <a:pt x="29629" y="63195"/>
                  </a:lnTo>
                  <a:lnTo>
                    <a:pt x="26671" y="67626"/>
                  </a:lnTo>
                  <a:lnTo>
                    <a:pt x="23855" y="72149"/>
                  </a:lnTo>
                  <a:lnTo>
                    <a:pt x="21186" y="76760"/>
                  </a:lnTo>
                  <a:lnTo>
                    <a:pt x="18664" y="81453"/>
                  </a:lnTo>
                  <a:lnTo>
                    <a:pt x="16293" y="86224"/>
                  </a:lnTo>
                  <a:lnTo>
                    <a:pt x="14076" y="91069"/>
                  </a:lnTo>
                  <a:lnTo>
                    <a:pt x="12014" y="95981"/>
                  </a:lnTo>
                  <a:lnTo>
                    <a:pt x="10110" y="100957"/>
                  </a:lnTo>
                  <a:lnTo>
                    <a:pt x="8365" y="105991"/>
                  </a:lnTo>
                  <a:lnTo>
                    <a:pt x="6782" y="111078"/>
                  </a:lnTo>
                  <a:lnTo>
                    <a:pt x="5361" y="116213"/>
                  </a:lnTo>
                  <a:lnTo>
                    <a:pt x="4105" y="121390"/>
                  </a:lnTo>
                  <a:lnTo>
                    <a:pt x="3014" y="126605"/>
                  </a:lnTo>
                  <a:lnTo>
                    <a:pt x="2091" y="131852"/>
                  </a:lnTo>
                  <a:lnTo>
                    <a:pt x="1335" y="137126"/>
                  </a:lnTo>
                  <a:lnTo>
                    <a:pt x="747" y="142422"/>
                  </a:lnTo>
                  <a:lnTo>
                    <a:pt x="328" y="147733"/>
                  </a:lnTo>
                  <a:lnTo>
                    <a:pt x="79" y="153055"/>
                  </a:lnTo>
                  <a:lnTo>
                    <a:pt x="0" y="158382"/>
                  </a:lnTo>
                  <a:lnTo>
                    <a:pt x="90" y="163709"/>
                  </a:lnTo>
                  <a:lnTo>
                    <a:pt x="350" y="169030"/>
                  </a:lnTo>
                  <a:lnTo>
                    <a:pt x="779" y="174341"/>
                  </a:lnTo>
                  <a:lnTo>
                    <a:pt x="1378" y="179635"/>
                  </a:lnTo>
                  <a:lnTo>
                    <a:pt x="2145" y="184907"/>
                  </a:lnTo>
                  <a:lnTo>
                    <a:pt x="3079" y="190152"/>
                  </a:lnTo>
                  <a:lnTo>
                    <a:pt x="4180" y="195365"/>
                  </a:lnTo>
                  <a:lnTo>
                    <a:pt x="5447" y="200540"/>
                  </a:lnTo>
                  <a:lnTo>
                    <a:pt x="6878" y="205672"/>
                  </a:lnTo>
                  <a:lnTo>
                    <a:pt x="8472" y="210756"/>
                  </a:lnTo>
                  <a:lnTo>
                    <a:pt x="10227" y="215786"/>
                  </a:lnTo>
                  <a:lnTo>
                    <a:pt x="12141" y="220758"/>
                  </a:lnTo>
                  <a:lnTo>
                    <a:pt x="14213" y="225666"/>
                  </a:lnTo>
                  <a:lnTo>
                    <a:pt x="16440" y="230506"/>
                  </a:lnTo>
                  <a:lnTo>
                    <a:pt x="18821" y="235273"/>
                  </a:lnTo>
                  <a:lnTo>
                    <a:pt x="21352" y="239961"/>
                  </a:lnTo>
                  <a:lnTo>
                    <a:pt x="24031" y="244566"/>
                  </a:lnTo>
                  <a:lnTo>
                    <a:pt x="26855" y="249083"/>
                  </a:lnTo>
                  <a:lnTo>
                    <a:pt x="29822" y="253508"/>
                  </a:lnTo>
                  <a:lnTo>
                    <a:pt x="32929" y="257837"/>
                  </a:lnTo>
                  <a:lnTo>
                    <a:pt x="36172" y="262064"/>
                  </a:lnTo>
                  <a:lnTo>
                    <a:pt x="39548" y="266185"/>
                  </a:lnTo>
                  <a:lnTo>
                    <a:pt x="43053" y="270197"/>
                  </a:lnTo>
                  <a:lnTo>
                    <a:pt x="46685" y="274096"/>
                  </a:lnTo>
                  <a:lnTo>
                    <a:pt x="50439" y="277876"/>
                  </a:lnTo>
                  <a:lnTo>
                    <a:pt x="54312" y="281535"/>
                  </a:lnTo>
                  <a:lnTo>
                    <a:pt x="58299" y="285069"/>
                  </a:lnTo>
                  <a:lnTo>
                    <a:pt x="62397" y="288474"/>
                  </a:lnTo>
                  <a:lnTo>
                    <a:pt x="66601" y="291746"/>
                  </a:lnTo>
                  <a:lnTo>
                    <a:pt x="70907" y="294883"/>
                  </a:lnTo>
                  <a:lnTo>
                    <a:pt x="75311" y="297881"/>
                  </a:lnTo>
                  <a:lnTo>
                    <a:pt x="79809" y="300737"/>
                  </a:lnTo>
                  <a:lnTo>
                    <a:pt x="84395" y="303449"/>
                  </a:lnTo>
                  <a:lnTo>
                    <a:pt x="89065" y="306013"/>
                  </a:lnTo>
                  <a:lnTo>
                    <a:pt x="93815" y="308426"/>
                  </a:lnTo>
                  <a:lnTo>
                    <a:pt x="98639" y="310688"/>
                  </a:lnTo>
                  <a:lnTo>
                    <a:pt x="103533" y="312794"/>
                  </a:lnTo>
                  <a:lnTo>
                    <a:pt x="167167" y="1582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22581" y="941493"/>
              <a:ext cx="230790" cy="334328"/>
            </a:xfrm>
            <a:custGeom>
              <a:avLst/>
              <a:pathLst>
                <a:path w="230790" h="334328">
                  <a:moveTo>
                    <a:pt x="0" y="321749"/>
                  </a:moveTo>
                  <a:lnTo>
                    <a:pt x="4950" y="323695"/>
                  </a:lnTo>
                  <a:lnTo>
                    <a:pt x="9960" y="325483"/>
                  </a:lnTo>
                  <a:lnTo>
                    <a:pt x="15024" y="327111"/>
                  </a:lnTo>
                  <a:lnTo>
                    <a:pt x="20137" y="328576"/>
                  </a:lnTo>
                  <a:lnTo>
                    <a:pt x="25294" y="329878"/>
                  </a:lnTo>
                  <a:lnTo>
                    <a:pt x="30490" y="331016"/>
                  </a:lnTo>
                  <a:lnTo>
                    <a:pt x="35720" y="331987"/>
                  </a:lnTo>
                  <a:lnTo>
                    <a:pt x="40978" y="332792"/>
                  </a:lnTo>
                  <a:lnTo>
                    <a:pt x="46259" y="333429"/>
                  </a:lnTo>
                  <a:lnTo>
                    <a:pt x="51557" y="333898"/>
                  </a:lnTo>
                  <a:lnTo>
                    <a:pt x="56868" y="334197"/>
                  </a:lnTo>
                  <a:lnTo>
                    <a:pt x="62186" y="334328"/>
                  </a:lnTo>
                  <a:lnTo>
                    <a:pt x="67505" y="334290"/>
                  </a:lnTo>
                  <a:lnTo>
                    <a:pt x="72820" y="334082"/>
                  </a:lnTo>
                  <a:lnTo>
                    <a:pt x="78126" y="333705"/>
                  </a:lnTo>
                  <a:lnTo>
                    <a:pt x="83417" y="333160"/>
                  </a:lnTo>
                  <a:lnTo>
                    <a:pt x="88688" y="332446"/>
                  </a:lnTo>
                  <a:lnTo>
                    <a:pt x="93934" y="331565"/>
                  </a:lnTo>
                  <a:lnTo>
                    <a:pt x="99149" y="330518"/>
                  </a:lnTo>
                  <a:lnTo>
                    <a:pt x="104328" y="329306"/>
                  </a:lnTo>
                  <a:lnTo>
                    <a:pt x="109466" y="327929"/>
                  </a:lnTo>
                  <a:lnTo>
                    <a:pt x="114557" y="326389"/>
                  </a:lnTo>
                  <a:lnTo>
                    <a:pt x="119597" y="324689"/>
                  </a:lnTo>
                  <a:lnTo>
                    <a:pt x="124580" y="322828"/>
                  </a:lnTo>
                  <a:lnTo>
                    <a:pt x="129502" y="320810"/>
                  </a:lnTo>
                  <a:lnTo>
                    <a:pt x="134357" y="318637"/>
                  </a:lnTo>
                  <a:lnTo>
                    <a:pt x="139140" y="316310"/>
                  </a:lnTo>
                  <a:lnTo>
                    <a:pt x="143847" y="313833"/>
                  </a:lnTo>
                  <a:lnTo>
                    <a:pt x="148473" y="311206"/>
                  </a:lnTo>
                  <a:lnTo>
                    <a:pt x="153012" y="308434"/>
                  </a:lnTo>
                  <a:lnTo>
                    <a:pt x="157462" y="305519"/>
                  </a:lnTo>
                  <a:lnTo>
                    <a:pt x="161816" y="302464"/>
                  </a:lnTo>
                  <a:lnTo>
                    <a:pt x="166071" y="299272"/>
                  </a:lnTo>
                  <a:lnTo>
                    <a:pt x="170222" y="295946"/>
                  </a:lnTo>
                  <a:lnTo>
                    <a:pt x="174265" y="292489"/>
                  </a:lnTo>
                  <a:lnTo>
                    <a:pt x="178196" y="288906"/>
                  </a:lnTo>
                  <a:lnTo>
                    <a:pt x="182011" y="285200"/>
                  </a:lnTo>
                  <a:lnTo>
                    <a:pt x="185707" y="281374"/>
                  </a:lnTo>
                  <a:lnTo>
                    <a:pt x="189278" y="277432"/>
                  </a:lnTo>
                  <a:lnTo>
                    <a:pt x="192723" y="273379"/>
                  </a:lnTo>
                  <a:lnTo>
                    <a:pt x="196037" y="269218"/>
                  </a:lnTo>
                  <a:lnTo>
                    <a:pt x="199216" y="264954"/>
                  </a:lnTo>
                  <a:lnTo>
                    <a:pt x="202259" y="260591"/>
                  </a:lnTo>
                  <a:lnTo>
                    <a:pt x="205161" y="256133"/>
                  </a:lnTo>
                  <a:lnTo>
                    <a:pt x="207920" y="251585"/>
                  </a:lnTo>
                  <a:lnTo>
                    <a:pt x="210533" y="246952"/>
                  </a:lnTo>
                  <a:lnTo>
                    <a:pt x="212997" y="242238"/>
                  </a:lnTo>
                  <a:lnTo>
                    <a:pt x="215309" y="237448"/>
                  </a:lnTo>
                  <a:lnTo>
                    <a:pt x="217469" y="232587"/>
                  </a:lnTo>
                  <a:lnTo>
                    <a:pt x="219472" y="227659"/>
                  </a:lnTo>
                  <a:lnTo>
                    <a:pt x="221318" y="222671"/>
                  </a:lnTo>
                  <a:lnTo>
                    <a:pt x="223004" y="217626"/>
                  </a:lnTo>
                  <a:lnTo>
                    <a:pt x="224529" y="212530"/>
                  </a:lnTo>
                  <a:lnTo>
                    <a:pt x="225890" y="207388"/>
                  </a:lnTo>
                  <a:lnTo>
                    <a:pt x="227088" y="202205"/>
                  </a:lnTo>
                  <a:lnTo>
                    <a:pt x="228120" y="196987"/>
                  </a:lnTo>
                  <a:lnTo>
                    <a:pt x="228985" y="191739"/>
                  </a:lnTo>
                  <a:lnTo>
                    <a:pt x="229683" y="186466"/>
                  </a:lnTo>
                  <a:lnTo>
                    <a:pt x="230213" y="181173"/>
                  </a:lnTo>
                  <a:lnTo>
                    <a:pt x="230575" y="175866"/>
                  </a:lnTo>
                  <a:lnTo>
                    <a:pt x="230767" y="170550"/>
                  </a:lnTo>
                  <a:lnTo>
                    <a:pt x="230790" y="165231"/>
                  </a:lnTo>
                  <a:lnTo>
                    <a:pt x="230644" y="159914"/>
                  </a:lnTo>
                  <a:lnTo>
                    <a:pt x="230328" y="154604"/>
                  </a:lnTo>
                  <a:lnTo>
                    <a:pt x="229844" y="149307"/>
                  </a:lnTo>
                  <a:lnTo>
                    <a:pt x="229192" y="144028"/>
                  </a:lnTo>
                  <a:lnTo>
                    <a:pt x="228372" y="138773"/>
                  </a:lnTo>
                  <a:lnTo>
                    <a:pt x="227385" y="133546"/>
                  </a:lnTo>
                  <a:lnTo>
                    <a:pt x="226233" y="128353"/>
                  </a:lnTo>
                  <a:lnTo>
                    <a:pt x="224916" y="123200"/>
                  </a:lnTo>
                  <a:lnTo>
                    <a:pt x="223435" y="118091"/>
                  </a:lnTo>
                  <a:lnTo>
                    <a:pt x="221793" y="113031"/>
                  </a:lnTo>
                  <a:lnTo>
                    <a:pt x="219990" y="108027"/>
                  </a:lnTo>
                  <a:lnTo>
                    <a:pt x="218030" y="103082"/>
                  </a:lnTo>
                  <a:lnTo>
                    <a:pt x="215913" y="98202"/>
                  </a:lnTo>
                  <a:lnTo>
                    <a:pt x="213641" y="93393"/>
                  </a:lnTo>
                  <a:lnTo>
                    <a:pt x="211218" y="88657"/>
                  </a:lnTo>
                  <a:lnTo>
                    <a:pt x="208646" y="84002"/>
                  </a:lnTo>
                  <a:lnTo>
                    <a:pt x="205926" y="79430"/>
                  </a:lnTo>
                  <a:lnTo>
                    <a:pt x="203063" y="74947"/>
                  </a:lnTo>
                  <a:lnTo>
                    <a:pt x="200058" y="70558"/>
                  </a:lnTo>
                  <a:lnTo>
                    <a:pt x="196916" y="66267"/>
                  </a:lnTo>
                  <a:lnTo>
                    <a:pt x="193638" y="62077"/>
                  </a:lnTo>
                  <a:lnTo>
                    <a:pt x="190229" y="57994"/>
                  </a:lnTo>
                  <a:lnTo>
                    <a:pt x="186691" y="54022"/>
                  </a:lnTo>
                  <a:lnTo>
                    <a:pt x="183029" y="50164"/>
                  </a:lnTo>
                  <a:lnTo>
                    <a:pt x="179246" y="46425"/>
                  </a:lnTo>
                  <a:lnTo>
                    <a:pt x="175346" y="42808"/>
                  </a:lnTo>
                  <a:lnTo>
                    <a:pt x="171333" y="39316"/>
                  </a:lnTo>
                  <a:lnTo>
                    <a:pt x="167211" y="35955"/>
                  </a:lnTo>
                  <a:lnTo>
                    <a:pt x="162984" y="32726"/>
                  </a:lnTo>
                  <a:lnTo>
                    <a:pt x="158656" y="29633"/>
                  </a:lnTo>
                  <a:lnTo>
                    <a:pt x="154233" y="26679"/>
                  </a:lnTo>
                  <a:lnTo>
                    <a:pt x="149717" y="23868"/>
                  </a:lnTo>
                  <a:lnTo>
                    <a:pt x="145114" y="21202"/>
                  </a:lnTo>
                  <a:lnTo>
                    <a:pt x="140429" y="18683"/>
                  </a:lnTo>
                  <a:lnTo>
                    <a:pt x="135666" y="16315"/>
                  </a:lnTo>
                  <a:lnTo>
                    <a:pt x="130830" y="14100"/>
                  </a:lnTo>
                  <a:lnTo>
                    <a:pt x="125927" y="12039"/>
                  </a:lnTo>
                  <a:lnTo>
                    <a:pt x="120960" y="10136"/>
                  </a:lnTo>
                  <a:lnTo>
                    <a:pt x="115935" y="8392"/>
                  </a:lnTo>
                  <a:lnTo>
                    <a:pt x="110857" y="6808"/>
                  </a:lnTo>
                  <a:lnTo>
                    <a:pt x="105731" y="5387"/>
                  </a:lnTo>
                  <a:lnTo>
                    <a:pt x="100562" y="4129"/>
                  </a:lnTo>
                  <a:lnTo>
                    <a:pt x="95357" y="3037"/>
                  </a:lnTo>
                  <a:lnTo>
                    <a:pt x="90119" y="2111"/>
                  </a:lnTo>
                  <a:lnTo>
                    <a:pt x="84854" y="1352"/>
                  </a:lnTo>
                  <a:lnTo>
                    <a:pt x="79568" y="761"/>
                  </a:lnTo>
                  <a:lnTo>
                    <a:pt x="74265" y="338"/>
                  </a:lnTo>
                  <a:lnTo>
                    <a:pt x="68952" y="84"/>
                  </a:lnTo>
                  <a:lnTo>
                    <a:pt x="63634" y="0"/>
                  </a:lnTo>
                  <a:lnTo>
                    <a:pt x="6363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47" y="1071028"/>
              <a:ext cx="167154" cy="185427"/>
            </a:xfrm>
            <a:custGeom>
              <a:avLst/>
              <a:pathLst>
                <a:path w="167154" h="185427">
                  <a:moveTo>
                    <a:pt x="167154" y="0"/>
                  </a:moveTo>
                  <a:lnTo>
                    <a:pt x="161753" y="87"/>
                  </a:lnTo>
                  <a:lnTo>
                    <a:pt x="156358" y="348"/>
                  </a:lnTo>
                  <a:lnTo>
                    <a:pt x="150974" y="784"/>
                  </a:lnTo>
                  <a:lnTo>
                    <a:pt x="145608" y="1394"/>
                  </a:lnTo>
                  <a:lnTo>
                    <a:pt x="140263" y="2176"/>
                  </a:lnTo>
                  <a:lnTo>
                    <a:pt x="134947" y="3131"/>
                  </a:lnTo>
                  <a:lnTo>
                    <a:pt x="129664" y="4257"/>
                  </a:lnTo>
                  <a:lnTo>
                    <a:pt x="124421" y="5554"/>
                  </a:lnTo>
                  <a:lnTo>
                    <a:pt x="119222" y="7019"/>
                  </a:lnTo>
                  <a:lnTo>
                    <a:pt x="114073" y="8651"/>
                  </a:lnTo>
                  <a:lnTo>
                    <a:pt x="108980" y="10448"/>
                  </a:lnTo>
                  <a:lnTo>
                    <a:pt x="103947" y="12410"/>
                  </a:lnTo>
                  <a:lnTo>
                    <a:pt x="98980" y="14532"/>
                  </a:lnTo>
                  <a:lnTo>
                    <a:pt x="94085" y="16815"/>
                  </a:lnTo>
                  <a:lnTo>
                    <a:pt x="89265" y="19254"/>
                  </a:lnTo>
                  <a:lnTo>
                    <a:pt x="84528" y="21847"/>
                  </a:lnTo>
                  <a:lnTo>
                    <a:pt x="79876" y="24592"/>
                  </a:lnTo>
                  <a:lnTo>
                    <a:pt x="75315" y="27486"/>
                  </a:lnTo>
                  <a:lnTo>
                    <a:pt x="70851" y="30526"/>
                  </a:lnTo>
                  <a:lnTo>
                    <a:pt x="66486" y="33709"/>
                  </a:lnTo>
                  <a:lnTo>
                    <a:pt x="62227" y="37031"/>
                  </a:lnTo>
                  <a:lnTo>
                    <a:pt x="58078" y="40489"/>
                  </a:lnTo>
                  <a:lnTo>
                    <a:pt x="54042" y="44079"/>
                  </a:lnTo>
                  <a:lnTo>
                    <a:pt x="50125" y="47797"/>
                  </a:lnTo>
                  <a:lnTo>
                    <a:pt x="46329" y="51640"/>
                  </a:lnTo>
                  <a:lnTo>
                    <a:pt x="42660" y="55604"/>
                  </a:lnTo>
                  <a:lnTo>
                    <a:pt x="39121" y="59684"/>
                  </a:lnTo>
                  <a:lnTo>
                    <a:pt x="35715" y="63877"/>
                  </a:lnTo>
                  <a:lnTo>
                    <a:pt x="32447" y="68177"/>
                  </a:lnTo>
                  <a:lnTo>
                    <a:pt x="29319" y="72581"/>
                  </a:lnTo>
                  <a:lnTo>
                    <a:pt x="26335" y="77083"/>
                  </a:lnTo>
                  <a:lnTo>
                    <a:pt x="23499" y="81679"/>
                  </a:lnTo>
                  <a:lnTo>
                    <a:pt x="20812" y="86365"/>
                  </a:lnTo>
                  <a:lnTo>
                    <a:pt x="18278" y="91135"/>
                  </a:lnTo>
                  <a:lnTo>
                    <a:pt x="15899" y="95984"/>
                  </a:lnTo>
                  <a:lnTo>
                    <a:pt x="13678" y="100908"/>
                  </a:lnTo>
                  <a:lnTo>
                    <a:pt x="11618" y="105901"/>
                  </a:lnTo>
                  <a:lnTo>
                    <a:pt x="9720" y="110958"/>
                  </a:lnTo>
                  <a:lnTo>
                    <a:pt x="7986" y="116073"/>
                  </a:lnTo>
                  <a:lnTo>
                    <a:pt x="6418" y="121242"/>
                  </a:lnTo>
                  <a:lnTo>
                    <a:pt x="5019" y="126459"/>
                  </a:lnTo>
                  <a:lnTo>
                    <a:pt x="3788" y="131718"/>
                  </a:lnTo>
                  <a:lnTo>
                    <a:pt x="2728" y="137015"/>
                  </a:lnTo>
                  <a:lnTo>
                    <a:pt x="1840" y="142343"/>
                  </a:lnTo>
                  <a:lnTo>
                    <a:pt x="1124" y="147696"/>
                  </a:lnTo>
                  <a:lnTo>
                    <a:pt x="582" y="153070"/>
                  </a:lnTo>
                  <a:lnTo>
                    <a:pt x="213" y="158459"/>
                  </a:lnTo>
                  <a:lnTo>
                    <a:pt x="19" y="163857"/>
                  </a:lnTo>
                  <a:lnTo>
                    <a:pt x="0" y="169258"/>
                  </a:lnTo>
                  <a:lnTo>
                    <a:pt x="154" y="174657"/>
                  </a:lnTo>
                  <a:lnTo>
                    <a:pt x="483" y="180049"/>
                  </a:lnTo>
                  <a:lnTo>
                    <a:pt x="987" y="18542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8334" y="1238196"/>
              <a:ext cx="166167" cy="18259"/>
            </a:xfrm>
            <a:custGeom>
              <a:avLst/>
              <a:pathLst>
                <a:path w="166167" h="18259">
                  <a:moveTo>
                    <a:pt x="0" y="18259"/>
                  </a:moveTo>
                  <a:lnTo>
                    <a:pt x="16616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8334" y="1074285"/>
              <a:ext cx="333325" cy="331077"/>
            </a:xfrm>
            <a:custGeom>
              <a:avLst/>
              <a:pathLst>
                <a:path w="333325" h="331077">
                  <a:moveTo>
                    <a:pt x="0" y="182170"/>
                  </a:moveTo>
                  <a:lnTo>
                    <a:pt x="662" y="187426"/>
                  </a:lnTo>
                  <a:lnTo>
                    <a:pt x="1490" y="192659"/>
                  </a:lnTo>
                  <a:lnTo>
                    <a:pt x="2483" y="197862"/>
                  </a:lnTo>
                  <a:lnTo>
                    <a:pt x="3641" y="203032"/>
                  </a:lnTo>
                  <a:lnTo>
                    <a:pt x="4963" y="208162"/>
                  </a:lnTo>
                  <a:lnTo>
                    <a:pt x="6446" y="213248"/>
                  </a:lnTo>
                  <a:lnTo>
                    <a:pt x="8089" y="218284"/>
                  </a:lnTo>
                  <a:lnTo>
                    <a:pt x="9892" y="223266"/>
                  </a:lnTo>
                  <a:lnTo>
                    <a:pt x="11851" y="228188"/>
                  </a:lnTo>
                  <a:lnTo>
                    <a:pt x="13965" y="233046"/>
                  </a:lnTo>
                  <a:lnTo>
                    <a:pt x="16232" y="237834"/>
                  </a:lnTo>
                  <a:lnTo>
                    <a:pt x="18650" y="242548"/>
                  </a:lnTo>
                  <a:lnTo>
                    <a:pt x="21216" y="247182"/>
                  </a:lnTo>
                  <a:lnTo>
                    <a:pt x="23927" y="251734"/>
                  </a:lnTo>
                  <a:lnTo>
                    <a:pt x="26782" y="256197"/>
                  </a:lnTo>
                  <a:lnTo>
                    <a:pt x="29776" y="260567"/>
                  </a:lnTo>
                  <a:lnTo>
                    <a:pt x="32907" y="264840"/>
                  </a:lnTo>
                  <a:lnTo>
                    <a:pt x="36172" y="269012"/>
                  </a:lnTo>
                  <a:lnTo>
                    <a:pt x="39568" y="273079"/>
                  </a:lnTo>
                  <a:lnTo>
                    <a:pt x="43091" y="277035"/>
                  </a:lnTo>
                  <a:lnTo>
                    <a:pt x="46737" y="280878"/>
                  </a:lnTo>
                  <a:lnTo>
                    <a:pt x="50503" y="284604"/>
                  </a:lnTo>
                  <a:lnTo>
                    <a:pt x="54386" y="288208"/>
                  </a:lnTo>
                  <a:lnTo>
                    <a:pt x="58381" y="291688"/>
                  </a:lnTo>
                  <a:lnTo>
                    <a:pt x="62484" y="295039"/>
                  </a:lnTo>
                  <a:lnTo>
                    <a:pt x="66691" y="298259"/>
                  </a:lnTo>
                  <a:lnTo>
                    <a:pt x="70998" y="301343"/>
                  </a:lnTo>
                  <a:lnTo>
                    <a:pt x="75401" y="304290"/>
                  </a:lnTo>
                  <a:lnTo>
                    <a:pt x="79894" y="307096"/>
                  </a:lnTo>
                  <a:lnTo>
                    <a:pt x="84475" y="309757"/>
                  </a:lnTo>
                  <a:lnTo>
                    <a:pt x="89137" y="312273"/>
                  </a:lnTo>
                  <a:lnTo>
                    <a:pt x="93877" y="314639"/>
                  </a:lnTo>
                  <a:lnTo>
                    <a:pt x="98690" y="316854"/>
                  </a:lnTo>
                  <a:lnTo>
                    <a:pt x="103570" y="318915"/>
                  </a:lnTo>
                  <a:lnTo>
                    <a:pt x="108513" y="320821"/>
                  </a:lnTo>
                  <a:lnTo>
                    <a:pt x="113514" y="322569"/>
                  </a:lnTo>
                  <a:lnTo>
                    <a:pt x="118568" y="324158"/>
                  </a:lnTo>
                  <a:lnTo>
                    <a:pt x="123669" y="325586"/>
                  </a:lnTo>
                  <a:lnTo>
                    <a:pt x="128814" y="326851"/>
                  </a:lnTo>
                  <a:lnTo>
                    <a:pt x="133996" y="327953"/>
                  </a:lnTo>
                  <a:lnTo>
                    <a:pt x="139210" y="328890"/>
                  </a:lnTo>
                  <a:lnTo>
                    <a:pt x="144451" y="329661"/>
                  </a:lnTo>
                  <a:lnTo>
                    <a:pt x="149714" y="330266"/>
                  </a:lnTo>
                  <a:lnTo>
                    <a:pt x="154994" y="330704"/>
                  </a:lnTo>
                  <a:lnTo>
                    <a:pt x="160284" y="330974"/>
                  </a:lnTo>
                  <a:lnTo>
                    <a:pt x="165581" y="331077"/>
                  </a:lnTo>
                  <a:lnTo>
                    <a:pt x="170878" y="331011"/>
                  </a:lnTo>
                  <a:lnTo>
                    <a:pt x="176171" y="330778"/>
                  </a:lnTo>
                  <a:lnTo>
                    <a:pt x="181454" y="330377"/>
                  </a:lnTo>
                  <a:lnTo>
                    <a:pt x="186721" y="329809"/>
                  </a:lnTo>
                  <a:lnTo>
                    <a:pt x="191967" y="329075"/>
                  </a:lnTo>
                  <a:lnTo>
                    <a:pt x="197188" y="328174"/>
                  </a:lnTo>
                  <a:lnTo>
                    <a:pt x="202377" y="327109"/>
                  </a:lnTo>
                  <a:lnTo>
                    <a:pt x="207530" y="325879"/>
                  </a:lnTo>
                  <a:lnTo>
                    <a:pt x="212642" y="324487"/>
                  </a:lnTo>
                  <a:lnTo>
                    <a:pt x="217707" y="322934"/>
                  </a:lnTo>
                  <a:lnTo>
                    <a:pt x="222720" y="321221"/>
                  </a:lnTo>
                  <a:lnTo>
                    <a:pt x="227676" y="319350"/>
                  </a:lnTo>
                  <a:lnTo>
                    <a:pt x="232571" y="317323"/>
                  </a:lnTo>
                  <a:lnTo>
                    <a:pt x="237399" y="315142"/>
                  </a:lnTo>
                  <a:lnTo>
                    <a:pt x="242155" y="312809"/>
                  </a:lnTo>
                  <a:lnTo>
                    <a:pt x="246835" y="310326"/>
                  </a:lnTo>
                  <a:lnTo>
                    <a:pt x="251434" y="307697"/>
                  </a:lnTo>
                  <a:lnTo>
                    <a:pt x="255947" y="304922"/>
                  </a:lnTo>
                  <a:lnTo>
                    <a:pt x="260370" y="302007"/>
                  </a:lnTo>
                  <a:lnTo>
                    <a:pt x="264699" y="298952"/>
                  </a:lnTo>
                  <a:lnTo>
                    <a:pt x="268928" y="295762"/>
                  </a:lnTo>
                  <a:lnTo>
                    <a:pt x="273055" y="292440"/>
                  </a:lnTo>
                  <a:lnTo>
                    <a:pt x="277074" y="288988"/>
                  </a:lnTo>
                  <a:lnTo>
                    <a:pt x="280982" y="285411"/>
                  </a:lnTo>
                  <a:lnTo>
                    <a:pt x="284774" y="281712"/>
                  </a:lnTo>
                  <a:lnTo>
                    <a:pt x="288447" y="277895"/>
                  </a:lnTo>
                  <a:lnTo>
                    <a:pt x="291998" y="273963"/>
                  </a:lnTo>
                  <a:lnTo>
                    <a:pt x="295422" y="269920"/>
                  </a:lnTo>
                  <a:lnTo>
                    <a:pt x="298716" y="265771"/>
                  </a:lnTo>
                  <a:lnTo>
                    <a:pt x="301877" y="261520"/>
                  </a:lnTo>
                  <a:lnTo>
                    <a:pt x="304902" y="257171"/>
                  </a:lnTo>
                  <a:lnTo>
                    <a:pt x="307787" y="252728"/>
                  </a:lnTo>
                  <a:lnTo>
                    <a:pt x="310530" y="248196"/>
                  </a:lnTo>
                  <a:lnTo>
                    <a:pt x="313129" y="243579"/>
                  </a:lnTo>
                  <a:lnTo>
                    <a:pt x="315579" y="238882"/>
                  </a:lnTo>
                  <a:lnTo>
                    <a:pt x="317880" y="234110"/>
                  </a:lnTo>
                  <a:lnTo>
                    <a:pt x="320028" y="229268"/>
                  </a:lnTo>
                  <a:lnTo>
                    <a:pt x="322022" y="224359"/>
                  </a:lnTo>
                  <a:lnTo>
                    <a:pt x="323859" y="219390"/>
                  </a:lnTo>
                  <a:lnTo>
                    <a:pt x="325538" y="214366"/>
                  </a:lnTo>
                  <a:lnTo>
                    <a:pt x="327057" y="209290"/>
                  </a:lnTo>
                  <a:lnTo>
                    <a:pt x="328414" y="204170"/>
                  </a:lnTo>
                  <a:lnTo>
                    <a:pt x="329608" y="199008"/>
                  </a:lnTo>
                  <a:lnTo>
                    <a:pt x="330638" y="193812"/>
                  </a:lnTo>
                  <a:lnTo>
                    <a:pt x="331503" y="188585"/>
                  </a:lnTo>
                  <a:lnTo>
                    <a:pt x="332202" y="183334"/>
                  </a:lnTo>
                  <a:lnTo>
                    <a:pt x="332734" y="178063"/>
                  </a:lnTo>
                  <a:lnTo>
                    <a:pt x="333099" y="172778"/>
                  </a:lnTo>
                  <a:lnTo>
                    <a:pt x="333296" y="167483"/>
                  </a:lnTo>
                  <a:lnTo>
                    <a:pt x="333325" y="162186"/>
                  </a:lnTo>
                  <a:lnTo>
                    <a:pt x="333187" y="156890"/>
                  </a:lnTo>
                  <a:lnTo>
                    <a:pt x="332880" y="151601"/>
                  </a:lnTo>
                  <a:lnTo>
                    <a:pt x="332407" y="146325"/>
                  </a:lnTo>
                  <a:lnTo>
                    <a:pt x="331766" y="141066"/>
                  </a:lnTo>
                  <a:lnTo>
                    <a:pt x="330959" y="135830"/>
                  </a:lnTo>
                  <a:lnTo>
                    <a:pt x="329986" y="130622"/>
                  </a:lnTo>
                  <a:lnTo>
                    <a:pt x="328849" y="125448"/>
                  </a:lnTo>
                  <a:lnTo>
                    <a:pt x="327549" y="120312"/>
                  </a:lnTo>
                  <a:lnTo>
                    <a:pt x="326086" y="115221"/>
                  </a:lnTo>
                  <a:lnTo>
                    <a:pt x="324463" y="110178"/>
                  </a:lnTo>
                  <a:lnTo>
                    <a:pt x="322681" y="105189"/>
                  </a:lnTo>
                  <a:lnTo>
                    <a:pt x="320742" y="100259"/>
                  </a:lnTo>
                  <a:lnTo>
                    <a:pt x="318647" y="95393"/>
                  </a:lnTo>
                  <a:lnTo>
                    <a:pt x="316400" y="90596"/>
                  </a:lnTo>
                  <a:lnTo>
                    <a:pt x="314001" y="85872"/>
                  </a:lnTo>
                  <a:lnTo>
                    <a:pt x="311454" y="81227"/>
                  </a:lnTo>
                  <a:lnTo>
                    <a:pt x="308761" y="76664"/>
                  </a:lnTo>
                  <a:lnTo>
                    <a:pt x="305925" y="72190"/>
                  </a:lnTo>
                  <a:lnTo>
                    <a:pt x="302948" y="67807"/>
                  </a:lnTo>
                  <a:lnTo>
                    <a:pt x="299834" y="63522"/>
                  </a:lnTo>
                  <a:lnTo>
                    <a:pt x="296586" y="59336"/>
                  </a:lnTo>
                  <a:lnTo>
                    <a:pt x="293207" y="55256"/>
                  </a:lnTo>
                  <a:lnTo>
                    <a:pt x="289700" y="51285"/>
                  </a:lnTo>
                  <a:lnTo>
                    <a:pt x="286070" y="47427"/>
                  </a:lnTo>
                  <a:lnTo>
                    <a:pt x="282318" y="43687"/>
                  </a:lnTo>
                  <a:lnTo>
                    <a:pt x="278451" y="40066"/>
                  </a:lnTo>
                  <a:lnTo>
                    <a:pt x="274470" y="36571"/>
                  </a:lnTo>
                  <a:lnTo>
                    <a:pt x="270381" y="33203"/>
                  </a:lnTo>
                  <a:lnTo>
                    <a:pt x="266187" y="29966"/>
                  </a:lnTo>
                  <a:lnTo>
                    <a:pt x="261892" y="26864"/>
                  </a:lnTo>
                  <a:lnTo>
                    <a:pt x="257501" y="23900"/>
                  </a:lnTo>
                  <a:lnTo>
                    <a:pt x="253019" y="21076"/>
                  </a:lnTo>
                  <a:lnTo>
                    <a:pt x="248449" y="18396"/>
                  </a:lnTo>
                  <a:lnTo>
                    <a:pt x="243797" y="15861"/>
                  </a:lnTo>
                  <a:lnTo>
                    <a:pt x="239067" y="13476"/>
                  </a:lnTo>
                  <a:lnTo>
                    <a:pt x="234264" y="11241"/>
                  </a:lnTo>
                  <a:lnTo>
                    <a:pt x="229392" y="9160"/>
                  </a:lnTo>
                  <a:lnTo>
                    <a:pt x="224456" y="7235"/>
                  </a:lnTo>
                  <a:lnTo>
                    <a:pt x="219463" y="5466"/>
                  </a:lnTo>
                  <a:lnTo>
                    <a:pt x="214415" y="3857"/>
                  </a:lnTo>
                  <a:lnTo>
                    <a:pt x="209319" y="2409"/>
                  </a:lnTo>
                  <a:lnTo>
                    <a:pt x="204180" y="1122"/>
                  </a:lnTo>
                  <a:lnTo>
                    <a:pt x="199003" y="0"/>
                  </a:lnTo>
                  <a:lnTo>
                    <a:pt x="166167" y="163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836" cy="167167"/>
            </a:xfrm>
            <a:custGeom>
              <a:avLst/>
              <a:pathLst>
                <a:path w="32836" h="167167">
                  <a:moveTo>
                    <a:pt x="32836" y="3256"/>
                  </a:moveTo>
                  <a:lnTo>
                    <a:pt x="26330" y="2086"/>
                  </a:lnTo>
                  <a:lnTo>
                    <a:pt x="19784" y="1174"/>
                  </a:lnTo>
                  <a:lnTo>
                    <a:pt x="13206" y="522"/>
                  </a:lnTo>
                  <a:lnTo>
                    <a:pt x="6608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1867" y="1322571"/>
              <a:ext cx="76853" cy="167167"/>
            </a:xfrm>
            <a:custGeom>
              <a:avLst/>
              <a:pathLst>
                <a:path w="76853" h="167167">
                  <a:moveTo>
                    <a:pt x="76853" y="0"/>
                  </a:moveTo>
                  <a:lnTo>
                    <a:pt x="71150" y="97"/>
                  </a:lnTo>
                  <a:lnTo>
                    <a:pt x="65454" y="389"/>
                  </a:lnTo>
                  <a:lnTo>
                    <a:pt x="59771" y="875"/>
                  </a:lnTo>
                  <a:lnTo>
                    <a:pt x="54108" y="1554"/>
                  </a:lnTo>
                  <a:lnTo>
                    <a:pt x="48471" y="2426"/>
                  </a:lnTo>
                  <a:lnTo>
                    <a:pt x="42867" y="3491"/>
                  </a:lnTo>
                  <a:lnTo>
                    <a:pt x="37303" y="4745"/>
                  </a:lnTo>
                  <a:lnTo>
                    <a:pt x="31785" y="6189"/>
                  </a:lnTo>
                  <a:lnTo>
                    <a:pt x="26320" y="7820"/>
                  </a:lnTo>
                  <a:lnTo>
                    <a:pt x="20913" y="9637"/>
                  </a:lnTo>
                  <a:lnTo>
                    <a:pt x="15572" y="11637"/>
                  </a:lnTo>
                  <a:lnTo>
                    <a:pt x="10301" y="13818"/>
                  </a:lnTo>
                  <a:lnTo>
                    <a:pt x="5109" y="16178"/>
                  </a:lnTo>
                  <a:lnTo>
                    <a:pt x="0" y="18713"/>
                  </a:lnTo>
                  <a:lnTo>
                    <a:pt x="768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11867" y="1341285"/>
              <a:ext cx="76853" cy="148453"/>
            </a:xfrm>
            <a:custGeom>
              <a:avLst/>
              <a:pathLst>
                <a:path w="76853" h="148453">
                  <a:moveTo>
                    <a:pt x="0" y="0"/>
                  </a:moveTo>
                  <a:lnTo>
                    <a:pt x="76853" y="1484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72" y="1341285"/>
              <a:ext cx="334309" cy="315619"/>
            </a:xfrm>
            <a:custGeom>
              <a:avLst/>
              <a:pathLst>
                <a:path w="334309" h="315619">
                  <a:moveTo>
                    <a:pt x="90294" y="0"/>
                  </a:moveTo>
                  <a:lnTo>
                    <a:pt x="85632" y="2507"/>
                  </a:lnTo>
                  <a:lnTo>
                    <a:pt x="81052" y="5161"/>
                  </a:lnTo>
                  <a:lnTo>
                    <a:pt x="76559" y="7959"/>
                  </a:lnTo>
                  <a:lnTo>
                    <a:pt x="72156" y="10898"/>
                  </a:lnTo>
                  <a:lnTo>
                    <a:pt x="67848" y="13974"/>
                  </a:lnTo>
                  <a:lnTo>
                    <a:pt x="63640" y="17185"/>
                  </a:lnTo>
                  <a:lnTo>
                    <a:pt x="59536" y="20528"/>
                  </a:lnTo>
                  <a:lnTo>
                    <a:pt x="55540" y="24000"/>
                  </a:lnTo>
                  <a:lnTo>
                    <a:pt x="51655" y="27596"/>
                  </a:lnTo>
                  <a:lnTo>
                    <a:pt x="47887" y="31313"/>
                  </a:lnTo>
                  <a:lnTo>
                    <a:pt x="44238" y="35148"/>
                  </a:lnTo>
                  <a:lnTo>
                    <a:pt x="40712" y="39096"/>
                  </a:lnTo>
                  <a:lnTo>
                    <a:pt x="37313" y="43154"/>
                  </a:lnTo>
                  <a:lnTo>
                    <a:pt x="34044" y="47317"/>
                  </a:lnTo>
                  <a:lnTo>
                    <a:pt x="30909" y="51582"/>
                  </a:lnTo>
                  <a:lnTo>
                    <a:pt x="27910" y="55944"/>
                  </a:lnTo>
                  <a:lnTo>
                    <a:pt x="25051" y="60399"/>
                  </a:lnTo>
                  <a:lnTo>
                    <a:pt x="22334" y="64942"/>
                  </a:lnTo>
                  <a:lnTo>
                    <a:pt x="19763" y="69569"/>
                  </a:lnTo>
                  <a:lnTo>
                    <a:pt x="17339" y="74275"/>
                  </a:lnTo>
                  <a:lnTo>
                    <a:pt x="15066" y="79055"/>
                  </a:lnTo>
                  <a:lnTo>
                    <a:pt x="12945" y="83905"/>
                  </a:lnTo>
                  <a:lnTo>
                    <a:pt x="10978" y="88820"/>
                  </a:lnTo>
                  <a:lnTo>
                    <a:pt x="9169" y="93794"/>
                  </a:lnTo>
                  <a:lnTo>
                    <a:pt x="7517" y="98824"/>
                  </a:lnTo>
                  <a:lnTo>
                    <a:pt x="6026" y="103903"/>
                  </a:lnTo>
                  <a:lnTo>
                    <a:pt x="4696" y="109026"/>
                  </a:lnTo>
                  <a:lnTo>
                    <a:pt x="3529" y="114189"/>
                  </a:lnTo>
                  <a:lnTo>
                    <a:pt x="2526" y="119387"/>
                  </a:lnTo>
                  <a:lnTo>
                    <a:pt x="1689" y="124614"/>
                  </a:lnTo>
                  <a:lnTo>
                    <a:pt x="1017" y="129864"/>
                  </a:lnTo>
                  <a:lnTo>
                    <a:pt x="512" y="135133"/>
                  </a:lnTo>
                  <a:lnTo>
                    <a:pt x="173" y="140416"/>
                  </a:lnTo>
                  <a:lnTo>
                    <a:pt x="3" y="145707"/>
                  </a:lnTo>
                  <a:lnTo>
                    <a:pt x="0" y="151000"/>
                  </a:lnTo>
                  <a:lnTo>
                    <a:pt x="164" y="156291"/>
                  </a:lnTo>
                  <a:lnTo>
                    <a:pt x="496" y="161574"/>
                  </a:lnTo>
                  <a:lnTo>
                    <a:pt x="995" y="166844"/>
                  </a:lnTo>
                  <a:lnTo>
                    <a:pt x="1660" y="172095"/>
                  </a:lnTo>
                  <a:lnTo>
                    <a:pt x="2492" y="177323"/>
                  </a:lnTo>
                  <a:lnTo>
                    <a:pt x="3488" y="182522"/>
                  </a:lnTo>
                  <a:lnTo>
                    <a:pt x="4649" y="187686"/>
                  </a:lnTo>
                  <a:lnTo>
                    <a:pt x="5973" y="192811"/>
                  </a:lnTo>
                  <a:lnTo>
                    <a:pt x="7458" y="197892"/>
                  </a:lnTo>
                  <a:lnTo>
                    <a:pt x="9103" y="202923"/>
                  </a:lnTo>
                  <a:lnTo>
                    <a:pt x="10907" y="207900"/>
                  </a:lnTo>
                  <a:lnTo>
                    <a:pt x="12868" y="212817"/>
                  </a:lnTo>
                  <a:lnTo>
                    <a:pt x="14983" y="217669"/>
                  </a:lnTo>
                  <a:lnTo>
                    <a:pt x="17251" y="222452"/>
                  </a:lnTo>
                  <a:lnTo>
                    <a:pt x="19669" y="227161"/>
                  </a:lnTo>
                  <a:lnTo>
                    <a:pt x="22235" y="231791"/>
                  </a:lnTo>
                  <a:lnTo>
                    <a:pt x="24946" y="236337"/>
                  </a:lnTo>
                  <a:lnTo>
                    <a:pt x="27800" y="240796"/>
                  </a:lnTo>
                  <a:lnTo>
                    <a:pt x="30793" y="245161"/>
                  </a:lnTo>
                  <a:lnTo>
                    <a:pt x="33923" y="249430"/>
                  </a:lnTo>
                  <a:lnTo>
                    <a:pt x="37187" y="253597"/>
                  </a:lnTo>
                  <a:lnTo>
                    <a:pt x="40581" y="257659"/>
                  </a:lnTo>
                  <a:lnTo>
                    <a:pt x="44103" y="261612"/>
                  </a:lnTo>
                  <a:lnTo>
                    <a:pt x="47747" y="265451"/>
                  </a:lnTo>
                  <a:lnTo>
                    <a:pt x="51511" y="269173"/>
                  </a:lnTo>
                  <a:lnTo>
                    <a:pt x="55391" y="272773"/>
                  </a:lnTo>
                  <a:lnTo>
                    <a:pt x="59383" y="276249"/>
                  </a:lnTo>
                  <a:lnTo>
                    <a:pt x="63484" y="279597"/>
                  </a:lnTo>
                  <a:lnTo>
                    <a:pt x="67688" y="282814"/>
                  </a:lnTo>
                  <a:lnTo>
                    <a:pt x="71992" y="285895"/>
                  </a:lnTo>
                  <a:lnTo>
                    <a:pt x="76391" y="288839"/>
                  </a:lnTo>
                  <a:lnTo>
                    <a:pt x="80881" y="291642"/>
                  </a:lnTo>
                  <a:lnTo>
                    <a:pt x="85458" y="294302"/>
                  </a:lnTo>
                  <a:lnTo>
                    <a:pt x="90117" y="296815"/>
                  </a:lnTo>
                  <a:lnTo>
                    <a:pt x="94853" y="299180"/>
                  </a:lnTo>
                  <a:lnTo>
                    <a:pt x="99661" y="301393"/>
                  </a:lnTo>
                  <a:lnTo>
                    <a:pt x="104537" y="303453"/>
                  </a:lnTo>
                  <a:lnTo>
                    <a:pt x="109476" y="305358"/>
                  </a:lnTo>
                  <a:lnTo>
                    <a:pt x="114473" y="307105"/>
                  </a:lnTo>
                  <a:lnTo>
                    <a:pt x="119522" y="308693"/>
                  </a:lnTo>
                  <a:lnTo>
                    <a:pt x="124620" y="310121"/>
                  </a:lnTo>
                  <a:lnTo>
                    <a:pt x="129760" y="311386"/>
                  </a:lnTo>
                  <a:lnTo>
                    <a:pt x="134937" y="312488"/>
                  </a:lnTo>
                  <a:lnTo>
                    <a:pt x="140147" y="313426"/>
                  </a:lnTo>
                  <a:lnTo>
                    <a:pt x="145384" y="314198"/>
                  </a:lnTo>
                  <a:lnTo>
                    <a:pt x="150642" y="314804"/>
                  </a:lnTo>
                  <a:lnTo>
                    <a:pt x="155917" y="315243"/>
                  </a:lnTo>
                  <a:lnTo>
                    <a:pt x="161204" y="315515"/>
                  </a:lnTo>
                  <a:lnTo>
                    <a:pt x="166496" y="315619"/>
                  </a:lnTo>
                  <a:lnTo>
                    <a:pt x="171789" y="315556"/>
                  </a:lnTo>
                  <a:lnTo>
                    <a:pt x="177077" y="315325"/>
                  </a:lnTo>
                  <a:lnTo>
                    <a:pt x="182356" y="314927"/>
                  </a:lnTo>
                  <a:lnTo>
                    <a:pt x="187619" y="314362"/>
                  </a:lnTo>
                  <a:lnTo>
                    <a:pt x="192862" y="313631"/>
                  </a:lnTo>
                  <a:lnTo>
                    <a:pt x="198079" y="312734"/>
                  </a:lnTo>
                  <a:lnTo>
                    <a:pt x="203264" y="311672"/>
                  </a:lnTo>
                  <a:lnTo>
                    <a:pt x="208414" y="310447"/>
                  </a:lnTo>
                  <a:lnTo>
                    <a:pt x="213522" y="309059"/>
                  </a:lnTo>
                  <a:lnTo>
                    <a:pt x="218584" y="307511"/>
                  </a:lnTo>
                  <a:lnTo>
                    <a:pt x="223594" y="305802"/>
                  </a:lnTo>
                  <a:lnTo>
                    <a:pt x="228548" y="303936"/>
                  </a:lnTo>
                  <a:lnTo>
                    <a:pt x="233440" y="301914"/>
                  </a:lnTo>
                  <a:lnTo>
                    <a:pt x="238265" y="299738"/>
                  </a:lnTo>
                  <a:lnTo>
                    <a:pt x="243020" y="297411"/>
                  </a:lnTo>
                  <a:lnTo>
                    <a:pt x="247698" y="294934"/>
                  </a:lnTo>
                  <a:lnTo>
                    <a:pt x="252295" y="292310"/>
                  </a:lnTo>
                  <a:lnTo>
                    <a:pt x="256807" y="289542"/>
                  </a:lnTo>
                  <a:lnTo>
                    <a:pt x="261229" y="286633"/>
                  </a:lnTo>
                  <a:lnTo>
                    <a:pt x="265557" y="283585"/>
                  </a:lnTo>
                  <a:lnTo>
                    <a:pt x="269786" y="280401"/>
                  </a:lnTo>
                  <a:lnTo>
                    <a:pt x="273912" y="277085"/>
                  </a:lnTo>
                  <a:lnTo>
                    <a:pt x="277931" y="273641"/>
                  </a:lnTo>
                  <a:lnTo>
                    <a:pt x="281839" y="270070"/>
                  </a:lnTo>
                  <a:lnTo>
                    <a:pt x="285633" y="266378"/>
                  </a:lnTo>
                  <a:lnTo>
                    <a:pt x="289307" y="262568"/>
                  </a:lnTo>
                  <a:lnTo>
                    <a:pt x="292859" y="258643"/>
                  </a:lnTo>
                  <a:lnTo>
                    <a:pt x="296284" y="254607"/>
                  </a:lnTo>
                  <a:lnTo>
                    <a:pt x="299580" y="250465"/>
                  </a:lnTo>
                  <a:lnTo>
                    <a:pt x="302744" y="246221"/>
                  </a:lnTo>
                  <a:lnTo>
                    <a:pt x="305771" y="241879"/>
                  </a:lnTo>
                  <a:lnTo>
                    <a:pt x="308660" y="237443"/>
                  </a:lnTo>
                  <a:lnTo>
                    <a:pt x="311406" y="232918"/>
                  </a:lnTo>
                  <a:lnTo>
                    <a:pt x="314008" y="228308"/>
                  </a:lnTo>
                  <a:lnTo>
                    <a:pt x="316463" y="223618"/>
                  </a:lnTo>
                  <a:lnTo>
                    <a:pt x="318768" y="218853"/>
                  </a:lnTo>
                  <a:lnTo>
                    <a:pt x="320921" y="214017"/>
                  </a:lnTo>
                  <a:lnTo>
                    <a:pt x="322920" y="209116"/>
                  </a:lnTo>
                  <a:lnTo>
                    <a:pt x="324762" y="204154"/>
                  </a:lnTo>
                  <a:lnTo>
                    <a:pt x="326447" y="199135"/>
                  </a:lnTo>
                  <a:lnTo>
                    <a:pt x="327972" y="194066"/>
                  </a:lnTo>
                  <a:lnTo>
                    <a:pt x="329335" y="188952"/>
                  </a:lnTo>
                  <a:lnTo>
                    <a:pt x="330536" y="183796"/>
                  </a:lnTo>
                  <a:lnTo>
                    <a:pt x="331573" y="178605"/>
                  </a:lnTo>
                  <a:lnTo>
                    <a:pt x="332445" y="173384"/>
                  </a:lnTo>
                  <a:lnTo>
                    <a:pt x="333152" y="168138"/>
                  </a:lnTo>
                  <a:lnTo>
                    <a:pt x="333692" y="162872"/>
                  </a:lnTo>
                  <a:lnTo>
                    <a:pt x="334065" y="157592"/>
                  </a:lnTo>
                  <a:lnTo>
                    <a:pt x="334271" y="152303"/>
                  </a:lnTo>
                  <a:lnTo>
                    <a:pt x="334309" y="147010"/>
                  </a:lnTo>
                  <a:lnTo>
                    <a:pt x="334179" y="141718"/>
                  </a:lnTo>
                  <a:lnTo>
                    <a:pt x="333882" y="136433"/>
                  </a:lnTo>
                  <a:lnTo>
                    <a:pt x="333418" y="131160"/>
                  </a:lnTo>
                  <a:lnTo>
                    <a:pt x="332787" y="125904"/>
                  </a:lnTo>
                  <a:lnTo>
                    <a:pt x="331990" y="120671"/>
                  </a:lnTo>
                  <a:lnTo>
                    <a:pt x="331028" y="115466"/>
                  </a:lnTo>
                  <a:lnTo>
                    <a:pt x="329901" y="110294"/>
                  </a:lnTo>
                  <a:lnTo>
                    <a:pt x="328612" y="105160"/>
                  </a:lnTo>
                  <a:lnTo>
                    <a:pt x="327160" y="100069"/>
                  </a:lnTo>
                  <a:lnTo>
                    <a:pt x="325548" y="95027"/>
                  </a:lnTo>
                  <a:lnTo>
                    <a:pt x="323777" y="90039"/>
                  </a:lnTo>
                  <a:lnTo>
                    <a:pt x="321849" y="85109"/>
                  </a:lnTo>
                  <a:lnTo>
                    <a:pt x="319766" y="80243"/>
                  </a:lnTo>
                  <a:lnTo>
                    <a:pt x="317530" y="75445"/>
                  </a:lnTo>
                  <a:lnTo>
                    <a:pt x="315143" y="70720"/>
                  </a:lnTo>
                  <a:lnTo>
                    <a:pt x="312607" y="66074"/>
                  </a:lnTo>
                  <a:lnTo>
                    <a:pt x="309926" y="61509"/>
                  </a:lnTo>
                  <a:lnTo>
                    <a:pt x="307102" y="57032"/>
                  </a:lnTo>
                  <a:lnTo>
                    <a:pt x="304137" y="52647"/>
                  </a:lnTo>
                  <a:lnTo>
                    <a:pt x="301035" y="48358"/>
                  </a:lnTo>
                  <a:lnTo>
                    <a:pt x="297799" y="44169"/>
                  </a:lnTo>
                  <a:lnTo>
                    <a:pt x="294432" y="40085"/>
                  </a:lnTo>
                  <a:lnTo>
                    <a:pt x="290937" y="36109"/>
                  </a:lnTo>
                  <a:lnTo>
                    <a:pt x="167148" y="1484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123789" cy="167167"/>
            </a:xfrm>
            <a:custGeom>
              <a:avLst/>
              <a:pathLst>
                <a:path w="123789" h="167167">
                  <a:moveTo>
                    <a:pt x="123789" y="54823"/>
                  </a:moveTo>
                  <a:lnTo>
                    <a:pt x="119973" y="50757"/>
                  </a:lnTo>
                  <a:lnTo>
                    <a:pt x="116025" y="46821"/>
                  </a:lnTo>
                  <a:lnTo>
                    <a:pt x="111947" y="43019"/>
                  </a:lnTo>
                  <a:lnTo>
                    <a:pt x="107745" y="39355"/>
                  </a:lnTo>
                  <a:lnTo>
                    <a:pt x="103423" y="35833"/>
                  </a:lnTo>
                  <a:lnTo>
                    <a:pt x="98986" y="32457"/>
                  </a:lnTo>
                  <a:lnTo>
                    <a:pt x="94439" y="29231"/>
                  </a:lnTo>
                  <a:lnTo>
                    <a:pt x="89786" y="26159"/>
                  </a:lnTo>
                  <a:lnTo>
                    <a:pt x="85034" y="23243"/>
                  </a:lnTo>
                  <a:lnTo>
                    <a:pt x="80187" y="20488"/>
                  </a:lnTo>
                  <a:lnTo>
                    <a:pt x="75252" y="17895"/>
                  </a:lnTo>
                  <a:lnTo>
                    <a:pt x="70232" y="15469"/>
                  </a:lnTo>
                  <a:lnTo>
                    <a:pt x="65134" y="13211"/>
                  </a:lnTo>
                  <a:lnTo>
                    <a:pt x="59964" y="11125"/>
                  </a:lnTo>
                  <a:lnTo>
                    <a:pt x="54727" y="9212"/>
                  </a:lnTo>
                  <a:lnTo>
                    <a:pt x="49429" y="7475"/>
                  </a:lnTo>
                  <a:lnTo>
                    <a:pt x="44077" y="5915"/>
                  </a:lnTo>
                  <a:lnTo>
                    <a:pt x="38675" y="4535"/>
                  </a:lnTo>
                  <a:lnTo>
                    <a:pt x="33230" y="3336"/>
                  </a:lnTo>
                  <a:lnTo>
                    <a:pt x="27748" y="2319"/>
                  </a:lnTo>
                  <a:lnTo>
                    <a:pt x="22236" y="1485"/>
                  </a:lnTo>
                  <a:lnTo>
                    <a:pt x="16698" y="836"/>
                  </a:lnTo>
                  <a:lnTo>
                    <a:pt x="11142" y="371"/>
                  </a:lnTo>
                  <a:lnTo>
                    <a:pt x="5574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2009" y="1681503"/>
              <a:ext cx="4515" cy="167167"/>
            </a:xfrm>
            <a:custGeom>
              <a:avLst/>
              <a:pathLst>
                <a:path w="4515" h="167167">
                  <a:moveTo>
                    <a:pt x="4515" y="0"/>
                  </a:moveTo>
                  <a:lnTo>
                    <a:pt x="0" y="61"/>
                  </a:lnTo>
                  <a:lnTo>
                    <a:pt x="451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2009" y="1681564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51129" y="1681564"/>
              <a:ext cx="135394" cy="167106"/>
            </a:xfrm>
            <a:custGeom>
              <a:avLst/>
              <a:pathLst>
                <a:path w="135394" h="167106">
                  <a:moveTo>
                    <a:pt x="130879" y="0"/>
                  </a:moveTo>
                  <a:lnTo>
                    <a:pt x="125409" y="237"/>
                  </a:lnTo>
                  <a:lnTo>
                    <a:pt x="119950" y="653"/>
                  </a:lnTo>
                  <a:lnTo>
                    <a:pt x="114508" y="1248"/>
                  </a:lnTo>
                  <a:lnTo>
                    <a:pt x="109088" y="2021"/>
                  </a:lnTo>
                  <a:lnTo>
                    <a:pt x="103697" y="2971"/>
                  </a:lnTo>
                  <a:lnTo>
                    <a:pt x="98339" y="4097"/>
                  </a:lnTo>
                  <a:lnTo>
                    <a:pt x="93021" y="5398"/>
                  </a:lnTo>
                  <a:lnTo>
                    <a:pt x="87749" y="6872"/>
                  </a:lnTo>
                  <a:lnTo>
                    <a:pt x="82528" y="8518"/>
                  </a:lnTo>
                  <a:lnTo>
                    <a:pt x="77363" y="10334"/>
                  </a:lnTo>
                  <a:lnTo>
                    <a:pt x="72261" y="12319"/>
                  </a:lnTo>
                  <a:lnTo>
                    <a:pt x="67226" y="14469"/>
                  </a:lnTo>
                  <a:lnTo>
                    <a:pt x="62264" y="16783"/>
                  </a:lnTo>
                  <a:lnTo>
                    <a:pt x="57381" y="19258"/>
                  </a:lnTo>
                  <a:lnTo>
                    <a:pt x="52582" y="21892"/>
                  </a:lnTo>
                  <a:lnTo>
                    <a:pt x="47871" y="24682"/>
                  </a:lnTo>
                  <a:lnTo>
                    <a:pt x="43254" y="27624"/>
                  </a:lnTo>
                  <a:lnTo>
                    <a:pt x="38736" y="30716"/>
                  </a:lnTo>
                  <a:lnTo>
                    <a:pt x="34322" y="33954"/>
                  </a:lnTo>
                  <a:lnTo>
                    <a:pt x="30016" y="37335"/>
                  </a:lnTo>
                  <a:lnTo>
                    <a:pt x="25824" y="40856"/>
                  </a:lnTo>
                  <a:lnTo>
                    <a:pt x="21748" y="44511"/>
                  </a:lnTo>
                  <a:lnTo>
                    <a:pt x="17795" y="48298"/>
                  </a:lnTo>
                  <a:lnTo>
                    <a:pt x="13967" y="52213"/>
                  </a:lnTo>
                  <a:lnTo>
                    <a:pt x="10270" y="56251"/>
                  </a:lnTo>
                  <a:lnTo>
                    <a:pt x="6708" y="60407"/>
                  </a:lnTo>
                  <a:lnTo>
                    <a:pt x="3283" y="64678"/>
                  </a:lnTo>
                  <a:lnTo>
                    <a:pt x="0" y="69059"/>
                  </a:lnTo>
                  <a:lnTo>
                    <a:pt x="135394" y="1671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4" y="1681503"/>
              <a:ext cx="334312" cy="334333"/>
            </a:xfrm>
            <a:custGeom>
              <a:avLst/>
              <a:pathLst>
                <a:path w="334312" h="334333">
                  <a:moveTo>
                    <a:pt x="31765" y="69120"/>
                  </a:moveTo>
                  <a:lnTo>
                    <a:pt x="28718" y="73472"/>
                  </a:lnTo>
                  <a:lnTo>
                    <a:pt x="25811" y="77918"/>
                  </a:lnTo>
                  <a:lnTo>
                    <a:pt x="23047" y="82455"/>
                  </a:lnTo>
                  <a:lnTo>
                    <a:pt x="20428" y="87077"/>
                  </a:lnTo>
                  <a:lnTo>
                    <a:pt x="17957" y="91780"/>
                  </a:lnTo>
                  <a:lnTo>
                    <a:pt x="15637" y="96559"/>
                  </a:lnTo>
                  <a:lnTo>
                    <a:pt x="13470" y="101409"/>
                  </a:lnTo>
                  <a:lnTo>
                    <a:pt x="11458" y="106326"/>
                  </a:lnTo>
                  <a:lnTo>
                    <a:pt x="9603" y="111304"/>
                  </a:lnTo>
                  <a:lnTo>
                    <a:pt x="7908" y="116339"/>
                  </a:lnTo>
                  <a:lnTo>
                    <a:pt x="6373" y="121425"/>
                  </a:lnTo>
                  <a:lnTo>
                    <a:pt x="5001" y="126557"/>
                  </a:lnTo>
                  <a:lnTo>
                    <a:pt x="3792" y="131730"/>
                  </a:lnTo>
                  <a:lnTo>
                    <a:pt x="2749" y="136939"/>
                  </a:lnTo>
                  <a:lnTo>
                    <a:pt x="1871" y="142179"/>
                  </a:lnTo>
                  <a:lnTo>
                    <a:pt x="1161" y="147443"/>
                  </a:lnTo>
                  <a:lnTo>
                    <a:pt x="618" y="152728"/>
                  </a:lnTo>
                  <a:lnTo>
                    <a:pt x="243" y="158027"/>
                  </a:lnTo>
                  <a:lnTo>
                    <a:pt x="37" y="163336"/>
                  </a:lnTo>
                  <a:lnTo>
                    <a:pt x="0" y="168648"/>
                  </a:lnTo>
                  <a:lnTo>
                    <a:pt x="131" y="173959"/>
                  </a:lnTo>
                  <a:lnTo>
                    <a:pt x="431" y="179263"/>
                  </a:lnTo>
                  <a:lnTo>
                    <a:pt x="900" y="184554"/>
                  </a:lnTo>
                  <a:lnTo>
                    <a:pt x="1536" y="189829"/>
                  </a:lnTo>
                  <a:lnTo>
                    <a:pt x="2340" y="195080"/>
                  </a:lnTo>
                  <a:lnTo>
                    <a:pt x="3310" y="200303"/>
                  </a:lnTo>
                  <a:lnTo>
                    <a:pt x="4446" y="205493"/>
                  </a:lnTo>
                  <a:lnTo>
                    <a:pt x="5746" y="210644"/>
                  </a:lnTo>
                  <a:lnTo>
                    <a:pt x="7209" y="215751"/>
                  </a:lnTo>
                  <a:lnTo>
                    <a:pt x="8833" y="220809"/>
                  </a:lnTo>
                  <a:lnTo>
                    <a:pt x="10618" y="225813"/>
                  </a:lnTo>
                  <a:lnTo>
                    <a:pt x="12560" y="230757"/>
                  </a:lnTo>
                  <a:lnTo>
                    <a:pt x="14659" y="235637"/>
                  </a:lnTo>
                  <a:lnTo>
                    <a:pt x="16911" y="240449"/>
                  </a:lnTo>
                  <a:lnTo>
                    <a:pt x="19316" y="245186"/>
                  </a:lnTo>
                  <a:lnTo>
                    <a:pt x="21870" y="249844"/>
                  </a:lnTo>
                  <a:lnTo>
                    <a:pt x="24570" y="254419"/>
                  </a:lnTo>
                  <a:lnTo>
                    <a:pt x="27415" y="258906"/>
                  </a:lnTo>
                  <a:lnTo>
                    <a:pt x="30400" y="263300"/>
                  </a:lnTo>
                  <a:lnTo>
                    <a:pt x="33524" y="267597"/>
                  </a:lnTo>
                  <a:lnTo>
                    <a:pt x="36782" y="271793"/>
                  </a:lnTo>
                  <a:lnTo>
                    <a:pt x="40173" y="275883"/>
                  </a:lnTo>
                  <a:lnTo>
                    <a:pt x="43691" y="279863"/>
                  </a:lnTo>
                  <a:lnTo>
                    <a:pt x="47335" y="283729"/>
                  </a:lnTo>
                  <a:lnTo>
                    <a:pt x="51099" y="287478"/>
                  </a:lnTo>
                  <a:lnTo>
                    <a:pt x="54981" y="291105"/>
                  </a:lnTo>
                  <a:lnTo>
                    <a:pt x="58975" y="294607"/>
                  </a:lnTo>
                  <a:lnTo>
                    <a:pt x="63079" y="297980"/>
                  </a:lnTo>
                  <a:lnTo>
                    <a:pt x="67289" y="301221"/>
                  </a:lnTo>
                  <a:lnTo>
                    <a:pt x="71599" y="304327"/>
                  </a:lnTo>
                  <a:lnTo>
                    <a:pt x="76005" y="307294"/>
                  </a:lnTo>
                  <a:lnTo>
                    <a:pt x="80504" y="310120"/>
                  </a:lnTo>
                  <a:lnTo>
                    <a:pt x="85090" y="312801"/>
                  </a:lnTo>
                  <a:lnTo>
                    <a:pt x="89759" y="315336"/>
                  </a:lnTo>
                  <a:lnTo>
                    <a:pt x="94506" y="317720"/>
                  </a:lnTo>
                  <a:lnTo>
                    <a:pt x="99327" y="319953"/>
                  </a:lnTo>
                  <a:lnTo>
                    <a:pt x="104216" y="322031"/>
                  </a:lnTo>
                  <a:lnTo>
                    <a:pt x="109168" y="323953"/>
                  </a:lnTo>
                  <a:lnTo>
                    <a:pt x="114180" y="325717"/>
                  </a:lnTo>
                  <a:lnTo>
                    <a:pt x="119244" y="327320"/>
                  </a:lnTo>
                  <a:lnTo>
                    <a:pt x="124357" y="328762"/>
                  </a:lnTo>
                  <a:lnTo>
                    <a:pt x="129514" y="330040"/>
                  </a:lnTo>
                  <a:lnTo>
                    <a:pt x="134708" y="331154"/>
                  </a:lnTo>
                  <a:lnTo>
                    <a:pt x="139935" y="332103"/>
                  </a:lnTo>
                  <a:lnTo>
                    <a:pt x="145190" y="332884"/>
                  </a:lnTo>
                  <a:lnTo>
                    <a:pt x="150467" y="333499"/>
                  </a:lnTo>
                  <a:lnTo>
                    <a:pt x="155760" y="333945"/>
                  </a:lnTo>
                  <a:lnTo>
                    <a:pt x="161065" y="334223"/>
                  </a:lnTo>
                  <a:lnTo>
                    <a:pt x="166377" y="334333"/>
                  </a:lnTo>
                  <a:lnTo>
                    <a:pt x="171689" y="334273"/>
                  </a:lnTo>
                  <a:lnTo>
                    <a:pt x="176996" y="334045"/>
                  </a:lnTo>
                  <a:lnTo>
                    <a:pt x="182294" y="333648"/>
                  </a:lnTo>
                  <a:lnTo>
                    <a:pt x="187576" y="333083"/>
                  </a:lnTo>
                  <a:lnTo>
                    <a:pt x="192838" y="332350"/>
                  </a:lnTo>
                  <a:lnTo>
                    <a:pt x="198074" y="331451"/>
                  </a:lnTo>
                  <a:lnTo>
                    <a:pt x="203279" y="330386"/>
                  </a:lnTo>
                  <a:lnTo>
                    <a:pt x="208447" y="329156"/>
                  </a:lnTo>
                  <a:lnTo>
                    <a:pt x="213573" y="327762"/>
                  </a:lnTo>
                  <a:lnTo>
                    <a:pt x="218653" y="326206"/>
                  </a:lnTo>
                  <a:lnTo>
                    <a:pt x="223680" y="324490"/>
                  </a:lnTo>
                  <a:lnTo>
                    <a:pt x="228650" y="322614"/>
                  </a:lnTo>
                  <a:lnTo>
                    <a:pt x="233559" y="320582"/>
                  </a:lnTo>
                  <a:lnTo>
                    <a:pt x="238400" y="318395"/>
                  </a:lnTo>
                  <a:lnTo>
                    <a:pt x="243169" y="316055"/>
                  </a:lnTo>
                  <a:lnTo>
                    <a:pt x="247862" y="313564"/>
                  </a:lnTo>
                  <a:lnTo>
                    <a:pt x="252473" y="310926"/>
                  </a:lnTo>
                  <a:lnTo>
                    <a:pt x="256998" y="308143"/>
                  </a:lnTo>
                  <a:lnTo>
                    <a:pt x="261432" y="305217"/>
                  </a:lnTo>
                  <a:lnTo>
                    <a:pt x="265771" y="302152"/>
                  </a:lnTo>
                  <a:lnTo>
                    <a:pt x="270010" y="298950"/>
                  </a:lnTo>
                  <a:lnTo>
                    <a:pt x="274146" y="295616"/>
                  </a:lnTo>
                  <a:lnTo>
                    <a:pt x="278173" y="292151"/>
                  </a:lnTo>
                  <a:lnTo>
                    <a:pt x="282089" y="288561"/>
                  </a:lnTo>
                  <a:lnTo>
                    <a:pt x="285888" y="284847"/>
                  </a:lnTo>
                  <a:lnTo>
                    <a:pt x="289567" y="281015"/>
                  </a:lnTo>
                  <a:lnTo>
                    <a:pt x="293123" y="277068"/>
                  </a:lnTo>
                  <a:lnTo>
                    <a:pt x="296552" y="273010"/>
                  </a:lnTo>
                  <a:lnTo>
                    <a:pt x="299850" y="268845"/>
                  </a:lnTo>
                  <a:lnTo>
                    <a:pt x="303013" y="264578"/>
                  </a:lnTo>
                  <a:lnTo>
                    <a:pt x="306040" y="260212"/>
                  </a:lnTo>
                  <a:lnTo>
                    <a:pt x="308927" y="255752"/>
                  </a:lnTo>
                  <a:lnTo>
                    <a:pt x="311670" y="251203"/>
                  </a:lnTo>
                  <a:lnTo>
                    <a:pt x="314267" y="246568"/>
                  </a:lnTo>
                  <a:lnTo>
                    <a:pt x="316716" y="241854"/>
                  </a:lnTo>
                  <a:lnTo>
                    <a:pt x="319013" y="237064"/>
                  </a:lnTo>
                  <a:lnTo>
                    <a:pt x="321158" y="232204"/>
                  </a:lnTo>
                  <a:lnTo>
                    <a:pt x="323147" y="227277"/>
                  </a:lnTo>
                  <a:lnTo>
                    <a:pt x="324978" y="222291"/>
                  </a:lnTo>
                  <a:lnTo>
                    <a:pt x="326650" y="217248"/>
                  </a:lnTo>
                  <a:lnTo>
                    <a:pt x="328160" y="212155"/>
                  </a:lnTo>
                  <a:lnTo>
                    <a:pt x="329509" y="207016"/>
                  </a:lnTo>
                  <a:lnTo>
                    <a:pt x="330693" y="201838"/>
                  </a:lnTo>
                  <a:lnTo>
                    <a:pt x="331712" y="196624"/>
                  </a:lnTo>
                  <a:lnTo>
                    <a:pt x="332565" y="191380"/>
                  </a:lnTo>
                  <a:lnTo>
                    <a:pt x="333251" y="186112"/>
                  </a:lnTo>
                  <a:lnTo>
                    <a:pt x="333769" y="180825"/>
                  </a:lnTo>
                  <a:lnTo>
                    <a:pt x="334119" y="175524"/>
                  </a:lnTo>
                  <a:lnTo>
                    <a:pt x="334300" y="170215"/>
                  </a:lnTo>
                  <a:lnTo>
                    <a:pt x="334312" y="164902"/>
                  </a:lnTo>
                  <a:lnTo>
                    <a:pt x="334156" y="159592"/>
                  </a:lnTo>
                  <a:lnTo>
                    <a:pt x="333831" y="154290"/>
                  </a:lnTo>
                  <a:lnTo>
                    <a:pt x="333338" y="149000"/>
                  </a:lnTo>
                  <a:lnTo>
                    <a:pt x="332677" y="143729"/>
                  </a:lnTo>
                  <a:lnTo>
                    <a:pt x="331848" y="138482"/>
                  </a:lnTo>
                  <a:lnTo>
                    <a:pt x="330854" y="133263"/>
                  </a:lnTo>
                  <a:lnTo>
                    <a:pt x="329694" y="128079"/>
                  </a:lnTo>
                  <a:lnTo>
                    <a:pt x="328370" y="122934"/>
                  </a:lnTo>
                  <a:lnTo>
                    <a:pt x="326883" y="117834"/>
                  </a:lnTo>
                  <a:lnTo>
                    <a:pt x="325234" y="112784"/>
                  </a:lnTo>
                  <a:lnTo>
                    <a:pt x="323427" y="107788"/>
                  </a:lnTo>
                  <a:lnTo>
                    <a:pt x="321461" y="102853"/>
                  </a:lnTo>
                  <a:lnTo>
                    <a:pt x="319339" y="97982"/>
                  </a:lnTo>
                  <a:lnTo>
                    <a:pt x="317064" y="93182"/>
                  </a:lnTo>
                  <a:lnTo>
                    <a:pt x="314638" y="88456"/>
                  </a:lnTo>
                  <a:lnTo>
                    <a:pt x="312062" y="83810"/>
                  </a:lnTo>
                  <a:lnTo>
                    <a:pt x="309340" y="79247"/>
                  </a:lnTo>
                  <a:lnTo>
                    <a:pt x="306475" y="74774"/>
                  </a:lnTo>
                  <a:lnTo>
                    <a:pt x="303469" y="70394"/>
                  </a:lnTo>
                  <a:lnTo>
                    <a:pt x="300325" y="66111"/>
                  </a:lnTo>
                  <a:lnTo>
                    <a:pt x="297046" y="61931"/>
                  </a:lnTo>
                  <a:lnTo>
                    <a:pt x="293637" y="57857"/>
                  </a:lnTo>
                  <a:lnTo>
                    <a:pt x="290100" y="53894"/>
                  </a:lnTo>
                  <a:lnTo>
                    <a:pt x="286438" y="50044"/>
                  </a:lnTo>
                  <a:lnTo>
                    <a:pt x="282657" y="46313"/>
                  </a:lnTo>
                  <a:lnTo>
                    <a:pt x="278758" y="42704"/>
                  </a:lnTo>
                  <a:lnTo>
                    <a:pt x="274747" y="39221"/>
                  </a:lnTo>
                  <a:lnTo>
                    <a:pt x="270627" y="35867"/>
                  </a:lnTo>
                  <a:lnTo>
                    <a:pt x="266403" y="32646"/>
                  </a:lnTo>
                  <a:lnTo>
                    <a:pt x="262078" y="29560"/>
                  </a:lnTo>
                  <a:lnTo>
                    <a:pt x="257658" y="26614"/>
                  </a:lnTo>
                  <a:lnTo>
                    <a:pt x="253146" y="23809"/>
                  </a:lnTo>
                  <a:lnTo>
                    <a:pt x="248547" y="21149"/>
                  </a:lnTo>
                  <a:lnTo>
                    <a:pt x="243866" y="18637"/>
                  </a:lnTo>
                  <a:lnTo>
                    <a:pt x="239108" y="16275"/>
                  </a:lnTo>
                  <a:lnTo>
                    <a:pt x="234277" y="14065"/>
                  </a:lnTo>
                  <a:lnTo>
                    <a:pt x="229378" y="12009"/>
                  </a:lnTo>
                  <a:lnTo>
                    <a:pt x="224417" y="10111"/>
                  </a:lnTo>
                  <a:lnTo>
                    <a:pt x="219397" y="8371"/>
                  </a:lnTo>
                  <a:lnTo>
                    <a:pt x="214325" y="6791"/>
                  </a:lnTo>
                  <a:lnTo>
                    <a:pt x="209205" y="5373"/>
                  </a:lnTo>
                  <a:lnTo>
                    <a:pt x="204043" y="4119"/>
                  </a:lnTo>
                  <a:lnTo>
                    <a:pt x="198844" y="3029"/>
                  </a:lnTo>
                  <a:lnTo>
                    <a:pt x="193612" y="2106"/>
                  </a:lnTo>
                  <a:lnTo>
                    <a:pt x="188354" y="1348"/>
                  </a:lnTo>
                  <a:lnTo>
                    <a:pt x="183074" y="759"/>
                  </a:lnTo>
                  <a:lnTo>
                    <a:pt x="177779" y="337"/>
                  </a:lnTo>
                  <a:lnTo>
                    <a:pt x="172472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4486" y="2126963"/>
              <a:ext cx="36801" cy="167167"/>
            </a:xfrm>
            <a:custGeom>
              <a:avLst/>
              <a:pathLst>
                <a:path w="36801" h="167167">
                  <a:moveTo>
                    <a:pt x="36801" y="0"/>
                  </a:moveTo>
                  <a:lnTo>
                    <a:pt x="30618" y="114"/>
                  </a:lnTo>
                  <a:lnTo>
                    <a:pt x="24444" y="457"/>
                  </a:lnTo>
                  <a:lnTo>
                    <a:pt x="18286" y="1028"/>
                  </a:lnTo>
                  <a:lnTo>
                    <a:pt x="12154" y="1826"/>
                  </a:lnTo>
                  <a:lnTo>
                    <a:pt x="6056" y="2851"/>
                  </a:lnTo>
                  <a:lnTo>
                    <a:pt x="0" y="4101"/>
                  </a:lnTo>
                  <a:lnTo>
                    <a:pt x="3680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8" y="2128197"/>
              <a:ext cx="334325" cy="333086"/>
            </a:xfrm>
            <a:custGeom>
              <a:avLst/>
              <a:pathLst>
                <a:path w="334325" h="333086">
                  <a:moveTo>
                    <a:pt x="130358" y="2867"/>
                  </a:moveTo>
                  <a:lnTo>
                    <a:pt x="125225" y="4111"/>
                  </a:lnTo>
                  <a:lnTo>
                    <a:pt x="120134" y="5516"/>
                  </a:lnTo>
                  <a:lnTo>
                    <a:pt x="115090" y="7082"/>
                  </a:lnTo>
                  <a:lnTo>
                    <a:pt x="110098" y="8806"/>
                  </a:lnTo>
                  <a:lnTo>
                    <a:pt x="105163" y="10687"/>
                  </a:lnTo>
                  <a:lnTo>
                    <a:pt x="100290" y="12722"/>
                  </a:lnTo>
                  <a:lnTo>
                    <a:pt x="95484" y="14911"/>
                  </a:lnTo>
                  <a:lnTo>
                    <a:pt x="90749" y="17251"/>
                  </a:lnTo>
                  <a:lnTo>
                    <a:pt x="86091" y="19738"/>
                  </a:lnTo>
                  <a:lnTo>
                    <a:pt x="81513" y="22372"/>
                  </a:lnTo>
                  <a:lnTo>
                    <a:pt x="77021" y="25149"/>
                  </a:lnTo>
                  <a:lnTo>
                    <a:pt x="72619" y="28067"/>
                  </a:lnTo>
                  <a:lnTo>
                    <a:pt x="68311" y="31122"/>
                  </a:lnTo>
                  <a:lnTo>
                    <a:pt x="64102" y="34312"/>
                  </a:lnTo>
                  <a:lnTo>
                    <a:pt x="59995" y="37633"/>
                  </a:lnTo>
                  <a:lnTo>
                    <a:pt x="55996" y="41082"/>
                  </a:lnTo>
                  <a:lnTo>
                    <a:pt x="52108" y="44656"/>
                  </a:lnTo>
                  <a:lnTo>
                    <a:pt x="48334" y="48351"/>
                  </a:lnTo>
                  <a:lnTo>
                    <a:pt x="44679" y="52163"/>
                  </a:lnTo>
                  <a:lnTo>
                    <a:pt x="41146" y="56089"/>
                  </a:lnTo>
                  <a:lnTo>
                    <a:pt x="37739" y="60124"/>
                  </a:lnTo>
                  <a:lnTo>
                    <a:pt x="34462" y="64265"/>
                  </a:lnTo>
                  <a:lnTo>
                    <a:pt x="31316" y="68508"/>
                  </a:lnTo>
                  <a:lnTo>
                    <a:pt x="28307" y="72847"/>
                  </a:lnTo>
                  <a:lnTo>
                    <a:pt x="25435" y="77280"/>
                  </a:lnTo>
                  <a:lnTo>
                    <a:pt x="22706" y="81801"/>
                  </a:lnTo>
                  <a:lnTo>
                    <a:pt x="20120" y="86406"/>
                  </a:lnTo>
                  <a:lnTo>
                    <a:pt x="17682" y="91090"/>
                  </a:lnTo>
                  <a:lnTo>
                    <a:pt x="15392" y="95850"/>
                  </a:lnTo>
                  <a:lnTo>
                    <a:pt x="13254" y="100679"/>
                  </a:lnTo>
                  <a:lnTo>
                    <a:pt x="11269" y="105573"/>
                  </a:lnTo>
                  <a:lnTo>
                    <a:pt x="9440" y="110527"/>
                  </a:lnTo>
                  <a:lnTo>
                    <a:pt x="7769" y="115537"/>
                  </a:lnTo>
                  <a:lnTo>
                    <a:pt x="6257" y="120597"/>
                  </a:lnTo>
                  <a:lnTo>
                    <a:pt x="4905" y="125703"/>
                  </a:lnTo>
                  <a:lnTo>
                    <a:pt x="3715" y="130848"/>
                  </a:lnTo>
                  <a:lnTo>
                    <a:pt x="2688" y="136028"/>
                  </a:lnTo>
                  <a:lnTo>
                    <a:pt x="1826" y="141239"/>
                  </a:lnTo>
                  <a:lnTo>
                    <a:pt x="1128" y="146474"/>
                  </a:lnTo>
                  <a:lnTo>
                    <a:pt x="596" y="151728"/>
                  </a:lnTo>
                  <a:lnTo>
                    <a:pt x="231" y="156997"/>
                  </a:lnTo>
                  <a:lnTo>
                    <a:pt x="32" y="162274"/>
                  </a:lnTo>
                  <a:lnTo>
                    <a:pt x="0" y="167555"/>
                  </a:lnTo>
                  <a:lnTo>
                    <a:pt x="134" y="172835"/>
                  </a:lnTo>
                  <a:lnTo>
                    <a:pt x="436" y="178108"/>
                  </a:lnTo>
                  <a:lnTo>
                    <a:pt x="903" y="183368"/>
                  </a:lnTo>
                  <a:lnTo>
                    <a:pt x="1537" y="188611"/>
                  </a:lnTo>
                  <a:lnTo>
                    <a:pt x="2336" y="193832"/>
                  </a:lnTo>
                  <a:lnTo>
                    <a:pt x="3300" y="199024"/>
                  </a:lnTo>
                  <a:lnTo>
                    <a:pt x="4427" y="204184"/>
                  </a:lnTo>
                  <a:lnTo>
                    <a:pt x="5716" y="209305"/>
                  </a:lnTo>
                  <a:lnTo>
                    <a:pt x="7167" y="214383"/>
                  </a:lnTo>
                  <a:lnTo>
                    <a:pt x="8777" y="219413"/>
                  </a:lnTo>
                  <a:lnTo>
                    <a:pt x="10546" y="224389"/>
                  </a:lnTo>
                  <a:lnTo>
                    <a:pt x="12470" y="229307"/>
                  </a:lnTo>
                  <a:lnTo>
                    <a:pt x="14549" y="234162"/>
                  </a:lnTo>
                  <a:lnTo>
                    <a:pt x="16781" y="238949"/>
                  </a:lnTo>
                  <a:lnTo>
                    <a:pt x="19162" y="243663"/>
                  </a:lnTo>
                  <a:lnTo>
                    <a:pt x="21691" y="248299"/>
                  </a:lnTo>
                  <a:lnTo>
                    <a:pt x="24366" y="252853"/>
                  </a:lnTo>
                  <a:lnTo>
                    <a:pt x="27183" y="257320"/>
                  </a:lnTo>
                  <a:lnTo>
                    <a:pt x="30139" y="261696"/>
                  </a:lnTo>
                  <a:lnTo>
                    <a:pt x="33233" y="265977"/>
                  </a:lnTo>
                  <a:lnTo>
                    <a:pt x="36460" y="270157"/>
                  </a:lnTo>
                  <a:lnTo>
                    <a:pt x="39817" y="274234"/>
                  </a:lnTo>
                  <a:lnTo>
                    <a:pt x="43302" y="278202"/>
                  </a:lnTo>
                  <a:lnTo>
                    <a:pt x="46910" y="282059"/>
                  </a:lnTo>
                  <a:lnTo>
                    <a:pt x="50639" y="285799"/>
                  </a:lnTo>
                  <a:lnTo>
                    <a:pt x="54483" y="289420"/>
                  </a:lnTo>
                  <a:lnTo>
                    <a:pt x="58440" y="292918"/>
                  </a:lnTo>
                  <a:lnTo>
                    <a:pt x="62506" y="296289"/>
                  </a:lnTo>
                  <a:lnTo>
                    <a:pt x="66676" y="299530"/>
                  </a:lnTo>
                  <a:lnTo>
                    <a:pt x="70946" y="302637"/>
                  </a:lnTo>
                  <a:lnTo>
                    <a:pt x="75312" y="305608"/>
                  </a:lnTo>
                  <a:lnTo>
                    <a:pt x="79770" y="308440"/>
                  </a:lnTo>
                  <a:lnTo>
                    <a:pt x="84315" y="311129"/>
                  </a:lnTo>
                  <a:lnTo>
                    <a:pt x="88943" y="313674"/>
                  </a:lnTo>
                  <a:lnTo>
                    <a:pt x="93649" y="316071"/>
                  </a:lnTo>
                  <a:lnTo>
                    <a:pt x="98429" y="318318"/>
                  </a:lnTo>
                  <a:lnTo>
                    <a:pt x="103277" y="320413"/>
                  </a:lnTo>
                  <a:lnTo>
                    <a:pt x="108188" y="322354"/>
                  </a:lnTo>
                  <a:lnTo>
                    <a:pt x="113159" y="324138"/>
                  </a:lnTo>
                  <a:lnTo>
                    <a:pt x="118183" y="325765"/>
                  </a:lnTo>
                  <a:lnTo>
                    <a:pt x="123256" y="327233"/>
                  </a:lnTo>
                  <a:lnTo>
                    <a:pt x="128374" y="328539"/>
                  </a:lnTo>
                  <a:lnTo>
                    <a:pt x="133529" y="329683"/>
                  </a:lnTo>
                  <a:lnTo>
                    <a:pt x="138719" y="330663"/>
                  </a:lnTo>
                  <a:lnTo>
                    <a:pt x="143937" y="331480"/>
                  </a:lnTo>
                  <a:lnTo>
                    <a:pt x="149178" y="332131"/>
                  </a:lnTo>
                  <a:lnTo>
                    <a:pt x="154437" y="332616"/>
                  </a:lnTo>
                  <a:lnTo>
                    <a:pt x="159708" y="332934"/>
                  </a:lnTo>
                  <a:lnTo>
                    <a:pt x="164987" y="333086"/>
                  </a:lnTo>
                  <a:lnTo>
                    <a:pt x="170268" y="333072"/>
                  </a:lnTo>
                  <a:lnTo>
                    <a:pt x="175547" y="332890"/>
                  </a:lnTo>
                  <a:lnTo>
                    <a:pt x="180816" y="332542"/>
                  </a:lnTo>
                  <a:lnTo>
                    <a:pt x="186072" y="332027"/>
                  </a:lnTo>
                  <a:lnTo>
                    <a:pt x="191310" y="331347"/>
                  </a:lnTo>
                  <a:lnTo>
                    <a:pt x="196523" y="330501"/>
                  </a:lnTo>
                  <a:lnTo>
                    <a:pt x="201707" y="329492"/>
                  </a:lnTo>
                  <a:lnTo>
                    <a:pt x="206856" y="328319"/>
                  </a:lnTo>
                  <a:lnTo>
                    <a:pt x="211966" y="326984"/>
                  </a:lnTo>
                  <a:lnTo>
                    <a:pt x="217031" y="325488"/>
                  </a:lnTo>
                  <a:lnTo>
                    <a:pt x="222046" y="323833"/>
                  </a:lnTo>
                  <a:lnTo>
                    <a:pt x="227006" y="322020"/>
                  </a:lnTo>
                  <a:lnTo>
                    <a:pt x="231907" y="320052"/>
                  </a:lnTo>
                  <a:lnTo>
                    <a:pt x="236743" y="317930"/>
                  </a:lnTo>
                  <a:lnTo>
                    <a:pt x="241510" y="315656"/>
                  </a:lnTo>
                  <a:lnTo>
                    <a:pt x="246202" y="313232"/>
                  </a:lnTo>
                  <a:lnTo>
                    <a:pt x="250816" y="310662"/>
                  </a:lnTo>
                  <a:lnTo>
                    <a:pt x="255346" y="307947"/>
                  </a:lnTo>
                  <a:lnTo>
                    <a:pt x="259788" y="305091"/>
                  </a:lnTo>
                  <a:lnTo>
                    <a:pt x="264137" y="302095"/>
                  </a:lnTo>
                  <a:lnTo>
                    <a:pt x="268390" y="298964"/>
                  </a:lnTo>
                  <a:lnTo>
                    <a:pt x="272542" y="295700"/>
                  </a:lnTo>
                  <a:lnTo>
                    <a:pt x="276589" y="292306"/>
                  </a:lnTo>
                  <a:lnTo>
                    <a:pt x="280526" y="288786"/>
                  </a:lnTo>
                  <a:lnTo>
                    <a:pt x="284350" y="285144"/>
                  </a:lnTo>
                  <a:lnTo>
                    <a:pt x="288057" y="281383"/>
                  </a:lnTo>
                  <a:lnTo>
                    <a:pt x="291644" y="277506"/>
                  </a:lnTo>
                  <a:lnTo>
                    <a:pt x="295106" y="273518"/>
                  </a:lnTo>
                  <a:lnTo>
                    <a:pt x="298441" y="269423"/>
                  </a:lnTo>
                  <a:lnTo>
                    <a:pt x="301644" y="265224"/>
                  </a:lnTo>
                  <a:lnTo>
                    <a:pt x="304714" y="260926"/>
                  </a:lnTo>
                  <a:lnTo>
                    <a:pt x="307646" y="256534"/>
                  </a:lnTo>
                  <a:lnTo>
                    <a:pt x="310438" y="252051"/>
                  </a:lnTo>
                  <a:lnTo>
                    <a:pt x="313086" y="247482"/>
                  </a:lnTo>
                  <a:lnTo>
                    <a:pt x="315590" y="242831"/>
                  </a:lnTo>
                  <a:lnTo>
                    <a:pt x="317945" y="238104"/>
                  </a:lnTo>
                  <a:lnTo>
                    <a:pt x="320149" y="233305"/>
                  </a:lnTo>
                  <a:lnTo>
                    <a:pt x="322201" y="228439"/>
                  </a:lnTo>
                  <a:lnTo>
                    <a:pt x="324098" y="223510"/>
                  </a:lnTo>
                  <a:lnTo>
                    <a:pt x="325839" y="218524"/>
                  </a:lnTo>
                  <a:lnTo>
                    <a:pt x="327421" y="213485"/>
                  </a:lnTo>
                  <a:lnTo>
                    <a:pt x="328843" y="208399"/>
                  </a:lnTo>
                  <a:lnTo>
                    <a:pt x="330103" y="203270"/>
                  </a:lnTo>
                  <a:lnTo>
                    <a:pt x="331202" y="198105"/>
                  </a:lnTo>
                  <a:lnTo>
                    <a:pt x="332136" y="192907"/>
                  </a:lnTo>
                  <a:lnTo>
                    <a:pt x="332906" y="187682"/>
                  </a:lnTo>
                  <a:lnTo>
                    <a:pt x="333510" y="182435"/>
                  </a:lnTo>
                  <a:lnTo>
                    <a:pt x="333948" y="177172"/>
                  </a:lnTo>
                  <a:lnTo>
                    <a:pt x="334220" y="171898"/>
                  </a:lnTo>
                  <a:lnTo>
                    <a:pt x="334325" y="166618"/>
                  </a:lnTo>
                  <a:lnTo>
                    <a:pt x="334263" y="161337"/>
                  </a:lnTo>
                  <a:lnTo>
                    <a:pt x="334035" y="156061"/>
                  </a:lnTo>
                  <a:lnTo>
                    <a:pt x="333640" y="150794"/>
                  </a:lnTo>
                  <a:lnTo>
                    <a:pt x="333078" y="145543"/>
                  </a:lnTo>
                  <a:lnTo>
                    <a:pt x="332351" y="140312"/>
                  </a:lnTo>
                  <a:lnTo>
                    <a:pt x="331460" y="135106"/>
                  </a:lnTo>
                  <a:lnTo>
                    <a:pt x="330404" y="129932"/>
                  </a:lnTo>
                  <a:lnTo>
                    <a:pt x="329185" y="124793"/>
                  </a:lnTo>
                  <a:lnTo>
                    <a:pt x="327805" y="119695"/>
                  </a:lnTo>
                  <a:lnTo>
                    <a:pt x="326264" y="114644"/>
                  </a:lnTo>
                  <a:lnTo>
                    <a:pt x="324564" y="109644"/>
                  </a:lnTo>
                  <a:lnTo>
                    <a:pt x="322708" y="104699"/>
                  </a:lnTo>
                  <a:lnTo>
                    <a:pt x="320696" y="99816"/>
                  </a:lnTo>
                  <a:lnTo>
                    <a:pt x="318531" y="94999"/>
                  </a:lnTo>
                  <a:lnTo>
                    <a:pt x="316214" y="90253"/>
                  </a:lnTo>
                  <a:lnTo>
                    <a:pt x="313749" y="85583"/>
                  </a:lnTo>
                  <a:lnTo>
                    <a:pt x="311138" y="80992"/>
                  </a:lnTo>
                  <a:lnTo>
                    <a:pt x="308383" y="76486"/>
                  </a:lnTo>
                  <a:lnTo>
                    <a:pt x="305487" y="72070"/>
                  </a:lnTo>
                  <a:lnTo>
                    <a:pt x="302453" y="67747"/>
                  </a:lnTo>
                  <a:lnTo>
                    <a:pt x="299284" y="63522"/>
                  </a:lnTo>
                  <a:lnTo>
                    <a:pt x="295983" y="59400"/>
                  </a:lnTo>
                  <a:lnTo>
                    <a:pt x="292554" y="55384"/>
                  </a:lnTo>
                  <a:lnTo>
                    <a:pt x="288999" y="51478"/>
                  </a:lnTo>
                  <a:lnTo>
                    <a:pt x="285323" y="47686"/>
                  </a:lnTo>
                  <a:lnTo>
                    <a:pt x="281528" y="44013"/>
                  </a:lnTo>
                  <a:lnTo>
                    <a:pt x="277620" y="40461"/>
                  </a:lnTo>
                  <a:lnTo>
                    <a:pt x="273601" y="37034"/>
                  </a:lnTo>
                  <a:lnTo>
                    <a:pt x="269477" y="33736"/>
                  </a:lnTo>
                  <a:lnTo>
                    <a:pt x="265250" y="30570"/>
                  </a:lnTo>
                  <a:lnTo>
                    <a:pt x="260925" y="27539"/>
                  </a:lnTo>
                  <a:lnTo>
                    <a:pt x="256506" y="24646"/>
                  </a:lnTo>
                  <a:lnTo>
                    <a:pt x="251999" y="21894"/>
                  </a:lnTo>
                  <a:lnTo>
                    <a:pt x="247406" y="19286"/>
                  </a:lnTo>
                  <a:lnTo>
                    <a:pt x="242734" y="16824"/>
                  </a:lnTo>
                  <a:lnTo>
                    <a:pt x="237986" y="14511"/>
                  </a:lnTo>
                  <a:lnTo>
                    <a:pt x="233167" y="12350"/>
                  </a:lnTo>
                  <a:lnTo>
                    <a:pt x="228283" y="10341"/>
                  </a:lnTo>
                  <a:lnTo>
                    <a:pt x="223338" y="8488"/>
                  </a:lnTo>
                  <a:lnTo>
                    <a:pt x="218336" y="6792"/>
                  </a:lnTo>
                  <a:lnTo>
                    <a:pt x="213283" y="5255"/>
                  </a:lnTo>
                  <a:lnTo>
                    <a:pt x="208185" y="3878"/>
                  </a:lnTo>
                  <a:lnTo>
                    <a:pt x="203045" y="2663"/>
                  </a:lnTo>
                  <a:lnTo>
                    <a:pt x="197870" y="1611"/>
                  </a:lnTo>
                  <a:lnTo>
                    <a:pt x="192664" y="723"/>
                  </a:lnTo>
                  <a:lnTo>
                    <a:pt x="187432" y="0"/>
                  </a:lnTo>
                  <a:lnTo>
                    <a:pt x="167159" y="1659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20273" cy="167167"/>
            </a:xfrm>
            <a:custGeom>
              <a:avLst/>
              <a:pathLst>
                <a:path w="20273" h="167167">
                  <a:moveTo>
                    <a:pt x="20273" y="1233"/>
                  </a:moveTo>
                  <a:lnTo>
                    <a:pt x="10155" y="3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540" y="2633064"/>
              <a:ext cx="6208" cy="167167"/>
            </a:xfrm>
            <a:custGeom>
              <a:avLst/>
              <a:pathLst>
                <a:path w="6208" h="167167">
                  <a:moveTo>
                    <a:pt x="6208" y="0"/>
                  </a:moveTo>
                  <a:lnTo>
                    <a:pt x="0" y="115"/>
                  </a:lnTo>
                  <a:lnTo>
                    <a:pt x="620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540" y="2633179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601" y="2633179"/>
              <a:ext cx="334313" cy="334216"/>
            </a:xfrm>
            <a:custGeom>
              <a:avLst/>
              <a:pathLst>
                <a:path w="334313" h="334216">
                  <a:moveTo>
                    <a:pt x="160938" y="0"/>
                  </a:moveTo>
                  <a:lnTo>
                    <a:pt x="155661" y="279"/>
                  </a:lnTo>
                  <a:lnTo>
                    <a:pt x="150395" y="726"/>
                  </a:lnTo>
                  <a:lnTo>
                    <a:pt x="145146" y="1338"/>
                  </a:lnTo>
                  <a:lnTo>
                    <a:pt x="139919" y="2116"/>
                  </a:lnTo>
                  <a:lnTo>
                    <a:pt x="134719" y="3060"/>
                  </a:lnTo>
                  <a:lnTo>
                    <a:pt x="129552" y="4166"/>
                  </a:lnTo>
                  <a:lnTo>
                    <a:pt x="124422" y="5436"/>
                  </a:lnTo>
                  <a:lnTo>
                    <a:pt x="119335" y="6867"/>
                  </a:lnTo>
                  <a:lnTo>
                    <a:pt x="114295" y="8459"/>
                  </a:lnTo>
                  <a:lnTo>
                    <a:pt x="109309" y="10209"/>
                  </a:lnTo>
                  <a:lnTo>
                    <a:pt x="104380" y="12115"/>
                  </a:lnTo>
                  <a:lnTo>
                    <a:pt x="99514" y="14177"/>
                  </a:lnTo>
                  <a:lnTo>
                    <a:pt x="94716" y="16391"/>
                  </a:lnTo>
                  <a:lnTo>
                    <a:pt x="89990" y="18756"/>
                  </a:lnTo>
                  <a:lnTo>
                    <a:pt x="85341" y="21269"/>
                  </a:lnTo>
                  <a:lnTo>
                    <a:pt x="80773" y="23927"/>
                  </a:lnTo>
                  <a:lnTo>
                    <a:pt x="76292" y="26729"/>
                  </a:lnTo>
                  <a:lnTo>
                    <a:pt x="71902" y="29671"/>
                  </a:lnTo>
                  <a:lnTo>
                    <a:pt x="67607" y="32750"/>
                  </a:lnTo>
                  <a:lnTo>
                    <a:pt x="63412" y="35964"/>
                  </a:lnTo>
                  <a:lnTo>
                    <a:pt x="59320" y="39308"/>
                  </a:lnTo>
                  <a:lnTo>
                    <a:pt x="55336" y="42780"/>
                  </a:lnTo>
                  <a:lnTo>
                    <a:pt x="51464" y="46377"/>
                  </a:lnTo>
                  <a:lnTo>
                    <a:pt x="47707" y="50094"/>
                  </a:lnTo>
                  <a:lnTo>
                    <a:pt x="44070" y="53928"/>
                  </a:lnTo>
                  <a:lnTo>
                    <a:pt x="40556" y="57874"/>
                  </a:lnTo>
                  <a:lnTo>
                    <a:pt x="37168" y="61930"/>
                  </a:lnTo>
                  <a:lnTo>
                    <a:pt x="33910" y="66091"/>
                  </a:lnTo>
                  <a:lnTo>
                    <a:pt x="30786" y="70353"/>
                  </a:lnTo>
                  <a:lnTo>
                    <a:pt x="27797" y="74712"/>
                  </a:lnTo>
                  <a:lnTo>
                    <a:pt x="24948" y="79163"/>
                  </a:lnTo>
                  <a:lnTo>
                    <a:pt x="22241" y="83702"/>
                  </a:lnTo>
                  <a:lnTo>
                    <a:pt x="19679" y="88324"/>
                  </a:lnTo>
                  <a:lnTo>
                    <a:pt x="17264" y="93024"/>
                  </a:lnTo>
                  <a:lnTo>
                    <a:pt x="14999" y="97799"/>
                  </a:lnTo>
                  <a:lnTo>
                    <a:pt x="12886" y="102643"/>
                  </a:lnTo>
                  <a:lnTo>
                    <a:pt x="10927" y="107551"/>
                  </a:lnTo>
                  <a:lnTo>
                    <a:pt x="9124" y="112519"/>
                  </a:lnTo>
                  <a:lnTo>
                    <a:pt x="7480" y="117541"/>
                  </a:lnTo>
                  <a:lnTo>
                    <a:pt x="5994" y="122613"/>
                  </a:lnTo>
                  <a:lnTo>
                    <a:pt x="4670" y="127729"/>
                  </a:lnTo>
                  <a:lnTo>
                    <a:pt x="3508" y="132884"/>
                  </a:lnTo>
                  <a:lnTo>
                    <a:pt x="2510" y="138074"/>
                  </a:lnTo>
                  <a:lnTo>
                    <a:pt x="1677" y="143292"/>
                  </a:lnTo>
                  <a:lnTo>
                    <a:pt x="1008" y="148535"/>
                  </a:lnTo>
                  <a:lnTo>
                    <a:pt x="506" y="153795"/>
                  </a:lnTo>
                  <a:lnTo>
                    <a:pt x="170" y="159069"/>
                  </a:lnTo>
                  <a:lnTo>
                    <a:pt x="1" y="164351"/>
                  </a:lnTo>
                  <a:lnTo>
                    <a:pt x="0" y="169636"/>
                  </a:lnTo>
                  <a:lnTo>
                    <a:pt x="165" y="174918"/>
                  </a:lnTo>
                  <a:lnTo>
                    <a:pt x="497" y="180192"/>
                  </a:lnTo>
                  <a:lnTo>
                    <a:pt x="995" y="185454"/>
                  </a:lnTo>
                  <a:lnTo>
                    <a:pt x="1660" y="190696"/>
                  </a:lnTo>
                  <a:lnTo>
                    <a:pt x="2490" y="195915"/>
                  </a:lnTo>
                  <a:lnTo>
                    <a:pt x="3485" y="201106"/>
                  </a:lnTo>
                  <a:lnTo>
                    <a:pt x="4643" y="206262"/>
                  </a:lnTo>
                  <a:lnTo>
                    <a:pt x="5964" y="211379"/>
                  </a:lnTo>
                  <a:lnTo>
                    <a:pt x="7445" y="216452"/>
                  </a:lnTo>
                  <a:lnTo>
                    <a:pt x="9087" y="221475"/>
                  </a:lnTo>
                  <a:lnTo>
                    <a:pt x="10886" y="226444"/>
                  </a:lnTo>
                  <a:lnTo>
                    <a:pt x="12841" y="231354"/>
                  </a:lnTo>
                  <a:lnTo>
                    <a:pt x="14951" y="236199"/>
                  </a:lnTo>
                  <a:lnTo>
                    <a:pt x="17213" y="240975"/>
                  </a:lnTo>
                  <a:lnTo>
                    <a:pt x="19624" y="245677"/>
                  </a:lnTo>
                  <a:lnTo>
                    <a:pt x="22183" y="250301"/>
                  </a:lnTo>
                  <a:lnTo>
                    <a:pt x="24887" y="254842"/>
                  </a:lnTo>
                  <a:lnTo>
                    <a:pt x="27733" y="259295"/>
                  </a:lnTo>
                  <a:lnTo>
                    <a:pt x="30719" y="263655"/>
                  </a:lnTo>
                  <a:lnTo>
                    <a:pt x="33840" y="267919"/>
                  </a:lnTo>
                  <a:lnTo>
                    <a:pt x="37095" y="272083"/>
                  </a:lnTo>
                  <a:lnTo>
                    <a:pt x="40480" y="276141"/>
                  </a:lnTo>
                  <a:lnTo>
                    <a:pt x="43992" y="280090"/>
                  </a:lnTo>
                  <a:lnTo>
                    <a:pt x="47626" y="283927"/>
                  </a:lnTo>
                  <a:lnTo>
                    <a:pt x="51381" y="287646"/>
                  </a:lnTo>
                  <a:lnTo>
                    <a:pt x="55250" y="291245"/>
                  </a:lnTo>
                  <a:lnTo>
                    <a:pt x="59232" y="294720"/>
                  </a:lnTo>
                  <a:lnTo>
                    <a:pt x="63321" y="298068"/>
                  </a:lnTo>
                  <a:lnTo>
                    <a:pt x="67514" y="301284"/>
                  </a:lnTo>
                  <a:lnTo>
                    <a:pt x="71807" y="304366"/>
                  </a:lnTo>
                  <a:lnTo>
                    <a:pt x="76195" y="307311"/>
                  </a:lnTo>
                  <a:lnTo>
                    <a:pt x="80674" y="310116"/>
                  </a:lnTo>
                  <a:lnTo>
                    <a:pt x="85240" y="312778"/>
                  </a:lnTo>
                  <a:lnTo>
                    <a:pt x="89887" y="315294"/>
                  </a:lnTo>
                  <a:lnTo>
                    <a:pt x="94611" y="317662"/>
                  </a:lnTo>
                  <a:lnTo>
                    <a:pt x="99408" y="319880"/>
                  </a:lnTo>
                  <a:lnTo>
                    <a:pt x="104273" y="321944"/>
                  </a:lnTo>
                  <a:lnTo>
                    <a:pt x="109200" y="323854"/>
                  </a:lnTo>
                  <a:lnTo>
                    <a:pt x="114186" y="325608"/>
                  </a:lnTo>
                  <a:lnTo>
                    <a:pt x="119224" y="327203"/>
                  </a:lnTo>
                  <a:lnTo>
                    <a:pt x="124310" y="328637"/>
                  </a:lnTo>
                  <a:lnTo>
                    <a:pt x="129439" y="329911"/>
                  </a:lnTo>
                  <a:lnTo>
                    <a:pt x="134606" y="331021"/>
                  </a:lnTo>
                  <a:lnTo>
                    <a:pt x="139805" y="331968"/>
                  </a:lnTo>
                  <a:lnTo>
                    <a:pt x="145032" y="332750"/>
                  </a:lnTo>
                  <a:lnTo>
                    <a:pt x="150280" y="333366"/>
                  </a:lnTo>
                  <a:lnTo>
                    <a:pt x="155546" y="333816"/>
                  </a:lnTo>
                  <a:lnTo>
                    <a:pt x="160823" y="334099"/>
                  </a:lnTo>
                  <a:lnTo>
                    <a:pt x="166106" y="334216"/>
                  </a:lnTo>
                  <a:lnTo>
                    <a:pt x="171391" y="334165"/>
                  </a:lnTo>
                  <a:lnTo>
                    <a:pt x="176671" y="333948"/>
                  </a:lnTo>
                  <a:lnTo>
                    <a:pt x="181942" y="333563"/>
                  </a:lnTo>
                  <a:lnTo>
                    <a:pt x="187197" y="333012"/>
                  </a:lnTo>
                  <a:lnTo>
                    <a:pt x="192433" y="332296"/>
                  </a:lnTo>
                  <a:lnTo>
                    <a:pt x="197644" y="331414"/>
                  </a:lnTo>
                  <a:lnTo>
                    <a:pt x="202824" y="330368"/>
                  </a:lnTo>
                  <a:lnTo>
                    <a:pt x="207969" y="329158"/>
                  </a:lnTo>
                  <a:lnTo>
                    <a:pt x="213072" y="327787"/>
                  </a:lnTo>
                  <a:lnTo>
                    <a:pt x="218130" y="326255"/>
                  </a:lnTo>
                  <a:lnTo>
                    <a:pt x="223137" y="324564"/>
                  </a:lnTo>
                  <a:lnTo>
                    <a:pt x="228088" y="322715"/>
                  </a:lnTo>
                  <a:lnTo>
                    <a:pt x="232978" y="320711"/>
                  </a:lnTo>
                  <a:lnTo>
                    <a:pt x="237802" y="318554"/>
                  </a:lnTo>
                  <a:lnTo>
                    <a:pt x="242555" y="316245"/>
                  </a:lnTo>
                  <a:lnTo>
                    <a:pt x="247233" y="313786"/>
                  </a:lnTo>
                  <a:lnTo>
                    <a:pt x="251832" y="311182"/>
                  </a:lnTo>
                  <a:lnTo>
                    <a:pt x="256345" y="308433"/>
                  </a:lnTo>
                  <a:lnTo>
                    <a:pt x="260770" y="305543"/>
                  </a:lnTo>
                  <a:lnTo>
                    <a:pt x="265100" y="302514"/>
                  </a:lnTo>
                  <a:lnTo>
                    <a:pt x="269333" y="299350"/>
                  </a:lnTo>
                  <a:lnTo>
                    <a:pt x="273464" y="296054"/>
                  </a:lnTo>
                  <a:lnTo>
                    <a:pt x="277489" y="292629"/>
                  </a:lnTo>
                  <a:lnTo>
                    <a:pt x="281403" y="289078"/>
                  </a:lnTo>
                  <a:lnTo>
                    <a:pt x="285203" y="285406"/>
                  </a:lnTo>
                  <a:lnTo>
                    <a:pt x="288885" y="281615"/>
                  </a:lnTo>
                  <a:lnTo>
                    <a:pt x="292445" y="277710"/>
                  </a:lnTo>
                  <a:lnTo>
                    <a:pt x="295881" y="273694"/>
                  </a:lnTo>
                  <a:lnTo>
                    <a:pt x="299187" y="269571"/>
                  </a:lnTo>
                  <a:lnTo>
                    <a:pt x="302362" y="265347"/>
                  </a:lnTo>
                  <a:lnTo>
                    <a:pt x="305401" y="261023"/>
                  </a:lnTo>
                  <a:lnTo>
                    <a:pt x="308303" y="256606"/>
                  </a:lnTo>
                  <a:lnTo>
                    <a:pt x="311063" y="252100"/>
                  </a:lnTo>
                  <a:lnTo>
                    <a:pt x="313679" y="247508"/>
                  </a:lnTo>
                  <a:lnTo>
                    <a:pt x="316149" y="242836"/>
                  </a:lnTo>
                  <a:lnTo>
                    <a:pt x="318470" y="238089"/>
                  </a:lnTo>
                  <a:lnTo>
                    <a:pt x="320640" y="233270"/>
                  </a:lnTo>
                  <a:lnTo>
                    <a:pt x="322656" y="228385"/>
                  </a:lnTo>
                  <a:lnTo>
                    <a:pt x="324517" y="223439"/>
                  </a:lnTo>
                  <a:lnTo>
                    <a:pt x="326221" y="218436"/>
                  </a:lnTo>
                  <a:lnTo>
                    <a:pt x="327766" y="213382"/>
                  </a:lnTo>
                  <a:lnTo>
                    <a:pt x="329150" y="208282"/>
                  </a:lnTo>
                  <a:lnTo>
                    <a:pt x="330372" y="203141"/>
                  </a:lnTo>
                  <a:lnTo>
                    <a:pt x="331432" y="197963"/>
                  </a:lnTo>
                  <a:lnTo>
                    <a:pt x="332327" y="192755"/>
                  </a:lnTo>
                  <a:lnTo>
                    <a:pt x="333056" y="187521"/>
                  </a:lnTo>
                  <a:lnTo>
                    <a:pt x="333621" y="182266"/>
                  </a:lnTo>
                  <a:lnTo>
                    <a:pt x="334018" y="176997"/>
                  </a:lnTo>
                  <a:lnTo>
                    <a:pt x="334249" y="171717"/>
                  </a:lnTo>
                  <a:lnTo>
                    <a:pt x="334313" y="166433"/>
                  </a:lnTo>
                  <a:lnTo>
                    <a:pt x="334210" y="161149"/>
                  </a:lnTo>
                  <a:lnTo>
                    <a:pt x="333940" y="155871"/>
                  </a:lnTo>
                  <a:lnTo>
                    <a:pt x="333503" y="150605"/>
                  </a:lnTo>
                  <a:lnTo>
                    <a:pt x="332900" y="145355"/>
                  </a:lnTo>
                  <a:lnTo>
                    <a:pt x="332132" y="140126"/>
                  </a:lnTo>
                  <a:lnTo>
                    <a:pt x="331198" y="134924"/>
                  </a:lnTo>
                  <a:lnTo>
                    <a:pt x="330101" y="129755"/>
                  </a:lnTo>
                  <a:lnTo>
                    <a:pt x="328840" y="124623"/>
                  </a:lnTo>
                  <a:lnTo>
                    <a:pt x="327418" y="119533"/>
                  </a:lnTo>
                  <a:lnTo>
                    <a:pt x="325836" y="114491"/>
                  </a:lnTo>
                  <a:lnTo>
                    <a:pt x="324096" y="109501"/>
                  </a:lnTo>
                  <a:lnTo>
                    <a:pt x="322198" y="104569"/>
                  </a:lnTo>
                  <a:lnTo>
                    <a:pt x="320145" y="99699"/>
                  </a:lnTo>
                  <a:lnTo>
                    <a:pt x="317940" y="94896"/>
                  </a:lnTo>
                  <a:lnTo>
                    <a:pt x="315584" y="90166"/>
                  </a:lnTo>
                  <a:lnTo>
                    <a:pt x="313079" y="85512"/>
                  </a:lnTo>
                  <a:lnTo>
                    <a:pt x="310429" y="80940"/>
                  </a:lnTo>
                  <a:lnTo>
                    <a:pt x="307636" y="76454"/>
                  </a:lnTo>
                  <a:lnTo>
                    <a:pt x="304702" y="72059"/>
                  </a:lnTo>
                  <a:lnTo>
                    <a:pt x="301630" y="67758"/>
                  </a:lnTo>
                  <a:lnTo>
                    <a:pt x="298425" y="63557"/>
                  </a:lnTo>
                  <a:lnTo>
                    <a:pt x="295088" y="59459"/>
                  </a:lnTo>
                  <a:lnTo>
                    <a:pt x="291623" y="55469"/>
                  </a:lnTo>
                  <a:lnTo>
                    <a:pt x="288033" y="51590"/>
                  </a:lnTo>
                  <a:lnTo>
                    <a:pt x="167147" y="167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120886" cy="167167"/>
            </a:xfrm>
            <a:custGeom>
              <a:avLst/>
              <a:pathLst>
                <a:path w="120886" h="167167">
                  <a:moveTo>
                    <a:pt x="120886" y="51705"/>
                  </a:moveTo>
                  <a:lnTo>
                    <a:pt x="116929" y="47700"/>
                  </a:lnTo>
                  <a:lnTo>
                    <a:pt x="112840" y="43830"/>
                  </a:lnTo>
                  <a:lnTo>
                    <a:pt x="108623" y="40100"/>
                  </a:lnTo>
                  <a:lnTo>
                    <a:pt x="104282" y="36514"/>
                  </a:lnTo>
                  <a:lnTo>
                    <a:pt x="99823" y="33077"/>
                  </a:lnTo>
                  <a:lnTo>
                    <a:pt x="95251" y="29791"/>
                  </a:lnTo>
                  <a:lnTo>
                    <a:pt x="90571" y="26662"/>
                  </a:lnTo>
                  <a:lnTo>
                    <a:pt x="85788" y="23691"/>
                  </a:lnTo>
                  <a:lnTo>
                    <a:pt x="80908" y="20884"/>
                  </a:lnTo>
                  <a:lnTo>
                    <a:pt x="75936" y="18242"/>
                  </a:lnTo>
                  <a:lnTo>
                    <a:pt x="70878" y="15770"/>
                  </a:lnTo>
                  <a:lnTo>
                    <a:pt x="65740" y="13469"/>
                  </a:lnTo>
                  <a:lnTo>
                    <a:pt x="60527" y="11342"/>
                  </a:lnTo>
                  <a:lnTo>
                    <a:pt x="55245" y="9392"/>
                  </a:lnTo>
                  <a:lnTo>
                    <a:pt x="49900" y="7621"/>
                  </a:lnTo>
                  <a:lnTo>
                    <a:pt x="44500" y="6031"/>
                  </a:lnTo>
                  <a:lnTo>
                    <a:pt x="39048" y="4624"/>
                  </a:lnTo>
                  <a:lnTo>
                    <a:pt x="33552" y="3401"/>
                  </a:lnTo>
                  <a:lnTo>
                    <a:pt x="28019" y="2364"/>
                  </a:lnTo>
                  <a:lnTo>
                    <a:pt x="22453" y="1514"/>
                  </a:lnTo>
                  <a:lnTo>
                    <a:pt x="16862" y="852"/>
                  </a:lnTo>
                  <a:lnTo>
                    <a:pt x="11252" y="379"/>
                  </a:lnTo>
                  <a:lnTo>
                    <a:pt x="5629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2197" y="3170392"/>
              <a:ext cx="23783" cy="167167"/>
            </a:xfrm>
            <a:custGeom>
              <a:avLst/>
              <a:pathLst>
                <a:path w="23783" h="167167">
                  <a:moveTo>
                    <a:pt x="23783" y="0"/>
                  </a:moveTo>
                  <a:lnTo>
                    <a:pt x="15831" y="189"/>
                  </a:lnTo>
                  <a:lnTo>
                    <a:pt x="7897" y="756"/>
                  </a:lnTo>
                  <a:lnTo>
                    <a:pt x="0" y="1700"/>
                  </a:lnTo>
                  <a:lnTo>
                    <a:pt x="2378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197" y="3172093"/>
              <a:ext cx="23783" cy="165466"/>
            </a:xfrm>
            <a:custGeom>
              <a:avLst/>
              <a:pathLst>
                <a:path w="23783" h="165466">
                  <a:moveTo>
                    <a:pt x="0" y="0"/>
                  </a:moveTo>
                  <a:lnTo>
                    <a:pt x="23783" y="1654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5" y="3172093"/>
              <a:ext cx="334312" cy="332632"/>
            </a:xfrm>
            <a:custGeom>
              <a:avLst/>
              <a:pathLst>
                <a:path w="334312" h="332632">
                  <a:moveTo>
                    <a:pt x="143381" y="0"/>
                  </a:moveTo>
                  <a:lnTo>
                    <a:pt x="138162" y="834"/>
                  </a:lnTo>
                  <a:lnTo>
                    <a:pt x="132971" y="1833"/>
                  </a:lnTo>
                  <a:lnTo>
                    <a:pt x="127815" y="2996"/>
                  </a:lnTo>
                  <a:lnTo>
                    <a:pt x="122698" y="4322"/>
                  </a:lnTo>
                  <a:lnTo>
                    <a:pt x="117625" y="5808"/>
                  </a:lnTo>
                  <a:lnTo>
                    <a:pt x="112602" y="7454"/>
                  </a:lnTo>
                  <a:lnTo>
                    <a:pt x="107634" y="9258"/>
                  </a:lnTo>
                  <a:lnTo>
                    <a:pt x="102725" y="11218"/>
                  </a:lnTo>
                  <a:lnTo>
                    <a:pt x="97880" y="13333"/>
                  </a:lnTo>
                  <a:lnTo>
                    <a:pt x="93105" y="15600"/>
                  </a:lnTo>
                  <a:lnTo>
                    <a:pt x="88404" y="18016"/>
                  </a:lnTo>
                  <a:lnTo>
                    <a:pt x="83781" y="20580"/>
                  </a:lnTo>
                  <a:lnTo>
                    <a:pt x="79242" y="23289"/>
                  </a:lnTo>
                  <a:lnTo>
                    <a:pt x="74791" y="26139"/>
                  </a:lnTo>
                  <a:lnTo>
                    <a:pt x="70432" y="29130"/>
                  </a:lnTo>
                  <a:lnTo>
                    <a:pt x="66170" y="32256"/>
                  </a:lnTo>
                  <a:lnTo>
                    <a:pt x="62009" y="35516"/>
                  </a:lnTo>
                  <a:lnTo>
                    <a:pt x="57953" y="38905"/>
                  </a:lnTo>
                  <a:lnTo>
                    <a:pt x="54006" y="42422"/>
                  </a:lnTo>
                  <a:lnTo>
                    <a:pt x="50172" y="46061"/>
                  </a:lnTo>
                  <a:lnTo>
                    <a:pt x="46456" y="49819"/>
                  </a:lnTo>
                  <a:lnTo>
                    <a:pt x="42860" y="53693"/>
                  </a:lnTo>
                  <a:lnTo>
                    <a:pt x="39388" y="57679"/>
                  </a:lnTo>
                  <a:lnTo>
                    <a:pt x="36044" y="61773"/>
                  </a:lnTo>
                  <a:lnTo>
                    <a:pt x="32831" y="65971"/>
                  </a:lnTo>
                  <a:lnTo>
                    <a:pt x="29753" y="70267"/>
                  </a:lnTo>
                  <a:lnTo>
                    <a:pt x="26811" y="74660"/>
                  </a:lnTo>
                  <a:lnTo>
                    <a:pt x="24011" y="79142"/>
                  </a:lnTo>
                  <a:lnTo>
                    <a:pt x="21353" y="83712"/>
                  </a:lnTo>
                  <a:lnTo>
                    <a:pt x="18841" y="88362"/>
                  </a:lnTo>
                  <a:lnTo>
                    <a:pt x="16477" y="93090"/>
                  </a:lnTo>
                  <a:lnTo>
                    <a:pt x="14265" y="97891"/>
                  </a:lnTo>
                  <a:lnTo>
                    <a:pt x="12204" y="102759"/>
                  </a:lnTo>
                  <a:lnTo>
                    <a:pt x="10299" y="107689"/>
                  </a:lnTo>
                  <a:lnTo>
                    <a:pt x="8551" y="112678"/>
                  </a:lnTo>
                  <a:lnTo>
                    <a:pt x="6961" y="117719"/>
                  </a:lnTo>
                  <a:lnTo>
                    <a:pt x="5532" y="122808"/>
                  </a:lnTo>
                  <a:lnTo>
                    <a:pt x="4264" y="127939"/>
                  </a:lnTo>
                  <a:lnTo>
                    <a:pt x="3159" y="133109"/>
                  </a:lnTo>
                  <a:lnTo>
                    <a:pt x="2218" y="138310"/>
                  </a:lnTo>
                  <a:lnTo>
                    <a:pt x="1442" y="143539"/>
                  </a:lnTo>
                  <a:lnTo>
                    <a:pt x="831" y="148789"/>
                  </a:lnTo>
                  <a:lnTo>
                    <a:pt x="387" y="154056"/>
                  </a:lnTo>
                  <a:lnTo>
                    <a:pt x="110" y="159335"/>
                  </a:lnTo>
                  <a:lnTo>
                    <a:pt x="0" y="164620"/>
                  </a:lnTo>
                  <a:lnTo>
                    <a:pt x="56" y="169905"/>
                  </a:lnTo>
                  <a:lnTo>
                    <a:pt x="280" y="175186"/>
                  </a:lnTo>
                  <a:lnTo>
                    <a:pt x="671" y="180458"/>
                  </a:lnTo>
                  <a:lnTo>
                    <a:pt x="1228" y="185714"/>
                  </a:lnTo>
                  <a:lnTo>
                    <a:pt x="1951" y="190950"/>
                  </a:lnTo>
                  <a:lnTo>
                    <a:pt x="2840" y="196161"/>
                  </a:lnTo>
                  <a:lnTo>
                    <a:pt x="3892" y="201341"/>
                  </a:lnTo>
                  <a:lnTo>
                    <a:pt x="5108" y="206485"/>
                  </a:lnTo>
                  <a:lnTo>
                    <a:pt x="6486" y="211588"/>
                  </a:lnTo>
                  <a:lnTo>
                    <a:pt x="8024" y="216645"/>
                  </a:lnTo>
                  <a:lnTo>
                    <a:pt x="9722" y="221651"/>
                  </a:lnTo>
                  <a:lnTo>
                    <a:pt x="11577" y="226601"/>
                  </a:lnTo>
                  <a:lnTo>
                    <a:pt x="13588" y="231490"/>
                  </a:lnTo>
                  <a:lnTo>
                    <a:pt x="15752" y="236312"/>
                  </a:lnTo>
                  <a:lnTo>
                    <a:pt x="18068" y="241064"/>
                  </a:lnTo>
                  <a:lnTo>
                    <a:pt x="20532" y="245740"/>
                  </a:lnTo>
                  <a:lnTo>
                    <a:pt x="23143" y="250336"/>
                  </a:lnTo>
                  <a:lnTo>
                    <a:pt x="25899" y="254847"/>
                  </a:lnTo>
                  <a:lnTo>
                    <a:pt x="28795" y="259268"/>
                  </a:lnTo>
                  <a:lnTo>
                    <a:pt x="31830" y="263596"/>
                  </a:lnTo>
                  <a:lnTo>
                    <a:pt x="35000" y="267826"/>
                  </a:lnTo>
                  <a:lnTo>
                    <a:pt x="38303" y="271953"/>
                  </a:lnTo>
                  <a:lnTo>
                    <a:pt x="41734" y="275974"/>
                  </a:lnTo>
                  <a:lnTo>
                    <a:pt x="45290" y="279885"/>
                  </a:lnTo>
                  <a:lnTo>
                    <a:pt x="48969" y="283681"/>
                  </a:lnTo>
                  <a:lnTo>
                    <a:pt x="52765" y="287359"/>
                  </a:lnTo>
                  <a:lnTo>
                    <a:pt x="56676" y="290915"/>
                  </a:lnTo>
                  <a:lnTo>
                    <a:pt x="60698" y="294345"/>
                  </a:lnTo>
                  <a:lnTo>
                    <a:pt x="64826" y="297647"/>
                  </a:lnTo>
                  <a:lnTo>
                    <a:pt x="69056" y="300816"/>
                  </a:lnTo>
                  <a:lnTo>
                    <a:pt x="73384" y="303850"/>
                  </a:lnTo>
                  <a:lnTo>
                    <a:pt x="77806" y="306746"/>
                  </a:lnTo>
                  <a:lnTo>
                    <a:pt x="82318" y="309501"/>
                  </a:lnTo>
                  <a:lnTo>
                    <a:pt x="86914" y="312111"/>
                  </a:lnTo>
                  <a:lnTo>
                    <a:pt x="91590" y="314575"/>
                  </a:lnTo>
                  <a:lnTo>
                    <a:pt x="96342" y="316890"/>
                  </a:lnTo>
                  <a:lnTo>
                    <a:pt x="101165" y="319054"/>
                  </a:lnTo>
                  <a:lnTo>
                    <a:pt x="106054" y="321063"/>
                  </a:lnTo>
                  <a:lnTo>
                    <a:pt x="111004" y="322918"/>
                  </a:lnTo>
                  <a:lnTo>
                    <a:pt x="116010" y="324615"/>
                  </a:lnTo>
                  <a:lnTo>
                    <a:pt x="121067" y="326152"/>
                  </a:lnTo>
                  <a:lnTo>
                    <a:pt x="126171" y="327530"/>
                  </a:lnTo>
                  <a:lnTo>
                    <a:pt x="131315" y="328745"/>
                  </a:lnTo>
                  <a:lnTo>
                    <a:pt x="136495" y="329796"/>
                  </a:lnTo>
                  <a:lnTo>
                    <a:pt x="141706" y="330684"/>
                  </a:lnTo>
                  <a:lnTo>
                    <a:pt x="146942" y="331406"/>
                  </a:lnTo>
                  <a:lnTo>
                    <a:pt x="152199" y="331963"/>
                  </a:lnTo>
                  <a:lnTo>
                    <a:pt x="157470" y="332353"/>
                  </a:lnTo>
                  <a:lnTo>
                    <a:pt x="162752" y="332576"/>
                  </a:lnTo>
                  <a:lnTo>
                    <a:pt x="168037" y="332632"/>
                  </a:lnTo>
                  <a:lnTo>
                    <a:pt x="173322" y="332520"/>
                  </a:lnTo>
                  <a:lnTo>
                    <a:pt x="178601" y="332242"/>
                  </a:lnTo>
                  <a:lnTo>
                    <a:pt x="183868" y="331797"/>
                  </a:lnTo>
                  <a:lnTo>
                    <a:pt x="189118" y="331186"/>
                  </a:lnTo>
                  <a:lnTo>
                    <a:pt x="194347" y="330409"/>
                  </a:lnTo>
                  <a:lnTo>
                    <a:pt x="199548" y="329467"/>
                  </a:lnTo>
                  <a:lnTo>
                    <a:pt x="204717" y="328361"/>
                  </a:lnTo>
                  <a:lnTo>
                    <a:pt x="209848" y="327093"/>
                  </a:lnTo>
                  <a:lnTo>
                    <a:pt x="214937" y="325662"/>
                  </a:lnTo>
                  <a:lnTo>
                    <a:pt x="219978" y="324072"/>
                  </a:lnTo>
                  <a:lnTo>
                    <a:pt x="224966" y="322323"/>
                  </a:lnTo>
                  <a:lnTo>
                    <a:pt x="229896" y="320417"/>
                  </a:lnTo>
                  <a:lnTo>
                    <a:pt x="234764" y="318356"/>
                  </a:lnTo>
                  <a:lnTo>
                    <a:pt x="239564" y="316143"/>
                  </a:lnTo>
                  <a:lnTo>
                    <a:pt x="244292" y="313778"/>
                  </a:lnTo>
                  <a:lnTo>
                    <a:pt x="248942" y="311266"/>
                  </a:lnTo>
                  <a:lnTo>
                    <a:pt x="253511" y="308607"/>
                  </a:lnTo>
                  <a:lnTo>
                    <a:pt x="257993" y="305806"/>
                  </a:lnTo>
                  <a:lnTo>
                    <a:pt x="262385" y="302864"/>
                  </a:lnTo>
                  <a:lnTo>
                    <a:pt x="266681" y="299785"/>
                  </a:lnTo>
                  <a:lnTo>
                    <a:pt x="270878" y="296571"/>
                  </a:lnTo>
                  <a:lnTo>
                    <a:pt x="274971" y="293227"/>
                  </a:lnTo>
                  <a:lnTo>
                    <a:pt x="278957" y="289754"/>
                  </a:lnTo>
                  <a:lnTo>
                    <a:pt x="282830" y="286158"/>
                  </a:lnTo>
                  <a:lnTo>
                    <a:pt x="286588" y="282441"/>
                  </a:lnTo>
                  <a:lnTo>
                    <a:pt x="290227" y="278606"/>
                  </a:lnTo>
                  <a:lnTo>
                    <a:pt x="293743" y="274659"/>
                  </a:lnTo>
                  <a:lnTo>
                    <a:pt x="297132" y="270602"/>
                  </a:lnTo>
                  <a:lnTo>
                    <a:pt x="300391" y="266441"/>
                  </a:lnTo>
                  <a:lnTo>
                    <a:pt x="303516" y="262178"/>
                  </a:lnTo>
                  <a:lnTo>
                    <a:pt x="306506" y="257819"/>
                  </a:lnTo>
                  <a:lnTo>
                    <a:pt x="309356" y="253367"/>
                  </a:lnTo>
                  <a:lnTo>
                    <a:pt x="312064" y="248828"/>
                  </a:lnTo>
                  <a:lnTo>
                    <a:pt x="314627" y="244205"/>
                  </a:lnTo>
                  <a:lnTo>
                    <a:pt x="317043" y="239503"/>
                  </a:lnTo>
                  <a:lnTo>
                    <a:pt x="319309" y="234728"/>
                  </a:lnTo>
                  <a:lnTo>
                    <a:pt x="321423" y="229883"/>
                  </a:lnTo>
                  <a:lnTo>
                    <a:pt x="323382" y="224974"/>
                  </a:lnTo>
                  <a:lnTo>
                    <a:pt x="325185" y="220005"/>
                  </a:lnTo>
                  <a:lnTo>
                    <a:pt x="326831" y="214982"/>
                  </a:lnTo>
                  <a:lnTo>
                    <a:pt x="328316" y="209909"/>
                  </a:lnTo>
                  <a:lnTo>
                    <a:pt x="329641" y="204791"/>
                  </a:lnTo>
                  <a:lnTo>
                    <a:pt x="330803" y="199635"/>
                  </a:lnTo>
                  <a:lnTo>
                    <a:pt x="331801" y="194444"/>
                  </a:lnTo>
                  <a:lnTo>
                    <a:pt x="332635" y="189224"/>
                  </a:lnTo>
                  <a:lnTo>
                    <a:pt x="333304" y="183981"/>
                  </a:lnTo>
                  <a:lnTo>
                    <a:pt x="333806" y="178719"/>
                  </a:lnTo>
                  <a:lnTo>
                    <a:pt x="334142" y="173444"/>
                  </a:lnTo>
                  <a:lnTo>
                    <a:pt x="334311" y="168161"/>
                  </a:lnTo>
                  <a:lnTo>
                    <a:pt x="334312" y="162875"/>
                  </a:lnTo>
                  <a:lnTo>
                    <a:pt x="334147" y="157591"/>
                  </a:lnTo>
                  <a:lnTo>
                    <a:pt x="333814" y="152316"/>
                  </a:lnTo>
                  <a:lnTo>
                    <a:pt x="333315" y="147054"/>
                  </a:lnTo>
                  <a:lnTo>
                    <a:pt x="332650" y="141810"/>
                  </a:lnTo>
                  <a:lnTo>
                    <a:pt x="331819" y="136590"/>
                  </a:lnTo>
                  <a:lnTo>
                    <a:pt x="330824" y="131398"/>
                  </a:lnTo>
                  <a:lnTo>
                    <a:pt x="329665" y="126241"/>
                  </a:lnTo>
                  <a:lnTo>
                    <a:pt x="328344" y="121123"/>
                  </a:lnTo>
                  <a:lnTo>
                    <a:pt x="326861" y="116049"/>
                  </a:lnTo>
                  <a:lnTo>
                    <a:pt x="325219" y="111025"/>
                  </a:lnTo>
                  <a:lnTo>
                    <a:pt x="323419" y="106055"/>
                  </a:lnTo>
                  <a:lnTo>
                    <a:pt x="321462" y="101145"/>
                  </a:lnTo>
                  <a:lnTo>
                    <a:pt x="319351" y="96299"/>
                  </a:lnTo>
                  <a:lnTo>
                    <a:pt x="317088" y="91522"/>
                  </a:lnTo>
                  <a:lnTo>
                    <a:pt x="314676" y="86818"/>
                  </a:lnTo>
                  <a:lnTo>
                    <a:pt x="312115" y="82194"/>
                  </a:lnTo>
                  <a:lnTo>
                    <a:pt x="309410" y="77653"/>
                  </a:lnTo>
                  <a:lnTo>
                    <a:pt x="306563" y="73199"/>
                  </a:lnTo>
                  <a:lnTo>
                    <a:pt x="303576" y="68838"/>
                  </a:lnTo>
                  <a:lnTo>
                    <a:pt x="300453" y="64574"/>
                  </a:lnTo>
                  <a:lnTo>
                    <a:pt x="297196" y="60410"/>
                  </a:lnTo>
                  <a:lnTo>
                    <a:pt x="293810" y="56352"/>
                  </a:lnTo>
                  <a:lnTo>
                    <a:pt x="290296" y="52402"/>
                  </a:lnTo>
                  <a:lnTo>
                    <a:pt x="286660" y="48566"/>
                  </a:lnTo>
                  <a:lnTo>
                    <a:pt x="282905" y="44846"/>
                  </a:lnTo>
                  <a:lnTo>
                    <a:pt x="167165" y="1654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115739" cy="167167"/>
            </a:xfrm>
            <a:custGeom>
              <a:avLst/>
              <a:pathLst>
                <a:path w="115739" h="167167">
                  <a:moveTo>
                    <a:pt x="115739" y="46547"/>
                  </a:moveTo>
                  <a:lnTo>
                    <a:pt x="111665" y="42766"/>
                  </a:lnTo>
                  <a:lnTo>
                    <a:pt x="107468" y="39122"/>
                  </a:lnTo>
                  <a:lnTo>
                    <a:pt x="103152" y="35620"/>
                  </a:lnTo>
                  <a:lnTo>
                    <a:pt x="98722" y="32264"/>
                  </a:lnTo>
                  <a:lnTo>
                    <a:pt x="94182" y="29056"/>
                  </a:lnTo>
                  <a:lnTo>
                    <a:pt x="89539" y="26002"/>
                  </a:lnTo>
                  <a:lnTo>
                    <a:pt x="84797" y="23103"/>
                  </a:lnTo>
                  <a:lnTo>
                    <a:pt x="79961" y="20364"/>
                  </a:lnTo>
                  <a:lnTo>
                    <a:pt x="75036" y="17787"/>
                  </a:lnTo>
                  <a:lnTo>
                    <a:pt x="70029" y="15375"/>
                  </a:lnTo>
                  <a:lnTo>
                    <a:pt x="64944" y="13131"/>
                  </a:lnTo>
                  <a:lnTo>
                    <a:pt x="59787" y="11057"/>
                  </a:lnTo>
                  <a:lnTo>
                    <a:pt x="54564" y="9155"/>
                  </a:lnTo>
                  <a:lnTo>
                    <a:pt x="49281" y="7429"/>
                  </a:lnTo>
                  <a:lnTo>
                    <a:pt x="43944" y="5879"/>
                  </a:lnTo>
                  <a:lnTo>
                    <a:pt x="38557" y="4507"/>
                  </a:lnTo>
                  <a:lnTo>
                    <a:pt x="33129" y="3315"/>
                  </a:lnTo>
                  <a:lnTo>
                    <a:pt x="27663" y="2304"/>
                  </a:lnTo>
                  <a:lnTo>
                    <a:pt x="22167" y="1476"/>
                  </a:lnTo>
                  <a:lnTo>
                    <a:pt x="16647" y="830"/>
                  </a:lnTo>
                  <a:lnTo>
                    <a:pt x="11108" y="369"/>
                  </a:lnTo>
                  <a:lnTo>
                    <a:pt x="5557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5206" y="3707720"/>
              <a:ext cx="5541" cy="167167"/>
            </a:xfrm>
            <a:custGeom>
              <a:avLst/>
              <a:pathLst>
                <a:path w="5541" h="167167">
                  <a:moveTo>
                    <a:pt x="5541" y="0"/>
                  </a:moveTo>
                  <a:lnTo>
                    <a:pt x="0" y="91"/>
                  </a:lnTo>
                  <a:lnTo>
                    <a:pt x="554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206" y="3707812"/>
              <a:ext cx="5541" cy="167075"/>
            </a:xfrm>
            <a:custGeom>
              <a:avLst/>
              <a:pathLst>
                <a:path w="5541" h="167075">
                  <a:moveTo>
                    <a:pt x="0" y="0"/>
                  </a:moveTo>
                  <a:lnTo>
                    <a:pt x="5541" y="1670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7" y="3707812"/>
              <a:ext cx="334305" cy="334242"/>
            </a:xfrm>
            <a:custGeom>
              <a:avLst/>
              <a:pathLst>
                <a:path w="334305" h="334242">
                  <a:moveTo>
                    <a:pt x="161609" y="0"/>
                  </a:moveTo>
                  <a:lnTo>
                    <a:pt x="156309" y="260"/>
                  </a:lnTo>
                  <a:lnTo>
                    <a:pt x="151020" y="688"/>
                  </a:lnTo>
                  <a:lnTo>
                    <a:pt x="145747" y="1284"/>
                  </a:lnTo>
                  <a:lnTo>
                    <a:pt x="140495" y="2046"/>
                  </a:lnTo>
                  <a:lnTo>
                    <a:pt x="135271" y="2976"/>
                  </a:lnTo>
                  <a:lnTo>
                    <a:pt x="130078" y="4070"/>
                  </a:lnTo>
                  <a:lnTo>
                    <a:pt x="124923" y="5329"/>
                  </a:lnTo>
                  <a:lnTo>
                    <a:pt x="119811" y="6751"/>
                  </a:lnTo>
                  <a:lnTo>
                    <a:pt x="114746" y="8334"/>
                  </a:lnTo>
                  <a:lnTo>
                    <a:pt x="109734" y="10077"/>
                  </a:lnTo>
                  <a:lnTo>
                    <a:pt x="104780" y="11979"/>
                  </a:lnTo>
                  <a:lnTo>
                    <a:pt x="99889" y="14037"/>
                  </a:lnTo>
                  <a:lnTo>
                    <a:pt x="95065" y="16249"/>
                  </a:lnTo>
                  <a:lnTo>
                    <a:pt x="90314" y="18613"/>
                  </a:lnTo>
                  <a:lnTo>
                    <a:pt x="85641" y="21126"/>
                  </a:lnTo>
                  <a:lnTo>
                    <a:pt x="81049" y="23787"/>
                  </a:lnTo>
                  <a:lnTo>
                    <a:pt x="76545" y="26592"/>
                  </a:lnTo>
                  <a:lnTo>
                    <a:pt x="72132" y="29539"/>
                  </a:lnTo>
                  <a:lnTo>
                    <a:pt x="67814" y="32624"/>
                  </a:lnTo>
                  <a:lnTo>
                    <a:pt x="63597" y="35844"/>
                  </a:lnTo>
                  <a:lnTo>
                    <a:pt x="59484" y="39197"/>
                  </a:lnTo>
                  <a:lnTo>
                    <a:pt x="55479" y="42679"/>
                  </a:lnTo>
                  <a:lnTo>
                    <a:pt x="51587" y="46286"/>
                  </a:lnTo>
                  <a:lnTo>
                    <a:pt x="47811" y="50015"/>
                  </a:lnTo>
                  <a:lnTo>
                    <a:pt x="44156" y="53862"/>
                  </a:lnTo>
                  <a:lnTo>
                    <a:pt x="40625" y="57823"/>
                  </a:lnTo>
                  <a:lnTo>
                    <a:pt x="37221" y="61894"/>
                  </a:lnTo>
                  <a:lnTo>
                    <a:pt x="33948" y="66071"/>
                  </a:lnTo>
                  <a:lnTo>
                    <a:pt x="30809" y="70349"/>
                  </a:lnTo>
                  <a:lnTo>
                    <a:pt x="27808" y="74725"/>
                  </a:lnTo>
                  <a:lnTo>
                    <a:pt x="24947" y="79195"/>
                  </a:lnTo>
                  <a:lnTo>
                    <a:pt x="22229" y="83753"/>
                  </a:lnTo>
                  <a:lnTo>
                    <a:pt x="19657" y="88394"/>
                  </a:lnTo>
                  <a:lnTo>
                    <a:pt x="17234" y="93115"/>
                  </a:lnTo>
                  <a:lnTo>
                    <a:pt x="14963" y="97911"/>
                  </a:lnTo>
                  <a:lnTo>
                    <a:pt x="12844" y="102776"/>
                  </a:lnTo>
                  <a:lnTo>
                    <a:pt x="10881" y="107706"/>
                  </a:lnTo>
                  <a:lnTo>
                    <a:pt x="9075" y="112696"/>
                  </a:lnTo>
                  <a:lnTo>
                    <a:pt x="7429" y="117741"/>
                  </a:lnTo>
                  <a:lnTo>
                    <a:pt x="5944" y="122835"/>
                  </a:lnTo>
                  <a:lnTo>
                    <a:pt x="4621" y="127974"/>
                  </a:lnTo>
                  <a:lnTo>
                    <a:pt x="3461" y="133153"/>
                  </a:lnTo>
                  <a:lnTo>
                    <a:pt x="2467" y="138365"/>
                  </a:lnTo>
                  <a:lnTo>
                    <a:pt x="1639" y="143607"/>
                  </a:lnTo>
                  <a:lnTo>
                    <a:pt x="977" y="148872"/>
                  </a:lnTo>
                  <a:lnTo>
                    <a:pt x="483" y="154155"/>
                  </a:lnTo>
                  <a:lnTo>
                    <a:pt x="157" y="159452"/>
                  </a:lnTo>
                  <a:lnTo>
                    <a:pt x="0" y="164756"/>
                  </a:lnTo>
                  <a:lnTo>
                    <a:pt x="10" y="170062"/>
                  </a:lnTo>
                  <a:lnTo>
                    <a:pt x="189" y="175366"/>
                  </a:lnTo>
                  <a:lnTo>
                    <a:pt x="536" y="180661"/>
                  </a:lnTo>
                  <a:lnTo>
                    <a:pt x="1052" y="185943"/>
                  </a:lnTo>
                  <a:lnTo>
                    <a:pt x="1734" y="191205"/>
                  </a:lnTo>
                  <a:lnTo>
                    <a:pt x="2583" y="196443"/>
                  </a:lnTo>
                  <a:lnTo>
                    <a:pt x="3598" y="201652"/>
                  </a:lnTo>
                  <a:lnTo>
                    <a:pt x="4778" y="206825"/>
                  </a:lnTo>
                  <a:lnTo>
                    <a:pt x="6122" y="211959"/>
                  </a:lnTo>
                  <a:lnTo>
                    <a:pt x="7627" y="217047"/>
                  </a:lnTo>
                  <a:lnTo>
                    <a:pt x="9294" y="222086"/>
                  </a:lnTo>
                  <a:lnTo>
                    <a:pt x="11120" y="227068"/>
                  </a:lnTo>
                  <a:lnTo>
                    <a:pt x="13102" y="231990"/>
                  </a:lnTo>
                  <a:lnTo>
                    <a:pt x="15240" y="236847"/>
                  </a:lnTo>
                  <a:lnTo>
                    <a:pt x="17531" y="241634"/>
                  </a:lnTo>
                  <a:lnTo>
                    <a:pt x="19973" y="246345"/>
                  </a:lnTo>
                  <a:lnTo>
                    <a:pt x="22563" y="250976"/>
                  </a:lnTo>
                  <a:lnTo>
                    <a:pt x="25299" y="255523"/>
                  </a:lnTo>
                  <a:lnTo>
                    <a:pt x="28178" y="259981"/>
                  </a:lnTo>
                  <a:lnTo>
                    <a:pt x="31197" y="264345"/>
                  </a:lnTo>
                  <a:lnTo>
                    <a:pt x="34353" y="268611"/>
                  </a:lnTo>
                  <a:lnTo>
                    <a:pt x="37642" y="272775"/>
                  </a:lnTo>
                  <a:lnTo>
                    <a:pt x="41063" y="276832"/>
                  </a:lnTo>
                  <a:lnTo>
                    <a:pt x="44610" y="280779"/>
                  </a:lnTo>
                  <a:lnTo>
                    <a:pt x="48280" y="284611"/>
                  </a:lnTo>
                  <a:lnTo>
                    <a:pt x="52071" y="288325"/>
                  </a:lnTo>
                  <a:lnTo>
                    <a:pt x="55977" y="291917"/>
                  </a:lnTo>
                  <a:lnTo>
                    <a:pt x="59996" y="295382"/>
                  </a:lnTo>
                  <a:lnTo>
                    <a:pt x="64122" y="298719"/>
                  </a:lnTo>
                  <a:lnTo>
                    <a:pt x="68352" y="301923"/>
                  </a:lnTo>
                  <a:lnTo>
                    <a:pt x="72682" y="304990"/>
                  </a:lnTo>
                  <a:lnTo>
                    <a:pt x="77107" y="307919"/>
                  </a:lnTo>
                  <a:lnTo>
                    <a:pt x="81623" y="310706"/>
                  </a:lnTo>
                  <a:lnTo>
                    <a:pt x="86225" y="313349"/>
                  </a:lnTo>
                  <a:lnTo>
                    <a:pt x="90908" y="315843"/>
                  </a:lnTo>
                  <a:lnTo>
                    <a:pt x="95669" y="318188"/>
                  </a:lnTo>
                  <a:lnTo>
                    <a:pt x="100501" y="320381"/>
                  </a:lnTo>
                  <a:lnTo>
                    <a:pt x="105400" y="322419"/>
                  </a:lnTo>
                  <a:lnTo>
                    <a:pt x="110362" y="324301"/>
                  </a:lnTo>
                  <a:lnTo>
                    <a:pt x="115381" y="326024"/>
                  </a:lnTo>
                  <a:lnTo>
                    <a:pt x="120452" y="327587"/>
                  </a:lnTo>
                  <a:lnTo>
                    <a:pt x="125570" y="328989"/>
                  </a:lnTo>
                  <a:lnTo>
                    <a:pt x="130730" y="330227"/>
                  </a:lnTo>
                  <a:lnTo>
                    <a:pt x="135927" y="331301"/>
                  </a:lnTo>
                  <a:lnTo>
                    <a:pt x="141155" y="332209"/>
                  </a:lnTo>
                  <a:lnTo>
                    <a:pt x="146410" y="332951"/>
                  </a:lnTo>
                  <a:lnTo>
                    <a:pt x="151685" y="333526"/>
                  </a:lnTo>
                  <a:lnTo>
                    <a:pt x="156976" y="333933"/>
                  </a:lnTo>
                  <a:lnTo>
                    <a:pt x="162277" y="334171"/>
                  </a:lnTo>
                  <a:lnTo>
                    <a:pt x="167583" y="334242"/>
                  </a:lnTo>
                  <a:lnTo>
                    <a:pt x="172889" y="334144"/>
                  </a:lnTo>
                  <a:lnTo>
                    <a:pt x="178189" y="333878"/>
                  </a:lnTo>
                  <a:lnTo>
                    <a:pt x="183477" y="333443"/>
                  </a:lnTo>
                  <a:lnTo>
                    <a:pt x="188750" y="332841"/>
                  </a:lnTo>
                  <a:lnTo>
                    <a:pt x="194000" y="332072"/>
                  </a:lnTo>
                  <a:lnTo>
                    <a:pt x="199224" y="331137"/>
                  </a:lnTo>
                  <a:lnTo>
                    <a:pt x="204415" y="330036"/>
                  </a:lnTo>
                  <a:lnTo>
                    <a:pt x="209568" y="328771"/>
                  </a:lnTo>
                  <a:lnTo>
                    <a:pt x="214679" y="327344"/>
                  </a:lnTo>
                  <a:lnTo>
                    <a:pt x="219742" y="325754"/>
                  </a:lnTo>
                  <a:lnTo>
                    <a:pt x="224752" y="324005"/>
                  </a:lnTo>
                  <a:lnTo>
                    <a:pt x="229704" y="322098"/>
                  </a:lnTo>
                  <a:lnTo>
                    <a:pt x="234593" y="320034"/>
                  </a:lnTo>
                  <a:lnTo>
                    <a:pt x="239414" y="317817"/>
                  </a:lnTo>
                  <a:lnTo>
                    <a:pt x="244162" y="315447"/>
                  </a:lnTo>
                  <a:lnTo>
                    <a:pt x="248832" y="312928"/>
                  </a:lnTo>
                  <a:lnTo>
                    <a:pt x="253421" y="310262"/>
                  </a:lnTo>
                  <a:lnTo>
                    <a:pt x="257922" y="307452"/>
                  </a:lnTo>
                  <a:lnTo>
                    <a:pt x="262332" y="304500"/>
                  </a:lnTo>
                  <a:lnTo>
                    <a:pt x="266646" y="301410"/>
                  </a:lnTo>
                  <a:lnTo>
                    <a:pt x="270859" y="298184"/>
                  </a:lnTo>
                  <a:lnTo>
                    <a:pt x="274968" y="294826"/>
                  </a:lnTo>
                  <a:lnTo>
                    <a:pt x="278969" y="291340"/>
                  </a:lnTo>
                  <a:lnTo>
                    <a:pt x="282857" y="287728"/>
                  </a:lnTo>
                  <a:lnTo>
                    <a:pt x="286628" y="283995"/>
                  </a:lnTo>
                  <a:lnTo>
                    <a:pt x="290279" y="280144"/>
                  </a:lnTo>
                  <a:lnTo>
                    <a:pt x="293805" y="276179"/>
                  </a:lnTo>
                  <a:lnTo>
                    <a:pt x="297204" y="272104"/>
                  </a:lnTo>
                  <a:lnTo>
                    <a:pt x="300472" y="267923"/>
                  </a:lnTo>
                  <a:lnTo>
                    <a:pt x="303606" y="263641"/>
                  </a:lnTo>
                  <a:lnTo>
                    <a:pt x="306602" y="259261"/>
                  </a:lnTo>
                  <a:lnTo>
                    <a:pt x="309458" y="254788"/>
                  </a:lnTo>
                  <a:lnTo>
                    <a:pt x="312170" y="250227"/>
                  </a:lnTo>
                  <a:lnTo>
                    <a:pt x="314737" y="245582"/>
                  </a:lnTo>
                  <a:lnTo>
                    <a:pt x="317154" y="240859"/>
                  </a:lnTo>
                  <a:lnTo>
                    <a:pt x="319420" y="236060"/>
                  </a:lnTo>
                  <a:lnTo>
                    <a:pt x="321533" y="231193"/>
                  </a:lnTo>
                  <a:lnTo>
                    <a:pt x="323490" y="226260"/>
                  </a:lnTo>
                  <a:lnTo>
                    <a:pt x="325290" y="221268"/>
                  </a:lnTo>
                  <a:lnTo>
                    <a:pt x="326931" y="216222"/>
                  </a:lnTo>
                  <a:lnTo>
                    <a:pt x="328410" y="211125"/>
                  </a:lnTo>
                  <a:lnTo>
                    <a:pt x="329727" y="205985"/>
                  </a:lnTo>
                  <a:lnTo>
                    <a:pt x="330880" y="200805"/>
                  </a:lnTo>
                  <a:lnTo>
                    <a:pt x="331868" y="195591"/>
                  </a:lnTo>
                  <a:lnTo>
                    <a:pt x="332690" y="190349"/>
                  </a:lnTo>
                  <a:lnTo>
                    <a:pt x="333346" y="185083"/>
                  </a:lnTo>
                  <a:lnTo>
                    <a:pt x="333833" y="179799"/>
                  </a:lnTo>
                  <a:lnTo>
                    <a:pt x="334153" y="174502"/>
                  </a:lnTo>
                  <a:lnTo>
                    <a:pt x="334305" y="169198"/>
                  </a:lnTo>
                  <a:lnTo>
                    <a:pt x="334288" y="163891"/>
                  </a:lnTo>
                  <a:lnTo>
                    <a:pt x="334103" y="158588"/>
                  </a:lnTo>
                  <a:lnTo>
                    <a:pt x="333749" y="153293"/>
                  </a:lnTo>
                  <a:lnTo>
                    <a:pt x="333228" y="148012"/>
                  </a:lnTo>
                  <a:lnTo>
                    <a:pt x="332539" y="142751"/>
                  </a:lnTo>
                  <a:lnTo>
                    <a:pt x="331684" y="137514"/>
                  </a:lnTo>
                  <a:lnTo>
                    <a:pt x="330663" y="132306"/>
                  </a:lnTo>
                  <a:lnTo>
                    <a:pt x="329477" y="127134"/>
                  </a:lnTo>
                  <a:lnTo>
                    <a:pt x="328127" y="122002"/>
                  </a:lnTo>
                  <a:lnTo>
                    <a:pt x="326615" y="116915"/>
                  </a:lnTo>
                  <a:lnTo>
                    <a:pt x="324943" y="111879"/>
                  </a:lnTo>
                  <a:lnTo>
                    <a:pt x="323112" y="106899"/>
                  </a:lnTo>
                  <a:lnTo>
                    <a:pt x="321123" y="101979"/>
                  </a:lnTo>
                  <a:lnTo>
                    <a:pt x="318979" y="97125"/>
                  </a:lnTo>
                  <a:lnTo>
                    <a:pt x="316683" y="92341"/>
                  </a:lnTo>
                  <a:lnTo>
                    <a:pt x="314235" y="87632"/>
                  </a:lnTo>
                  <a:lnTo>
                    <a:pt x="311640" y="83004"/>
                  </a:lnTo>
                  <a:lnTo>
                    <a:pt x="308898" y="78460"/>
                  </a:lnTo>
                  <a:lnTo>
                    <a:pt x="306014" y="74006"/>
                  </a:lnTo>
                  <a:lnTo>
                    <a:pt x="302990" y="69645"/>
                  </a:lnTo>
                  <a:lnTo>
                    <a:pt x="299830" y="65383"/>
                  </a:lnTo>
                  <a:lnTo>
                    <a:pt x="296535" y="61223"/>
                  </a:lnTo>
                  <a:lnTo>
                    <a:pt x="293110" y="57170"/>
                  </a:lnTo>
                  <a:lnTo>
                    <a:pt x="289558" y="53227"/>
                  </a:lnTo>
                  <a:lnTo>
                    <a:pt x="285883" y="49399"/>
                  </a:lnTo>
                  <a:lnTo>
                    <a:pt x="282088" y="45690"/>
                  </a:lnTo>
                  <a:lnTo>
                    <a:pt x="278178" y="42103"/>
                  </a:lnTo>
                  <a:lnTo>
                    <a:pt x="167151" y="1670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11026" cy="167167"/>
            </a:xfrm>
            <a:custGeom>
              <a:avLst/>
              <a:pathLst>
                <a:path w="111026" h="167167">
                  <a:moveTo>
                    <a:pt x="111026" y="42195"/>
                  </a:moveTo>
                  <a:lnTo>
                    <a:pt x="106840" y="38598"/>
                  </a:lnTo>
                  <a:lnTo>
                    <a:pt x="102538" y="35141"/>
                  </a:lnTo>
                  <a:lnTo>
                    <a:pt x="98124" y="31828"/>
                  </a:lnTo>
                  <a:lnTo>
                    <a:pt x="93602" y="28663"/>
                  </a:lnTo>
                  <a:lnTo>
                    <a:pt x="88979" y="25648"/>
                  </a:lnTo>
                  <a:lnTo>
                    <a:pt x="84259" y="22788"/>
                  </a:lnTo>
                  <a:lnTo>
                    <a:pt x="79447" y="20085"/>
                  </a:lnTo>
                  <a:lnTo>
                    <a:pt x="74548" y="17543"/>
                  </a:lnTo>
                  <a:lnTo>
                    <a:pt x="69569" y="15163"/>
                  </a:lnTo>
                  <a:lnTo>
                    <a:pt x="64513" y="12950"/>
                  </a:lnTo>
                  <a:lnTo>
                    <a:pt x="59387" y="10904"/>
                  </a:lnTo>
                  <a:lnTo>
                    <a:pt x="54196" y="9029"/>
                  </a:lnTo>
                  <a:lnTo>
                    <a:pt x="48946" y="7326"/>
                  </a:lnTo>
                  <a:lnTo>
                    <a:pt x="43643" y="5797"/>
                  </a:lnTo>
                  <a:lnTo>
                    <a:pt x="38292" y="4444"/>
                  </a:lnTo>
                  <a:lnTo>
                    <a:pt x="32900" y="3269"/>
                  </a:lnTo>
                  <a:lnTo>
                    <a:pt x="27471" y="2272"/>
                  </a:lnTo>
                  <a:lnTo>
                    <a:pt x="22013" y="1455"/>
                  </a:lnTo>
                  <a:lnTo>
                    <a:pt x="16531" y="819"/>
                  </a:lnTo>
                  <a:lnTo>
                    <a:pt x="11030" y="364"/>
                  </a:lnTo>
                  <a:lnTo>
                    <a:pt x="551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566" y="4213821"/>
              <a:ext cx="4720" cy="167167"/>
            </a:xfrm>
            <a:custGeom>
              <a:avLst/>
              <a:pathLst>
                <a:path w="4720" h="167167">
                  <a:moveTo>
                    <a:pt x="4720" y="0"/>
                  </a:moveTo>
                  <a:lnTo>
                    <a:pt x="0" y="66"/>
                  </a:lnTo>
                  <a:lnTo>
                    <a:pt x="472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566" y="4213888"/>
              <a:ext cx="4720" cy="167100"/>
            </a:xfrm>
            <a:custGeom>
              <a:avLst/>
              <a:pathLst>
                <a:path w="4720" h="167100">
                  <a:moveTo>
                    <a:pt x="0" y="0"/>
                  </a:moveTo>
                  <a:lnTo>
                    <a:pt x="4720" y="167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5" y="4213888"/>
              <a:ext cx="167162" cy="272993"/>
            </a:xfrm>
            <a:custGeom>
              <a:avLst/>
              <a:pathLst>
                <a:path w="167162" h="272993">
                  <a:moveTo>
                    <a:pt x="162441" y="0"/>
                  </a:moveTo>
                  <a:lnTo>
                    <a:pt x="157047" y="239"/>
                  </a:lnTo>
                  <a:lnTo>
                    <a:pt x="151664" y="653"/>
                  </a:lnTo>
                  <a:lnTo>
                    <a:pt x="146297" y="1240"/>
                  </a:lnTo>
                  <a:lnTo>
                    <a:pt x="140952" y="2000"/>
                  </a:lnTo>
                  <a:lnTo>
                    <a:pt x="135635" y="2933"/>
                  </a:lnTo>
                  <a:lnTo>
                    <a:pt x="130350" y="4036"/>
                  </a:lnTo>
                  <a:lnTo>
                    <a:pt x="125103" y="5310"/>
                  </a:lnTo>
                  <a:lnTo>
                    <a:pt x="119900" y="6753"/>
                  </a:lnTo>
                  <a:lnTo>
                    <a:pt x="114747" y="8363"/>
                  </a:lnTo>
                  <a:lnTo>
                    <a:pt x="109648" y="10138"/>
                  </a:lnTo>
                  <a:lnTo>
                    <a:pt x="104610" y="12077"/>
                  </a:lnTo>
                  <a:lnTo>
                    <a:pt x="99636" y="14178"/>
                  </a:lnTo>
                  <a:lnTo>
                    <a:pt x="94733" y="16438"/>
                  </a:lnTo>
                  <a:lnTo>
                    <a:pt x="89906" y="18856"/>
                  </a:lnTo>
                  <a:lnTo>
                    <a:pt x="85159" y="21428"/>
                  </a:lnTo>
                  <a:lnTo>
                    <a:pt x="80498" y="24152"/>
                  </a:lnTo>
                  <a:lnTo>
                    <a:pt x="75927" y="27025"/>
                  </a:lnTo>
                  <a:lnTo>
                    <a:pt x="71451" y="30044"/>
                  </a:lnTo>
                  <a:lnTo>
                    <a:pt x="67075" y="33206"/>
                  </a:lnTo>
                  <a:lnTo>
                    <a:pt x="62803" y="36508"/>
                  </a:lnTo>
                  <a:lnTo>
                    <a:pt x="58641" y="39946"/>
                  </a:lnTo>
                  <a:lnTo>
                    <a:pt x="54591" y="43517"/>
                  </a:lnTo>
                  <a:lnTo>
                    <a:pt x="50659" y="47217"/>
                  </a:lnTo>
                  <a:lnTo>
                    <a:pt x="46849" y="51041"/>
                  </a:lnTo>
                  <a:lnTo>
                    <a:pt x="43164" y="54987"/>
                  </a:lnTo>
                  <a:lnTo>
                    <a:pt x="39608" y="59050"/>
                  </a:lnTo>
                  <a:lnTo>
                    <a:pt x="36185" y="63225"/>
                  </a:lnTo>
                  <a:lnTo>
                    <a:pt x="32899" y="67509"/>
                  </a:lnTo>
                  <a:lnTo>
                    <a:pt x="29753" y="71896"/>
                  </a:lnTo>
                  <a:lnTo>
                    <a:pt x="26750" y="76383"/>
                  </a:lnTo>
                  <a:lnTo>
                    <a:pt x="23894" y="80965"/>
                  </a:lnTo>
                  <a:lnTo>
                    <a:pt x="21187" y="85636"/>
                  </a:lnTo>
                  <a:lnTo>
                    <a:pt x="18633" y="90393"/>
                  </a:lnTo>
                  <a:lnTo>
                    <a:pt x="16233" y="95229"/>
                  </a:lnTo>
                  <a:lnTo>
                    <a:pt x="13991" y="100140"/>
                  </a:lnTo>
                  <a:lnTo>
                    <a:pt x="11909" y="105121"/>
                  </a:lnTo>
                  <a:lnTo>
                    <a:pt x="9988" y="110167"/>
                  </a:lnTo>
                  <a:lnTo>
                    <a:pt x="8232" y="115272"/>
                  </a:lnTo>
                  <a:lnTo>
                    <a:pt x="6641" y="120432"/>
                  </a:lnTo>
                  <a:lnTo>
                    <a:pt x="5218" y="125640"/>
                  </a:lnTo>
                  <a:lnTo>
                    <a:pt x="3963" y="130891"/>
                  </a:lnTo>
                  <a:lnTo>
                    <a:pt x="2879" y="136180"/>
                  </a:lnTo>
                  <a:lnTo>
                    <a:pt x="1966" y="141501"/>
                  </a:lnTo>
                  <a:lnTo>
                    <a:pt x="1226" y="146849"/>
                  </a:lnTo>
                  <a:lnTo>
                    <a:pt x="658" y="152218"/>
                  </a:lnTo>
                  <a:lnTo>
                    <a:pt x="265" y="157602"/>
                  </a:lnTo>
                  <a:lnTo>
                    <a:pt x="45" y="162997"/>
                  </a:lnTo>
                  <a:lnTo>
                    <a:pt x="0" y="168396"/>
                  </a:lnTo>
                  <a:lnTo>
                    <a:pt x="129" y="173793"/>
                  </a:lnTo>
                  <a:lnTo>
                    <a:pt x="432" y="179183"/>
                  </a:lnTo>
                  <a:lnTo>
                    <a:pt x="909" y="184561"/>
                  </a:lnTo>
                  <a:lnTo>
                    <a:pt x="1559" y="189921"/>
                  </a:lnTo>
                  <a:lnTo>
                    <a:pt x="2383" y="195257"/>
                  </a:lnTo>
                  <a:lnTo>
                    <a:pt x="3378" y="200563"/>
                  </a:lnTo>
                  <a:lnTo>
                    <a:pt x="4544" y="205834"/>
                  </a:lnTo>
                  <a:lnTo>
                    <a:pt x="5880" y="211066"/>
                  </a:lnTo>
                  <a:lnTo>
                    <a:pt x="7383" y="216251"/>
                  </a:lnTo>
                  <a:lnTo>
                    <a:pt x="9054" y="221385"/>
                  </a:lnTo>
                  <a:lnTo>
                    <a:pt x="10889" y="226462"/>
                  </a:lnTo>
                  <a:lnTo>
                    <a:pt x="12888" y="231478"/>
                  </a:lnTo>
                  <a:lnTo>
                    <a:pt x="15047" y="236426"/>
                  </a:lnTo>
                  <a:lnTo>
                    <a:pt x="17365" y="241302"/>
                  </a:lnTo>
                  <a:lnTo>
                    <a:pt x="19839" y="246100"/>
                  </a:lnTo>
                  <a:lnTo>
                    <a:pt x="22467" y="250817"/>
                  </a:lnTo>
                  <a:lnTo>
                    <a:pt x="25246" y="255446"/>
                  </a:lnTo>
                  <a:lnTo>
                    <a:pt x="28173" y="259982"/>
                  </a:lnTo>
                  <a:lnTo>
                    <a:pt x="31245" y="264422"/>
                  </a:lnTo>
                  <a:lnTo>
                    <a:pt x="34459" y="268760"/>
                  </a:lnTo>
                  <a:lnTo>
                    <a:pt x="37811" y="272993"/>
                  </a:lnTo>
                  <a:lnTo>
                    <a:pt x="167162" y="167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51936" y="4213821"/>
              <a:ext cx="296501" cy="334334"/>
            </a:xfrm>
            <a:custGeom>
              <a:avLst/>
              <a:pathLst>
                <a:path w="296501" h="334334">
                  <a:moveTo>
                    <a:pt x="0" y="273059"/>
                  </a:moveTo>
                  <a:lnTo>
                    <a:pt x="3421" y="277106"/>
                  </a:lnTo>
                  <a:lnTo>
                    <a:pt x="6969" y="281043"/>
                  </a:lnTo>
                  <a:lnTo>
                    <a:pt x="10641" y="284865"/>
                  </a:lnTo>
                  <a:lnTo>
                    <a:pt x="14431" y="288569"/>
                  </a:lnTo>
                  <a:lnTo>
                    <a:pt x="18337" y="292151"/>
                  </a:lnTo>
                  <a:lnTo>
                    <a:pt x="22355" y="295607"/>
                  </a:lnTo>
                  <a:lnTo>
                    <a:pt x="26480" y="298934"/>
                  </a:lnTo>
                  <a:lnTo>
                    <a:pt x="30708" y="302128"/>
                  </a:lnTo>
                  <a:lnTo>
                    <a:pt x="35036" y="305187"/>
                  </a:lnTo>
                  <a:lnTo>
                    <a:pt x="39458" y="308108"/>
                  </a:lnTo>
                  <a:lnTo>
                    <a:pt x="43971" y="310886"/>
                  </a:lnTo>
                  <a:lnTo>
                    <a:pt x="48570" y="313521"/>
                  </a:lnTo>
                  <a:lnTo>
                    <a:pt x="53249" y="316008"/>
                  </a:lnTo>
                  <a:lnTo>
                    <a:pt x="58006" y="318345"/>
                  </a:lnTo>
                  <a:lnTo>
                    <a:pt x="62834" y="320531"/>
                  </a:lnTo>
                  <a:lnTo>
                    <a:pt x="67729" y="322562"/>
                  </a:lnTo>
                  <a:lnTo>
                    <a:pt x="72685" y="324437"/>
                  </a:lnTo>
                  <a:lnTo>
                    <a:pt x="77699" y="326155"/>
                  </a:lnTo>
                  <a:lnTo>
                    <a:pt x="82765" y="327712"/>
                  </a:lnTo>
                  <a:lnTo>
                    <a:pt x="87877" y="329108"/>
                  </a:lnTo>
                  <a:lnTo>
                    <a:pt x="93031" y="330341"/>
                  </a:lnTo>
                  <a:lnTo>
                    <a:pt x="98222" y="331410"/>
                  </a:lnTo>
                  <a:lnTo>
                    <a:pt x="103444" y="332315"/>
                  </a:lnTo>
                  <a:lnTo>
                    <a:pt x="108692" y="333053"/>
                  </a:lnTo>
                  <a:lnTo>
                    <a:pt x="113960" y="333624"/>
                  </a:lnTo>
                  <a:lnTo>
                    <a:pt x="119245" y="334029"/>
                  </a:lnTo>
                  <a:lnTo>
                    <a:pt x="124539" y="334265"/>
                  </a:lnTo>
                  <a:lnTo>
                    <a:pt x="129838" y="334334"/>
                  </a:lnTo>
                  <a:lnTo>
                    <a:pt x="135137" y="334234"/>
                  </a:lnTo>
                  <a:lnTo>
                    <a:pt x="140430" y="333967"/>
                  </a:lnTo>
                  <a:lnTo>
                    <a:pt x="145711" y="333532"/>
                  </a:lnTo>
                  <a:lnTo>
                    <a:pt x="150977" y="332930"/>
                  </a:lnTo>
                  <a:lnTo>
                    <a:pt x="156220" y="332161"/>
                  </a:lnTo>
                  <a:lnTo>
                    <a:pt x="161437" y="331226"/>
                  </a:lnTo>
                  <a:lnTo>
                    <a:pt x="166621" y="330127"/>
                  </a:lnTo>
                  <a:lnTo>
                    <a:pt x="171768" y="328863"/>
                  </a:lnTo>
                  <a:lnTo>
                    <a:pt x="176872" y="327438"/>
                  </a:lnTo>
                  <a:lnTo>
                    <a:pt x="181929" y="325851"/>
                  </a:lnTo>
                  <a:lnTo>
                    <a:pt x="186932" y="324104"/>
                  </a:lnTo>
                  <a:lnTo>
                    <a:pt x="191878" y="322200"/>
                  </a:lnTo>
                  <a:lnTo>
                    <a:pt x="196761" y="320140"/>
                  </a:lnTo>
                  <a:lnTo>
                    <a:pt x="201576" y="317927"/>
                  </a:lnTo>
                  <a:lnTo>
                    <a:pt x="206319" y="315561"/>
                  </a:lnTo>
                  <a:lnTo>
                    <a:pt x="210984" y="313047"/>
                  </a:lnTo>
                  <a:lnTo>
                    <a:pt x="215567" y="310386"/>
                  </a:lnTo>
                  <a:lnTo>
                    <a:pt x="220064" y="307581"/>
                  </a:lnTo>
                  <a:lnTo>
                    <a:pt x="224469" y="304635"/>
                  </a:lnTo>
                  <a:lnTo>
                    <a:pt x="228779" y="301551"/>
                  </a:lnTo>
                  <a:lnTo>
                    <a:pt x="232988" y="298332"/>
                  </a:lnTo>
                  <a:lnTo>
                    <a:pt x="237094" y="294981"/>
                  </a:lnTo>
                  <a:lnTo>
                    <a:pt x="241091" y="291501"/>
                  </a:lnTo>
                  <a:lnTo>
                    <a:pt x="244976" y="287897"/>
                  </a:lnTo>
                  <a:lnTo>
                    <a:pt x="248745" y="284171"/>
                  </a:lnTo>
                  <a:lnTo>
                    <a:pt x="252394" y="280327"/>
                  </a:lnTo>
                  <a:lnTo>
                    <a:pt x="255919" y="276370"/>
                  </a:lnTo>
                  <a:lnTo>
                    <a:pt x="259317" y="272303"/>
                  </a:lnTo>
                  <a:lnTo>
                    <a:pt x="262585" y="268131"/>
                  </a:lnTo>
                  <a:lnTo>
                    <a:pt x="265718" y="263857"/>
                  </a:lnTo>
                  <a:lnTo>
                    <a:pt x="268715" y="259485"/>
                  </a:lnTo>
                  <a:lnTo>
                    <a:pt x="271571" y="255021"/>
                  </a:lnTo>
                  <a:lnTo>
                    <a:pt x="274284" y="250469"/>
                  </a:lnTo>
                  <a:lnTo>
                    <a:pt x="276852" y="245833"/>
                  </a:lnTo>
                  <a:lnTo>
                    <a:pt x="279271" y="241118"/>
                  </a:lnTo>
                  <a:lnTo>
                    <a:pt x="281540" y="236329"/>
                  </a:lnTo>
                  <a:lnTo>
                    <a:pt x="283656" y="231470"/>
                  </a:lnTo>
                  <a:lnTo>
                    <a:pt x="285617" y="226546"/>
                  </a:lnTo>
                  <a:lnTo>
                    <a:pt x="287421" y="221563"/>
                  </a:lnTo>
                  <a:lnTo>
                    <a:pt x="289065" y="216525"/>
                  </a:lnTo>
                  <a:lnTo>
                    <a:pt x="290550" y="211437"/>
                  </a:lnTo>
                  <a:lnTo>
                    <a:pt x="291872" y="206305"/>
                  </a:lnTo>
                  <a:lnTo>
                    <a:pt x="293031" y="201134"/>
                  </a:lnTo>
                  <a:lnTo>
                    <a:pt x="294025" y="195929"/>
                  </a:lnTo>
                  <a:lnTo>
                    <a:pt x="294854" y="190694"/>
                  </a:lnTo>
                  <a:lnTo>
                    <a:pt x="295517" y="185436"/>
                  </a:lnTo>
                  <a:lnTo>
                    <a:pt x="296013" y="180160"/>
                  </a:lnTo>
                  <a:lnTo>
                    <a:pt x="296341" y="174870"/>
                  </a:lnTo>
                  <a:lnTo>
                    <a:pt x="296501" y="169573"/>
                  </a:lnTo>
                  <a:lnTo>
                    <a:pt x="296493" y="164273"/>
                  </a:lnTo>
                  <a:lnTo>
                    <a:pt x="296317" y="158977"/>
                  </a:lnTo>
                  <a:lnTo>
                    <a:pt x="295974" y="153688"/>
                  </a:lnTo>
                  <a:lnTo>
                    <a:pt x="295463" y="148413"/>
                  </a:lnTo>
                  <a:lnTo>
                    <a:pt x="294785" y="143157"/>
                  </a:lnTo>
                  <a:lnTo>
                    <a:pt x="293941" y="137925"/>
                  </a:lnTo>
                  <a:lnTo>
                    <a:pt x="292931" y="132723"/>
                  </a:lnTo>
                  <a:lnTo>
                    <a:pt x="291757" y="127555"/>
                  </a:lnTo>
                  <a:lnTo>
                    <a:pt x="290420" y="122427"/>
                  </a:lnTo>
                  <a:lnTo>
                    <a:pt x="288921" y="117344"/>
                  </a:lnTo>
                  <a:lnTo>
                    <a:pt x="287261" y="112310"/>
                  </a:lnTo>
                  <a:lnTo>
                    <a:pt x="285443" y="107332"/>
                  </a:lnTo>
                  <a:lnTo>
                    <a:pt x="283468" y="102415"/>
                  </a:lnTo>
                  <a:lnTo>
                    <a:pt x="281338" y="97562"/>
                  </a:lnTo>
                  <a:lnTo>
                    <a:pt x="279055" y="92779"/>
                  </a:lnTo>
                  <a:lnTo>
                    <a:pt x="276622" y="88071"/>
                  </a:lnTo>
                  <a:lnTo>
                    <a:pt x="274041" y="83443"/>
                  </a:lnTo>
                  <a:lnTo>
                    <a:pt x="271314" y="78898"/>
                  </a:lnTo>
                  <a:lnTo>
                    <a:pt x="268445" y="74443"/>
                  </a:lnTo>
                  <a:lnTo>
                    <a:pt x="265436" y="70080"/>
                  </a:lnTo>
                  <a:lnTo>
                    <a:pt x="262290" y="65815"/>
                  </a:lnTo>
                  <a:lnTo>
                    <a:pt x="259010" y="61652"/>
                  </a:lnTo>
                  <a:lnTo>
                    <a:pt x="255600" y="57595"/>
                  </a:lnTo>
                  <a:lnTo>
                    <a:pt x="252064" y="53648"/>
                  </a:lnTo>
                  <a:lnTo>
                    <a:pt x="248404" y="49816"/>
                  </a:lnTo>
                  <a:lnTo>
                    <a:pt x="244624" y="46101"/>
                  </a:lnTo>
                  <a:lnTo>
                    <a:pt x="240728" y="42508"/>
                  </a:lnTo>
                  <a:lnTo>
                    <a:pt x="236721" y="39040"/>
                  </a:lnTo>
                  <a:lnTo>
                    <a:pt x="232606" y="35701"/>
                  </a:lnTo>
                  <a:lnTo>
                    <a:pt x="228386" y="32494"/>
                  </a:lnTo>
                  <a:lnTo>
                    <a:pt x="224068" y="29422"/>
                  </a:lnTo>
                  <a:lnTo>
                    <a:pt x="219654" y="26489"/>
                  </a:lnTo>
                  <a:lnTo>
                    <a:pt x="215149" y="23697"/>
                  </a:lnTo>
                  <a:lnTo>
                    <a:pt x="210558" y="21049"/>
                  </a:lnTo>
                  <a:lnTo>
                    <a:pt x="205886" y="18549"/>
                  </a:lnTo>
                  <a:lnTo>
                    <a:pt x="201136" y="16197"/>
                  </a:lnTo>
                  <a:lnTo>
                    <a:pt x="196315" y="13998"/>
                  </a:lnTo>
                  <a:lnTo>
                    <a:pt x="191426" y="11952"/>
                  </a:lnTo>
                  <a:lnTo>
                    <a:pt x="186475" y="10062"/>
                  </a:lnTo>
                  <a:lnTo>
                    <a:pt x="181466" y="8331"/>
                  </a:lnTo>
                  <a:lnTo>
                    <a:pt x="176405" y="6758"/>
                  </a:lnTo>
                  <a:lnTo>
                    <a:pt x="171296" y="5348"/>
                  </a:lnTo>
                  <a:lnTo>
                    <a:pt x="166146" y="4099"/>
                  </a:lnTo>
                  <a:lnTo>
                    <a:pt x="160958" y="3015"/>
                  </a:lnTo>
                  <a:lnTo>
                    <a:pt x="155739" y="2095"/>
                  </a:lnTo>
                  <a:lnTo>
                    <a:pt x="150493" y="1342"/>
                  </a:lnTo>
                  <a:lnTo>
                    <a:pt x="145226" y="755"/>
                  </a:lnTo>
                  <a:lnTo>
                    <a:pt x="139943" y="335"/>
                  </a:lnTo>
                  <a:lnTo>
                    <a:pt x="134650" y="84"/>
                  </a:lnTo>
                  <a:lnTo>
                    <a:pt x="129351" y="0"/>
                  </a:lnTo>
                  <a:lnTo>
                    <a:pt x="1293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3137" y="4659281"/>
              <a:ext cx="3386" cy="167167"/>
            </a:xfrm>
            <a:custGeom>
              <a:avLst/>
              <a:pathLst>
                <a:path w="3386" h="167167">
                  <a:moveTo>
                    <a:pt x="3386" y="0"/>
                  </a:moveTo>
                  <a:lnTo>
                    <a:pt x="0" y="34"/>
                  </a:lnTo>
                  <a:lnTo>
                    <a:pt x="338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552" y="4659316"/>
              <a:ext cx="166972" cy="167133"/>
            </a:xfrm>
            <a:custGeom>
              <a:avLst/>
              <a:pathLst>
                <a:path w="166972" h="167133">
                  <a:moveTo>
                    <a:pt x="163585" y="0"/>
                  </a:moveTo>
                  <a:lnTo>
                    <a:pt x="158129" y="199"/>
                  </a:lnTo>
                  <a:lnTo>
                    <a:pt x="152684" y="577"/>
                  </a:lnTo>
                  <a:lnTo>
                    <a:pt x="147253" y="1132"/>
                  </a:lnTo>
                  <a:lnTo>
                    <a:pt x="141844" y="1865"/>
                  </a:lnTo>
                  <a:lnTo>
                    <a:pt x="136461" y="2773"/>
                  </a:lnTo>
                  <a:lnTo>
                    <a:pt x="131111" y="3857"/>
                  </a:lnTo>
                  <a:lnTo>
                    <a:pt x="125799" y="5115"/>
                  </a:lnTo>
                  <a:lnTo>
                    <a:pt x="120531" y="6545"/>
                  </a:lnTo>
                  <a:lnTo>
                    <a:pt x="115313" y="8147"/>
                  </a:lnTo>
                  <a:lnTo>
                    <a:pt x="110149" y="9919"/>
                  </a:lnTo>
                  <a:lnTo>
                    <a:pt x="105047" y="11858"/>
                  </a:lnTo>
                  <a:lnTo>
                    <a:pt x="100010" y="13963"/>
                  </a:lnTo>
                  <a:lnTo>
                    <a:pt x="95044" y="16231"/>
                  </a:lnTo>
                  <a:lnTo>
                    <a:pt x="90156" y="18659"/>
                  </a:lnTo>
                  <a:lnTo>
                    <a:pt x="85349" y="21247"/>
                  </a:lnTo>
                  <a:lnTo>
                    <a:pt x="80629" y="23989"/>
                  </a:lnTo>
                  <a:lnTo>
                    <a:pt x="76002" y="26885"/>
                  </a:lnTo>
                  <a:lnTo>
                    <a:pt x="71471" y="29930"/>
                  </a:lnTo>
                  <a:lnTo>
                    <a:pt x="67042" y="33121"/>
                  </a:lnTo>
                  <a:lnTo>
                    <a:pt x="62720" y="36455"/>
                  </a:lnTo>
                  <a:lnTo>
                    <a:pt x="58509" y="39929"/>
                  </a:lnTo>
                  <a:lnTo>
                    <a:pt x="54414" y="43538"/>
                  </a:lnTo>
                  <a:lnTo>
                    <a:pt x="50438" y="47279"/>
                  </a:lnTo>
                  <a:lnTo>
                    <a:pt x="46587" y="51148"/>
                  </a:lnTo>
                  <a:lnTo>
                    <a:pt x="42864" y="55140"/>
                  </a:lnTo>
                  <a:lnTo>
                    <a:pt x="39274" y="59252"/>
                  </a:lnTo>
                  <a:lnTo>
                    <a:pt x="35820" y="63479"/>
                  </a:lnTo>
                  <a:lnTo>
                    <a:pt x="32505" y="67816"/>
                  </a:lnTo>
                  <a:lnTo>
                    <a:pt x="29334" y="72259"/>
                  </a:lnTo>
                  <a:lnTo>
                    <a:pt x="26310" y="76804"/>
                  </a:lnTo>
                  <a:lnTo>
                    <a:pt x="23436" y="81445"/>
                  </a:lnTo>
                  <a:lnTo>
                    <a:pt x="20714" y="86177"/>
                  </a:lnTo>
                  <a:lnTo>
                    <a:pt x="18149" y="90995"/>
                  </a:lnTo>
                  <a:lnTo>
                    <a:pt x="15743" y="95895"/>
                  </a:lnTo>
                  <a:lnTo>
                    <a:pt x="13497" y="100871"/>
                  </a:lnTo>
                  <a:lnTo>
                    <a:pt x="11416" y="105917"/>
                  </a:lnTo>
                  <a:lnTo>
                    <a:pt x="9500" y="111029"/>
                  </a:lnTo>
                  <a:lnTo>
                    <a:pt x="7752" y="116200"/>
                  </a:lnTo>
                  <a:lnTo>
                    <a:pt x="6174" y="121426"/>
                  </a:lnTo>
                  <a:lnTo>
                    <a:pt x="4767" y="126700"/>
                  </a:lnTo>
                  <a:lnTo>
                    <a:pt x="3534" y="132018"/>
                  </a:lnTo>
                  <a:lnTo>
                    <a:pt x="2474" y="137373"/>
                  </a:lnTo>
                  <a:lnTo>
                    <a:pt x="1590" y="142760"/>
                  </a:lnTo>
                  <a:lnTo>
                    <a:pt x="883" y="148172"/>
                  </a:lnTo>
                  <a:lnTo>
                    <a:pt x="352" y="153605"/>
                  </a:lnTo>
                  <a:lnTo>
                    <a:pt x="0" y="159053"/>
                  </a:lnTo>
                  <a:lnTo>
                    <a:pt x="166972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76" y="4659281"/>
              <a:ext cx="334295" cy="334334"/>
            </a:xfrm>
            <a:custGeom>
              <a:avLst/>
              <a:pathLst>
                <a:path w="334295" h="334334">
                  <a:moveTo>
                    <a:pt x="176" y="159087"/>
                  </a:moveTo>
                  <a:lnTo>
                    <a:pt x="3" y="164390"/>
                  </a:lnTo>
                  <a:lnTo>
                    <a:pt x="0" y="169695"/>
                  </a:lnTo>
                  <a:lnTo>
                    <a:pt x="164" y="174998"/>
                  </a:lnTo>
                  <a:lnTo>
                    <a:pt x="496" y="180293"/>
                  </a:lnTo>
                  <a:lnTo>
                    <a:pt x="997" y="185574"/>
                  </a:lnTo>
                  <a:lnTo>
                    <a:pt x="1665" y="190838"/>
                  </a:lnTo>
                  <a:lnTo>
                    <a:pt x="2499" y="196077"/>
                  </a:lnTo>
                  <a:lnTo>
                    <a:pt x="3500" y="201287"/>
                  </a:lnTo>
                  <a:lnTo>
                    <a:pt x="4665" y="206463"/>
                  </a:lnTo>
                  <a:lnTo>
                    <a:pt x="5994" y="211599"/>
                  </a:lnTo>
                  <a:lnTo>
                    <a:pt x="7485" y="216691"/>
                  </a:lnTo>
                  <a:lnTo>
                    <a:pt x="9137" y="221733"/>
                  </a:lnTo>
                  <a:lnTo>
                    <a:pt x="10948" y="226719"/>
                  </a:lnTo>
                  <a:lnTo>
                    <a:pt x="12916" y="231646"/>
                  </a:lnTo>
                  <a:lnTo>
                    <a:pt x="15040" y="236508"/>
                  </a:lnTo>
                  <a:lnTo>
                    <a:pt x="17317" y="241300"/>
                  </a:lnTo>
                  <a:lnTo>
                    <a:pt x="19745" y="246017"/>
                  </a:lnTo>
                  <a:lnTo>
                    <a:pt x="22321" y="250655"/>
                  </a:lnTo>
                  <a:lnTo>
                    <a:pt x="25043" y="255208"/>
                  </a:lnTo>
                  <a:lnTo>
                    <a:pt x="27909" y="259673"/>
                  </a:lnTo>
                  <a:lnTo>
                    <a:pt x="30914" y="264045"/>
                  </a:lnTo>
                  <a:lnTo>
                    <a:pt x="34057" y="268320"/>
                  </a:lnTo>
                  <a:lnTo>
                    <a:pt x="37334" y="272492"/>
                  </a:lnTo>
                  <a:lnTo>
                    <a:pt x="40742" y="276558"/>
                  </a:lnTo>
                  <a:lnTo>
                    <a:pt x="44277" y="280514"/>
                  </a:lnTo>
                  <a:lnTo>
                    <a:pt x="47936" y="284356"/>
                  </a:lnTo>
                  <a:lnTo>
                    <a:pt x="51714" y="288080"/>
                  </a:lnTo>
                  <a:lnTo>
                    <a:pt x="55609" y="291683"/>
                  </a:lnTo>
                  <a:lnTo>
                    <a:pt x="59617" y="295159"/>
                  </a:lnTo>
                  <a:lnTo>
                    <a:pt x="63733" y="298507"/>
                  </a:lnTo>
                  <a:lnTo>
                    <a:pt x="67952" y="301723"/>
                  </a:lnTo>
                  <a:lnTo>
                    <a:pt x="72272" y="304803"/>
                  </a:lnTo>
                  <a:lnTo>
                    <a:pt x="76688" y="307744"/>
                  </a:lnTo>
                  <a:lnTo>
                    <a:pt x="81194" y="310544"/>
                  </a:lnTo>
                  <a:lnTo>
                    <a:pt x="85787" y="313199"/>
                  </a:lnTo>
                  <a:lnTo>
                    <a:pt x="90462" y="315707"/>
                  </a:lnTo>
                  <a:lnTo>
                    <a:pt x="95214" y="318066"/>
                  </a:lnTo>
                  <a:lnTo>
                    <a:pt x="100039" y="320273"/>
                  </a:lnTo>
                  <a:lnTo>
                    <a:pt x="104931" y="322325"/>
                  </a:lnTo>
                  <a:lnTo>
                    <a:pt x="109886" y="324221"/>
                  </a:lnTo>
                  <a:lnTo>
                    <a:pt x="114899" y="325959"/>
                  </a:lnTo>
                  <a:lnTo>
                    <a:pt x="119964" y="327537"/>
                  </a:lnTo>
                  <a:lnTo>
                    <a:pt x="125077" y="328954"/>
                  </a:lnTo>
                  <a:lnTo>
                    <a:pt x="130232" y="330207"/>
                  </a:lnTo>
                  <a:lnTo>
                    <a:pt x="135425" y="331297"/>
                  </a:lnTo>
                  <a:lnTo>
                    <a:pt x="140649" y="332221"/>
                  </a:lnTo>
                  <a:lnTo>
                    <a:pt x="145900" y="332979"/>
                  </a:lnTo>
                  <a:lnTo>
                    <a:pt x="151172" y="333569"/>
                  </a:lnTo>
                  <a:lnTo>
                    <a:pt x="156461" y="333992"/>
                  </a:lnTo>
                  <a:lnTo>
                    <a:pt x="161760" y="334248"/>
                  </a:lnTo>
                  <a:lnTo>
                    <a:pt x="167065" y="334334"/>
                  </a:lnTo>
                  <a:lnTo>
                    <a:pt x="172369" y="334253"/>
                  </a:lnTo>
                  <a:lnTo>
                    <a:pt x="177669" y="334003"/>
                  </a:lnTo>
                  <a:lnTo>
                    <a:pt x="182958" y="333585"/>
                  </a:lnTo>
                  <a:lnTo>
                    <a:pt x="188231" y="333000"/>
                  </a:lnTo>
                  <a:lnTo>
                    <a:pt x="193483" y="332247"/>
                  </a:lnTo>
                  <a:lnTo>
                    <a:pt x="198708" y="331328"/>
                  </a:lnTo>
                  <a:lnTo>
                    <a:pt x="203901" y="330244"/>
                  </a:lnTo>
                  <a:lnTo>
                    <a:pt x="209058" y="328996"/>
                  </a:lnTo>
                  <a:lnTo>
                    <a:pt x="214172" y="327584"/>
                  </a:lnTo>
                  <a:lnTo>
                    <a:pt x="219239" y="326011"/>
                  </a:lnTo>
                  <a:lnTo>
                    <a:pt x="224253" y="324278"/>
                  </a:lnTo>
                  <a:lnTo>
                    <a:pt x="229210" y="322387"/>
                  </a:lnTo>
                  <a:lnTo>
                    <a:pt x="234104" y="320339"/>
                  </a:lnTo>
                  <a:lnTo>
                    <a:pt x="238931" y="318138"/>
                  </a:lnTo>
                  <a:lnTo>
                    <a:pt x="243686" y="315784"/>
                  </a:lnTo>
                  <a:lnTo>
                    <a:pt x="248363" y="313280"/>
                  </a:lnTo>
                  <a:lnTo>
                    <a:pt x="252959" y="310629"/>
                  </a:lnTo>
                  <a:lnTo>
                    <a:pt x="257468" y="307834"/>
                  </a:lnTo>
                  <a:lnTo>
                    <a:pt x="261886" y="304897"/>
                  </a:lnTo>
                  <a:lnTo>
                    <a:pt x="266209" y="301821"/>
                  </a:lnTo>
                  <a:lnTo>
                    <a:pt x="270432" y="298610"/>
                  </a:lnTo>
                  <a:lnTo>
                    <a:pt x="274551" y="295266"/>
                  </a:lnTo>
                  <a:lnTo>
                    <a:pt x="278562" y="291793"/>
                  </a:lnTo>
                  <a:lnTo>
                    <a:pt x="282461" y="288195"/>
                  </a:lnTo>
                  <a:lnTo>
                    <a:pt x="286243" y="284475"/>
                  </a:lnTo>
                  <a:lnTo>
                    <a:pt x="289906" y="280637"/>
                  </a:lnTo>
                  <a:lnTo>
                    <a:pt x="293445" y="276684"/>
                  </a:lnTo>
                  <a:lnTo>
                    <a:pt x="296857" y="272621"/>
                  </a:lnTo>
                  <a:lnTo>
                    <a:pt x="300138" y="268452"/>
                  </a:lnTo>
                  <a:lnTo>
                    <a:pt x="303285" y="264181"/>
                  </a:lnTo>
                  <a:lnTo>
                    <a:pt x="306295" y="259812"/>
                  </a:lnTo>
                  <a:lnTo>
                    <a:pt x="309165" y="255350"/>
                  </a:lnTo>
                  <a:lnTo>
                    <a:pt x="311891" y="250799"/>
                  </a:lnTo>
                  <a:lnTo>
                    <a:pt x="314472" y="246163"/>
                  </a:lnTo>
                  <a:lnTo>
                    <a:pt x="316905" y="241449"/>
                  </a:lnTo>
                  <a:lnTo>
                    <a:pt x="319187" y="236659"/>
                  </a:lnTo>
                  <a:lnTo>
                    <a:pt x="321315" y="231799"/>
                  </a:lnTo>
                  <a:lnTo>
                    <a:pt x="323289" y="226875"/>
                  </a:lnTo>
                  <a:lnTo>
                    <a:pt x="325105" y="221890"/>
                  </a:lnTo>
                  <a:lnTo>
                    <a:pt x="326762" y="216850"/>
                  </a:lnTo>
                  <a:lnTo>
                    <a:pt x="328258" y="211760"/>
                  </a:lnTo>
                  <a:lnTo>
                    <a:pt x="329592" y="206625"/>
                  </a:lnTo>
                  <a:lnTo>
                    <a:pt x="330762" y="201450"/>
                  </a:lnTo>
                  <a:lnTo>
                    <a:pt x="331768" y="196241"/>
                  </a:lnTo>
                  <a:lnTo>
                    <a:pt x="332607" y="191002"/>
                  </a:lnTo>
                  <a:lnTo>
                    <a:pt x="333280" y="185740"/>
                  </a:lnTo>
                  <a:lnTo>
                    <a:pt x="333786" y="180458"/>
                  </a:lnTo>
                  <a:lnTo>
                    <a:pt x="334124" y="175164"/>
                  </a:lnTo>
                  <a:lnTo>
                    <a:pt x="334294" y="169861"/>
                  </a:lnTo>
                  <a:lnTo>
                    <a:pt x="334295" y="164556"/>
                  </a:lnTo>
                  <a:lnTo>
                    <a:pt x="334128" y="159253"/>
                  </a:lnTo>
                  <a:lnTo>
                    <a:pt x="333793" y="153958"/>
                  </a:lnTo>
                  <a:lnTo>
                    <a:pt x="333290" y="148677"/>
                  </a:lnTo>
                  <a:lnTo>
                    <a:pt x="332619" y="143414"/>
                  </a:lnTo>
                  <a:lnTo>
                    <a:pt x="331782" y="138175"/>
                  </a:lnTo>
                  <a:lnTo>
                    <a:pt x="330779" y="132965"/>
                  </a:lnTo>
                  <a:lnTo>
                    <a:pt x="329611" y="127790"/>
                  </a:lnTo>
                  <a:lnTo>
                    <a:pt x="328280" y="122654"/>
                  </a:lnTo>
                  <a:lnTo>
                    <a:pt x="326786" y="117564"/>
                  </a:lnTo>
                  <a:lnTo>
                    <a:pt x="325132" y="112523"/>
                  </a:lnTo>
                  <a:lnTo>
                    <a:pt x="323318" y="107537"/>
                  </a:lnTo>
                  <a:lnTo>
                    <a:pt x="321347" y="102611"/>
                  </a:lnTo>
                  <a:lnTo>
                    <a:pt x="319221" y="97751"/>
                  </a:lnTo>
                  <a:lnTo>
                    <a:pt x="316942" y="92960"/>
                  </a:lnTo>
                  <a:lnTo>
                    <a:pt x="314512" y="88244"/>
                  </a:lnTo>
                  <a:lnTo>
                    <a:pt x="311933" y="83607"/>
                  </a:lnTo>
                  <a:lnTo>
                    <a:pt x="309208" y="79055"/>
                  </a:lnTo>
                  <a:lnTo>
                    <a:pt x="306341" y="74591"/>
                  </a:lnTo>
                  <a:lnTo>
                    <a:pt x="303333" y="70221"/>
                  </a:lnTo>
                  <a:lnTo>
                    <a:pt x="300188" y="65948"/>
                  </a:lnTo>
                  <a:lnTo>
                    <a:pt x="296909" y="61777"/>
                  </a:lnTo>
                  <a:lnTo>
                    <a:pt x="293499" y="57713"/>
                  </a:lnTo>
                  <a:lnTo>
                    <a:pt x="289962" y="53758"/>
                  </a:lnTo>
                  <a:lnTo>
                    <a:pt x="286302" y="49918"/>
                  </a:lnTo>
                  <a:lnTo>
                    <a:pt x="282521" y="46196"/>
                  </a:lnTo>
                  <a:lnTo>
                    <a:pt x="278624" y="42596"/>
                  </a:lnTo>
                  <a:lnTo>
                    <a:pt x="274615" y="39121"/>
                  </a:lnTo>
                  <a:lnTo>
                    <a:pt x="270498" y="35775"/>
                  </a:lnTo>
                  <a:lnTo>
                    <a:pt x="266276" y="32562"/>
                  </a:lnTo>
                  <a:lnTo>
                    <a:pt x="261955" y="29484"/>
                  </a:lnTo>
                  <a:lnTo>
                    <a:pt x="257538" y="26545"/>
                  </a:lnTo>
                  <a:lnTo>
                    <a:pt x="253030" y="23747"/>
                  </a:lnTo>
                  <a:lnTo>
                    <a:pt x="248436" y="21094"/>
                  </a:lnTo>
                  <a:lnTo>
                    <a:pt x="243760" y="18588"/>
                  </a:lnTo>
                  <a:lnTo>
                    <a:pt x="239006" y="16232"/>
                  </a:lnTo>
                  <a:lnTo>
                    <a:pt x="234180" y="14028"/>
                  </a:lnTo>
                  <a:lnTo>
                    <a:pt x="229287" y="11978"/>
                  </a:lnTo>
                  <a:lnTo>
                    <a:pt x="224331" y="10084"/>
                  </a:lnTo>
                  <a:lnTo>
                    <a:pt x="219318" y="8349"/>
                  </a:lnTo>
                  <a:lnTo>
                    <a:pt x="214252" y="6773"/>
                  </a:lnTo>
                  <a:lnTo>
                    <a:pt x="209138" y="5359"/>
                  </a:lnTo>
                  <a:lnTo>
                    <a:pt x="203982" y="4108"/>
                  </a:lnTo>
                  <a:lnTo>
                    <a:pt x="198789" y="3021"/>
                  </a:lnTo>
                  <a:lnTo>
                    <a:pt x="193565" y="2100"/>
                  </a:lnTo>
                  <a:lnTo>
                    <a:pt x="188313" y="1345"/>
                  </a:lnTo>
                  <a:lnTo>
                    <a:pt x="183041" y="757"/>
                  </a:lnTo>
                  <a:lnTo>
                    <a:pt x="177752" y="336"/>
                  </a:lnTo>
                  <a:lnTo>
                    <a:pt x="172453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70" y="5018213"/>
              <a:ext cx="334310" cy="334333"/>
            </a:xfrm>
            <a:custGeom>
              <a:avLst/>
              <a:pathLst>
                <a:path w="334310" h="334333">
                  <a:moveTo>
                    <a:pt x="167048" y="0"/>
                  </a:moveTo>
                  <a:lnTo>
                    <a:pt x="161751" y="87"/>
                  </a:lnTo>
                  <a:lnTo>
                    <a:pt x="156461" y="342"/>
                  </a:lnTo>
                  <a:lnTo>
                    <a:pt x="151181" y="764"/>
                  </a:lnTo>
                  <a:lnTo>
                    <a:pt x="145917" y="1353"/>
                  </a:lnTo>
                  <a:lnTo>
                    <a:pt x="140674" y="2109"/>
                  </a:lnTo>
                  <a:lnTo>
                    <a:pt x="135458" y="3031"/>
                  </a:lnTo>
                  <a:lnTo>
                    <a:pt x="130274" y="4118"/>
                  </a:lnTo>
                  <a:lnTo>
                    <a:pt x="125127" y="5368"/>
                  </a:lnTo>
                  <a:lnTo>
                    <a:pt x="120022" y="6780"/>
                  </a:lnTo>
                  <a:lnTo>
                    <a:pt x="114964" y="8354"/>
                  </a:lnTo>
                  <a:lnTo>
                    <a:pt x="109959" y="10087"/>
                  </a:lnTo>
                  <a:lnTo>
                    <a:pt x="105011" y="11978"/>
                  </a:lnTo>
                  <a:lnTo>
                    <a:pt x="100126" y="14024"/>
                  </a:lnTo>
                  <a:lnTo>
                    <a:pt x="95307" y="16225"/>
                  </a:lnTo>
                  <a:lnTo>
                    <a:pt x="90561" y="18577"/>
                  </a:lnTo>
                  <a:lnTo>
                    <a:pt x="85892" y="21078"/>
                  </a:lnTo>
                  <a:lnTo>
                    <a:pt x="81305" y="23725"/>
                  </a:lnTo>
                  <a:lnTo>
                    <a:pt x="76803" y="26517"/>
                  </a:lnTo>
                  <a:lnTo>
                    <a:pt x="72392" y="29450"/>
                  </a:lnTo>
                  <a:lnTo>
                    <a:pt x="68077" y="32521"/>
                  </a:lnTo>
                  <a:lnTo>
                    <a:pt x="63861" y="35728"/>
                  </a:lnTo>
                  <a:lnTo>
                    <a:pt x="59748" y="39066"/>
                  </a:lnTo>
                  <a:lnTo>
                    <a:pt x="55744" y="42533"/>
                  </a:lnTo>
                  <a:lnTo>
                    <a:pt x="51851" y="46125"/>
                  </a:lnTo>
                  <a:lnTo>
                    <a:pt x="48074" y="49839"/>
                  </a:lnTo>
                  <a:lnTo>
                    <a:pt x="44417" y="53670"/>
                  </a:lnTo>
                  <a:lnTo>
                    <a:pt x="40883" y="57616"/>
                  </a:lnTo>
                  <a:lnTo>
                    <a:pt x="37475" y="61671"/>
                  </a:lnTo>
                  <a:lnTo>
                    <a:pt x="34198" y="65832"/>
                  </a:lnTo>
                  <a:lnTo>
                    <a:pt x="31054" y="70095"/>
                  </a:lnTo>
                  <a:lnTo>
                    <a:pt x="28047" y="74456"/>
                  </a:lnTo>
                  <a:lnTo>
                    <a:pt x="25180" y="78909"/>
                  </a:lnTo>
                  <a:lnTo>
                    <a:pt x="22455" y="83451"/>
                  </a:lnTo>
                  <a:lnTo>
                    <a:pt x="19875" y="88078"/>
                  </a:lnTo>
                  <a:lnTo>
                    <a:pt x="17444" y="92783"/>
                  </a:lnTo>
                  <a:lnTo>
                    <a:pt x="15162" y="97564"/>
                  </a:lnTo>
                  <a:lnTo>
                    <a:pt x="13033" y="102414"/>
                  </a:lnTo>
                  <a:lnTo>
                    <a:pt x="11059" y="107329"/>
                  </a:lnTo>
                  <a:lnTo>
                    <a:pt x="9242" y="112304"/>
                  </a:lnTo>
                  <a:lnTo>
                    <a:pt x="7583" y="117335"/>
                  </a:lnTo>
                  <a:lnTo>
                    <a:pt x="6084" y="122415"/>
                  </a:lnTo>
                  <a:lnTo>
                    <a:pt x="4747" y="127540"/>
                  </a:lnTo>
                  <a:lnTo>
                    <a:pt x="3573" y="132705"/>
                  </a:lnTo>
                  <a:lnTo>
                    <a:pt x="2564" y="137905"/>
                  </a:lnTo>
                  <a:lnTo>
                    <a:pt x="1719" y="143134"/>
                  </a:lnTo>
                  <a:lnTo>
                    <a:pt x="1041" y="148387"/>
                  </a:lnTo>
                  <a:lnTo>
                    <a:pt x="529" y="153660"/>
                  </a:lnTo>
                  <a:lnTo>
                    <a:pt x="185" y="158945"/>
                  </a:lnTo>
                  <a:lnTo>
                    <a:pt x="8" y="164239"/>
                  </a:lnTo>
                  <a:lnTo>
                    <a:pt x="0" y="169536"/>
                  </a:lnTo>
                  <a:lnTo>
                    <a:pt x="158" y="174830"/>
                  </a:lnTo>
                  <a:lnTo>
                    <a:pt x="485" y="180117"/>
                  </a:lnTo>
                  <a:lnTo>
                    <a:pt x="979" y="185391"/>
                  </a:lnTo>
                  <a:lnTo>
                    <a:pt x="1640" y="190646"/>
                  </a:lnTo>
                  <a:lnTo>
                    <a:pt x="2467" y="195878"/>
                  </a:lnTo>
                  <a:lnTo>
                    <a:pt x="3459" y="201081"/>
                  </a:lnTo>
                  <a:lnTo>
                    <a:pt x="4616" y="206250"/>
                  </a:lnTo>
                  <a:lnTo>
                    <a:pt x="5935" y="211380"/>
                  </a:lnTo>
                  <a:lnTo>
                    <a:pt x="7417" y="216465"/>
                  </a:lnTo>
                  <a:lnTo>
                    <a:pt x="9059" y="221501"/>
                  </a:lnTo>
                  <a:lnTo>
                    <a:pt x="10860" y="226482"/>
                  </a:lnTo>
                  <a:lnTo>
                    <a:pt x="12818" y="231404"/>
                  </a:lnTo>
                  <a:lnTo>
                    <a:pt x="14930" y="236262"/>
                  </a:lnTo>
                  <a:lnTo>
                    <a:pt x="17196" y="241049"/>
                  </a:lnTo>
                  <a:lnTo>
                    <a:pt x="19612" y="245763"/>
                  </a:lnTo>
                  <a:lnTo>
                    <a:pt x="22176" y="250398"/>
                  </a:lnTo>
                  <a:lnTo>
                    <a:pt x="24886" y="254949"/>
                  </a:lnTo>
                  <a:lnTo>
                    <a:pt x="27738" y="259412"/>
                  </a:lnTo>
                  <a:lnTo>
                    <a:pt x="30731" y="263783"/>
                  </a:lnTo>
                  <a:lnTo>
                    <a:pt x="33860" y="268056"/>
                  </a:lnTo>
                  <a:lnTo>
                    <a:pt x="37123" y="272229"/>
                  </a:lnTo>
                  <a:lnTo>
                    <a:pt x="40517" y="276295"/>
                  </a:lnTo>
                  <a:lnTo>
                    <a:pt x="44038" y="280253"/>
                  </a:lnTo>
                  <a:lnTo>
                    <a:pt x="47683" y="284096"/>
                  </a:lnTo>
                  <a:lnTo>
                    <a:pt x="51447" y="287822"/>
                  </a:lnTo>
                  <a:lnTo>
                    <a:pt x="55328" y="291428"/>
                  </a:lnTo>
                  <a:lnTo>
                    <a:pt x="59321" y="294908"/>
                  </a:lnTo>
                  <a:lnTo>
                    <a:pt x="63422" y="298260"/>
                  </a:lnTo>
                  <a:lnTo>
                    <a:pt x="67627" y="301480"/>
                  </a:lnTo>
                  <a:lnTo>
                    <a:pt x="71932" y="304566"/>
                  </a:lnTo>
                  <a:lnTo>
                    <a:pt x="76333" y="307514"/>
                  </a:lnTo>
                  <a:lnTo>
                    <a:pt x="80825" y="310321"/>
                  </a:lnTo>
                  <a:lnTo>
                    <a:pt x="85404" y="312984"/>
                  </a:lnTo>
                  <a:lnTo>
                    <a:pt x="90065" y="315500"/>
                  </a:lnTo>
                  <a:lnTo>
                    <a:pt x="94803" y="317868"/>
                  </a:lnTo>
                  <a:lnTo>
                    <a:pt x="99614" y="320084"/>
                  </a:lnTo>
                  <a:lnTo>
                    <a:pt x="104492" y="322147"/>
                  </a:lnTo>
                  <a:lnTo>
                    <a:pt x="109434" y="324055"/>
                  </a:lnTo>
                  <a:lnTo>
                    <a:pt x="114433" y="325805"/>
                  </a:lnTo>
                  <a:lnTo>
                    <a:pt x="119486" y="327395"/>
                  </a:lnTo>
                  <a:lnTo>
                    <a:pt x="124586" y="328825"/>
                  </a:lnTo>
                  <a:lnTo>
                    <a:pt x="129729" y="330092"/>
                  </a:lnTo>
                  <a:lnTo>
                    <a:pt x="134909" y="331196"/>
                  </a:lnTo>
                  <a:lnTo>
                    <a:pt x="140122" y="332135"/>
                  </a:lnTo>
                  <a:lnTo>
                    <a:pt x="145362" y="332908"/>
                  </a:lnTo>
                  <a:lnTo>
                    <a:pt x="150624" y="333515"/>
                  </a:lnTo>
                  <a:lnTo>
                    <a:pt x="155903" y="333956"/>
                  </a:lnTo>
                  <a:lnTo>
                    <a:pt x="161193" y="334228"/>
                  </a:lnTo>
                  <a:lnTo>
                    <a:pt x="166488" y="334333"/>
                  </a:lnTo>
                  <a:lnTo>
                    <a:pt x="171785" y="334270"/>
                  </a:lnTo>
                  <a:lnTo>
                    <a:pt x="177077" y="334039"/>
                  </a:lnTo>
                  <a:lnTo>
                    <a:pt x="182359" y="333641"/>
                  </a:lnTo>
                  <a:lnTo>
                    <a:pt x="187625" y="333076"/>
                  </a:lnTo>
                  <a:lnTo>
                    <a:pt x="192871" y="332344"/>
                  </a:lnTo>
                  <a:lnTo>
                    <a:pt x="198091" y="331446"/>
                  </a:lnTo>
                  <a:lnTo>
                    <a:pt x="203280" y="330383"/>
                  </a:lnTo>
                  <a:lnTo>
                    <a:pt x="208433" y="329157"/>
                  </a:lnTo>
                  <a:lnTo>
                    <a:pt x="213545" y="327767"/>
                  </a:lnTo>
                  <a:lnTo>
                    <a:pt x="218609" y="326217"/>
                  </a:lnTo>
                  <a:lnTo>
                    <a:pt x="223623" y="324507"/>
                  </a:lnTo>
                  <a:lnTo>
                    <a:pt x="228579" y="322639"/>
                  </a:lnTo>
                  <a:lnTo>
                    <a:pt x="233474" y="320614"/>
                  </a:lnTo>
                  <a:lnTo>
                    <a:pt x="238302" y="318436"/>
                  </a:lnTo>
                  <a:lnTo>
                    <a:pt x="243059" y="316106"/>
                  </a:lnTo>
                  <a:lnTo>
                    <a:pt x="247739" y="313626"/>
                  </a:lnTo>
                  <a:lnTo>
                    <a:pt x="252339" y="311000"/>
                  </a:lnTo>
                  <a:lnTo>
                    <a:pt x="256853" y="308228"/>
                  </a:lnTo>
                  <a:lnTo>
                    <a:pt x="261277" y="305316"/>
                  </a:lnTo>
                  <a:lnTo>
                    <a:pt x="265607" y="302264"/>
                  </a:lnTo>
                  <a:lnTo>
                    <a:pt x="269837" y="299077"/>
                  </a:lnTo>
                  <a:lnTo>
                    <a:pt x="273965" y="295758"/>
                  </a:lnTo>
                  <a:lnTo>
                    <a:pt x="277985" y="292309"/>
                  </a:lnTo>
                  <a:lnTo>
                    <a:pt x="281894" y="288735"/>
                  </a:lnTo>
                  <a:lnTo>
                    <a:pt x="285688" y="285038"/>
                  </a:lnTo>
                  <a:lnTo>
                    <a:pt x="289363" y="281224"/>
                  </a:lnTo>
                  <a:lnTo>
                    <a:pt x="292915" y="277294"/>
                  </a:lnTo>
                  <a:lnTo>
                    <a:pt x="296341" y="273255"/>
                  </a:lnTo>
                  <a:lnTo>
                    <a:pt x="299637" y="269108"/>
                  </a:lnTo>
                  <a:lnTo>
                    <a:pt x="302801" y="264860"/>
                  </a:lnTo>
                  <a:lnTo>
                    <a:pt x="305828" y="260513"/>
                  </a:lnTo>
                  <a:lnTo>
                    <a:pt x="308715" y="256073"/>
                  </a:lnTo>
                  <a:lnTo>
                    <a:pt x="311461" y="251543"/>
                  </a:lnTo>
                  <a:lnTo>
                    <a:pt x="314062" y="246929"/>
                  </a:lnTo>
                  <a:lnTo>
                    <a:pt x="316515" y="242234"/>
                  </a:lnTo>
                  <a:lnTo>
                    <a:pt x="318818" y="237464"/>
                  </a:lnTo>
                  <a:lnTo>
                    <a:pt x="320969" y="232624"/>
                  </a:lnTo>
                  <a:lnTo>
                    <a:pt x="322966" y="227718"/>
                  </a:lnTo>
                  <a:lnTo>
                    <a:pt x="324806" y="222751"/>
                  </a:lnTo>
                  <a:lnTo>
                    <a:pt x="326488" y="217728"/>
                  </a:lnTo>
                  <a:lnTo>
                    <a:pt x="328010" y="212655"/>
                  </a:lnTo>
                  <a:lnTo>
                    <a:pt x="329370" y="207536"/>
                  </a:lnTo>
                  <a:lnTo>
                    <a:pt x="330568" y="202376"/>
                  </a:lnTo>
                  <a:lnTo>
                    <a:pt x="331601" y="197181"/>
                  </a:lnTo>
                  <a:lnTo>
                    <a:pt x="332469" y="191956"/>
                  </a:lnTo>
                  <a:lnTo>
                    <a:pt x="333172" y="186706"/>
                  </a:lnTo>
                  <a:lnTo>
                    <a:pt x="333707" y="181436"/>
                  </a:lnTo>
                  <a:lnTo>
                    <a:pt x="334076" y="176152"/>
                  </a:lnTo>
                  <a:lnTo>
                    <a:pt x="334277" y="170859"/>
                  </a:lnTo>
                  <a:lnTo>
                    <a:pt x="334310" y="165562"/>
                  </a:lnTo>
                  <a:lnTo>
                    <a:pt x="334175" y="160267"/>
                  </a:lnTo>
                  <a:lnTo>
                    <a:pt x="333873" y="154979"/>
                  </a:lnTo>
                  <a:lnTo>
                    <a:pt x="333403" y="149703"/>
                  </a:lnTo>
                  <a:lnTo>
                    <a:pt x="332766" y="144445"/>
                  </a:lnTo>
                  <a:lnTo>
                    <a:pt x="331963" y="139209"/>
                  </a:lnTo>
                  <a:lnTo>
                    <a:pt x="330995" y="134002"/>
                  </a:lnTo>
                  <a:lnTo>
                    <a:pt x="329862" y="128827"/>
                  </a:lnTo>
                  <a:lnTo>
                    <a:pt x="328565" y="123692"/>
                  </a:lnTo>
                  <a:lnTo>
                    <a:pt x="327107" y="118599"/>
                  </a:lnTo>
                  <a:lnTo>
                    <a:pt x="325488" y="113556"/>
                  </a:lnTo>
                  <a:lnTo>
                    <a:pt x="323710" y="108567"/>
                  </a:lnTo>
                  <a:lnTo>
                    <a:pt x="321775" y="103636"/>
                  </a:lnTo>
                  <a:lnTo>
                    <a:pt x="319684" y="98769"/>
                  </a:lnTo>
                  <a:lnTo>
                    <a:pt x="317441" y="93971"/>
                  </a:lnTo>
                  <a:lnTo>
                    <a:pt x="315046" y="89246"/>
                  </a:lnTo>
                  <a:lnTo>
                    <a:pt x="312503" y="84600"/>
                  </a:lnTo>
                  <a:lnTo>
                    <a:pt x="309815" y="80036"/>
                  </a:lnTo>
                  <a:lnTo>
                    <a:pt x="306983" y="75560"/>
                  </a:lnTo>
                  <a:lnTo>
                    <a:pt x="304010" y="71176"/>
                  </a:lnTo>
                  <a:lnTo>
                    <a:pt x="300900" y="66888"/>
                  </a:lnTo>
                  <a:lnTo>
                    <a:pt x="297656" y="62701"/>
                  </a:lnTo>
                  <a:lnTo>
                    <a:pt x="294281" y="58619"/>
                  </a:lnTo>
                  <a:lnTo>
                    <a:pt x="290778" y="54645"/>
                  </a:lnTo>
                  <a:lnTo>
                    <a:pt x="287151" y="50785"/>
                  </a:lnTo>
                  <a:lnTo>
                    <a:pt x="283404" y="47042"/>
                  </a:lnTo>
                  <a:lnTo>
                    <a:pt x="279540" y="43419"/>
                  </a:lnTo>
                  <a:lnTo>
                    <a:pt x="275563" y="39920"/>
                  </a:lnTo>
                  <a:lnTo>
                    <a:pt x="271477" y="36549"/>
                  </a:lnTo>
                  <a:lnTo>
                    <a:pt x="267286" y="33310"/>
                  </a:lnTo>
                  <a:lnTo>
                    <a:pt x="262995" y="30205"/>
                  </a:lnTo>
                  <a:lnTo>
                    <a:pt x="258608" y="27237"/>
                  </a:lnTo>
                  <a:lnTo>
                    <a:pt x="254129" y="24409"/>
                  </a:lnTo>
                  <a:lnTo>
                    <a:pt x="249562" y="21725"/>
                  </a:lnTo>
                  <a:lnTo>
                    <a:pt x="244913" y="19188"/>
                  </a:lnTo>
                  <a:lnTo>
                    <a:pt x="240186" y="16798"/>
                  </a:lnTo>
                  <a:lnTo>
                    <a:pt x="235385" y="14560"/>
                  </a:lnTo>
                  <a:lnTo>
                    <a:pt x="230516" y="12475"/>
                  </a:lnTo>
                  <a:lnTo>
                    <a:pt x="225583" y="10545"/>
                  </a:lnTo>
                  <a:lnTo>
                    <a:pt x="220592" y="8772"/>
                  </a:lnTo>
                  <a:lnTo>
                    <a:pt x="215547" y="7158"/>
                  </a:lnTo>
                  <a:lnTo>
                    <a:pt x="210453" y="5705"/>
                  </a:lnTo>
                  <a:lnTo>
                    <a:pt x="205316" y="4415"/>
                  </a:lnTo>
                  <a:lnTo>
                    <a:pt x="200141" y="3287"/>
                  </a:lnTo>
                  <a:lnTo>
                    <a:pt x="194932" y="2324"/>
                  </a:lnTo>
                  <a:lnTo>
                    <a:pt x="189695" y="1527"/>
                  </a:lnTo>
                  <a:lnTo>
                    <a:pt x="184436" y="896"/>
                  </a:lnTo>
                  <a:lnTo>
                    <a:pt x="179160" y="431"/>
                  </a:lnTo>
                  <a:lnTo>
                    <a:pt x="173871" y="13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6721" cy="167167"/>
            </a:xfrm>
            <a:custGeom>
              <a:avLst/>
              <a:pathLst>
                <a:path w="6721" h="167167">
                  <a:moveTo>
                    <a:pt x="6721" y="13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34" y="5269756"/>
              <a:ext cx="167167" cy="167167"/>
            </a:xfrm>
            <a:custGeom>
              <a:avLst/>
              <a:pathLst>
                <a:path w="167167" h="167167">
                  <a:moveTo>
                    <a:pt x="167167" y="0"/>
                  </a:moveTo>
                  <a:lnTo>
                    <a:pt x="161702" y="89"/>
                  </a:lnTo>
                  <a:lnTo>
                    <a:pt x="156243" y="357"/>
                  </a:lnTo>
                  <a:lnTo>
                    <a:pt x="150796" y="803"/>
                  </a:lnTo>
                  <a:lnTo>
                    <a:pt x="145366" y="1427"/>
                  </a:lnTo>
                  <a:lnTo>
                    <a:pt x="139960" y="2228"/>
                  </a:lnTo>
                  <a:lnTo>
                    <a:pt x="134582" y="3206"/>
                  </a:lnTo>
                  <a:lnTo>
                    <a:pt x="129240" y="4359"/>
                  </a:lnTo>
                  <a:lnTo>
                    <a:pt x="123938" y="5686"/>
                  </a:lnTo>
                  <a:lnTo>
                    <a:pt x="118682" y="7185"/>
                  </a:lnTo>
                  <a:lnTo>
                    <a:pt x="113478" y="8856"/>
                  </a:lnTo>
                  <a:lnTo>
                    <a:pt x="108332" y="10695"/>
                  </a:lnTo>
                  <a:lnTo>
                    <a:pt x="103248" y="12702"/>
                  </a:lnTo>
                  <a:lnTo>
                    <a:pt x="98233" y="14874"/>
                  </a:lnTo>
                  <a:lnTo>
                    <a:pt x="93291" y="17209"/>
                  </a:lnTo>
                  <a:lnTo>
                    <a:pt x="88428" y="19704"/>
                  </a:lnTo>
                  <a:lnTo>
                    <a:pt x="83650" y="22357"/>
                  </a:lnTo>
                  <a:lnTo>
                    <a:pt x="78961" y="25165"/>
                  </a:lnTo>
                  <a:lnTo>
                    <a:pt x="74366" y="28124"/>
                  </a:lnTo>
                  <a:lnTo>
                    <a:pt x="69870" y="31232"/>
                  </a:lnTo>
                  <a:lnTo>
                    <a:pt x="65478" y="34486"/>
                  </a:lnTo>
                  <a:lnTo>
                    <a:pt x="61195" y="37881"/>
                  </a:lnTo>
                  <a:lnTo>
                    <a:pt x="57025" y="41414"/>
                  </a:lnTo>
                  <a:lnTo>
                    <a:pt x="52973" y="45082"/>
                  </a:lnTo>
                  <a:lnTo>
                    <a:pt x="49043" y="48880"/>
                  </a:lnTo>
                  <a:lnTo>
                    <a:pt x="45240" y="52805"/>
                  </a:lnTo>
                  <a:lnTo>
                    <a:pt x="41566" y="56852"/>
                  </a:lnTo>
                  <a:lnTo>
                    <a:pt x="38027" y="61017"/>
                  </a:lnTo>
                  <a:lnTo>
                    <a:pt x="34626" y="65295"/>
                  </a:lnTo>
                  <a:lnTo>
                    <a:pt x="31367" y="69682"/>
                  </a:lnTo>
                  <a:lnTo>
                    <a:pt x="28252" y="74174"/>
                  </a:lnTo>
                  <a:lnTo>
                    <a:pt x="25287" y="78765"/>
                  </a:lnTo>
                  <a:lnTo>
                    <a:pt x="22473" y="83450"/>
                  </a:lnTo>
                  <a:lnTo>
                    <a:pt x="19813" y="88225"/>
                  </a:lnTo>
                  <a:lnTo>
                    <a:pt x="17311" y="93084"/>
                  </a:lnTo>
                  <a:lnTo>
                    <a:pt x="14970" y="98022"/>
                  </a:lnTo>
                  <a:lnTo>
                    <a:pt x="12791" y="103035"/>
                  </a:lnTo>
                  <a:lnTo>
                    <a:pt x="10777" y="108116"/>
                  </a:lnTo>
                  <a:lnTo>
                    <a:pt x="8930" y="113260"/>
                  </a:lnTo>
                  <a:lnTo>
                    <a:pt x="7252" y="118461"/>
                  </a:lnTo>
                  <a:lnTo>
                    <a:pt x="5745" y="123715"/>
                  </a:lnTo>
                  <a:lnTo>
                    <a:pt x="4411" y="129015"/>
                  </a:lnTo>
                  <a:lnTo>
                    <a:pt x="3251" y="134356"/>
                  </a:lnTo>
                  <a:lnTo>
                    <a:pt x="2266" y="139732"/>
                  </a:lnTo>
                  <a:lnTo>
                    <a:pt x="1457" y="145137"/>
                  </a:lnTo>
                  <a:lnTo>
                    <a:pt x="826" y="150566"/>
                  </a:lnTo>
                  <a:lnTo>
                    <a:pt x="372" y="156013"/>
                  </a:lnTo>
                  <a:lnTo>
                    <a:pt x="96" y="161471"/>
                  </a:lnTo>
                  <a:lnTo>
                    <a:pt x="0" y="16693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4" y="5269756"/>
              <a:ext cx="334324" cy="334327"/>
            </a:xfrm>
            <a:custGeom>
              <a:avLst/>
              <a:pathLst>
                <a:path w="334324" h="334327">
                  <a:moveTo>
                    <a:pt x="0" y="166936"/>
                  </a:moveTo>
                  <a:lnTo>
                    <a:pt x="76" y="172224"/>
                  </a:lnTo>
                  <a:lnTo>
                    <a:pt x="319" y="177506"/>
                  </a:lnTo>
                  <a:lnTo>
                    <a:pt x="730" y="182779"/>
                  </a:lnTo>
                  <a:lnTo>
                    <a:pt x="1307" y="188035"/>
                  </a:lnTo>
                  <a:lnTo>
                    <a:pt x="2050" y="193271"/>
                  </a:lnTo>
                  <a:lnTo>
                    <a:pt x="2958" y="198481"/>
                  </a:lnTo>
                  <a:lnTo>
                    <a:pt x="4031" y="203659"/>
                  </a:lnTo>
                  <a:lnTo>
                    <a:pt x="5267" y="208801"/>
                  </a:lnTo>
                  <a:lnTo>
                    <a:pt x="6665" y="213901"/>
                  </a:lnTo>
                  <a:lnTo>
                    <a:pt x="8223" y="218955"/>
                  </a:lnTo>
                  <a:lnTo>
                    <a:pt x="9941" y="223956"/>
                  </a:lnTo>
                  <a:lnTo>
                    <a:pt x="11816" y="228901"/>
                  </a:lnTo>
                  <a:lnTo>
                    <a:pt x="13847" y="233784"/>
                  </a:lnTo>
                  <a:lnTo>
                    <a:pt x="16030" y="238600"/>
                  </a:lnTo>
                  <a:lnTo>
                    <a:pt x="18366" y="243345"/>
                  </a:lnTo>
                  <a:lnTo>
                    <a:pt x="20850" y="248014"/>
                  </a:lnTo>
                  <a:lnTo>
                    <a:pt x="23480" y="252601"/>
                  </a:lnTo>
                  <a:lnTo>
                    <a:pt x="26254" y="257104"/>
                  </a:lnTo>
                  <a:lnTo>
                    <a:pt x="29170" y="261516"/>
                  </a:lnTo>
                  <a:lnTo>
                    <a:pt x="32223" y="265834"/>
                  </a:lnTo>
                  <a:lnTo>
                    <a:pt x="35411" y="270053"/>
                  </a:lnTo>
                  <a:lnTo>
                    <a:pt x="38732" y="274169"/>
                  </a:lnTo>
                  <a:lnTo>
                    <a:pt x="42180" y="278178"/>
                  </a:lnTo>
                  <a:lnTo>
                    <a:pt x="45754" y="282075"/>
                  </a:lnTo>
                  <a:lnTo>
                    <a:pt x="49450" y="285858"/>
                  </a:lnTo>
                  <a:lnTo>
                    <a:pt x="53263" y="289522"/>
                  </a:lnTo>
                  <a:lnTo>
                    <a:pt x="57190" y="293064"/>
                  </a:lnTo>
                  <a:lnTo>
                    <a:pt x="61227" y="296480"/>
                  </a:lnTo>
                  <a:lnTo>
                    <a:pt x="65371" y="299766"/>
                  </a:lnTo>
                  <a:lnTo>
                    <a:pt x="69616" y="302920"/>
                  </a:lnTo>
                  <a:lnTo>
                    <a:pt x="73959" y="305937"/>
                  </a:lnTo>
                  <a:lnTo>
                    <a:pt x="78395" y="308816"/>
                  </a:lnTo>
                  <a:lnTo>
                    <a:pt x="82919" y="311553"/>
                  </a:lnTo>
                  <a:lnTo>
                    <a:pt x="87529" y="314146"/>
                  </a:lnTo>
                  <a:lnTo>
                    <a:pt x="92218" y="316591"/>
                  </a:lnTo>
                  <a:lnTo>
                    <a:pt x="96981" y="318887"/>
                  </a:lnTo>
                  <a:lnTo>
                    <a:pt x="101816" y="321031"/>
                  </a:lnTo>
                  <a:lnTo>
                    <a:pt x="106715" y="323021"/>
                  </a:lnTo>
                  <a:lnTo>
                    <a:pt x="111675" y="324855"/>
                  </a:lnTo>
                  <a:lnTo>
                    <a:pt x="116691" y="326532"/>
                  </a:lnTo>
                  <a:lnTo>
                    <a:pt x="121757" y="328049"/>
                  </a:lnTo>
                  <a:lnTo>
                    <a:pt x="126868" y="329404"/>
                  </a:lnTo>
                  <a:lnTo>
                    <a:pt x="132020" y="330598"/>
                  </a:lnTo>
                  <a:lnTo>
                    <a:pt x="137207" y="331628"/>
                  </a:lnTo>
                  <a:lnTo>
                    <a:pt x="142424" y="332493"/>
                  </a:lnTo>
                  <a:lnTo>
                    <a:pt x="147666" y="333193"/>
                  </a:lnTo>
                  <a:lnTo>
                    <a:pt x="152927" y="333727"/>
                  </a:lnTo>
                  <a:lnTo>
                    <a:pt x="158203" y="334094"/>
                  </a:lnTo>
                  <a:lnTo>
                    <a:pt x="163487" y="334294"/>
                  </a:lnTo>
                  <a:lnTo>
                    <a:pt x="168776" y="334327"/>
                  </a:lnTo>
                  <a:lnTo>
                    <a:pt x="174062" y="334192"/>
                  </a:lnTo>
                  <a:lnTo>
                    <a:pt x="179342" y="333890"/>
                  </a:lnTo>
                  <a:lnTo>
                    <a:pt x="184609" y="333422"/>
                  </a:lnTo>
                  <a:lnTo>
                    <a:pt x="189859" y="332787"/>
                  </a:lnTo>
                  <a:lnTo>
                    <a:pt x="195087" y="331986"/>
                  </a:lnTo>
                  <a:lnTo>
                    <a:pt x="200286" y="331021"/>
                  </a:lnTo>
                  <a:lnTo>
                    <a:pt x="205452" y="329891"/>
                  </a:lnTo>
                  <a:lnTo>
                    <a:pt x="210580" y="328599"/>
                  </a:lnTo>
                  <a:lnTo>
                    <a:pt x="215665" y="327145"/>
                  </a:lnTo>
                  <a:lnTo>
                    <a:pt x="220701" y="325531"/>
                  </a:lnTo>
                  <a:lnTo>
                    <a:pt x="225683" y="323758"/>
                  </a:lnTo>
                  <a:lnTo>
                    <a:pt x="230607" y="321829"/>
                  </a:lnTo>
                  <a:lnTo>
                    <a:pt x="235467" y="319745"/>
                  </a:lnTo>
                  <a:lnTo>
                    <a:pt x="240259" y="317508"/>
                  </a:lnTo>
                  <a:lnTo>
                    <a:pt x="244978" y="315121"/>
                  </a:lnTo>
                  <a:lnTo>
                    <a:pt x="249619" y="312586"/>
                  </a:lnTo>
                  <a:lnTo>
                    <a:pt x="254178" y="309905"/>
                  </a:lnTo>
                  <a:lnTo>
                    <a:pt x="258649" y="307081"/>
                  </a:lnTo>
                  <a:lnTo>
                    <a:pt x="263029" y="304117"/>
                  </a:lnTo>
                  <a:lnTo>
                    <a:pt x="267313" y="301017"/>
                  </a:lnTo>
                  <a:lnTo>
                    <a:pt x="271496" y="297782"/>
                  </a:lnTo>
                  <a:lnTo>
                    <a:pt x="275576" y="294417"/>
                  </a:lnTo>
                  <a:lnTo>
                    <a:pt x="279546" y="290924"/>
                  </a:lnTo>
                  <a:lnTo>
                    <a:pt x="283405" y="287307"/>
                  </a:lnTo>
                  <a:lnTo>
                    <a:pt x="287147" y="283571"/>
                  </a:lnTo>
                  <a:lnTo>
                    <a:pt x="290768" y="279717"/>
                  </a:lnTo>
                  <a:lnTo>
                    <a:pt x="294267" y="275751"/>
                  </a:lnTo>
                  <a:lnTo>
                    <a:pt x="297638" y="271677"/>
                  </a:lnTo>
                  <a:lnTo>
                    <a:pt x="300878" y="267498"/>
                  </a:lnTo>
                  <a:lnTo>
                    <a:pt x="303985" y="263218"/>
                  </a:lnTo>
                  <a:lnTo>
                    <a:pt x="306954" y="258842"/>
                  </a:lnTo>
                  <a:lnTo>
                    <a:pt x="309784" y="254375"/>
                  </a:lnTo>
                  <a:lnTo>
                    <a:pt x="312471" y="249820"/>
                  </a:lnTo>
                  <a:lnTo>
                    <a:pt x="315013" y="245183"/>
                  </a:lnTo>
                  <a:lnTo>
                    <a:pt x="317407" y="240467"/>
                  </a:lnTo>
                  <a:lnTo>
                    <a:pt x="319650" y="235678"/>
                  </a:lnTo>
                  <a:lnTo>
                    <a:pt x="321741" y="230821"/>
                  </a:lnTo>
                  <a:lnTo>
                    <a:pt x="323677" y="225900"/>
                  </a:lnTo>
                  <a:lnTo>
                    <a:pt x="325456" y="220920"/>
                  </a:lnTo>
                  <a:lnTo>
                    <a:pt x="327077" y="215886"/>
                  </a:lnTo>
                  <a:lnTo>
                    <a:pt x="328538" y="210803"/>
                  </a:lnTo>
                  <a:lnTo>
                    <a:pt x="329838" y="205677"/>
                  </a:lnTo>
                  <a:lnTo>
                    <a:pt x="330975" y="200513"/>
                  </a:lnTo>
                  <a:lnTo>
                    <a:pt x="331947" y="195315"/>
                  </a:lnTo>
                  <a:lnTo>
                    <a:pt x="332755" y="190088"/>
                  </a:lnTo>
                  <a:lnTo>
                    <a:pt x="333397" y="184839"/>
                  </a:lnTo>
                  <a:lnTo>
                    <a:pt x="333873" y="179572"/>
                  </a:lnTo>
                  <a:lnTo>
                    <a:pt x="334182" y="174293"/>
                  </a:lnTo>
                  <a:lnTo>
                    <a:pt x="334324" y="169007"/>
                  </a:lnTo>
                  <a:lnTo>
                    <a:pt x="334299" y="163718"/>
                  </a:lnTo>
                  <a:lnTo>
                    <a:pt x="334106" y="158434"/>
                  </a:lnTo>
                  <a:lnTo>
                    <a:pt x="333746" y="153158"/>
                  </a:lnTo>
                  <a:lnTo>
                    <a:pt x="333220" y="147896"/>
                  </a:lnTo>
                  <a:lnTo>
                    <a:pt x="332527" y="142653"/>
                  </a:lnTo>
                  <a:lnTo>
                    <a:pt x="331669" y="137435"/>
                  </a:lnTo>
                  <a:lnTo>
                    <a:pt x="330646" y="132246"/>
                  </a:lnTo>
                  <a:lnTo>
                    <a:pt x="329460" y="127093"/>
                  </a:lnTo>
                  <a:lnTo>
                    <a:pt x="328111" y="121979"/>
                  </a:lnTo>
                  <a:lnTo>
                    <a:pt x="326601" y="116911"/>
                  </a:lnTo>
                  <a:lnTo>
                    <a:pt x="324932" y="111893"/>
                  </a:lnTo>
                  <a:lnTo>
                    <a:pt x="323104" y="106931"/>
                  </a:lnTo>
                  <a:lnTo>
                    <a:pt x="321121" y="102028"/>
                  </a:lnTo>
                  <a:lnTo>
                    <a:pt x="318984" y="97191"/>
                  </a:lnTo>
                  <a:lnTo>
                    <a:pt x="316694" y="92424"/>
                  </a:lnTo>
                  <a:lnTo>
                    <a:pt x="314255" y="87732"/>
                  </a:lnTo>
                  <a:lnTo>
                    <a:pt x="311669" y="83119"/>
                  </a:lnTo>
                  <a:lnTo>
                    <a:pt x="308938" y="78591"/>
                  </a:lnTo>
                  <a:lnTo>
                    <a:pt x="306066" y="74151"/>
                  </a:lnTo>
                  <a:lnTo>
                    <a:pt x="303054" y="69804"/>
                  </a:lnTo>
                  <a:lnTo>
                    <a:pt x="299906" y="65554"/>
                  </a:lnTo>
                  <a:lnTo>
                    <a:pt x="296626" y="61406"/>
                  </a:lnTo>
                  <a:lnTo>
                    <a:pt x="293216" y="57364"/>
                  </a:lnTo>
                  <a:lnTo>
                    <a:pt x="289680" y="53432"/>
                  </a:lnTo>
                  <a:lnTo>
                    <a:pt x="286021" y="49614"/>
                  </a:lnTo>
                  <a:lnTo>
                    <a:pt x="282243" y="45913"/>
                  </a:lnTo>
                  <a:lnTo>
                    <a:pt x="278350" y="42334"/>
                  </a:lnTo>
                  <a:lnTo>
                    <a:pt x="274346" y="38880"/>
                  </a:lnTo>
                  <a:lnTo>
                    <a:pt x="270234" y="35554"/>
                  </a:lnTo>
                  <a:lnTo>
                    <a:pt x="266020" y="32360"/>
                  </a:lnTo>
                  <a:lnTo>
                    <a:pt x="261706" y="29300"/>
                  </a:lnTo>
                  <a:lnTo>
                    <a:pt x="257298" y="26379"/>
                  </a:lnTo>
                  <a:lnTo>
                    <a:pt x="252800" y="23598"/>
                  </a:lnTo>
                  <a:lnTo>
                    <a:pt x="248216" y="20962"/>
                  </a:lnTo>
                  <a:lnTo>
                    <a:pt x="243551" y="18471"/>
                  </a:lnTo>
                  <a:lnTo>
                    <a:pt x="238809" y="16129"/>
                  </a:lnTo>
                  <a:lnTo>
                    <a:pt x="233996" y="13939"/>
                  </a:lnTo>
                  <a:lnTo>
                    <a:pt x="229116" y="11902"/>
                  </a:lnTo>
                  <a:lnTo>
                    <a:pt x="224173" y="10020"/>
                  </a:lnTo>
                  <a:lnTo>
                    <a:pt x="219174" y="8295"/>
                  </a:lnTo>
                  <a:lnTo>
                    <a:pt x="214123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499" y="2086"/>
                  </a:lnTo>
                  <a:lnTo>
                    <a:pt x="188264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6470" y="5399291"/>
              <a:ext cx="9745" cy="167167"/>
            </a:xfrm>
            <a:custGeom>
              <a:avLst/>
              <a:pathLst>
                <a:path w="9745" h="167167">
                  <a:moveTo>
                    <a:pt x="9745" y="0"/>
                  </a:moveTo>
                  <a:lnTo>
                    <a:pt x="0" y="284"/>
                  </a:lnTo>
                  <a:lnTo>
                    <a:pt x="974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470" y="5399576"/>
              <a:ext cx="9745" cy="166883"/>
            </a:xfrm>
            <a:custGeom>
              <a:avLst/>
              <a:pathLst>
                <a:path w="9745" h="166883">
                  <a:moveTo>
                    <a:pt x="0" y="0"/>
                  </a:moveTo>
                  <a:lnTo>
                    <a:pt x="9745" y="166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470" y="5399576"/>
              <a:ext cx="9745" cy="166883"/>
            </a:xfrm>
            <a:custGeom>
              <a:avLst/>
              <a:pathLst>
                <a:path w="9745" h="166883">
                  <a:moveTo>
                    <a:pt x="0" y="0"/>
                  </a:moveTo>
                  <a:lnTo>
                    <a:pt x="9745" y="166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470" y="5399576"/>
              <a:ext cx="9745" cy="166883"/>
            </a:xfrm>
            <a:custGeom>
              <a:avLst/>
              <a:pathLst>
                <a:path w="9745" h="166883">
                  <a:moveTo>
                    <a:pt x="0" y="0"/>
                  </a:moveTo>
                  <a:lnTo>
                    <a:pt x="9745" y="166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470" y="5399576"/>
              <a:ext cx="9745" cy="166883"/>
            </a:xfrm>
            <a:custGeom>
              <a:avLst/>
              <a:pathLst>
                <a:path w="9745" h="166883">
                  <a:moveTo>
                    <a:pt x="0" y="0"/>
                  </a:moveTo>
                  <a:lnTo>
                    <a:pt x="9745" y="166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470" y="5399576"/>
              <a:ext cx="9745" cy="166883"/>
            </a:xfrm>
            <a:custGeom>
              <a:avLst/>
              <a:pathLst>
                <a:path w="9745" h="166883">
                  <a:moveTo>
                    <a:pt x="0" y="0"/>
                  </a:moveTo>
                  <a:lnTo>
                    <a:pt x="9745" y="1668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6470" y="5399576"/>
              <a:ext cx="9745" cy="166883"/>
            </a:xfrm>
            <a:custGeom>
              <a:avLst/>
              <a:pathLst>
                <a:path w="9745" h="166883">
                  <a:moveTo>
                    <a:pt x="0" y="0"/>
                  </a:moveTo>
                  <a:lnTo>
                    <a:pt x="9745" y="1668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4" y="5399576"/>
              <a:ext cx="334326" cy="334043"/>
            </a:xfrm>
            <a:custGeom>
              <a:avLst/>
              <a:pathLst>
                <a:path w="334326" h="334043">
                  <a:moveTo>
                    <a:pt x="157415" y="0"/>
                  </a:moveTo>
                  <a:lnTo>
                    <a:pt x="152132" y="392"/>
                  </a:lnTo>
                  <a:lnTo>
                    <a:pt x="146864" y="952"/>
                  </a:lnTo>
                  <a:lnTo>
                    <a:pt x="141616" y="1678"/>
                  </a:lnTo>
                  <a:lnTo>
                    <a:pt x="136394" y="2571"/>
                  </a:lnTo>
                  <a:lnTo>
                    <a:pt x="131203" y="3628"/>
                  </a:lnTo>
                  <a:lnTo>
                    <a:pt x="126048" y="4850"/>
                  </a:lnTo>
                  <a:lnTo>
                    <a:pt x="120934" y="6234"/>
                  </a:lnTo>
                  <a:lnTo>
                    <a:pt x="115867" y="7779"/>
                  </a:lnTo>
                  <a:lnTo>
                    <a:pt x="110851" y="9484"/>
                  </a:lnTo>
                  <a:lnTo>
                    <a:pt x="105892" y="11348"/>
                  </a:lnTo>
                  <a:lnTo>
                    <a:pt x="100995" y="13367"/>
                  </a:lnTo>
                  <a:lnTo>
                    <a:pt x="96163" y="15541"/>
                  </a:lnTo>
                  <a:lnTo>
                    <a:pt x="91404" y="17866"/>
                  </a:lnTo>
                  <a:lnTo>
                    <a:pt x="86720" y="20342"/>
                  </a:lnTo>
                  <a:lnTo>
                    <a:pt x="82117" y="22964"/>
                  </a:lnTo>
                  <a:lnTo>
                    <a:pt x="77599" y="25731"/>
                  </a:lnTo>
                  <a:lnTo>
                    <a:pt x="73171" y="28640"/>
                  </a:lnTo>
                  <a:lnTo>
                    <a:pt x="68838" y="31688"/>
                  </a:lnTo>
                  <a:lnTo>
                    <a:pt x="64604" y="34871"/>
                  </a:lnTo>
                  <a:lnTo>
                    <a:pt x="60472" y="38187"/>
                  </a:lnTo>
                  <a:lnTo>
                    <a:pt x="56448" y="41632"/>
                  </a:lnTo>
                  <a:lnTo>
                    <a:pt x="52534" y="45203"/>
                  </a:lnTo>
                  <a:lnTo>
                    <a:pt x="48736" y="48897"/>
                  </a:lnTo>
                  <a:lnTo>
                    <a:pt x="45057" y="52708"/>
                  </a:lnTo>
                  <a:lnTo>
                    <a:pt x="41501" y="56635"/>
                  </a:lnTo>
                  <a:lnTo>
                    <a:pt x="38070" y="60672"/>
                  </a:lnTo>
                  <a:lnTo>
                    <a:pt x="34770" y="64816"/>
                  </a:lnTo>
                  <a:lnTo>
                    <a:pt x="31602" y="69062"/>
                  </a:lnTo>
                  <a:lnTo>
                    <a:pt x="28570" y="73407"/>
                  </a:lnTo>
                  <a:lnTo>
                    <a:pt x="25678" y="77845"/>
                  </a:lnTo>
                  <a:lnTo>
                    <a:pt x="22928" y="82373"/>
                  </a:lnTo>
                  <a:lnTo>
                    <a:pt x="20322" y="86986"/>
                  </a:lnTo>
                  <a:lnTo>
                    <a:pt x="17864" y="91679"/>
                  </a:lnTo>
                  <a:lnTo>
                    <a:pt x="15556" y="96447"/>
                  </a:lnTo>
                  <a:lnTo>
                    <a:pt x="13401" y="101286"/>
                  </a:lnTo>
                  <a:lnTo>
                    <a:pt x="11399" y="106192"/>
                  </a:lnTo>
                  <a:lnTo>
                    <a:pt x="9554" y="111158"/>
                  </a:lnTo>
                  <a:lnTo>
                    <a:pt x="7868" y="116180"/>
                  </a:lnTo>
                  <a:lnTo>
                    <a:pt x="6341" y="121253"/>
                  </a:lnTo>
                  <a:lnTo>
                    <a:pt x="4976" y="126371"/>
                  </a:lnTo>
                  <a:lnTo>
                    <a:pt x="3774" y="131531"/>
                  </a:lnTo>
                  <a:lnTo>
                    <a:pt x="2736" y="136726"/>
                  </a:lnTo>
                  <a:lnTo>
                    <a:pt x="1863" y="141951"/>
                  </a:lnTo>
                  <a:lnTo>
                    <a:pt x="1156" y="147201"/>
                  </a:lnTo>
                  <a:lnTo>
                    <a:pt x="615" y="152471"/>
                  </a:lnTo>
                  <a:lnTo>
                    <a:pt x="242" y="157756"/>
                  </a:lnTo>
                  <a:lnTo>
                    <a:pt x="37" y="163050"/>
                  </a:lnTo>
                  <a:lnTo>
                    <a:pt x="0" y="168347"/>
                  </a:lnTo>
                  <a:lnTo>
                    <a:pt x="130" y="173643"/>
                  </a:lnTo>
                  <a:lnTo>
                    <a:pt x="428" y="178933"/>
                  </a:lnTo>
                  <a:lnTo>
                    <a:pt x="893" y="184210"/>
                  </a:lnTo>
                  <a:lnTo>
                    <a:pt x="1526" y="189470"/>
                  </a:lnTo>
                  <a:lnTo>
                    <a:pt x="2325" y="194707"/>
                  </a:lnTo>
                  <a:lnTo>
                    <a:pt x="3289" y="199916"/>
                  </a:lnTo>
                  <a:lnTo>
                    <a:pt x="4418" y="205092"/>
                  </a:lnTo>
                  <a:lnTo>
                    <a:pt x="5711" y="210229"/>
                  </a:lnTo>
                  <a:lnTo>
                    <a:pt x="7165" y="215323"/>
                  </a:lnTo>
                  <a:lnTo>
                    <a:pt x="8781" y="220369"/>
                  </a:lnTo>
                  <a:lnTo>
                    <a:pt x="10555" y="225361"/>
                  </a:lnTo>
                  <a:lnTo>
                    <a:pt x="12487" y="230294"/>
                  </a:lnTo>
                  <a:lnTo>
                    <a:pt x="14574" y="235163"/>
                  </a:lnTo>
                  <a:lnTo>
                    <a:pt x="16814" y="239964"/>
                  </a:lnTo>
                  <a:lnTo>
                    <a:pt x="19205" y="244691"/>
                  </a:lnTo>
                  <a:lnTo>
                    <a:pt x="21745" y="249340"/>
                  </a:lnTo>
                  <a:lnTo>
                    <a:pt x="24431" y="253906"/>
                  </a:lnTo>
                  <a:lnTo>
                    <a:pt x="27260" y="258385"/>
                  </a:lnTo>
                  <a:lnTo>
                    <a:pt x="30230" y="262773"/>
                  </a:lnTo>
                  <a:lnTo>
                    <a:pt x="33337" y="267063"/>
                  </a:lnTo>
                  <a:lnTo>
                    <a:pt x="36578" y="271253"/>
                  </a:lnTo>
                  <a:lnTo>
                    <a:pt x="39951" y="275339"/>
                  </a:lnTo>
                  <a:lnTo>
                    <a:pt x="43452" y="279315"/>
                  </a:lnTo>
                  <a:lnTo>
                    <a:pt x="47076" y="283179"/>
                  </a:lnTo>
                  <a:lnTo>
                    <a:pt x="50822" y="286925"/>
                  </a:lnTo>
                  <a:lnTo>
                    <a:pt x="54684" y="290551"/>
                  </a:lnTo>
                  <a:lnTo>
                    <a:pt x="58659" y="294053"/>
                  </a:lnTo>
                  <a:lnTo>
                    <a:pt x="62743" y="297428"/>
                  </a:lnTo>
                  <a:lnTo>
                    <a:pt x="66932" y="300671"/>
                  </a:lnTo>
                  <a:lnTo>
                    <a:pt x="71222" y="303779"/>
                  </a:lnTo>
                  <a:lnTo>
                    <a:pt x="75608" y="306751"/>
                  </a:lnTo>
                  <a:lnTo>
                    <a:pt x="80086" y="309582"/>
                  </a:lnTo>
                  <a:lnTo>
                    <a:pt x="84651" y="312269"/>
                  </a:lnTo>
                  <a:lnTo>
                    <a:pt x="89300" y="314810"/>
                  </a:lnTo>
                  <a:lnTo>
                    <a:pt x="94026" y="317203"/>
                  </a:lnTo>
                  <a:lnTo>
                    <a:pt x="98826" y="319445"/>
                  </a:lnTo>
                  <a:lnTo>
                    <a:pt x="103695" y="321534"/>
                  </a:lnTo>
                  <a:lnTo>
                    <a:pt x="108627" y="323467"/>
                  </a:lnTo>
                  <a:lnTo>
                    <a:pt x="113618" y="325243"/>
                  </a:lnTo>
                  <a:lnTo>
                    <a:pt x="118663" y="326861"/>
                  </a:lnTo>
                  <a:lnTo>
                    <a:pt x="123756" y="328317"/>
                  </a:lnTo>
                  <a:lnTo>
                    <a:pt x="128894" y="329611"/>
                  </a:lnTo>
                  <a:lnTo>
                    <a:pt x="134069" y="330742"/>
                  </a:lnTo>
                  <a:lnTo>
                    <a:pt x="139278" y="331708"/>
                  </a:lnTo>
                  <a:lnTo>
                    <a:pt x="144515" y="332509"/>
                  </a:lnTo>
                  <a:lnTo>
                    <a:pt x="149774" y="333143"/>
                  </a:lnTo>
                  <a:lnTo>
                    <a:pt x="155051" y="333611"/>
                  </a:lnTo>
                  <a:lnTo>
                    <a:pt x="160341" y="333911"/>
                  </a:lnTo>
                  <a:lnTo>
                    <a:pt x="165637" y="334043"/>
                  </a:lnTo>
                  <a:lnTo>
                    <a:pt x="170934" y="334007"/>
                  </a:lnTo>
                  <a:lnTo>
                    <a:pt x="176228" y="333804"/>
                  </a:lnTo>
                  <a:lnTo>
                    <a:pt x="181513" y="333433"/>
                  </a:lnTo>
                  <a:lnTo>
                    <a:pt x="186783" y="332894"/>
                  </a:lnTo>
                  <a:lnTo>
                    <a:pt x="192033" y="332189"/>
                  </a:lnTo>
                  <a:lnTo>
                    <a:pt x="197259" y="331318"/>
                  </a:lnTo>
                  <a:lnTo>
                    <a:pt x="202454" y="330282"/>
                  </a:lnTo>
                  <a:lnTo>
                    <a:pt x="207614" y="329081"/>
                  </a:lnTo>
                  <a:lnTo>
                    <a:pt x="212733" y="327718"/>
                  </a:lnTo>
                  <a:lnTo>
                    <a:pt x="217807" y="326193"/>
                  </a:lnTo>
                  <a:lnTo>
                    <a:pt x="222830" y="324508"/>
                  </a:lnTo>
                  <a:lnTo>
                    <a:pt x="227796" y="322665"/>
                  </a:lnTo>
                  <a:lnTo>
                    <a:pt x="232702" y="320666"/>
                  </a:lnTo>
                  <a:lnTo>
                    <a:pt x="237542" y="318512"/>
                  </a:lnTo>
                  <a:lnTo>
                    <a:pt x="242311" y="316205"/>
                  </a:lnTo>
                  <a:lnTo>
                    <a:pt x="247005" y="313749"/>
                  </a:lnTo>
                  <a:lnTo>
                    <a:pt x="251619" y="311145"/>
                  </a:lnTo>
                  <a:lnTo>
                    <a:pt x="256148" y="308397"/>
                  </a:lnTo>
                  <a:lnTo>
                    <a:pt x="260587" y="305506"/>
                  </a:lnTo>
                  <a:lnTo>
                    <a:pt x="264933" y="302476"/>
                  </a:lnTo>
                  <a:lnTo>
                    <a:pt x="269180" y="299310"/>
                  </a:lnTo>
                  <a:lnTo>
                    <a:pt x="273325" y="296011"/>
                  </a:lnTo>
                  <a:lnTo>
                    <a:pt x="277364" y="292582"/>
                  </a:lnTo>
                  <a:lnTo>
                    <a:pt x="281291" y="289027"/>
                  </a:lnTo>
                  <a:lnTo>
                    <a:pt x="285104" y="285349"/>
                  </a:lnTo>
                  <a:lnTo>
                    <a:pt x="288799" y="281552"/>
                  </a:lnTo>
                  <a:lnTo>
                    <a:pt x="292371" y="277640"/>
                  </a:lnTo>
                  <a:lnTo>
                    <a:pt x="295818" y="273617"/>
                  </a:lnTo>
                  <a:lnTo>
                    <a:pt x="299136" y="269487"/>
                  </a:lnTo>
                  <a:lnTo>
                    <a:pt x="302320" y="265253"/>
                  </a:lnTo>
                  <a:lnTo>
                    <a:pt x="305370" y="260921"/>
                  </a:lnTo>
                  <a:lnTo>
                    <a:pt x="308280" y="256494"/>
                  </a:lnTo>
                  <a:lnTo>
                    <a:pt x="311049" y="251978"/>
                  </a:lnTo>
                  <a:lnTo>
                    <a:pt x="313673" y="247376"/>
                  </a:lnTo>
                  <a:lnTo>
                    <a:pt x="316150" y="242693"/>
                  </a:lnTo>
                  <a:lnTo>
                    <a:pt x="318477" y="237934"/>
                  </a:lnTo>
                  <a:lnTo>
                    <a:pt x="320653" y="233103"/>
                  </a:lnTo>
                  <a:lnTo>
                    <a:pt x="322674" y="228206"/>
                  </a:lnTo>
                  <a:lnTo>
                    <a:pt x="324539" y="223248"/>
                  </a:lnTo>
                  <a:lnTo>
                    <a:pt x="326246" y="218232"/>
                  </a:lnTo>
                  <a:lnTo>
                    <a:pt x="327793" y="213166"/>
                  </a:lnTo>
                  <a:lnTo>
                    <a:pt x="329179" y="208053"/>
                  </a:lnTo>
                  <a:lnTo>
                    <a:pt x="330402" y="202898"/>
                  </a:lnTo>
                  <a:lnTo>
                    <a:pt x="331461" y="197707"/>
                  </a:lnTo>
                  <a:lnTo>
                    <a:pt x="332356" y="192486"/>
                  </a:lnTo>
                  <a:lnTo>
                    <a:pt x="333084" y="187238"/>
                  </a:lnTo>
                  <a:lnTo>
                    <a:pt x="333646" y="181970"/>
                  </a:lnTo>
                  <a:lnTo>
                    <a:pt x="334040" y="176687"/>
                  </a:lnTo>
                  <a:lnTo>
                    <a:pt x="334267" y="171395"/>
                  </a:lnTo>
                  <a:lnTo>
                    <a:pt x="334326" y="166097"/>
                  </a:lnTo>
                  <a:lnTo>
                    <a:pt x="334217" y="160801"/>
                  </a:lnTo>
                  <a:lnTo>
                    <a:pt x="333941" y="155510"/>
                  </a:lnTo>
                  <a:lnTo>
                    <a:pt x="333497" y="150231"/>
                  </a:lnTo>
                  <a:lnTo>
                    <a:pt x="332885" y="144969"/>
                  </a:lnTo>
                  <a:lnTo>
                    <a:pt x="332108" y="139729"/>
                  </a:lnTo>
                  <a:lnTo>
                    <a:pt x="331165" y="134516"/>
                  </a:lnTo>
                  <a:lnTo>
                    <a:pt x="330057" y="129335"/>
                  </a:lnTo>
                  <a:lnTo>
                    <a:pt x="328785" y="124192"/>
                  </a:lnTo>
                  <a:lnTo>
                    <a:pt x="327351" y="119092"/>
                  </a:lnTo>
                  <a:lnTo>
                    <a:pt x="325756" y="114040"/>
                  </a:lnTo>
                  <a:lnTo>
                    <a:pt x="324002" y="109041"/>
                  </a:lnTo>
                  <a:lnTo>
                    <a:pt x="322091" y="104101"/>
                  </a:lnTo>
                  <a:lnTo>
                    <a:pt x="320024" y="99223"/>
                  </a:lnTo>
                  <a:lnTo>
                    <a:pt x="317803" y="94413"/>
                  </a:lnTo>
                  <a:lnTo>
                    <a:pt x="315431" y="89676"/>
                  </a:lnTo>
                  <a:lnTo>
                    <a:pt x="312910" y="85017"/>
                  </a:lnTo>
                  <a:lnTo>
                    <a:pt x="310243" y="80439"/>
                  </a:lnTo>
                  <a:lnTo>
                    <a:pt x="307432" y="75949"/>
                  </a:lnTo>
                  <a:lnTo>
                    <a:pt x="304480" y="71550"/>
                  </a:lnTo>
                  <a:lnTo>
                    <a:pt x="301390" y="67247"/>
                  </a:lnTo>
                  <a:lnTo>
                    <a:pt x="298166" y="63043"/>
                  </a:lnTo>
                  <a:lnTo>
                    <a:pt x="294810" y="58944"/>
                  </a:lnTo>
                  <a:lnTo>
                    <a:pt x="291325" y="54954"/>
                  </a:lnTo>
                  <a:lnTo>
                    <a:pt x="287716" y="51075"/>
                  </a:lnTo>
                  <a:lnTo>
                    <a:pt x="283986" y="47314"/>
                  </a:lnTo>
                  <a:lnTo>
                    <a:pt x="280139" y="43672"/>
                  </a:lnTo>
                  <a:lnTo>
                    <a:pt x="276178" y="40154"/>
                  </a:lnTo>
                  <a:lnTo>
                    <a:pt x="272107" y="36763"/>
                  </a:lnTo>
                  <a:lnTo>
                    <a:pt x="267932" y="33503"/>
                  </a:lnTo>
                  <a:lnTo>
                    <a:pt x="263655" y="30377"/>
                  </a:lnTo>
                  <a:lnTo>
                    <a:pt x="259281" y="27388"/>
                  </a:lnTo>
                  <a:lnTo>
                    <a:pt x="254814" y="24539"/>
                  </a:lnTo>
                  <a:lnTo>
                    <a:pt x="250260" y="21833"/>
                  </a:lnTo>
                  <a:lnTo>
                    <a:pt x="245622" y="19272"/>
                  </a:lnTo>
                  <a:lnTo>
                    <a:pt x="240905" y="16860"/>
                  </a:lnTo>
                  <a:lnTo>
                    <a:pt x="236114" y="14599"/>
                  </a:lnTo>
                  <a:lnTo>
                    <a:pt x="231254" y="12490"/>
                  </a:lnTo>
                  <a:lnTo>
                    <a:pt x="226330" y="10537"/>
                  </a:lnTo>
                  <a:lnTo>
                    <a:pt x="221346" y="8741"/>
                  </a:lnTo>
                  <a:lnTo>
                    <a:pt x="216308" y="7103"/>
                  </a:lnTo>
                  <a:lnTo>
                    <a:pt x="167161" y="1668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9147" cy="167167"/>
            </a:xfrm>
            <a:custGeom>
              <a:avLst/>
              <a:pathLst>
                <a:path w="49147" h="167167">
                  <a:moveTo>
                    <a:pt x="49147" y="7387"/>
                  </a:moveTo>
                  <a:lnTo>
                    <a:pt x="43154" y="5666"/>
                  </a:lnTo>
                  <a:lnTo>
                    <a:pt x="37101" y="4169"/>
                  </a:lnTo>
                  <a:lnTo>
                    <a:pt x="30997" y="2899"/>
                  </a:lnTo>
                  <a:lnTo>
                    <a:pt x="24849" y="1857"/>
                  </a:lnTo>
                  <a:lnTo>
                    <a:pt x="18667" y="1045"/>
                  </a:lnTo>
                  <a:lnTo>
                    <a:pt x="12459" y="464"/>
                  </a:lnTo>
                  <a:lnTo>
                    <a:pt x="6234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2214" y="5399291"/>
              <a:ext cx="81329" cy="167167"/>
            </a:xfrm>
            <a:custGeom>
              <a:avLst/>
              <a:pathLst>
                <a:path w="81329" h="167167">
                  <a:moveTo>
                    <a:pt x="81329" y="0"/>
                  </a:moveTo>
                  <a:lnTo>
                    <a:pt x="75667" y="95"/>
                  </a:lnTo>
                  <a:lnTo>
                    <a:pt x="70012" y="383"/>
                  </a:lnTo>
                  <a:lnTo>
                    <a:pt x="64371" y="862"/>
                  </a:lnTo>
                  <a:lnTo>
                    <a:pt x="58748" y="1532"/>
                  </a:lnTo>
                  <a:lnTo>
                    <a:pt x="53152" y="2391"/>
                  </a:lnTo>
                  <a:lnTo>
                    <a:pt x="47587" y="3440"/>
                  </a:lnTo>
                  <a:lnTo>
                    <a:pt x="42062" y="4677"/>
                  </a:lnTo>
                  <a:lnTo>
                    <a:pt x="36581" y="6100"/>
                  </a:lnTo>
                  <a:lnTo>
                    <a:pt x="31152" y="7708"/>
                  </a:lnTo>
                  <a:lnTo>
                    <a:pt x="25781" y="9498"/>
                  </a:lnTo>
                  <a:lnTo>
                    <a:pt x="20473" y="11470"/>
                  </a:lnTo>
                  <a:lnTo>
                    <a:pt x="15235" y="13620"/>
                  </a:lnTo>
                  <a:lnTo>
                    <a:pt x="10073" y="15947"/>
                  </a:lnTo>
                  <a:lnTo>
                    <a:pt x="4992" y="18447"/>
                  </a:lnTo>
                  <a:lnTo>
                    <a:pt x="0" y="21117"/>
                  </a:lnTo>
                  <a:lnTo>
                    <a:pt x="813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214" y="5420409"/>
              <a:ext cx="81329" cy="146049"/>
            </a:xfrm>
            <a:custGeom>
              <a:avLst/>
              <a:pathLst>
                <a:path w="81329" h="146049">
                  <a:moveTo>
                    <a:pt x="0" y="0"/>
                  </a:moveTo>
                  <a:lnTo>
                    <a:pt x="81329" y="146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214" y="5420409"/>
              <a:ext cx="81329" cy="146049"/>
            </a:xfrm>
            <a:custGeom>
              <a:avLst/>
              <a:pathLst>
                <a:path w="81329" h="146049">
                  <a:moveTo>
                    <a:pt x="0" y="0"/>
                  </a:moveTo>
                  <a:lnTo>
                    <a:pt x="81329" y="146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214" y="5420409"/>
              <a:ext cx="81329" cy="146049"/>
            </a:xfrm>
            <a:custGeom>
              <a:avLst/>
              <a:pathLst>
                <a:path w="81329" h="146049">
                  <a:moveTo>
                    <a:pt x="0" y="0"/>
                  </a:moveTo>
                  <a:lnTo>
                    <a:pt x="81329" y="146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214" y="5420409"/>
              <a:ext cx="81329" cy="146049"/>
            </a:xfrm>
            <a:custGeom>
              <a:avLst/>
              <a:pathLst>
                <a:path w="81329" h="146049">
                  <a:moveTo>
                    <a:pt x="0" y="0"/>
                  </a:moveTo>
                  <a:lnTo>
                    <a:pt x="81329" y="146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214" y="5420409"/>
              <a:ext cx="81329" cy="146049"/>
            </a:xfrm>
            <a:custGeom>
              <a:avLst/>
              <a:pathLst>
                <a:path w="81329" h="146049">
                  <a:moveTo>
                    <a:pt x="0" y="0"/>
                  </a:moveTo>
                  <a:lnTo>
                    <a:pt x="81329" y="146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80" y="5420409"/>
              <a:ext cx="167164" cy="312774"/>
            </a:xfrm>
            <a:custGeom>
              <a:avLst/>
              <a:pathLst>
                <a:path w="167164" h="312774">
                  <a:moveTo>
                    <a:pt x="85834" y="0"/>
                  </a:moveTo>
                  <a:lnTo>
                    <a:pt x="81202" y="2677"/>
                  </a:lnTo>
                  <a:lnTo>
                    <a:pt x="76657" y="5502"/>
                  </a:lnTo>
                  <a:lnTo>
                    <a:pt x="72206" y="8470"/>
                  </a:lnTo>
                  <a:lnTo>
                    <a:pt x="67851" y="11580"/>
                  </a:lnTo>
                  <a:lnTo>
                    <a:pt x="63599" y="14827"/>
                  </a:lnTo>
                  <a:lnTo>
                    <a:pt x="59452" y="18209"/>
                  </a:lnTo>
                  <a:lnTo>
                    <a:pt x="55416" y="21721"/>
                  </a:lnTo>
                  <a:lnTo>
                    <a:pt x="51494" y="25361"/>
                  </a:lnTo>
                  <a:lnTo>
                    <a:pt x="47691" y="29125"/>
                  </a:lnTo>
                  <a:lnTo>
                    <a:pt x="44010" y="33008"/>
                  </a:lnTo>
                  <a:lnTo>
                    <a:pt x="40456" y="37008"/>
                  </a:lnTo>
                  <a:lnTo>
                    <a:pt x="37031" y="41119"/>
                  </a:lnTo>
                  <a:lnTo>
                    <a:pt x="33739" y="45337"/>
                  </a:lnTo>
                  <a:lnTo>
                    <a:pt x="30584" y="49659"/>
                  </a:lnTo>
                  <a:lnTo>
                    <a:pt x="27569" y="54079"/>
                  </a:lnTo>
                  <a:lnTo>
                    <a:pt x="24698" y="58594"/>
                  </a:lnTo>
                  <a:lnTo>
                    <a:pt x="21972" y="63198"/>
                  </a:lnTo>
                  <a:lnTo>
                    <a:pt x="19395" y="67887"/>
                  </a:lnTo>
                  <a:lnTo>
                    <a:pt x="16969" y="72657"/>
                  </a:lnTo>
                  <a:lnTo>
                    <a:pt x="14697" y="77501"/>
                  </a:lnTo>
                  <a:lnTo>
                    <a:pt x="12581" y="82416"/>
                  </a:lnTo>
                  <a:lnTo>
                    <a:pt x="10624" y="87395"/>
                  </a:lnTo>
                  <a:lnTo>
                    <a:pt x="8827" y="92435"/>
                  </a:lnTo>
                  <a:lnTo>
                    <a:pt x="7192" y="97530"/>
                  </a:lnTo>
                  <a:lnTo>
                    <a:pt x="5721" y="102675"/>
                  </a:lnTo>
                  <a:lnTo>
                    <a:pt x="4416" y="107864"/>
                  </a:lnTo>
                  <a:lnTo>
                    <a:pt x="3277" y="113092"/>
                  </a:lnTo>
                  <a:lnTo>
                    <a:pt x="2306" y="118354"/>
                  </a:lnTo>
                  <a:lnTo>
                    <a:pt x="1504" y="123644"/>
                  </a:lnTo>
                  <a:lnTo>
                    <a:pt x="872" y="128957"/>
                  </a:lnTo>
                  <a:lnTo>
                    <a:pt x="410" y="134288"/>
                  </a:lnTo>
                  <a:lnTo>
                    <a:pt x="119" y="139630"/>
                  </a:lnTo>
                  <a:lnTo>
                    <a:pt x="0" y="144980"/>
                  </a:lnTo>
                  <a:lnTo>
                    <a:pt x="51" y="150330"/>
                  </a:lnTo>
                  <a:lnTo>
                    <a:pt x="274" y="155676"/>
                  </a:lnTo>
                  <a:lnTo>
                    <a:pt x="667" y="161012"/>
                  </a:lnTo>
                  <a:lnTo>
                    <a:pt x="1231" y="166333"/>
                  </a:lnTo>
                  <a:lnTo>
                    <a:pt x="1965" y="171633"/>
                  </a:lnTo>
                  <a:lnTo>
                    <a:pt x="2869" y="176907"/>
                  </a:lnTo>
                  <a:lnTo>
                    <a:pt x="3941" y="182149"/>
                  </a:lnTo>
                  <a:lnTo>
                    <a:pt x="5180" y="187355"/>
                  </a:lnTo>
                  <a:lnTo>
                    <a:pt x="6584" y="192518"/>
                  </a:lnTo>
                  <a:lnTo>
                    <a:pt x="8154" y="197633"/>
                  </a:lnTo>
                  <a:lnTo>
                    <a:pt x="9886" y="202695"/>
                  </a:lnTo>
                  <a:lnTo>
                    <a:pt x="11780" y="207700"/>
                  </a:lnTo>
                  <a:lnTo>
                    <a:pt x="13832" y="212641"/>
                  </a:lnTo>
                  <a:lnTo>
                    <a:pt x="16042" y="217514"/>
                  </a:lnTo>
                  <a:lnTo>
                    <a:pt x="18407" y="222314"/>
                  </a:lnTo>
                  <a:lnTo>
                    <a:pt x="20924" y="227036"/>
                  </a:lnTo>
                  <a:lnTo>
                    <a:pt x="23590" y="231674"/>
                  </a:lnTo>
                  <a:lnTo>
                    <a:pt x="26404" y="236226"/>
                  </a:lnTo>
                  <a:lnTo>
                    <a:pt x="29362" y="240684"/>
                  </a:lnTo>
                  <a:lnTo>
                    <a:pt x="32462" y="245046"/>
                  </a:lnTo>
                  <a:lnTo>
                    <a:pt x="35699" y="249306"/>
                  </a:lnTo>
                  <a:lnTo>
                    <a:pt x="39071" y="253461"/>
                  </a:lnTo>
                  <a:lnTo>
                    <a:pt x="42574" y="257505"/>
                  </a:lnTo>
                  <a:lnTo>
                    <a:pt x="46205" y="261435"/>
                  </a:lnTo>
                  <a:lnTo>
                    <a:pt x="49960" y="265247"/>
                  </a:lnTo>
                  <a:lnTo>
                    <a:pt x="53834" y="268937"/>
                  </a:lnTo>
                  <a:lnTo>
                    <a:pt x="57825" y="272501"/>
                  </a:lnTo>
                  <a:lnTo>
                    <a:pt x="61928" y="275936"/>
                  </a:lnTo>
                  <a:lnTo>
                    <a:pt x="66139" y="279237"/>
                  </a:lnTo>
                  <a:lnTo>
                    <a:pt x="70453" y="282402"/>
                  </a:lnTo>
                  <a:lnTo>
                    <a:pt x="74867" y="285427"/>
                  </a:lnTo>
                  <a:lnTo>
                    <a:pt x="79375" y="288310"/>
                  </a:lnTo>
                  <a:lnTo>
                    <a:pt x="83972" y="291046"/>
                  </a:lnTo>
                  <a:lnTo>
                    <a:pt x="88655" y="293634"/>
                  </a:lnTo>
                  <a:lnTo>
                    <a:pt x="93419" y="296071"/>
                  </a:lnTo>
                  <a:lnTo>
                    <a:pt x="98258" y="298355"/>
                  </a:lnTo>
                  <a:lnTo>
                    <a:pt x="103168" y="300482"/>
                  </a:lnTo>
                  <a:lnTo>
                    <a:pt x="108143" y="302451"/>
                  </a:lnTo>
                  <a:lnTo>
                    <a:pt x="113178" y="304260"/>
                  </a:lnTo>
                  <a:lnTo>
                    <a:pt x="118269" y="305906"/>
                  </a:lnTo>
                  <a:lnTo>
                    <a:pt x="123411" y="307389"/>
                  </a:lnTo>
                  <a:lnTo>
                    <a:pt x="128596" y="308707"/>
                  </a:lnTo>
                  <a:lnTo>
                    <a:pt x="133822" y="309858"/>
                  </a:lnTo>
                  <a:lnTo>
                    <a:pt x="139081" y="310841"/>
                  </a:lnTo>
                  <a:lnTo>
                    <a:pt x="144370" y="311655"/>
                  </a:lnTo>
                  <a:lnTo>
                    <a:pt x="149681" y="312300"/>
                  </a:lnTo>
                  <a:lnTo>
                    <a:pt x="155011" y="312774"/>
                  </a:lnTo>
                  <a:lnTo>
                    <a:pt x="167164" y="146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11391" y="5399291"/>
              <a:ext cx="179309" cy="334327"/>
            </a:xfrm>
            <a:custGeom>
              <a:avLst/>
              <a:pathLst>
                <a:path w="179309" h="334327">
                  <a:moveTo>
                    <a:pt x="0" y="333892"/>
                  </a:moveTo>
                  <a:lnTo>
                    <a:pt x="5311" y="334194"/>
                  </a:lnTo>
                  <a:lnTo>
                    <a:pt x="10629" y="334327"/>
                  </a:lnTo>
                  <a:lnTo>
                    <a:pt x="15949" y="334291"/>
                  </a:lnTo>
                  <a:lnTo>
                    <a:pt x="21265" y="334086"/>
                  </a:lnTo>
                  <a:lnTo>
                    <a:pt x="26572" y="333711"/>
                  </a:lnTo>
                  <a:lnTo>
                    <a:pt x="31864" y="333168"/>
                  </a:lnTo>
                  <a:lnTo>
                    <a:pt x="37136" y="332457"/>
                  </a:lnTo>
                  <a:lnTo>
                    <a:pt x="42383" y="331578"/>
                  </a:lnTo>
                  <a:lnTo>
                    <a:pt x="47599" y="330533"/>
                  </a:lnTo>
                  <a:lnTo>
                    <a:pt x="52779" y="329322"/>
                  </a:lnTo>
                  <a:lnTo>
                    <a:pt x="57919" y="327947"/>
                  </a:lnTo>
                  <a:lnTo>
                    <a:pt x="63011" y="326410"/>
                  </a:lnTo>
                  <a:lnTo>
                    <a:pt x="68053" y="324711"/>
                  </a:lnTo>
                  <a:lnTo>
                    <a:pt x="73037" y="322852"/>
                  </a:lnTo>
                  <a:lnTo>
                    <a:pt x="77960" y="320836"/>
                  </a:lnTo>
                  <a:lnTo>
                    <a:pt x="82817" y="318664"/>
                  </a:lnTo>
                  <a:lnTo>
                    <a:pt x="87602" y="316339"/>
                  </a:lnTo>
                  <a:lnTo>
                    <a:pt x="92310" y="313863"/>
                  </a:lnTo>
                  <a:lnTo>
                    <a:pt x="96937" y="311238"/>
                  </a:lnTo>
                  <a:lnTo>
                    <a:pt x="101479" y="308467"/>
                  </a:lnTo>
                  <a:lnTo>
                    <a:pt x="105930" y="305553"/>
                  </a:lnTo>
                  <a:lnTo>
                    <a:pt x="110286" y="302499"/>
                  </a:lnTo>
                  <a:lnTo>
                    <a:pt x="114542" y="299308"/>
                  </a:lnTo>
                  <a:lnTo>
                    <a:pt x="118695" y="295983"/>
                  </a:lnTo>
                  <a:lnTo>
                    <a:pt x="122740" y="292527"/>
                  </a:lnTo>
                  <a:lnTo>
                    <a:pt x="126673" y="288945"/>
                  </a:lnTo>
                  <a:lnTo>
                    <a:pt x="130490" y="285239"/>
                  </a:lnTo>
                  <a:lnTo>
                    <a:pt x="134187" y="281414"/>
                  </a:lnTo>
                  <a:lnTo>
                    <a:pt x="137761" y="277473"/>
                  </a:lnTo>
                  <a:lnTo>
                    <a:pt x="141207" y="273420"/>
                  </a:lnTo>
                  <a:lnTo>
                    <a:pt x="144523" y="269260"/>
                  </a:lnTo>
                  <a:lnTo>
                    <a:pt x="147704" y="264996"/>
                  </a:lnTo>
                  <a:lnTo>
                    <a:pt x="150748" y="260633"/>
                  </a:lnTo>
                  <a:lnTo>
                    <a:pt x="153652" y="256176"/>
                  </a:lnTo>
                  <a:lnTo>
                    <a:pt x="156413" y="251628"/>
                  </a:lnTo>
                  <a:lnTo>
                    <a:pt x="159027" y="246995"/>
                  </a:lnTo>
                  <a:lnTo>
                    <a:pt x="161493" y="242281"/>
                  </a:lnTo>
                  <a:lnTo>
                    <a:pt x="163808" y="237491"/>
                  </a:lnTo>
                  <a:lnTo>
                    <a:pt x="165969" y="232630"/>
                  </a:lnTo>
                  <a:lnTo>
                    <a:pt x="167974" y="227702"/>
                  </a:lnTo>
                  <a:lnTo>
                    <a:pt x="169821" y="222713"/>
                  </a:lnTo>
                  <a:lnTo>
                    <a:pt x="171509" y="217668"/>
                  </a:lnTo>
                  <a:lnTo>
                    <a:pt x="173035" y="212572"/>
                  </a:lnTo>
                  <a:lnTo>
                    <a:pt x="174398" y="207430"/>
                  </a:lnTo>
                  <a:lnTo>
                    <a:pt x="175597" y="202247"/>
                  </a:lnTo>
                  <a:lnTo>
                    <a:pt x="176631" y="197028"/>
                  </a:lnTo>
                  <a:lnTo>
                    <a:pt x="177498" y="191779"/>
                  </a:lnTo>
                  <a:lnTo>
                    <a:pt x="178197" y="186506"/>
                  </a:lnTo>
                  <a:lnTo>
                    <a:pt x="178728" y="181212"/>
                  </a:lnTo>
                  <a:lnTo>
                    <a:pt x="179091" y="175905"/>
                  </a:lnTo>
                  <a:lnTo>
                    <a:pt x="179284" y="170588"/>
                  </a:lnTo>
                  <a:lnTo>
                    <a:pt x="179309" y="165268"/>
                  </a:lnTo>
                  <a:lnTo>
                    <a:pt x="179164" y="159950"/>
                  </a:lnTo>
                  <a:lnTo>
                    <a:pt x="178849" y="154640"/>
                  </a:lnTo>
                  <a:lnTo>
                    <a:pt x="178366" y="149342"/>
                  </a:lnTo>
                  <a:lnTo>
                    <a:pt x="177715" y="144062"/>
                  </a:lnTo>
                  <a:lnTo>
                    <a:pt x="176896" y="138805"/>
                  </a:lnTo>
                  <a:lnTo>
                    <a:pt x="175910" y="133578"/>
                  </a:lnTo>
                  <a:lnTo>
                    <a:pt x="174758" y="128384"/>
                  </a:lnTo>
                  <a:lnTo>
                    <a:pt x="173442" y="123229"/>
                  </a:lnTo>
                  <a:lnTo>
                    <a:pt x="171962" y="118119"/>
                  </a:lnTo>
                  <a:lnTo>
                    <a:pt x="170321" y="113059"/>
                  </a:lnTo>
                  <a:lnTo>
                    <a:pt x="168519" y="108054"/>
                  </a:lnTo>
                  <a:lnTo>
                    <a:pt x="166559" y="103108"/>
                  </a:lnTo>
                  <a:lnTo>
                    <a:pt x="164442" y="98227"/>
                  </a:lnTo>
                  <a:lnTo>
                    <a:pt x="162171" y="93416"/>
                  </a:lnTo>
                  <a:lnTo>
                    <a:pt x="159749" y="88680"/>
                  </a:lnTo>
                  <a:lnTo>
                    <a:pt x="157176" y="84023"/>
                  </a:lnTo>
                  <a:lnTo>
                    <a:pt x="154457" y="79451"/>
                  </a:lnTo>
                  <a:lnTo>
                    <a:pt x="151594" y="74967"/>
                  </a:lnTo>
                  <a:lnTo>
                    <a:pt x="148590" y="70577"/>
                  </a:lnTo>
                  <a:lnTo>
                    <a:pt x="145447" y="66284"/>
                  </a:lnTo>
                  <a:lnTo>
                    <a:pt x="142170" y="62094"/>
                  </a:lnTo>
                  <a:lnTo>
                    <a:pt x="138760" y="58010"/>
                  </a:lnTo>
                  <a:lnTo>
                    <a:pt x="135223" y="54036"/>
                  </a:lnTo>
                  <a:lnTo>
                    <a:pt x="131561" y="50178"/>
                  </a:lnTo>
                  <a:lnTo>
                    <a:pt x="127778" y="46437"/>
                  </a:lnTo>
                  <a:lnTo>
                    <a:pt x="123877" y="42819"/>
                  </a:lnTo>
                  <a:lnTo>
                    <a:pt x="119864" y="39327"/>
                  </a:lnTo>
                  <a:lnTo>
                    <a:pt x="115742" y="35964"/>
                  </a:lnTo>
                  <a:lnTo>
                    <a:pt x="111514" y="32735"/>
                  </a:lnTo>
                  <a:lnTo>
                    <a:pt x="107186" y="29641"/>
                  </a:lnTo>
                  <a:lnTo>
                    <a:pt x="102762" y="26687"/>
                  </a:lnTo>
                  <a:lnTo>
                    <a:pt x="98246" y="23875"/>
                  </a:lnTo>
                  <a:lnTo>
                    <a:pt x="93643" y="21208"/>
                  </a:lnTo>
                  <a:lnTo>
                    <a:pt x="88958" y="18688"/>
                  </a:lnTo>
                  <a:lnTo>
                    <a:pt x="84194" y="16320"/>
                  </a:lnTo>
                  <a:lnTo>
                    <a:pt x="79358" y="14104"/>
                  </a:lnTo>
                  <a:lnTo>
                    <a:pt x="74453" y="12043"/>
                  </a:lnTo>
                  <a:lnTo>
                    <a:pt x="69486" y="10139"/>
                  </a:lnTo>
                  <a:lnTo>
                    <a:pt x="64460" y="8394"/>
                  </a:lnTo>
                  <a:lnTo>
                    <a:pt x="59381" y="6810"/>
                  </a:lnTo>
                  <a:lnTo>
                    <a:pt x="54255" y="5388"/>
                  </a:lnTo>
                  <a:lnTo>
                    <a:pt x="49086" y="4131"/>
                  </a:lnTo>
                  <a:lnTo>
                    <a:pt x="43879" y="3038"/>
                  </a:lnTo>
                  <a:lnTo>
                    <a:pt x="38641" y="2111"/>
                  </a:lnTo>
                  <a:lnTo>
                    <a:pt x="33375" y="1352"/>
                  </a:lnTo>
                  <a:lnTo>
                    <a:pt x="28088" y="761"/>
                  </a:lnTo>
                  <a:lnTo>
                    <a:pt x="22785" y="338"/>
                  </a:lnTo>
                  <a:lnTo>
                    <a:pt x="17471" y="84"/>
                  </a:lnTo>
                  <a:lnTo>
                    <a:pt x="12152" y="0"/>
                  </a:lnTo>
                  <a:lnTo>
                    <a:pt x="12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8481" y="5269756"/>
              <a:ext cx="26776" cy="167167"/>
            </a:xfrm>
            <a:custGeom>
              <a:avLst/>
              <a:pathLst>
                <a:path w="26776" h="167167">
                  <a:moveTo>
                    <a:pt x="26776" y="0"/>
                  </a:moveTo>
                  <a:lnTo>
                    <a:pt x="20055" y="135"/>
                  </a:lnTo>
                  <a:lnTo>
                    <a:pt x="13344" y="540"/>
                  </a:lnTo>
                  <a:lnTo>
                    <a:pt x="6656" y="1215"/>
                  </a:lnTo>
                  <a:lnTo>
                    <a:pt x="0" y="2158"/>
                  </a:lnTo>
                  <a:lnTo>
                    <a:pt x="267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8481" y="5271914"/>
              <a:ext cx="26776" cy="165008"/>
            </a:xfrm>
            <a:custGeom>
              <a:avLst/>
              <a:pathLst>
                <a:path w="26776" h="165008">
                  <a:moveTo>
                    <a:pt x="0" y="0"/>
                  </a:moveTo>
                  <a:lnTo>
                    <a:pt x="26776" y="165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8481" y="5271914"/>
              <a:ext cx="26776" cy="165008"/>
            </a:xfrm>
            <a:custGeom>
              <a:avLst/>
              <a:pathLst>
                <a:path w="26776" h="165008">
                  <a:moveTo>
                    <a:pt x="0" y="0"/>
                  </a:moveTo>
                  <a:lnTo>
                    <a:pt x="26776" y="165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8481" y="5271914"/>
              <a:ext cx="26776" cy="165008"/>
            </a:xfrm>
            <a:custGeom>
              <a:avLst/>
              <a:pathLst>
                <a:path w="26776" h="165008">
                  <a:moveTo>
                    <a:pt x="0" y="0"/>
                  </a:moveTo>
                  <a:lnTo>
                    <a:pt x="26776" y="165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8481" y="5271914"/>
              <a:ext cx="26776" cy="165008"/>
            </a:xfrm>
            <a:custGeom>
              <a:avLst/>
              <a:pathLst>
                <a:path w="26776" h="165008">
                  <a:moveTo>
                    <a:pt x="0" y="0"/>
                  </a:moveTo>
                  <a:lnTo>
                    <a:pt x="26776" y="165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409563" y="5271914"/>
              <a:ext cx="135695" cy="165008"/>
            </a:xfrm>
            <a:custGeom>
              <a:avLst/>
              <a:pathLst>
                <a:path w="135695" h="165008">
                  <a:moveTo>
                    <a:pt x="108918" y="0"/>
                  </a:moveTo>
                  <a:lnTo>
                    <a:pt x="103528" y="965"/>
                  </a:lnTo>
                  <a:lnTo>
                    <a:pt x="98172" y="2107"/>
                  </a:lnTo>
                  <a:lnTo>
                    <a:pt x="92856" y="3423"/>
                  </a:lnTo>
                  <a:lnTo>
                    <a:pt x="87587" y="4913"/>
                  </a:lnTo>
                  <a:lnTo>
                    <a:pt x="82369" y="6575"/>
                  </a:lnTo>
                  <a:lnTo>
                    <a:pt x="77208" y="8406"/>
                  </a:lnTo>
                  <a:lnTo>
                    <a:pt x="72110" y="10406"/>
                  </a:lnTo>
                  <a:lnTo>
                    <a:pt x="67080" y="12572"/>
                  </a:lnTo>
                  <a:lnTo>
                    <a:pt x="62124" y="14901"/>
                  </a:lnTo>
                  <a:lnTo>
                    <a:pt x="57247" y="17391"/>
                  </a:lnTo>
                  <a:lnTo>
                    <a:pt x="52454" y="20040"/>
                  </a:lnTo>
                  <a:lnTo>
                    <a:pt x="47750" y="22844"/>
                  </a:lnTo>
                  <a:lnTo>
                    <a:pt x="43141" y="25801"/>
                  </a:lnTo>
                  <a:lnTo>
                    <a:pt x="38631" y="28907"/>
                  </a:lnTo>
                  <a:lnTo>
                    <a:pt x="34225" y="32159"/>
                  </a:lnTo>
                  <a:lnTo>
                    <a:pt x="29928" y="35554"/>
                  </a:lnTo>
                  <a:lnTo>
                    <a:pt x="25745" y="39088"/>
                  </a:lnTo>
                  <a:lnTo>
                    <a:pt x="21679" y="42757"/>
                  </a:lnTo>
                  <a:lnTo>
                    <a:pt x="17736" y="46557"/>
                  </a:lnTo>
                  <a:lnTo>
                    <a:pt x="13920" y="50484"/>
                  </a:lnTo>
                  <a:lnTo>
                    <a:pt x="10234" y="54534"/>
                  </a:lnTo>
                  <a:lnTo>
                    <a:pt x="6683" y="58703"/>
                  </a:lnTo>
                  <a:lnTo>
                    <a:pt x="3270" y="62986"/>
                  </a:lnTo>
                  <a:lnTo>
                    <a:pt x="0" y="67378"/>
                  </a:lnTo>
                  <a:lnTo>
                    <a:pt x="135695" y="165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102" y="5269756"/>
              <a:ext cx="334306" cy="334334"/>
            </a:xfrm>
            <a:custGeom>
              <a:avLst/>
              <a:pathLst>
                <a:path w="334306" h="334334">
                  <a:moveTo>
                    <a:pt x="31460" y="69536"/>
                  </a:moveTo>
                  <a:lnTo>
                    <a:pt x="28428" y="73895"/>
                  </a:lnTo>
                  <a:lnTo>
                    <a:pt x="25536" y="78348"/>
                  </a:lnTo>
                  <a:lnTo>
                    <a:pt x="22787" y="82890"/>
                  </a:lnTo>
                  <a:lnTo>
                    <a:pt x="20184" y="87517"/>
                  </a:lnTo>
                  <a:lnTo>
                    <a:pt x="17728" y="92225"/>
                  </a:lnTo>
                  <a:lnTo>
                    <a:pt x="15424" y="97008"/>
                  </a:lnTo>
                  <a:lnTo>
                    <a:pt x="13272" y="101862"/>
                  </a:lnTo>
                  <a:lnTo>
                    <a:pt x="11276" y="106781"/>
                  </a:lnTo>
                  <a:lnTo>
                    <a:pt x="9437" y="111762"/>
                  </a:lnTo>
                  <a:lnTo>
                    <a:pt x="7757" y="116799"/>
                  </a:lnTo>
                  <a:lnTo>
                    <a:pt x="6238" y="121886"/>
                  </a:lnTo>
                  <a:lnTo>
                    <a:pt x="4881" y="127019"/>
                  </a:lnTo>
                  <a:lnTo>
                    <a:pt x="3688" y="132193"/>
                  </a:lnTo>
                  <a:lnTo>
                    <a:pt x="2660" y="137402"/>
                  </a:lnTo>
                  <a:lnTo>
                    <a:pt x="1797" y="142641"/>
                  </a:lnTo>
                  <a:lnTo>
                    <a:pt x="1102" y="147904"/>
                  </a:lnTo>
                  <a:lnTo>
                    <a:pt x="574" y="153188"/>
                  </a:lnTo>
                  <a:lnTo>
                    <a:pt x="214" y="158485"/>
                  </a:lnTo>
                  <a:lnTo>
                    <a:pt x="22" y="163791"/>
                  </a:lnTo>
                  <a:lnTo>
                    <a:pt x="0" y="169100"/>
                  </a:lnTo>
                  <a:lnTo>
                    <a:pt x="145" y="174407"/>
                  </a:lnTo>
                  <a:lnTo>
                    <a:pt x="459" y="179708"/>
                  </a:lnTo>
                  <a:lnTo>
                    <a:pt x="942" y="184995"/>
                  </a:lnTo>
                  <a:lnTo>
                    <a:pt x="1592" y="190264"/>
                  </a:lnTo>
                  <a:lnTo>
                    <a:pt x="2409" y="195511"/>
                  </a:lnTo>
                  <a:lnTo>
                    <a:pt x="3392" y="200728"/>
                  </a:lnTo>
                  <a:lnTo>
                    <a:pt x="4540" y="205912"/>
                  </a:lnTo>
                  <a:lnTo>
                    <a:pt x="5853" y="211057"/>
                  </a:lnTo>
                  <a:lnTo>
                    <a:pt x="7328" y="216157"/>
                  </a:lnTo>
                  <a:lnTo>
                    <a:pt x="8964" y="221208"/>
                  </a:lnTo>
                  <a:lnTo>
                    <a:pt x="10760" y="226204"/>
                  </a:lnTo>
                  <a:lnTo>
                    <a:pt x="12714" y="231141"/>
                  </a:lnTo>
                  <a:lnTo>
                    <a:pt x="14824" y="236013"/>
                  </a:lnTo>
                  <a:lnTo>
                    <a:pt x="17087" y="240816"/>
                  </a:lnTo>
                  <a:lnTo>
                    <a:pt x="19501" y="245545"/>
                  </a:lnTo>
                  <a:lnTo>
                    <a:pt x="22065" y="250194"/>
                  </a:lnTo>
                  <a:lnTo>
                    <a:pt x="24775" y="254760"/>
                  </a:lnTo>
                  <a:lnTo>
                    <a:pt x="27628" y="259238"/>
                  </a:lnTo>
                  <a:lnTo>
                    <a:pt x="30622" y="263622"/>
                  </a:lnTo>
                  <a:lnTo>
                    <a:pt x="33754" y="267909"/>
                  </a:lnTo>
                  <a:lnTo>
                    <a:pt x="37021" y="272095"/>
                  </a:lnTo>
                  <a:lnTo>
                    <a:pt x="40419" y="276175"/>
                  </a:lnTo>
                  <a:lnTo>
                    <a:pt x="43945" y="280145"/>
                  </a:lnTo>
                  <a:lnTo>
                    <a:pt x="47595" y="284000"/>
                  </a:lnTo>
                  <a:lnTo>
                    <a:pt x="51365" y="287738"/>
                  </a:lnTo>
                  <a:lnTo>
                    <a:pt x="55253" y="291355"/>
                  </a:lnTo>
                  <a:lnTo>
                    <a:pt x="59253" y="294846"/>
                  </a:lnTo>
                  <a:lnTo>
                    <a:pt x="63362" y="298208"/>
                  </a:lnTo>
                  <a:lnTo>
                    <a:pt x="67576" y="301438"/>
                  </a:lnTo>
                  <a:lnTo>
                    <a:pt x="71890" y="304533"/>
                  </a:lnTo>
                  <a:lnTo>
                    <a:pt x="76300" y="307489"/>
                  </a:lnTo>
                  <a:lnTo>
                    <a:pt x="80802" y="310303"/>
                  </a:lnTo>
                  <a:lnTo>
                    <a:pt x="85392" y="312974"/>
                  </a:lnTo>
                  <a:lnTo>
                    <a:pt x="90063" y="315497"/>
                  </a:lnTo>
                  <a:lnTo>
                    <a:pt x="94813" y="317870"/>
                  </a:lnTo>
                  <a:lnTo>
                    <a:pt x="99635" y="320091"/>
                  </a:lnTo>
                  <a:lnTo>
                    <a:pt x="104525" y="322159"/>
                  </a:lnTo>
                  <a:lnTo>
                    <a:pt x="109479" y="324069"/>
                  </a:lnTo>
                  <a:lnTo>
                    <a:pt x="114491" y="325822"/>
                  </a:lnTo>
                  <a:lnTo>
                    <a:pt x="119556" y="327414"/>
                  </a:lnTo>
                  <a:lnTo>
                    <a:pt x="124669" y="328845"/>
                  </a:lnTo>
                  <a:lnTo>
                    <a:pt x="129825" y="330113"/>
                  </a:lnTo>
                  <a:lnTo>
                    <a:pt x="135018" y="331216"/>
                  </a:lnTo>
                  <a:lnTo>
                    <a:pt x="140244" y="332154"/>
                  </a:lnTo>
                  <a:lnTo>
                    <a:pt x="145497" y="332925"/>
                  </a:lnTo>
                  <a:lnTo>
                    <a:pt x="150772" y="333530"/>
                  </a:lnTo>
                  <a:lnTo>
                    <a:pt x="156064" y="333966"/>
                  </a:lnTo>
                  <a:lnTo>
                    <a:pt x="161366" y="334234"/>
                  </a:lnTo>
                  <a:lnTo>
                    <a:pt x="166675" y="334334"/>
                  </a:lnTo>
                  <a:lnTo>
                    <a:pt x="171984" y="334265"/>
                  </a:lnTo>
                  <a:lnTo>
                    <a:pt x="177288" y="334027"/>
                  </a:lnTo>
                  <a:lnTo>
                    <a:pt x="182582" y="333621"/>
                  </a:lnTo>
                  <a:lnTo>
                    <a:pt x="187860" y="333047"/>
                  </a:lnTo>
                  <a:lnTo>
                    <a:pt x="193117" y="332306"/>
                  </a:lnTo>
                  <a:lnTo>
                    <a:pt x="198348" y="331398"/>
                  </a:lnTo>
                  <a:lnTo>
                    <a:pt x="203548" y="330325"/>
                  </a:lnTo>
                  <a:lnTo>
                    <a:pt x="208711" y="329087"/>
                  </a:lnTo>
                  <a:lnTo>
                    <a:pt x="213832" y="327686"/>
                  </a:lnTo>
                  <a:lnTo>
                    <a:pt x="218906" y="326122"/>
                  </a:lnTo>
                  <a:lnTo>
                    <a:pt x="223928" y="324399"/>
                  </a:lnTo>
                  <a:lnTo>
                    <a:pt x="228893" y="322516"/>
                  </a:lnTo>
                  <a:lnTo>
                    <a:pt x="233795" y="320478"/>
                  </a:lnTo>
                  <a:lnTo>
                    <a:pt x="238630" y="318284"/>
                  </a:lnTo>
                  <a:lnTo>
                    <a:pt x="243393" y="315938"/>
                  </a:lnTo>
                  <a:lnTo>
                    <a:pt x="248079" y="313442"/>
                  </a:lnTo>
                  <a:lnTo>
                    <a:pt x="252684" y="310798"/>
                  </a:lnTo>
                  <a:lnTo>
                    <a:pt x="257202" y="308010"/>
                  </a:lnTo>
                  <a:lnTo>
                    <a:pt x="261629" y="305079"/>
                  </a:lnTo>
                  <a:lnTo>
                    <a:pt x="265961" y="302009"/>
                  </a:lnTo>
                  <a:lnTo>
                    <a:pt x="270194" y="298803"/>
                  </a:lnTo>
                  <a:lnTo>
                    <a:pt x="274322" y="295465"/>
                  </a:lnTo>
                  <a:lnTo>
                    <a:pt x="278342" y="291997"/>
                  </a:lnTo>
                  <a:lnTo>
                    <a:pt x="282250" y="288403"/>
                  </a:lnTo>
                  <a:lnTo>
                    <a:pt x="286042" y="284687"/>
                  </a:lnTo>
                  <a:lnTo>
                    <a:pt x="289715" y="280852"/>
                  </a:lnTo>
                  <a:lnTo>
                    <a:pt x="293263" y="276903"/>
                  </a:lnTo>
                  <a:lnTo>
                    <a:pt x="296684" y="272842"/>
                  </a:lnTo>
                  <a:lnTo>
                    <a:pt x="299975" y="268676"/>
                  </a:lnTo>
                  <a:lnTo>
                    <a:pt x="303132" y="264407"/>
                  </a:lnTo>
                  <a:lnTo>
                    <a:pt x="306151" y="260039"/>
                  </a:lnTo>
                  <a:lnTo>
                    <a:pt x="309030" y="255578"/>
                  </a:lnTo>
                  <a:lnTo>
                    <a:pt x="311766" y="251028"/>
                  </a:lnTo>
                  <a:lnTo>
                    <a:pt x="314357" y="246394"/>
                  </a:lnTo>
                  <a:lnTo>
                    <a:pt x="316798" y="241679"/>
                  </a:lnTo>
                  <a:lnTo>
                    <a:pt x="319089" y="236889"/>
                  </a:lnTo>
                  <a:lnTo>
                    <a:pt x="321227" y="232029"/>
                  </a:lnTo>
                  <a:lnTo>
                    <a:pt x="323209" y="227104"/>
                  </a:lnTo>
                  <a:lnTo>
                    <a:pt x="325034" y="222118"/>
                  </a:lnTo>
                  <a:lnTo>
                    <a:pt x="326699" y="217076"/>
                  </a:lnTo>
                  <a:lnTo>
                    <a:pt x="328203" y="211984"/>
                  </a:lnTo>
                  <a:lnTo>
                    <a:pt x="329545" y="206847"/>
                  </a:lnTo>
                  <a:lnTo>
                    <a:pt x="330724" y="201670"/>
                  </a:lnTo>
                  <a:lnTo>
                    <a:pt x="331737" y="196458"/>
                  </a:lnTo>
                  <a:lnTo>
                    <a:pt x="332584" y="191217"/>
                  </a:lnTo>
                  <a:lnTo>
                    <a:pt x="333264" y="185951"/>
                  </a:lnTo>
                  <a:lnTo>
                    <a:pt x="333777" y="180667"/>
                  </a:lnTo>
                  <a:lnTo>
                    <a:pt x="334122" y="175369"/>
                  </a:lnTo>
                  <a:lnTo>
                    <a:pt x="334298" y="170062"/>
                  </a:lnTo>
                  <a:lnTo>
                    <a:pt x="334306" y="164753"/>
                  </a:lnTo>
                  <a:lnTo>
                    <a:pt x="334145" y="159446"/>
                  </a:lnTo>
                  <a:lnTo>
                    <a:pt x="333815" y="154147"/>
                  </a:lnTo>
                  <a:lnTo>
                    <a:pt x="333318" y="148861"/>
                  </a:lnTo>
                  <a:lnTo>
                    <a:pt x="332653" y="143593"/>
                  </a:lnTo>
                  <a:lnTo>
                    <a:pt x="331821" y="138349"/>
                  </a:lnTo>
                  <a:lnTo>
                    <a:pt x="330822" y="133135"/>
                  </a:lnTo>
                  <a:lnTo>
                    <a:pt x="329659" y="127954"/>
                  </a:lnTo>
                  <a:lnTo>
                    <a:pt x="328332" y="122813"/>
                  </a:lnTo>
                  <a:lnTo>
                    <a:pt x="326842" y="117717"/>
                  </a:lnTo>
                  <a:lnTo>
                    <a:pt x="325191" y="112671"/>
                  </a:lnTo>
                  <a:lnTo>
                    <a:pt x="323381" y="107680"/>
                  </a:lnTo>
                  <a:lnTo>
                    <a:pt x="321413" y="102749"/>
                  </a:lnTo>
                  <a:lnTo>
                    <a:pt x="319289" y="97882"/>
                  </a:lnTo>
                  <a:lnTo>
                    <a:pt x="317012" y="93086"/>
                  </a:lnTo>
                  <a:lnTo>
                    <a:pt x="314584" y="88364"/>
                  </a:lnTo>
                  <a:lnTo>
                    <a:pt x="312007" y="83722"/>
                  </a:lnTo>
                  <a:lnTo>
                    <a:pt x="309284" y="79164"/>
                  </a:lnTo>
                  <a:lnTo>
                    <a:pt x="306418" y="74695"/>
                  </a:lnTo>
                  <a:lnTo>
                    <a:pt x="303411" y="70319"/>
                  </a:lnTo>
                  <a:lnTo>
                    <a:pt x="300267" y="66041"/>
                  </a:lnTo>
                  <a:lnTo>
                    <a:pt x="296988" y="61865"/>
                  </a:lnTo>
                  <a:lnTo>
                    <a:pt x="293578" y="57795"/>
                  </a:lnTo>
                  <a:lnTo>
                    <a:pt x="290041" y="53835"/>
                  </a:lnTo>
                  <a:lnTo>
                    <a:pt x="286380" y="49990"/>
                  </a:lnTo>
                  <a:lnTo>
                    <a:pt x="282599" y="46263"/>
                  </a:lnTo>
                  <a:lnTo>
                    <a:pt x="278701" y="42658"/>
                  </a:lnTo>
                  <a:lnTo>
                    <a:pt x="274691" y="39178"/>
                  </a:lnTo>
                  <a:lnTo>
                    <a:pt x="270572" y="35828"/>
                  </a:lnTo>
                  <a:lnTo>
                    <a:pt x="266349" y="32610"/>
                  </a:lnTo>
                  <a:lnTo>
                    <a:pt x="262026" y="29527"/>
                  </a:lnTo>
                  <a:lnTo>
                    <a:pt x="257607" y="26584"/>
                  </a:lnTo>
                  <a:lnTo>
                    <a:pt x="253097" y="23783"/>
                  </a:lnTo>
                  <a:lnTo>
                    <a:pt x="248500" y="21126"/>
                  </a:lnTo>
                  <a:lnTo>
                    <a:pt x="243821" y="18616"/>
                  </a:lnTo>
                  <a:lnTo>
                    <a:pt x="239065" y="16256"/>
                  </a:lnTo>
                  <a:lnTo>
                    <a:pt x="234236" y="14049"/>
                  </a:lnTo>
                  <a:lnTo>
                    <a:pt x="229340" y="11996"/>
                  </a:lnTo>
                  <a:lnTo>
                    <a:pt x="224381" y="10099"/>
                  </a:lnTo>
                  <a:lnTo>
                    <a:pt x="219364" y="8361"/>
                  </a:lnTo>
                  <a:lnTo>
                    <a:pt x="214294" y="6783"/>
                  </a:lnTo>
                  <a:lnTo>
                    <a:pt x="209177" y="5367"/>
                  </a:lnTo>
                  <a:lnTo>
                    <a:pt x="204018" y="4114"/>
                  </a:lnTo>
                  <a:lnTo>
                    <a:pt x="198821" y="3026"/>
                  </a:lnTo>
                  <a:lnTo>
                    <a:pt x="193592" y="2103"/>
                  </a:lnTo>
                  <a:lnTo>
                    <a:pt x="188337" y="1347"/>
                  </a:lnTo>
                  <a:lnTo>
                    <a:pt x="183061" y="758"/>
                  </a:lnTo>
                  <a:lnTo>
                    <a:pt x="177768" y="337"/>
                  </a:lnTo>
                  <a:lnTo>
                    <a:pt x="172464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2677" y="5018213"/>
              <a:ext cx="48361" cy="167167"/>
            </a:xfrm>
            <a:custGeom>
              <a:avLst/>
              <a:pathLst>
                <a:path w="48361" h="167167">
                  <a:moveTo>
                    <a:pt x="48361" y="0"/>
                  </a:moveTo>
                  <a:lnTo>
                    <a:pt x="42230" y="112"/>
                  </a:lnTo>
                  <a:lnTo>
                    <a:pt x="36107" y="449"/>
                  </a:lnTo>
                  <a:lnTo>
                    <a:pt x="30000" y="1011"/>
                  </a:lnTo>
                  <a:lnTo>
                    <a:pt x="23918" y="1796"/>
                  </a:lnTo>
                  <a:lnTo>
                    <a:pt x="17869" y="2804"/>
                  </a:lnTo>
                  <a:lnTo>
                    <a:pt x="11860" y="4033"/>
                  </a:lnTo>
                  <a:lnTo>
                    <a:pt x="5901" y="5482"/>
                  </a:lnTo>
                  <a:lnTo>
                    <a:pt x="0" y="7148"/>
                  </a:lnTo>
                  <a:lnTo>
                    <a:pt x="483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2677" y="5025361"/>
              <a:ext cx="48361" cy="160018"/>
            </a:xfrm>
            <a:custGeom>
              <a:avLst/>
              <a:pathLst>
                <a:path w="48361" h="160018">
                  <a:moveTo>
                    <a:pt x="0" y="0"/>
                  </a:moveTo>
                  <a:lnTo>
                    <a:pt x="48361" y="160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2677" y="5025361"/>
              <a:ext cx="48361" cy="160018"/>
            </a:xfrm>
            <a:custGeom>
              <a:avLst/>
              <a:pathLst>
                <a:path w="48361" h="160018">
                  <a:moveTo>
                    <a:pt x="0" y="0"/>
                  </a:moveTo>
                  <a:lnTo>
                    <a:pt x="48361" y="160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2677" y="5025361"/>
              <a:ext cx="48361" cy="160018"/>
            </a:xfrm>
            <a:custGeom>
              <a:avLst/>
              <a:pathLst>
                <a:path w="48361" h="160018">
                  <a:moveTo>
                    <a:pt x="0" y="0"/>
                  </a:moveTo>
                  <a:lnTo>
                    <a:pt x="48361" y="160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3" y="5025361"/>
              <a:ext cx="167165" cy="166304"/>
            </a:xfrm>
            <a:custGeom>
              <a:avLst/>
              <a:pathLst>
                <a:path w="167165" h="166304">
                  <a:moveTo>
                    <a:pt x="118803" y="0"/>
                  </a:moveTo>
                  <a:lnTo>
                    <a:pt x="113570" y="1675"/>
                  </a:lnTo>
                  <a:lnTo>
                    <a:pt x="108395" y="3522"/>
                  </a:lnTo>
                  <a:lnTo>
                    <a:pt x="103283" y="5539"/>
                  </a:lnTo>
                  <a:lnTo>
                    <a:pt x="98240" y="7722"/>
                  </a:lnTo>
                  <a:lnTo>
                    <a:pt x="93272" y="10069"/>
                  </a:lnTo>
                  <a:lnTo>
                    <a:pt x="88384" y="12579"/>
                  </a:lnTo>
                  <a:lnTo>
                    <a:pt x="83580" y="15248"/>
                  </a:lnTo>
                  <a:lnTo>
                    <a:pt x="78867" y="18073"/>
                  </a:lnTo>
                  <a:lnTo>
                    <a:pt x="74250" y="21052"/>
                  </a:lnTo>
                  <a:lnTo>
                    <a:pt x="69732" y="24181"/>
                  </a:lnTo>
                  <a:lnTo>
                    <a:pt x="65321" y="27457"/>
                  </a:lnTo>
                  <a:lnTo>
                    <a:pt x="61019" y="30876"/>
                  </a:lnTo>
                  <a:lnTo>
                    <a:pt x="56832" y="34434"/>
                  </a:lnTo>
                  <a:lnTo>
                    <a:pt x="52764" y="38128"/>
                  </a:lnTo>
                  <a:lnTo>
                    <a:pt x="48819" y="41954"/>
                  </a:lnTo>
                  <a:lnTo>
                    <a:pt x="45003" y="45907"/>
                  </a:lnTo>
                  <a:lnTo>
                    <a:pt x="41318" y="49984"/>
                  </a:lnTo>
                  <a:lnTo>
                    <a:pt x="37770" y="54180"/>
                  </a:lnTo>
                  <a:lnTo>
                    <a:pt x="34361" y="58490"/>
                  </a:lnTo>
                  <a:lnTo>
                    <a:pt x="31096" y="62909"/>
                  </a:lnTo>
                  <a:lnTo>
                    <a:pt x="27978" y="67434"/>
                  </a:lnTo>
                  <a:lnTo>
                    <a:pt x="25010" y="72059"/>
                  </a:lnTo>
                  <a:lnTo>
                    <a:pt x="22196" y="76778"/>
                  </a:lnTo>
                  <a:lnTo>
                    <a:pt x="19538" y="81588"/>
                  </a:lnTo>
                  <a:lnTo>
                    <a:pt x="17040" y="86482"/>
                  </a:lnTo>
                  <a:lnTo>
                    <a:pt x="14705" y="91456"/>
                  </a:lnTo>
                  <a:lnTo>
                    <a:pt x="12534" y="96504"/>
                  </a:lnTo>
                  <a:lnTo>
                    <a:pt x="10530" y="101621"/>
                  </a:lnTo>
                  <a:lnTo>
                    <a:pt x="8695" y="106800"/>
                  </a:lnTo>
                  <a:lnTo>
                    <a:pt x="7031" y="112037"/>
                  </a:lnTo>
                  <a:lnTo>
                    <a:pt x="5541" y="117326"/>
                  </a:lnTo>
                  <a:lnTo>
                    <a:pt x="4225" y="122662"/>
                  </a:lnTo>
                  <a:lnTo>
                    <a:pt x="3085" y="128037"/>
                  </a:lnTo>
                  <a:lnTo>
                    <a:pt x="2123" y="133447"/>
                  </a:lnTo>
                  <a:lnTo>
                    <a:pt x="1339" y="138886"/>
                  </a:lnTo>
                  <a:lnTo>
                    <a:pt x="734" y="144347"/>
                  </a:lnTo>
                  <a:lnTo>
                    <a:pt x="309" y="149826"/>
                  </a:lnTo>
                  <a:lnTo>
                    <a:pt x="64" y="155316"/>
                  </a:lnTo>
                  <a:lnTo>
                    <a:pt x="0" y="160810"/>
                  </a:lnTo>
                  <a:lnTo>
                    <a:pt x="116" y="166304"/>
                  </a:lnTo>
                  <a:lnTo>
                    <a:pt x="167165" y="160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989" y="5018213"/>
              <a:ext cx="334203" cy="334331"/>
            </a:xfrm>
            <a:custGeom>
              <a:avLst/>
              <a:pathLst>
                <a:path w="334203" h="334331">
                  <a:moveTo>
                    <a:pt x="0" y="173452"/>
                  </a:moveTo>
                  <a:lnTo>
                    <a:pt x="284" y="178761"/>
                  </a:lnTo>
                  <a:lnTo>
                    <a:pt x="737" y="184057"/>
                  </a:lnTo>
                  <a:lnTo>
                    <a:pt x="1358" y="189337"/>
                  </a:lnTo>
                  <a:lnTo>
                    <a:pt x="2147" y="194594"/>
                  </a:lnTo>
                  <a:lnTo>
                    <a:pt x="3102" y="199823"/>
                  </a:lnTo>
                  <a:lnTo>
                    <a:pt x="4223" y="205019"/>
                  </a:lnTo>
                  <a:lnTo>
                    <a:pt x="5509" y="210177"/>
                  </a:lnTo>
                  <a:lnTo>
                    <a:pt x="6958" y="215292"/>
                  </a:lnTo>
                  <a:lnTo>
                    <a:pt x="8569" y="220358"/>
                  </a:lnTo>
                  <a:lnTo>
                    <a:pt x="10341" y="225370"/>
                  </a:lnTo>
                  <a:lnTo>
                    <a:pt x="12271" y="230323"/>
                  </a:lnTo>
                  <a:lnTo>
                    <a:pt x="14357" y="235213"/>
                  </a:lnTo>
                  <a:lnTo>
                    <a:pt x="16598" y="240033"/>
                  </a:lnTo>
                  <a:lnTo>
                    <a:pt x="18991" y="244780"/>
                  </a:lnTo>
                  <a:lnTo>
                    <a:pt x="21533" y="249448"/>
                  </a:lnTo>
                  <a:lnTo>
                    <a:pt x="24223" y="254034"/>
                  </a:lnTo>
                  <a:lnTo>
                    <a:pt x="27057" y="258531"/>
                  </a:lnTo>
                  <a:lnTo>
                    <a:pt x="30033" y="262936"/>
                  </a:lnTo>
                  <a:lnTo>
                    <a:pt x="33148" y="267244"/>
                  </a:lnTo>
                  <a:lnTo>
                    <a:pt x="36397" y="271451"/>
                  </a:lnTo>
                  <a:lnTo>
                    <a:pt x="39779" y="275552"/>
                  </a:lnTo>
                  <a:lnTo>
                    <a:pt x="43290" y="279544"/>
                  </a:lnTo>
                  <a:lnTo>
                    <a:pt x="46925" y="283422"/>
                  </a:lnTo>
                  <a:lnTo>
                    <a:pt x="50683" y="287183"/>
                  </a:lnTo>
                  <a:lnTo>
                    <a:pt x="54557" y="290822"/>
                  </a:lnTo>
                  <a:lnTo>
                    <a:pt x="58546" y="294337"/>
                  </a:lnTo>
                  <a:lnTo>
                    <a:pt x="62644" y="297722"/>
                  </a:lnTo>
                  <a:lnTo>
                    <a:pt x="66848" y="300976"/>
                  </a:lnTo>
                  <a:lnTo>
                    <a:pt x="71153" y="304094"/>
                  </a:lnTo>
                  <a:lnTo>
                    <a:pt x="75556" y="307074"/>
                  </a:lnTo>
                  <a:lnTo>
                    <a:pt x="80050" y="309912"/>
                  </a:lnTo>
                  <a:lnTo>
                    <a:pt x="84633" y="312606"/>
                  </a:lnTo>
                  <a:lnTo>
                    <a:pt x="89299" y="315153"/>
                  </a:lnTo>
                  <a:lnTo>
                    <a:pt x="94044" y="317551"/>
                  </a:lnTo>
                  <a:lnTo>
                    <a:pt x="98862" y="319796"/>
                  </a:lnTo>
                  <a:lnTo>
                    <a:pt x="103750" y="321887"/>
                  </a:lnTo>
                  <a:lnTo>
                    <a:pt x="108701" y="323821"/>
                  </a:lnTo>
                  <a:lnTo>
                    <a:pt x="113712" y="325597"/>
                  </a:lnTo>
                  <a:lnTo>
                    <a:pt x="118776" y="327213"/>
                  </a:lnTo>
                  <a:lnTo>
                    <a:pt x="123889" y="328667"/>
                  </a:lnTo>
                  <a:lnTo>
                    <a:pt x="129046" y="329957"/>
                  </a:lnTo>
                  <a:lnTo>
                    <a:pt x="134241" y="331083"/>
                  </a:lnTo>
                  <a:lnTo>
                    <a:pt x="139470" y="332044"/>
                  </a:lnTo>
                  <a:lnTo>
                    <a:pt x="144726" y="332837"/>
                  </a:lnTo>
                  <a:lnTo>
                    <a:pt x="150005" y="333463"/>
                  </a:lnTo>
                  <a:lnTo>
                    <a:pt x="155301" y="333921"/>
                  </a:lnTo>
                  <a:lnTo>
                    <a:pt x="160609" y="334210"/>
                  </a:lnTo>
                  <a:lnTo>
                    <a:pt x="165924" y="334331"/>
                  </a:lnTo>
                  <a:lnTo>
                    <a:pt x="171240" y="334282"/>
                  </a:lnTo>
                  <a:lnTo>
                    <a:pt x="176551" y="334064"/>
                  </a:lnTo>
                  <a:lnTo>
                    <a:pt x="181853" y="333678"/>
                  </a:lnTo>
                  <a:lnTo>
                    <a:pt x="187140" y="333123"/>
                  </a:lnTo>
                  <a:lnTo>
                    <a:pt x="192406" y="332400"/>
                  </a:lnTo>
                  <a:lnTo>
                    <a:pt x="197647" y="331510"/>
                  </a:lnTo>
                  <a:lnTo>
                    <a:pt x="202857" y="330454"/>
                  </a:lnTo>
                  <a:lnTo>
                    <a:pt x="208031" y="329233"/>
                  </a:lnTo>
                  <a:lnTo>
                    <a:pt x="213163" y="327848"/>
                  </a:lnTo>
                  <a:lnTo>
                    <a:pt x="218249" y="326301"/>
                  </a:lnTo>
                  <a:lnTo>
                    <a:pt x="223283" y="324592"/>
                  </a:lnTo>
                  <a:lnTo>
                    <a:pt x="228260" y="322725"/>
                  </a:lnTo>
                  <a:lnTo>
                    <a:pt x="233175" y="320700"/>
                  </a:lnTo>
                  <a:lnTo>
                    <a:pt x="238023" y="318519"/>
                  </a:lnTo>
                  <a:lnTo>
                    <a:pt x="242800" y="316186"/>
                  </a:lnTo>
                  <a:lnTo>
                    <a:pt x="247500" y="313702"/>
                  </a:lnTo>
                  <a:lnTo>
                    <a:pt x="252118" y="311070"/>
                  </a:lnTo>
                  <a:lnTo>
                    <a:pt x="256651" y="308293"/>
                  </a:lnTo>
                  <a:lnTo>
                    <a:pt x="261093" y="305372"/>
                  </a:lnTo>
                  <a:lnTo>
                    <a:pt x="265439" y="302312"/>
                  </a:lnTo>
                  <a:lnTo>
                    <a:pt x="269687" y="299115"/>
                  </a:lnTo>
                  <a:lnTo>
                    <a:pt x="273830" y="295785"/>
                  </a:lnTo>
                  <a:lnTo>
                    <a:pt x="277866" y="292325"/>
                  </a:lnTo>
                  <a:lnTo>
                    <a:pt x="281789" y="288738"/>
                  </a:lnTo>
                  <a:lnTo>
                    <a:pt x="285597" y="285028"/>
                  </a:lnTo>
                  <a:lnTo>
                    <a:pt x="289284" y="281200"/>
                  </a:lnTo>
                  <a:lnTo>
                    <a:pt x="292848" y="277255"/>
                  </a:lnTo>
                  <a:lnTo>
                    <a:pt x="296285" y="273200"/>
                  </a:lnTo>
                  <a:lnTo>
                    <a:pt x="299591" y="269037"/>
                  </a:lnTo>
                  <a:lnTo>
                    <a:pt x="302763" y="264771"/>
                  </a:lnTo>
                  <a:lnTo>
                    <a:pt x="305798" y="260407"/>
                  </a:lnTo>
                  <a:lnTo>
                    <a:pt x="308692" y="255948"/>
                  </a:lnTo>
                  <a:lnTo>
                    <a:pt x="311444" y="251399"/>
                  </a:lnTo>
                  <a:lnTo>
                    <a:pt x="314049" y="246766"/>
                  </a:lnTo>
                  <a:lnTo>
                    <a:pt x="316505" y="242051"/>
                  </a:lnTo>
                  <a:lnTo>
                    <a:pt x="318811" y="237261"/>
                  </a:lnTo>
                  <a:lnTo>
                    <a:pt x="320963" y="232400"/>
                  </a:lnTo>
                  <a:lnTo>
                    <a:pt x="322959" y="227474"/>
                  </a:lnTo>
                  <a:lnTo>
                    <a:pt x="324798" y="222486"/>
                  </a:lnTo>
                  <a:lnTo>
                    <a:pt x="326477" y="217442"/>
                  </a:lnTo>
                  <a:lnTo>
                    <a:pt x="327995" y="212348"/>
                  </a:lnTo>
                  <a:lnTo>
                    <a:pt x="329350" y="207207"/>
                  </a:lnTo>
                  <a:lnTo>
                    <a:pt x="330541" y="202027"/>
                  </a:lnTo>
                  <a:lnTo>
                    <a:pt x="331567" y="196810"/>
                  </a:lnTo>
                  <a:lnTo>
                    <a:pt x="332426" y="191565"/>
                  </a:lnTo>
                  <a:lnTo>
                    <a:pt x="333118" y="186294"/>
                  </a:lnTo>
                  <a:lnTo>
                    <a:pt x="333643" y="181004"/>
                  </a:lnTo>
                  <a:lnTo>
                    <a:pt x="333998" y="175700"/>
                  </a:lnTo>
                  <a:lnTo>
                    <a:pt x="334185" y="170387"/>
                  </a:lnTo>
                  <a:lnTo>
                    <a:pt x="334203" y="165071"/>
                  </a:lnTo>
                  <a:lnTo>
                    <a:pt x="334052" y="159758"/>
                  </a:lnTo>
                  <a:lnTo>
                    <a:pt x="333732" y="154451"/>
                  </a:lnTo>
                  <a:lnTo>
                    <a:pt x="333243" y="149158"/>
                  </a:lnTo>
                  <a:lnTo>
                    <a:pt x="332587" y="143883"/>
                  </a:lnTo>
                  <a:lnTo>
                    <a:pt x="331763" y="138631"/>
                  </a:lnTo>
                  <a:lnTo>
                    <a:pt x="330772" y="133408"/>
                  </a:lnTo>
                  <a:lnTo>
                    <a:pt x="329616" y="128220"/>
                  </a:lnTo>
                  <a:lnTo>
                    <a:pt x="328295" y="123070"/>
                  </a:lnTo>
                  <a:lnTo>
                    <a:pt x="326812" y="117966"/>
                  </a:lnTo>
                  <a:lnTo>
                    <a:pt x="325166" y="112911"/>
                  </a:lnTo>
                  <a:lnTo>
                    <a:pt x="323361" y="107911"/>
                  </a:lnTo>
                  <a:lnTo>
                    <a:pt x="321398" y="102971"/>
                  </a:lnTo>
                  <a:lnTo>
                    <a:pt x="319279" y="98095"/>
                  </a:lnTo>
                  <a:lnTo>
                    <a:pt x="317006" y="93290"/>
                  </a:lnTo>
                  <a:lnTo>
                    <a:pt x="314581" y="88559"/>
                  </a:lnTo>
                  <a:lnTo>
                    <a:pt x="312007" y="83908"/>
                  </a:lnTo>
                  <a:lnTo>
                    <a:pt x="309287" y="79341"/>
                  </a:lnTo>
                  <a:lnTo>
                    <a:pt x="306422" y="74863"/>
                  </a:lnTo>
                  <a:lnTo>
                    <a:pt x="303417" y="70478"/>
                  </a:lnTo>
                  <a:lnTo>
                    <a:pt x="300274" y="66191"/>
                  </a:lnTo>
                  <a:lnTo>
                    <a:pt x="296996" y="62006"/>
                  </a:lnTo>
                  <a:lnTo>
                    <a:pt x="293586" y="57928"/>
                  </a:lnTo>
                  <a:lnTo>
                    <a:pt x="290049" y="53959"/>
                  </a:lnTo>
                  <a:lnTo>
                    <a:pt x="286387" y="50106"/>
                  </a:lnTo>
                  <a:lnTo>
                    <a:pt x="282605" y="46371"/>
                  </a:lnTo>
                  <a:lnTo>
                    <a:pt x="278705" y="42757"/>
                  </a:lnTo>
                  <a:lnTo>
                    <a:pt x="274693" y="39270"/>
                  </a:lnTo>
                  <a:lnTo>
                    <a:pt x="270572" y="35912"/>
                  </a:lnTo>
                  <a:lnTo>
                    <a:pt x="266347" y="32687"/>
                  </a:lnTo>
                  <a:lnTo>
                    <a:pt x="262020" y="29598"/>
                  </a:lnTo>
                  <a:lnTo>
                    <a:pt x="257598" y="26647"/>
                  </a:lnTo>
                  <a:lnTo>
                    <a:pt x="253085" y="23839"/>
                  </a:lnTo>
                  <a:lnTo>
                    <a:pt x="248484" y="21176"/>
                  </a:lnTo>
                  <a:lnTo>
                    <a:pt x="243801" y="18661"/>
                  </a:lnTo>
                  <a:lnTo>
                    <a:pt x="239040" y="16295"/>
                  </a:lnTo>
                  <a:lnTo>
                    <a:pt x="234207" y="14083"/>
                  </a:lnTo>
                  <a:lnTo>
                    <a:pt x="229305" y="12025"/>
                  </a:lnTo>
                  <a:lnTo>
                    <a:pt x="224341" y="10124"/>
                  </a:lnTo>
                  <a:lnTo>
                    <a:pt x="219319" y="8381"/>
                  </a:lnTo>
                  <a:lnTo>
                    <a:pt x="214243" y="6800"/>
                  </a:lnTo>
                  <a:lnTo>
                    <a:pt x="209120" y="5380"/>
                  </a:lnTo>
                  <a:lnTo>
                    <a:pt x="203955" y="4124"/>
                  </a:lnTo>
                  <a:lnTo>
                    <a:pt x="198752" y="3033"/>
                  </a:lnTo>
                  <a:lnTo>
                    <a:pt x="193518" y="2108"/>
                  </a:lnTo>
                  <a:lnTo>
                    <a:pt x="188256" y="1350"/>
                  </a:lnTo>
                  <a:lnTo>
                    <a:pt x="182973" y="760"/>
                  </a:lnTo>
                  <a:lnTo>
                    <a:pt x="177674" y="338"/>
                  </a:lnTo>
                  <a:lnTo>
                    <a:pt x="172364" y="84"/>
                  </a:lnTo>
                  <a:lnTo>
                    <a:pt x="167049" y="0"/>
                  </a:lnTo>
                  <a:lnTo>
                    <a:pt x="1670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22690" y="4659281"/>
              <a:ext cx="100544" cy="167167"/>
            </a:xfrm>
            <a:custGeom>
              <a:avLst/>
              <a:pathLst>
                <a:path w="100544" h="167167">
                  <a:moveTo>
                    <a:pt x="100544" y="0"/>
                  </a:moveTo>
                  <a:lnTo>
                    <a:pt x="94867" y="96"/>
                  </a:lnTo>
                  <a:lnTo>
                    <a:pt x="89197" y="385"/>
                  </a:lnTo>
                  <a:lnTo>
                    <a:pt x="83540" y="867"/>
                  </a:lnTo>
                  <a:lnTo>
                    <a:pt x="77903" y="1540"/>
                  </a:lnTo>
                  <a:lnTo>
                    <a:pt x="72291" y="2404"/>
                  </a:lnTo>
                  <a:lnTo>
                    <a:pt x="66713" y="3459"/>
                  </a:lnTo>
                  <a:lnTo>
                    <a:pt x="61173" y="4702"/>
                  </a:lnTo>
                  <a:lnTo>
                    <a:pt x="55679" y="6133"/>
                  </a:lnTo>
                  <a:lnTo>
                    <a:pt x="50236" y="7749"/>
                  </a:lnTo>
                  <a:lnTo>
                    <a:pt x="44852" y="9549"/>
                  </a:lnTo>
                  <a:lnTo>
                    <a:pt x="39531" y="11531"/>
                  </a:lnTo>
                  <a:lnTo>
                    <a:pt x="34281" y="13693"/>
                  </a:lnTo>
                  <a:lnTo>
                    <a:pt x="29108" y="16032"/>
                  </a:lnTo>
                  <a:lnTo>
                    <a:pt x="24017" y="18545"/>
                  </a:lnTo>
                  <a:lnTo>
                    <a:pt x="19014" y="21229"/>
                  </a:lnTo>
                  <a:lnTo>
                    <a:pt x="14105" y="24082"/>
                  </a:lnTo>
                  <a:lnTo>
                    <a:pt x="9296" y="27100"/>
                  </a:lnTo>
                  <a:lnTo>
                    <a:pt x="4593" y="30279"/>
                  </a:lnTo>
                  <a:lnTo>
                    <a:pt x="0" y="33616"/>
                  </a:lnTo>
                  <a:lnTo>
                    <a:pt x="1005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22690" y="4692898"/>
              <a:ext cx="100544" cy="133550"/>
            </a:xfrm>
            <a:custGeom>
              <a:avLst/>
              <a:pathLst>
                <a:path w="100544" h="133550">
                  <a:moveTo>
                    <a:pt x="0" y="0"/>
                  </a:moveTo>
                  <a:lnTo>
                    <a:pt x="100544" y="1335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22690" y="4692898"/>
              <a:ext cx="100544" cy="133550"/>
            </a:xfrm>
            <a:custGeom>
              <a:avLst/>
              <a:pathLst>
                <a:path w="100544" h="133550">
                  <a:moveTo>
                    <a:pt x="0" y="0"/>
                  </a:moveTo>
                  <a:lnTo>
                    <a:pt x="100544" y="1335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67" y="4692898"/>
              <a:ext cx="257002" cy="300713"/>
            </a:xfrm>
            <a:custGeom>
              <a:avLst/>
              <a:pathLst>
                <a:path w="257002" h="300713">
                  <a:moveTo>
                    <a:pt x="66623" y="0"/>
                  </a:moveTo>
                  <a:lnTo>
                    <a:pt x="62412" y="3276"/>
                  </a:lnTo>
                  <a:lnTo>
                    <a:pt x="58309" y="6684"/>
                  </a:lnTo>
                  <a:lnTo>
                    <a:pt x="54317" y="10222"/>
                  </a:lnTo>
                  <a:lnTo>
                    <a:pt x="50439" y="13886"/>
                  </a:lnTo>
                  <a:lnTo>
                    <a:pt x="46680" y="17671"/>
                  </a:lnTo>
                  <a:lnTo>
                    <a:pt x="43044" y="21575"/>
                  </a:lnTo>
                  <a:lnTo>
                    <a:pt x="39535" y="25592"/>
                  </a:lnTo>
                  <a:lnTo>
                    <a:pt x="36155" y="29719"/>
                  </a:lnTo>
                  <a:lnTo>
                    <a:pt x="32909" y="33952"/>
                  </a:lnTo>
                  <a:lnTo>
                    <a:pt x="29799" y="38287"/>
                  </a:lnTo>
                  <a:lnTo>
                    <a:pt x="26830" y="42719"/>
                  </a:lnTo>
                  <a:lnTo>
                    <a:pt x="24003" y="47243"/>
                  </a:lnTo>
                  <a:lnTo>
                    <a:pt x="21322" y="51854"/>
                  </a:lnTo>
                  <a:lnTo>
                    <a:pt x="18789" y="56550"/>
                  </a:lnTo>
                  <a:lnTo>
                    <a:pt x="16408" y="61323"/>
                  </a:lnTo>
                  <a:lnTo>
                    <a:pt x="14180" y="66170"/>
                  </a:lnTo>
                  <a:lnTo>
                    <a:pt x="12108" y="71086"/>
                  </a:lnTo>
                  <a:lnTo>
                    <a:pt x="10194" y="76065"/>
                  </a:lnTo>
                  <a:lnTo>
                    <a:pt x="8440" y="81103"/>
                  </a:lnTo>
                  <a:lnTo>
                    <a:pt x="6847" y="86194"/>
                  </a:lnTo>
                  <a:lnTo>
                    <a:pt x="5418" y="91334"/>
                  </a:lnTo>
                  <a:lnTo>
                    <a:pt x="4153" y="96516"/>
                  </a:lnTo>
                  <a:lnTo>
                    <a:pt x="3055" y="101736"/>
                  </a:lnTo>
                  <a:lnTo>
                    <a:pt x="2123" y="106989"/>
                  </a:lnTo>
                  <a:lnTo>
                    <a:pt x="1360" y="112268"/>
                  </a:lnTo>
                  <a:lnTo>
                    <a:pt x="765" y="117570"/>
                  </a:lnTo>
                  <a:lnTo>
                    <a:pt x="340" y="122887"/>
                  </a:lnTo>
                  <a:lnTo>
                    <a:pt x="85" y="128216"/>
                  </a:lnTo>
                  <a:lnTo>
                    <a:pt x="0" y="133550"/>
                  </a:lnTo>
                  <a:lnTo>
                    <a:pt x="85" y="138883"/>
                  </a:lnTo>
                  <a:lnTo>
                    <a:pt x="340" y="144212"/>
                  </a:lnTo>
                  <a:lnTo>
                    <a:pt x="765" y="149529"/>
                  </a:lnTo>
                  <a:lnTo>
                    <a:pt x="1360" y="154831"/>
                  </a:lnTo>
                  <a:lnTo>
                    <a:pt x="2123" y="160110"/>
                  </a:lnTo>
                  <a:lnTo>
                    <a:pt x="3054" y="165363"/>
                  </a:lnTo>
                  <a:lnTo>
                    <a:pt x="4153" y="170583"/>
                  </a:lnTo>
                  <a:lnTo>
                    <a:pt x="5418" y="175766"/>
                  </a:lnTo>
                  <a:lnTo>
                    <a:pt x="6847" y="180905"/>
                  </a:lnTo>
                  <a:lnTo>
                    <a:pt x="8440" y="185996"/>
                  </a:lnTo>
                  <a:lnTo>
                    <a:pt x="10194" y="191034"/>
                  </a:lnTo>
                  <a:lnTo>
                    <a:pt x="12108" y="196013"/>
                  </a:lnTo>
                  <a:lnTo>
                    <a:pt x="14180" y="200929"/>
                  </a:lnTo>
                  <a:lnTo>
                    <a:pt x="16408" y="205776"/>
                  </a:lnTo>
                  <a:lnTo>
                    <a:pt x="18789" y="210550"/>
                  </a:lnTo>
                  <a:lnTo>
                    <a:pt x="21321" y="215245"/>
                  </a:lnTo>
                  <a:lnTo>
                    <a:pt x="24002" y="219857"/>
                  </a:lnTo>
                  <a:lnTo>
                    <a:pt x="26829" y="224381"/>
                  </a:lnTo>
                  <a:lnTo>
                    <a:pt x="29799" y="228812"/>
                  </a:lnTo>
                  <a:lnTo>
                    <a:pt x="32908" y="233147"/>
                  </a:lnTo>
                  <a:lnTo>
                    <a:pt x="36154" y="237380"/>
                  </a:lnTo>
                  <a:lnTo>
                    <a:pt x="39534" y="241507"/>
                  </a:lnTo>
                  <a:lnTo>
                    <a:pt x="43044" y="245525"/>
                  </a:lnTo>
                  <a:lnTo>
                    <a:pt x="46680" y="249428"/>
                  </a:lnTo>
                  <a:lnTo>
                    <a:pt x="50438" y="253214"/>
                  </a:lnTo>
                  <a:lnTo>
                    <a:pt x="54316" y="256877"/>
                  </a:lnTo>
                  <a:lnTo>
                    <a:pt x="58308" y="260415"/>
                  </a:lnTo>
                  <a:lnTo>
                    <a:pt x="62412" y="263824"/>
                  </a:lnTo>
                  <a:lnTo>
                    <a:pt x="66622" y="267100"/>
                  </a:lnTo>
                  <a:lnTo>
                    <a:pt x="70934" y="270240"/>
                  </a:lnTo>
                  <a:lnTo>
                    <a:pt x="75344" y="273241"/>
                  </a:lnTo>
                  <a:lnTo>
                    <a:pt x="79848" y="276100"/>
                  </a:lnTo>
                  <a:lnTo>
                    <a:pt x="84441" y="278813"/>
                  </a:lnTo>
                  <a:lnTo>
                    <a:pt x="89118" y="281379"/>
                  </a:lnTo>
                  <a:lnTo>
                    <a:pt x="93875" y="283794"/>
                  </a:lnTo>
                  <a:lnTo>
                    <a:pt x="98706" y="286056"/>
                  </a:lnTo>
                  <a:lnTo>
                    <a:pt x="103607" y="288163"/>
                  </a:lnTo>
                  <a:lnTo>
                    <a:pt x="108572" y="290112"/>
                  </a:lnTo>
                  <a:lnTo>
                    <a:pt x="113598" y="291902"/>
                  </a:lnTo>
                  <a:lnTo>
                    <a:pt x="118678" y="293531"/>
                  </a:lnTo>
                  <a:lnTo>
                    <a:pt x="123807" y="294996"/>
                  </a:lnTo>
                  <a:lnTo>
                    <a:pt x="128980" y="296298"/>
                  </a:lnTo>
                  <a:lnTo>
                    <a:pt x="134192" y="297433"/>
                  </a:lnTo>
                  <a:lnTo>
                    <a:pt x="139438" y="298402"/>
                  </a:lnTo>
                  <a:lnTo>
                    <a:pt x="144712" y="299203"/>
                  </a:lnTo>
                  <a:lnTo>
                    <a:pt x="150009" y="299835"/>
                  </a:lnTo>
                  <a:lnTo>
                    <a:pt x="155324" y="300298"/>
                  </a:lnTo>
                  <a:lnTo>
                    <a:pt x="160650" y="300590"/>
                  </a:lnTo>
                  <a:lnTo>
                    <a:pt x="165983" y="300713"/>
                  </a:lnTo>
                  <a:lnTo>
                    <a:pt x="171318" y="300666"/>
                  </a:lnTo>
                  <a:lnTo>
                    <a:pt x="176648" y="300449"/>
                  </a:lnTo>
                  <a:lnTo>
                    <a:pt x="181968" y="300061"/>
                  </a:lnTo>
                  <a:lnTo>
                    <a:pt x="187274" y="299504"/>
                  </a:lnTo>
                  <a:lnTo>
                    <a:pt x="192558" y="298778"/>
                  </a:lnTo>
                  <a:lnTo>
                    <a:pt x="197817" y="297884"/>
                  </a:lnTo>
                  <a:lnTo>
                    <a:pt x="203045" y="296822"/>
                  </a:lnTo>
                  <a:lnTo>
                    <a:pt x="208237" y="295594"/>
                  </a:lnTo>
                  <a:lnTo>
                    <a:pt x="213386" y="294201"/>
                  </a:lnTo>
                  <a:lnTo>
                    <a:pt x="218488" y="292645"/>
                  </a:lnTo>
                  <a:lnTo>
                    <a:pt x="223539" y="290926"/>
                  </a:lnTo>
                  <a:lnTo>
                    <a:pt x="228531" y="289047"/>
                  </a:lnTo>
                  <a:lnTo>
                    <a:pt x="233462" y="287010"/>
                  </a:lnTo>
                  <a:lnTo>
                    <a:pt x="238324" y="284817"/>
                  </a:lnTo>
                  <a:lnTo>
                    <a:pt x="243115" y="282469"/>
                  </a:lnTo>
                  <a:lnTo>
                    <a:pt x="247827" y="279970"/>
                  </a:lnTo>
                  <a:lnTo>
                    <a:pt x="252458" y="277322"/>
                  </a:lnTo>
                  <a:lnTo>
                    <a:pt x="257002" y="274527"/>
                  </a:lnTo>
                  <a:lnTo>
                    <a:pt x="167167" y="1335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4" cy="308144"/>
            </a:xfrm>
            <a:custGeom>
              <a:avLst/>
              <a:pathLst>
                <a:path w="167164" h="308144">
                  <a:moveTo>
                    <a:pt x="89835" y="308144"/>
                  </a:moveTo>
                  <a:lnTo>
                    <a:pt x="94324" y="305181"/>
                  </a:lnTo>
                  <a:lnTo>
                    <a:pt x="98715" y="302075"/>
                  </a:lnTo>
                  <a:lnTo>
                    <a:pt x="103004" y="298829"/>
                  </a:lnTo>
                  <a:lnTo>
                    <a:pt x="107187" y="295447"/>
                  </a:lnTo>
                  <a:lnTo>
                    <a:pt x="111259" y="291932"/>
                  </a:lnTo>
                  <a:lnTo>
                    <a:pt x="115215" y="288288"/>
                  </a:lnTo>
                  <a:lnTo>
                    <a:pt x="119052" y="284519"/>
                  </a:lnTo>
                  <a:lnTo>
                    <a:pt x="122766" y="280628"/>
                  </a:lnTo>
                  <a:lnTo>
                    <a:pt x="126353" y="276619"/>
                  </a:lnTo>
                  <a:lnTo>
                    <a:pt x="129809" y="272497"/>
                  </a:lnTo>
                  <a:lnTo>
                    <a:pt x="133130" y="268267"/>
                  </a:lnTo>
                  <a:lnTo>
                    <a:pt x="136314" y="263931"/>
                  </a:lnTo>
                  <a:lnTo>
                    <a:pt x="139357" y="259495"/>
                  </a:lnTo>
                  <a:lnTo>
                    <a:pt x="142255" y="254964"/>
                  </a:lnTo>
                  <a:lnTo>
                    <a:pt x="145006" y="250342"/>
                  </a:lnTo>
                  <a:lnTo>
                    <a:pt x="147607" y="245634"/>
                  </a:lnTo>
                  <a:lnTo>
                    <a:pt x="150055" y="240844"/>
                  </a:lnTo>
                  <a:lnTo>
                    <a:pt x="152348" y="235978"/>
                  </a:lnTo>
                  <a:lnTo>
                    <a:pt x="154483" y="231041"/>
                  </a:lnTo>
                  <a:lnTo>
                    <a:pt x="156458" y="226038"/>
                  </a:lnTo>
                  <a:lnTo>
                    <a:pt x="158271" y="220974"/>
                  </a:lnTo>
                  <a:lnTo>
                    <a:pt x="159920" y="215854"/>
                  </a:lnTo>
                  <a:lnTo>
                    <a:pt x="161403" y="210684"/>
                  </a:lnTo>
                  <a:lnTo>
                    <a:pt x="162720" y="205469"/>
                  </a:lnTo>
                  <a:lnTo>
                    <a:pt x="163868" y="200214"/>
                  </a:lnTo>
                  <a:lnTo>
                    <a:pt x="164846" y="194925"/>
                  </a:lnTo>
                  <a:lnTo>
                    <a:pt x="165654" y="189607"/>
                  </a:lnTo>
                  <a:lnTo>
                    <a:pt x="166290" y="184266"/>
                  </a:lnTo>
                  <a:lnTo>
                    <a:pt x="166754" y="178907"/>
                  </a:lnTo>
                  <a:lnTo>
                    <a:pt x="167046" y="173536"/>
                  </a:lnTo>
                  <a:lnTo>
                    <a:pt x="167164" y="168158"/>
                  </a:lnTo>
                  <a:lnTo>
                    <a:pt x="167109" y="162779"/>
                  </a:lnTo>
                  <a:lnTo>
                    <a:pt x="166882" y="157405"/>
                  </a:lnTo>
                  <a:lnTo>
                    <a:pt x="166481" y="152041"/>
                  </a:lnTo>
                  <a:lnTo>
                    <a:pt x="165908" y="146693"/>
                  </a:lnTo>
                  <a:lnTo>
                    <a:pt x="165164" y="141366"/>
                  </a:lnTo>
                  <a:lnTo>
                    <a:pt x="164248" y="136066"/>
                  </a:lnTo>
                  <a:lnTo>
                    <a:pt x="163163" y="130797"/>
                  </a:lnTo>
                  <a:lnTo>
                    <a:pt x="161908" y="125567"/>
                  </a:lnTo>
                  <a:lnTo>
                    <a:pt x="160486" y="120379"/>
                  </a:lnTo>
                  <a:lnTo>
                    <a:pt x="158898" y="115240"/>
                  </a:lnTo>
                  <a:lnTo>
                    <a:pt x="157145" y="110155"/>
                  </a:lnTo>
                  <a:lnTo>
                    <a:pt x="155229" y="105129"/>
                  </a:lnTo>
                  <a:lnTo>
                    <a:pt x="153153" y="100167"/>
                  </a:lnTo>
                  <a:lnTo>
                    <a:pt x="150918" y="95274"/>
                  </a:lnTo>
                  <a:lnTo>
                    <a:pt x="148527" y="90456"/>
                  </a:lnTo>
                  <a:lnTo>
                    <a:pt x="145982" y="85717"/>
                  </a:lnTo>
                  <a:lnTo>
                    <a:pt x="143286" y="81063"/>
                  </a:lnTo>
                  <a:lnTo>
                    <a:pt x="140442" y="76497"/>
                  </a:lnTo>
                  <a:lnTo>
                    <a:pt x="137452" y="72026"/>
                  </a:lnTo>
                  <a:lnTo>
                    <a:pt x="134320" y="67653"/>
                  </a:lnTo>
                  <a:lnTo>
                    <a:pt x="131049" y="63383"/>
                  </a:lnTo>
                  <a:lnTo>
                    <a:pt x="127642" y="59221"/>
                  </a:lnTo>
                  <a:lnTo>
                    <a:pt x="124103" y="55170"/>
                  </a:lnTo>
                  <a:lnTo>
                    <a:pt x="120435" y="51235"/>
                  </a:lnTo>
                  <a:lnTo>
                    <a:pt x="116643" y="47421"/>
                  </a:lnTo>
                  <a:lnTo>
                    <a:pt x="112730" y="43730"/>
                  </a:lnTo>
                  <a:lnTo>
                    <a:pt x="108701" y="40167"/>
                  </a:lnTo>
                  <a:lnTo>
                    <a:pt x="104558" y="36735"/>
                  </a:lnTo>
                  <a:lnTo>
                    <a:pt x="100308" y="33439"/>
                  </a:lnTo>
                  <a:lnTo>
                    <a:pt x="95954" y="30281"/>
                  </a:lnTo>
                  <a:lnTo>
                    <a:pt x="91500" y="27265"/>
                  </a:lnTo>
                  <a:lnTo>
                    <a:pt x="86952" y="24393"/>
                  </a:lnTo>
                  <a:lnTo>
                    <a:pt x="82313" y="21670"/>
                  </a:lnTo>
                  <a:lnTo>
                    <a:pt x="77590" y="19097"/>
                  </a:lnTo>
                  <a:lnTo>
                    <a:pt x="72786" y="16677"/>
                  </a:lnTo>
                  <a:lnTo>
                    <a:pt x="67906" y="14414"/>
                  </a:lnTo>
                  <a:lnTo>
                    <a:pt x="62957" y="12308"/>
                  </a:lnTo>
                  <a:lnTo>
                    <a:pt x="57942" y="10363"/>
                  </a:lnTo>
                  <a:lnTo>
                    <a:pt x="52867" y="8580"/>
                  </a:lnTo>
                  <a:lnTo>
                    <a:pt x="47738" y="6961"/>
                  </a:lnTo>
                  <a:lnTo>
                    <a:pt x="42559" y="5508"/>
                  </a:lnTo>
                  <a:lnTo>
                    <a:pt x="37336" y="4222"/>
                  </a:lnTo>
                  <a:lnTo>
                    <a:pt x="32074" y="3105"/>
                  </a:lnTo>
                  <a:lnTo>
                    <a:pt x="26779" y="2158"/>
                  </a:lnTo>
                  <a:lnTo>
                    <a:pt x="21457" y="1382"/>
                  </a:lnTo>
                  <a:lnTo>
                    <a:pt x="16112" y="778"/>
                  </a:lnTo>
                  <a:lnTo>
                    <a:pt x="10750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7862" y="4213821"/>
              <a:ext cx="130609" cy="167167"/>
            </a:xfrm>
            <a:custGeom>
              <a:avLst/>
              <a:pathLst>
                <a:path w="130609" h="167167">
                  <a:moveTo>
                    <a:pt x="130609" y="0"/>
                  </a:moveTo>
                  <a:lnTo>
                    <a:pt x="125058" y="92"/>
                  </a:lnTo>
                  <a:lnTo>
                    <a:pt x="119513" y="368"/>
                  </a:lnTo>
                  <a:lnTo>
                    <a:pt x="113980" y="829"/>
                  </a:lnTo>
                  <a:lnTo>
                    <a:pt x="108466" y="1473"/>
                  </a:lnTo>
                  <a:lnTo>
                    <a:pt x="102976" y="2299"/>
                  </a:lnTo>
                  <a:lnTo>
                    <a:pt x="97516" y="3308"/>
                  </a:lnTo>
                  <a:lnTo>
                    <a:pt x="92093" y="4497"/>
                  </a:lnTo>
                  <a:lnTo>
                    <a:pt x="86712" y="5866"/>
                  </a:lnTo>
                  <a:lnTo>
                    <a:pt x="81380" y="7413"/>
                  </a:lnTo>
                  <a:lnTo>
                    <a:pt x="76102" y="9135"/>
                  </a:lnTo>
                  <a:lnTo>
                    <a:pt x="70885" y="11033"/>
                  </a:lnTo>
                  <a:lnTo>
                    <a:pt x="65733" y="13102"/>
                  </a:lnTo>
                  <a:lnTo>
                    <a:pt x="60652" y="15341"/>
                  </a:lnTo>
                  <a:lnTo>
                    <a:pt x="55649" y="17748"/>
                  </a:lnTo>
                  <a:lnTo>
                    <a:pt x="50729" y="20320"/>
                  </a:lnTo>
                  <a:lnTo>
                    <a:pt x="45896" y="23054"/>
                  </a:lnTo>
                  <a:lnTo>
                    <a:pt x="41158" y="25946"/>
                  </a:lnTo>
                  <a:lnTo>
                    <a:pt x="36517" y="28994"/>
                  </a:lnTo>
                  <a:lnTo>
                    <a:pt x="31981" y="32195"/>
                  </a:lnTo>
                  <a:lnTo>
                    <a:pt x="27553" y="35545"/>
                  </a:lnTo>
                  <a:lnTo>
                    <a:pt x="23239" y="39040"/>
                  </a:lnTo>
                  <a:lnTo>
                    <a:pt x="19044" y="42676"/>
                  </a:lnTo>
                  <a:lnTo>
                    <a:pt x="14971" y="46449"/>
                  </a:lnTo>
                  <a:lnTo>
                    <a:pt x="11026" y="50356"/>
                  </a:lnTo>
                  <a:lnTo>
                    <a:pt x="7213" y="54391"/>
                  </a:lnTo>
                  <a:lnTo>
                    <a:pt x="3536" y="58551"/>
                  </a:lnTo>
                  <a:lnTo>
                    <a:pt x="0" y="62831"/>
                  </a:lnTo>
                  <a:lnTo>
                    <a:pt x="13060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7862" y="4276652"/>
              <a:ext cx="130609" cy="104336"/>
            </a:xfrm>
            <a:custGeom>
              <a:avLst/>
              <a:pathLst>
                <a:path w="130609" h="104336">
                  <a:moveTo>
                    <a:pt x="0" y="0"/>
                  </a:moveTo>
                  <a:lnTo>
                    <a:pt x="130609" y="1043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7" y="4276652"/>
              <a:ext cx="334331" cy="271486"/>
            </a:xfrm>
            <a:custGeom>
              <a:avLst/>
              <a:pathLst>
                <a:path w="334331" h="271486">
                  <a:moveTo>
                    <a:pt x="36554" y="0"/>
                  </a:moveTo>
                  <a:lnTo>
                    <a:pt x="33301" y="4207"/>
                  </a:lnTo>
                  <a:lnTo>
                    <a:pt x="30184" y="8516"/>
                  </a:lnTo>
                  <a:lnTo>
                    <a:pt x="27205" y="12922"/>
                  </a:lnTo>
                  <a:lnTo>
                    <a:pt x="24368" y="17420"/>
                  </a:lnTo>
                  <a:lnTo>
                    <a:pt x="21676" y="22007"/>
                  </a:lnTo>
                  <a:lnTo>
                    <a:pt x="19130" y="26676"/>
                  </a:lnTo>
                  <a:lnTo>
                    <a:pt x="16735" y="31425"/>
                  </a:lnTo>
                  <a:lnTo>
                    <a:pt x="14492" y="36247"/>
                  </a:lnTo>
                  <a:lnTo>
                    <a:pt x="12403" y="41138"/>
                  </a:lnTo>
                  <a:lnTo>
                    <a:pt x="10471" y="46093"/>
                  </a:lnTo>
                  <a:lnTo>
                    <a:pt x="8698" y="51107"/>
                  </a:lnTo>
                  <a:lnTo>
                    <a:pt x="7085" y="56174"/>
                  </a:lnTo>
                  <a:lnTo>
                    <a:pt x="5634" y="61291"/>
                  </a:lnTo>
                  <a:lnTo>
                    <a:pt x="4346" y="66451"/>
                  </a:lnTo>
                  <a:lnTo>
                    <a:pt x="3223" y="71649"/>
                  </a:lnTo>
                  <a:lnTo>
                    <a:pt x="2266" y="76881"/>
                  </a:lnTo>
                  <a:lnTo>
                    <a:pt x="1477" y="82140"/>
                  </a:lnTo>
                  <a:lnTo>
                    <a:pt x="854" y="87422"/>
                  </a:lnTo>
                  <a:lnTo>
                    <a:pt x="401" y="92721"/>
                  </a:lnTo>
                  <a:lnTo>
                    <a:pt x="115" y="98032"/>
                  </a:lnTo>
                  <a:lnTo>
                    <a:pt x="0" y="103349"/>
                  </a:lnTo>
                  <a:lnTo>
                    <a:pt x="53" y="108667"/>
                  </a:lnTo>
                  <a:lnTo>
                    <a:pt x="275" y="113980"/>
                  </a:lnTo>
                  <a:lnTo>
                    <a:pt x="666" y="119284"/>
                  </a:lnTo>
                  <a:lnTo>
                    <a:pt x="1226" y="124573"/>
                  </a:lnTo>
                  <a:lnTo>
                    <a:pt x="1954" y="129841"/>
                  </a:lnTo>
                  <a:lnTo>
                    <a:pt x="2849" y="135084"/>
                  </a:lnTo>
                  <a:lnTo>
                    <a:pt x="3910" y="140295"/>
                  </a:lnTo>
                  <a:lnTo>
                    <a:pt x="5137" y="145470"/>
                  </a:lnTo>
                  <a:lnTo>
                    <a:pt x="6527" y="150604"/>
                  </a:lnTo>
                  <a:lnTo>
                    <a:pt x="8080" y="155690"/>
                  </a:lnTo>
                  <a:lnTo>
                    <a:pt x="9794" y="160725"/>
                  </a:lnTo>
                  <a:lnTo>
                    <a:pt x="11668" y="165702"/>
                  </a:lnTo>
                  <a:lnTo>
                    <a:pt x="13698" y="170617"/>
                  </a:lnTo>
                  <a:lnTo>
                    <a:pt x="15885" y="175466"/>
                  </a:lnTo>
                  <a:lnTo>
                    <a:pt x="18224" y="180242"/>
                  </a:lnTo>
                  <a:lnTo>
                    <a:pt x="20714" y="184941"/>
                  </a:lnTo>
                  <a:lnTo>
                    <a:pt x="23352" y="189559"/>
                  </a:lnTo>
                  <a:lnTo>
                    <a:pt x="26136" y="194091"/>
                  </a:lnTo>
                  <a:lnTo>
                    <a:pt x="29062" y="198531"/>
                  </a:lnTo>
                  <a:lnTo>
                    <a:pt x="32129" y="202877"/>
                  </a:lnTo>
                  <a:lnTo>
                    <a:pt x="35331" y="207122"/>
                  </a:lnTo>
                  <a:lnTo>
                    <a:pt x="38668" y="211264"/>
                  </a:lnTo>
                  <a:lnTo>
                    <a:pt x="42134" y="215297"/>
                  </a:lnTo>
                  <a:lnTo>
                    <a:pt x="45727" y="219218"/>
                  </a:lnTo>
                  <a:lnTo>
                    <a:pt x="49443" y="223023"/>
                  </a:lnTo>
                  <a:lnTo>
                    <a:pt x="53278" y="226708"/>
                  </a:lnTo>
                  <a:lnTo>
                    <a:pt x="57229" y="230269"/>
                  </a:lnTo>
                  <a:lnTo>
                    <a:pt x="61290" y="233702"/>
                  </a:lnTo>
                  <a:lnTo>
                    <a:pt x="65459" y="237004"/>
                  </a:lnTo>
                  <a:lnTo>
                    <a:pt x="69731" y="240173"/>
                  </a:lnTo>
                  <a:lnTo>
                    <a:pt x="74101" y="243203"/>
                  </a:lnTo>
                  <a:lnTo>
                    <a:pt x="78566" y="246093"/>
                  </a:lnTo>
                  <a:lnTo>
                    <a:pt x="83120" y="248840"/>
                  </a:lnTo>
                  <a:lnTo>
                    <a:pt x="87759" y="251440"/>
                  </a:lnTo>
                  <a:lnTo>
                    <a:pt x="92479" y="253892"/>
                  </a:lnTo>
                  <a:lnTo>
                    <a:pt x="97274" y="256192"/>
                  </a:lnTo>
                  <a:lnTo>
                    <a:pt x="102140" y="258338"/>
                  </a:lnTo>
                  <a:lnTo>
                    <a:pt x="107072" y="260329"/>
                  </a:lnTo>
                  <a:lnTo>
                    <a:pt x="112064" y="262161"/>
                  </a:lnTo>
                  <a:lnTo>
                    <a:pt x="117113" y="263834"/>
                  </a:lnTo>
                  <a:lnTo>
                    <a:pt x="122212" y="265346"/>
                  </a:lnTo>
                  <a:lnTo>
                    <a:pt x="127356" y="266694"/>
                  </a:lnTo>
                  <a:lnTo>
                    <a:pt x="132541" y="267878"/>
                  </a:lnTo>
                  <a:lnTo>
                    <a:pt x="137761" y="268897"/>
                  </a:lnTo>
                  <a:lnTo>
                    <a:pt x="143010" y="269749"/>
                  </a:lnTo>
                  <a:lnTo>
                    <a:pt x="148284" y="270433"/>
                  </a:lnTo>
                  <a:lnTo>
                    <a:pt x="153578" y="270950"/>
                  </a:lnTo>
                  <a:lnTo>
                    <a:pt x="158885" y="271298"/>
                  </a:lnTo>
                  <a:lnTo>
                    <a:pt x="164200" y="271477"/>
                  </a:lnTo>
                  <a:lnTo>
                    <a:pt x="169518" y="271486"/>
                  </a:lnTo>
                  <a:lnTo>
                    <a:pt x="174834" y="271327"/>
                  </a:lnTo>
                  <a:lnTo>
                    <a:pt x="180142" y="270998"/>
                  </a:lnTo>
                  <a:lnTo>
                    <a:pt x="185437" y="270501"/>
                  </a:lnTo>
                  <a:lnTo>
                    <a:pt x="190714" y="269836"/>
                  </a:lnTo>
                  <a:lnTo>
                    <a:pt x="195967" y="269003"/>
                  </a:lnTo>
                  <a:lnTo>
                    <a:pt x="201190" y="268003"/>
                  </a:lnTo>
                  <a:lnTo>
                    <a:pt x="206379" y="266838"/>
                  </a:lnTo>
                  <a:lnTo>
                    <a:pt x="211529" y="265509"/>
                  </a:lnTo>
                  <a:lnTo>
                    <a:pt x="216633" y="264016"/>
                  </a:lnTo>
                  <a:lnTo>
                    <a:pt x="221688" y="262361"/>
                  </a:lnTo>
                  <a:lnTo>
                    <a:pt x="226687" y="260547"/>
                  </a:lnTo>
                  <a:lnTo>
                    <a:pt x="231626" y="258574"/>
                  </a:lnTo>
                  <a:lnTo>
                    <a:pt x="236500" y="256446"/>
                  </a:lnTo>
                  <a:lnTo>
                    <a:pt x="241303" y="254163"/>
                  </a:lnTo>
                  <a:lnTo>
                    <a:pt x="246032" y="251729"/>
                  </a:lnTo>
                  <a:lnTo>
                    <a:pt x="250680" y="249146"/>
                  </a:lnTo>
                  <a:lnTo>
                    <a:pt x="255245" y="246416"/>
                  </a:lnTo>
                  <a:lnTo>
                    <a:pt x="259720" y="243542"/>
                  </a:lnTo>
                  <a:lnTo>
                    <a:pt x="264101" y="240527"/>
                  </a:lnTo>
                  <a:lnTo>
                    <a:pt x="268384" y="237375"/>
                  </a:lnTo>
                  <a:lnTo>
                    <a:pt x="272565" y="234088"/>
                  </a:lnTo>
                  <a:lnTo>
                    <a:pt x="276639" y="230669"/>
                  </a:lnTo>
                  <a:lnTo>
                    <a:pt x="280602" y="227123"/>
                  </a:lnTo>
                  <a:lnTo>
                    <a:pt x="284451" y="223452"/>
                  </a:lnTo>
                  <a:lnTo>
                    <a:pt x="288181" y="219661"/>
                  </a:lnTo>
                  <a:lnTo>
                    <a:pt x="291788" y="215753"/>
                  </a:lnTo>
                  <a:lnTo>
                    <a:pt x="295269" y="211732"/>
                  </a:lnTo>
                  <a:lnTo>
                    <a:pt x="298621" y="207603"/>
                  </a:lnTo>
                  <a:lnTo>
                    <a:pt x="301839" y="203369"/>
                  </a:lnTo>
                  <a:lnTo>
                    <a:pt x="304921" y="199035"/>
                  </a:lnTo>
                  <a:lnTo>
                    <a:pt x="307864" y="194605"/>
                  </a:lnTo>
                  <a:lnTo>
                    <a:pt x="310664" y="190083"/>
                  </a:lnTo>
                  <a:lnTo>
                    <a:pt x="313319" y="185475"/>
                  </a:lnTo>
                  <a:lnTo>
                    <a:pt x="315826" y="180785"/>
                  </a:lnTo>
                  <a:lnTo>
                    <a:pt x="318183" y="176017"/>
                  </a:lnTo>
                  <a:lnTo>
                    <a:pt x="320387" y="171177"/>
                  </a:lnTo>
                  <a:lnTo>
                    <a:pt x="322435" y="166269"/>
                  </a:lnTo>
                  <a:lnTo>
                    <a:pt x="324327" y="161299"/>
                  </a:lnTo>
                  <a:lnTo>
                    <a:pt x="326059" y="156270"/>
                  </a:lnTo>
                  <a:lnTo>
                    <a:pt x="327631" y="151190"/>
                  </a:lnTo>
                  <a:lnTo>
                    <a:pt x="329040" y="146061"/>
                  </a:lnTo>
                  <a:lnTo>
                    <a:pt x="330286" y="140891"/>
                  </a:lnTo>
                  <a:lnTo>
                    <a:pt x="331366" y="135683"/>
                  </a:lnTo>
                  <a:lnTo>
                    <a:pt x="332280" y="130444"/>
                  </a:lnTo>
                  <a:lnTo>
                    <a:pt x="333027" y="125179"/>
                  </a:lnTo>
                  <a:lnTo>
                    <a:pt x="333606" y="119892"/>
                  </a:lnTo>
                  <a:lnTo>
                    <a:pt x="334017" y="114590"/>
                  </a:lnTo>
                  <a:lnTo>
                    <a:pt x="334258" y="109277"/>
                  </a:lnTo>
                  <a:lnTo>
                    <a:pt x="334331" y="103959"/>
                  </a:lnTo>
                  <a:lnTo>
                    <a:pt x="334234" y="98641"/>
                  </a:lnTo>
                  <a:lnTo>
                    <a:pt x="333969" y="93330"/>
                  </a:lnTo>
                  <a:lnTo>
                    <a:pt x="333534" y="88029"/>
                  </a:lnTo>
                  <a:lnTo>
                    <a:pt x="332931" y="82745"/>
                  </a:lnTo>
                  <a:lnTo>
                    <a:pt x="332161" y="77483"/>
                  </a:lnTo>
                  <a:lnTo>
                    <a:pt x="167164" y="1043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4996" cy="167167"/>
            </a:xfrm>
            <a:custGeom>
              <a:avLst/>
              <a:pathLst>
                <a:path w="164996" h="167167">
                  <a:moveTo>
                    <a:pt x="164996" y="140314"/>
                  </a:moveTo>
                  <a:lnTo>
                    <a:pt x="164027" y="134921"/>
                  </a:lnTo>
                  <a:lnTo>
                    <a:pt x="162883" y="129563"/>
                  </a:lnTo>
                  <a:lnTo>
                    <a:pt x="161563" y="124245"/>
                  </a:lnTo>
                  <a:lnTo>
                    <a:pt x="160069" y="118974"/>
                  </a:lnTo>
                  <a:lnTo>
                    <a:pt x="158404" y="113754"/>
                  </a:lnTo>
                  <a:lnTo>
                    <a:pt x="156568" y="108591"/>
                  </a:lnTo>
                  <a:lnTo>
                    <a:pt x="154565" y="103491"/>
                  </a:lnTo>
                  <a:lnTo>
                    <a:pt x="152395" y="98460"/>
                  </a:lnTo>
                  <a:lnTo>
                    <a:pt x="150061" y="93503"/>
                  </a:lnTo>
                  <a:lnTo>
                    <a:pt x="147566" y="88624"/>
                  </a:lnTo>
                  <a:lnTo>
                    <a:pt x="144913" y="83830"/>
                  </a:lnTo>
                  <a:lnTo>
                    <a:pt x="142104" y="79126"/>
                  </a:lnTo>
                  <a:lnTo>
                    <a:pt x="139143" y="74516"/>
                  </a:lnTo>
                  <a:lnTo>
                    <a:pt x="136031" y="70006"/>
                  </a:lnTo>
                  <a:lnTo>
                    <a:pt x="132774" y="65600"/>
                  </a:lnTo>
                  <a:lnTo>
                    <a:pt x="129374" y="61303"/>
                  </a:lnTo>
                  <a:lnTo>
                    <a:pt x="125835" y="57120"/>
                  </a:lnTo>
                  <a:lnTo>
                    <a:pt x="122161" y="53055"/>
                  </a:lnTo>
                  <a:lnTo>
                    <a:pt x="118356" y="49113"/>
                  </a:lnTo>
                  <a:lnTo>
                    <a:pt x="114423" y="45298"/>
                  </a:lnTo>
                  <a:lnTo>
                    <a:pt x="110368" y="41613"/>
                  </a:lnTo>
                  <a:lnTo>
                    <a:pt x="106194" y="38064"/>
                  </a:lnTo>
                  <a:lnTo>
                    <a:pt x="101906" y="34653"/>
                  </a:lnTo>
                  <a:lnTo>
                    <a:pt x="97508" y="31384"/>
                  </a:lnTo>
                  <a:lnTo>
                    <a:pt x="93006" y="28262"/>
                  </a:lnTo>
                  <a:lnTo>
                    <a:pt x="88404" y="25288"/>
                  </a:lnTo>
                  <a:lnTo>
                    <a:pt x="83707" y="22467"/>
                  </a:lnTo>
                  <a:lnTo>
                    <a:pt x="78920" y="19801"/>
                  </a:lnTo>
                  <a:lnTo>
                    <a:pt x="74048" y="17294"/>
                  </a:lnTo>
                  <a:lnTo>
                    <a:pt x="69096" y="14948"/>
                  </a:lnTo>
                  <a:lnTo>
                    <a:pt x="64071" y="12765"/>
                  </a:lnTo>
                  <a:lnTo>
                    <a:pt x="58976" y="10749"/>
                  </a:lnTo>
                  <a:lnTo>
                    <a:pt x="53818" y="8900"/>
                  </a:lnTo>
                  <a:lnTo>
                    <a:pt x="48602" y="7221"/>
                  </a:lnTo>
                  <a:lnTo>
                    <a:pt x="43334" y="5714"/>
                  </a:lnTo>
                  <a:lnTo>
                    <a:pt x="38020" y="4381"/>
                  </a:lnTo>
                  <a:lnTo>
                    <a:pt x="32665" y="3222"/>
                  </a:lnTo>
                  <a:lnTo>
                    <a:pt x="27274" y="2240"/>
                  </a:lnTo>
                  <a:lnTo>
                    <a:pt x="21855" y="1434"/>
                  </a:lnTo>
                  <a:lnTo>
                    <a:pt x="16411" y="807"/>
                  </a:lnTo>
                  <a:lnTo>
                    <a:pt x="10951" y="359"/>
                  </a:lnTo>
                  <a:lnTo>
                    <a:pt x="547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2761" y="3707720"/>
              <a:ext cx="166249" cy="167167"/>
            </a:xfrm>
            <a:custGeom>
              <a:avLst/>
              <a:pathLst>
                <a:path w="166249" h="167167">
                  <a:moveTo>
                    <a:pt x="166249" y="0"/>
                  </a:moveTo>
                  <a:lnTo>
                    <a:pt x="160804" y="88"/>
                  </a:lnTo>
                  <a:lnTo>
                    <a:pt x="155365" y="354"/>
                  </a:lnTo>
                  <a:lnTo>
                    <a:pt x="149938" y="797"/>
                  </a:lnTo>
                  <a:lnTo>
                    <a:pt x="144528" y="1417"/>
                  </a:lnTo>
                  <a:lnTo>
                    <a:pt x="139140" y="2212"/>
                  </a:lnTo>
                  <a:lnTo>
                    <a:pt x="133782" y="3183"/>
                  </a:lnTo>
                  <a:lnTo>
                    <a:pt x="128458" y="4327"/>
                  </a:lnTo>
                  <a:lnTo>
                    <a:pt x="123174" y="5644"/>
                  </a:lnTo>
                  <a:lnTo>
                    <a:pt x="117936" y="7133"/>
                  </a:lnTo>
                  <a:lnTo>
                    <a:pt x="112749" y="8792"/>
                  </a:lnTo>
                  <a:lnTo>
                    <a:pt x="107619" y="10618"/>
                  </a:lnTo>
                  <a:lnTo>
                    <a:pt x="102552" y="12611"/>
                  </a:lnTo>
                  <a:lnTo>
                    <a:pt x="97551" y="14768"/>
                  </a:lnTo>
                  <a:lnTo>
                    <a:pt x="92624" y="17086"/>
                  </a:lnTo>
                  <a:lnTo>
                    <a:pt x="87775" y="19564"/>
                  </a:lnTo>
                  <a:lnTo>
                    <a:pt x="83009" y="22198"/>
                  </a:lnTo>
                  <a:lnTo>
                    <a:pt x="78331" y="24986"/>
                  </a:lnTo>
                  <a:lnTo>
                    <a:pt x="73747" y="27925"/>
                  </a:lnTo>
                  <a:lnTo>
                    <a:pt x="69261" y="31012"/>
                  </a:lnTo>
                  <a:lnTo>
                    <a:pt x="64877" y="34243"/>
                  </a:lnTo>
                  <a:lnTo>
                    <a:pt x="60602" y="37615"/>
                  </a:lnTo>
                  <a:lnTo>
                    <a:pt x="56438" y="41125"/>
                  </a:lnTo>
                  <a:lnTo>
                    <a:pt x="52391" y="44769"/>
                  </a:lnTo>
                  <a:lnTo>
                    <a:pt x="48465" y="48542"/>
                  </a:lnTo>
                  <a:lnTo>
                    <a:pt x="44664" y="52441"/>
                  </a:lnTo>
                  <a:lnTo>
                    <a:pt x="40991" y="56462"/>
                  </a:lnTo>
                  <a:lnTo>
                    <a:pt x="37452" y="60601"/>
                  </a:lnTo>
                  <a:lnTo>
                    <a:pt x="34050" y="64852"/>
                  </a:lnTo>
                  <a:lnTo>
                    <a:pt x="30787" y="69213"/>
                  </a:lnTo>
                  <a:lnTo>
                    <a:pt x="27669" y="73677"/>
                  </a:lnTo>
                  <a:lnTo>
                    <a:pt x="24697" y="78240"/>
                  </a:lnTo>
                  <a:lnTo>
                    <a:pt x="21876" y="82898"/>
                  </a:lnTo>
                  <a:lnTo>
                    <a:pt x="19208" y="87645"/>
                  </a:lnTo>
                  <a:lnTo>
                    <a:pt x="16695" y="92476"/>
                  </a:lnTo>
                  <a:lnTo>
                    <a:pt x="14342" y="97387"/>
                  </a:lnTo>
                  <a:lnTo>
                    <a:pt x="12150" y="102372"/>
                  </a:lnTo>
                  <a:lnTo>
                    <a:pt x="10121" y="107425"/>
                  </a:lnTo>
                  <a:lnTo>
                    <a:pt x="8258" y="112542"/>
                  </a:lnTo>
                  <a:lnTo>
                    <a:pt x="6563" y="117717"/>
                  </a:lnTo>
                  <a:lnTo>
                    <a:pt x="5037" y="122945"/>
                  </a:lnTo>
                  <a:lnTo>
                    <a:pt x="3682" y="128219"/>
                  </a:lnTo>
                  <a:lnTo>
                    <a:pt x="2500" y="133534"/>
                  </a:lnTo>
                  <a:lnTo>
                    <a:pt x="1491" y="138886"/>
                  </a:lnTo>
                  <a:lnTo>
                    <a:pt x="658" y="144267"/>
                  </a:lnTo>
                  <a:lnTo>
                    <a:pt x="0" y="149673"/>
                  </a:lnTo>
                  <a:lnTo>
                    <a:pt x="1662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1" y="3708707"/>
              <a:ext cx="334327" cy="333339"/>
            </a:xfrm>
            <a:custGeom>
              <a:avLst/>
              <a:pathLst>
                <a:path w="334327" h="333339">
                  <a:moveTo>
                    <a:pt x="910" y="148687"/>
                  </a:moveTo>
                  <a:lnTo>
                    <a:pt x="438" y="153984"/>
                  </a:lnTo>
                  <a:lnTo>
                    <a:pt x="134" y="159293"/>
                  </a:lnTo>
                  <a:lnTo>
                    <a:pt x="0" y="164609"/>
                  </a:lnTo>
                  <a:lnTo>
                    <a:pt x="34" y="169928"/>
                  </a:lnTo>
                  <a:lnTo>
                    <a:pt x="238" y="175242"/>
                  </a:lnTo>
                  <a:lnTo>
                    <a:pt x="611" y="180547"/>
                  </a:lnTo>
                  <a:lnTo>
                    <a:pt x="1152" y="185837"/>
                  </a:lnTo>
                  <a:lnTo>
                    <a:pt x="1861" y="191108"/>
                  </a:lnTo>
                  <a:lnTo>
                    <a:pt x="2738" y="196353"/>
                  </a:lnTo>
                  <a:lnTo>
                    <a:pt x="3781" y="201568"/>
                  </a:lnTo>
                  <a:lnTo>
                    <a:pt x="4989" y="206747"/>
                  </a:lnTo>
                  <a:lnTo>
                    <a:pt x="6361" y="211885"/>
                  </a:lnTo>
                  <a:lnTo>
                    <a:pt x="7897" y="216977"/>
                  </a:lnTo>
                  <a:lnTo>
                    <a:pt x="9593" y="222017"/>
                  </a:lnTo>
                  <a:lnTo>
                    <a:pt x="11449" y="227001"/>
                  </a:lnTo>
                  <a:lnTo>
                    <a:pt x="13462" y="231923"/>
                  </a:lnTo>
                  <a:lnTo>
                    <a:pt x="15631" y="236779"/>
                  </a:lnTo>
                  <a:lnTo>
                    <a:pt x="17954" y="241563"/>
                  </a:lnTo>
                  <a:lnTo>
                    <a:pt x="20427" y="246271"/>
                  </a:lnTo>
                  <a:lnTo>
                    <a:pt x="23049" y="250898"/>
                  </a:lnTo>
                  <a:lnTo>
                    <a:pt x="25817" y="255439"/>
                  </a:lnTo>
                  <a:lnTo>
                    <a:pt x="28727" y="259890"/>
                  </a:lnTo>
                  <a:lnTo>
                    <a:pt x="31778" y="264246"/>
                  </a:lnTo>
                  <a:lnTo>
                    <a:pt x="34966" y="268503"/>
                  </a:lnTo>
                  <a:lnTo>
                    <a:pt x="38288" y="272656"/>
                  </a:lnTo>
                  <a:lnTo>
                    <a:pt x="41740" y="276702"/>
                  </a:lnTo>
                  <a:lnTo>
                    <a:pt x="45319" y="280635"/>
                  </a:lnTo>
                  <a:lnTo>
                    <a:pt x="49021" y="284453"/>
                  </a:lnTo>
                  <a:lnTo>
                    <a:pt x="52843" y="288151"/>
                  </a:lnTo>
                  <a:lnTo>
                    <a:pt x="56781" y="291725"/>
                  </a:lnTo>
                  <a:lnTo>
                    <a:pt x="60830" y="295173"/>
                  </a:lnTo>
                  <a:lnTo>
                    <a:pt x="64987" y="298490"/>
                  </a:lnTo>
                  <a:lnTo>
                    <a:pt x="69247" y="301673"/>
                  </a:lnTo>
                  <a:lnTo>
                    <a:pt x="73607" y="304719"/>
                  </a:lnTo>
                  <a:lnTo>
                    <a:pt x="78061" y="307625"/>
                  </a:lnTo>
                  <a:lnTo>
                    <a:pt x="82605" y="310387"/>
                  </a:lnTo>
                  <a:lnTo>
                    <a:pt x="87235" y="313004"/>
                  </a:lnTo>
                  <a:lnTo>
                    <a:pt x="91946" y="315472"/>
                  </a:lnTo>
                  <a:lnTo>
                    <a:pt x="96733" y="317789"/>
                  </a:lnTo>
                  <a:lnTo>
                    <a:pt x="101591" y="319952"/>
                  </a:lnTo>
                  <a:lnTo>
                    <a:pt x="106516" y="321960"/>
                  </a:lnTo>
                  <a:lnTo>
                    <a:pt x="111501" y="323810"/>
                  </a:lnTo>
                  <a:lnTo>
                    <a:pt x="116544" y="325501"/>
                  </a:lnTo>
                  <a:lnTo>
                    <a:pt x="121637" y="327030"/>
                  </a:lnTo>
                  <a:lnTo>
                    <a:pt x="126777" y="328397"/>
                  </a:lnTo>
                  <a:lnTo>
                    <a:pt x="131957" y="329600"/>
                  </a:lnTo>
                  <a:lnTo>
                    <a:pt x="137173" y="330637"/>
                  </a:lnTo>
                  <a:lnTo>
                    <a:pt x="142420" y="331507"/>
                  </a:lnTo>
                  <a:lnTo>
                    <a:pt x="147691" y="332211"/>
                  </a:lnTo>
                  <a:lnTo>
                    <a:pt x="152982" y="332746"/>
                  </a:lnTo>
                  <a:lnTo>
                    <a:pt x="158288" y="333113"/>
                  </a:lnTo>
                  <a:lnTo>
                    <a:pt x="163602" y="333310"/>
                  </a:lnTo>
                  <a:lnTo>
                    <a:pt x="168920" y="333339"/>
                  </a:lnTo>
                  <a:lnTo>
                    <a:pt x="174236" y="333198"/>
                  </a:lnTo>
                  <a:lnTo>
                    <a:pt x="179545" y="332889"/>
                  </a:lnTo>
                  <a:lnTo>
                    <a:pt x="184842" y="332410"/>
                  </a:lnTo>
                  <a:lnTo>
                    <a:pt x="190121" y="331764"/>
                  </a:lnTo>
                  <a:lnTo>
                    <a:pt x="195376" y="330950"/>
                  </a:lnTo>
                  <a:lnTo>
                    <a:pt x="200603" y="329969"/>
                  </a:lnTo>
                  <a:lnTo>
                    <a:pt x="205796" y="328822"/>
                  </a:lnTo>
                  <a:lnTo>
                    <a:pt x="210950" y="327511"/>
                  </a:lnTo>
                  <a:lnTo>
                    <a:pt x="216060" y="326036"/>
                  </a:lnTo>
                  <a:lnTo>
                    <a:pt x="221120" y="324400"/>
                  </a:lnTo>
                  <a:lnTo>
                    <a:pt x="226125" y="322603"/>
                  </a:lnTo>
                  <a:lnTo>
                    <a:pt x="231071" y="320648"/>
                  </a:lnTo>
                  <a:lnTo>
                    <a:pt x="235952" y="318537"/>
                  </a:lnTo>
                  <a:lnTo>
                    <a:pt x="240764" y="316272"/>
                  </a:lnTo>
                  <a:lnTo>
                    <a:pt x="245501" y="313855"/>
                  </a:lnTo>
                  <a:lnTo>
                    <a:pt x="250159" y="311288"/>
                  </a:lnTo>
                  <a:lnTo>
                    <a:pt x="254732" y="308574"/>
                  </a:lnTo>
                  <a:lnTo>
                    <a:pt x="259217" y="305717"/>
                  </a:lnTo>
                  <a:lnTo>
                    <a:pt x="263609" y="302718"/>
                  </a:lnTo>
                  <a:lnTo>
                    <a:pt x="267904" y="299581"/>
                  </a:lnTo>
                  <a:lnTo>
                    <a:pt x="272096" y="296309"/>
                  </a:lnTo>
                  <a:lnTo>
                    <a:pt x="276182" y="292905"/>
                  </a:lnTo>
                  <a:lnTo>
                    <a:pt x="280158" y="289373"/>
                  </a:lnTo>
                  <a:lnTo>
                    <a:pt x="284019" y="285716"/>
                  </a:lnTo>
                  <a:lnTo>
                    <a:pt x="287763" y="281938"/>
                  </a:lnTo>
                  <a:lnTo>
                    <a:pt x="291384" y="278044"/>
                  </a:lnTo>
                  <a:lnTo>
                    <a:pt x="294879" y="274035"/>
                  </a:lnTo>
                  <a:lnTo>
                    <a:pt x="298245" y="269918"/>
                  </a:lnTo>
                  <a:lnTo>
                    <a:pt x="301479" y="265696"/>
                  </a:lnTo>
                  <a:lnTo>
                    <a:pt x="304576" y="261373"/>
                  </a:lnTo>
                  <a:lnTo>
                    <a:pt x="307535" y="256954"/>
                  </a:lnTo>
                  <a:lnTo>
                    <a:pt x="310351" y="252443"/>
                  </a:lnTo>
                  <a:lnTo>
                    <a:pt x="313023" y="247844"/>
                  </a:lnTo>
                  <a:lnTo>
                    <a:pt x="315546" y="243163"/>
                  </a:lnTo>
                  <a:lnTo>
                    <a:pt x="317920" y="238404"/>
                  </a:lnTo>
                  <a:lnTo>
                    <a:pt x="320141" y="233572"/>
                  </a:lnTo>
                  <a:lnTo>
                    <a:pt x="322207" y="228672"/>
                  </a:lnTo>
                  <a:lnTo>
                    <a:pt x="324117" y="223708"/>
                  </a:lnTo>
                  <a:lnTo>
                    <a:pt x="325867" y="218686"/>
                  </a:lnTo>
                  <a:lnTo>
                    <a:pt x="327457" y="213611"/>
                  </a:lnTo>
                  <a:lnTo>
                    <a:pt x="328885" y="208488"/>
                  </a:lnTo>
                  <a:lnTo>
                    <a:pt x="330149" y="203323"/>
                  </a:lnTo>
                  <a:lnTo>
                    <a:pt x="331248" y="198119"/>
                  </a:lnTo>
                  <a:lnTo>
                    <a:pt x="332180" y="192884"/>
                  </a:lnTo>
                  <a:lnTo>
                    <a:pt x="332946" y="187621"/>
                  </a:lnTo>
                  <a:lnTo>
                    <a:pt x="333544" y="182337"/>
                  </a:lnTo>
                  <a:lnTo>
                    <a:pt x="333974" y="177036"/>
                  </a:lnTo>
                  <a:lnTo>
                    <a:pt x="334235" y="171724"/>
                  </a:lnTo>
                  <a:lnTo>
                    <a:pt x="334327" y="166407"/>
                  </a:lnTo>
                  <a:lnTo>
                    <a:pt x="334249" y="161089"/>
                  </a:lnTo>
                  <a:lnTo>
                    <a:pt x="334003" y="155777"/>
                  </a:lnTo>
                  <a:lnTo>
                    <a:pt x="333588" y="150475"/>
                  </a:lnTo>
                  <a:lnTo>
                    <a:pt x="333004" y="145189"/>
                  </a:lnTo>
                  <a:lnTo>
                    <a:pt x="332252" y="139924"/>
                  </a:lnTo>
                  <a:lnTo>
                    <a:pt x="331333" y="134686"/>
                  </a:lnTo>
                  <a:lnTo>
                    <a:pt x="330248" y="129480"/>
                  </a:lnTo>
                  <a:lnTo>
                    <a:pt x="328999" y="124311"/>
                  </a:lnTo>
                  <a:lnTo>
                    <a:pt x="327585" y="119184"/>
                  </a:lnTo>
                  <a:lnTo>
                    <a:pt x="326009" y="114105"/>
                  </a:lnTo>
                  <a:lnTo>
                    <a:pt x="324272" y="109078"/>
                  </a:lnTo>
                  <a:lnTo>
                    <a:pt x="322376" y="104109"/>
                  </a:lnTo>
                  <a:lnTo>
                    <a:pt x="320323" y="99203"/>
                  </a:lnTo>
                  <a:lnTo>
                    <a:pt x="318115" y="94365"/>
                  </a:lnTo>
                  <a:lnTo>
                    <a:pt x="315754" y="89600"/>
                  </a:lnTo>
                  <a:lnTo>
                    <a:pt x="313243" y="84912"/>
                  </a:lnTo>
                  <a:lnTo>
                    <a:pt x="310584" y="80306"/>
                  </a:lnTo>
                  <a:lnTo>
                    <a:pt x="307780" y="75788"/>
                  </a:lnTo>
                  <a:lnTo>
                    <a:pt x="304833" y="71360"/>
                  </a:lnTo>
                  <a:lnTo>
                    <a:pt x="301747" y="67029"/>
                  </a:lnTo>
                  <a:lnTo>
                    <a:pt x="298525" y="62798"/>
                  </a:lnTo>
                  <a:lnTo>
                    <a:pt x="295170" y="58672"/>
                  </a:lnTo>
                  <a:lnTo>
                    <a:pt x="291686" y="54654"/>
                  </a:lnTo>
                  <a:lnTo>
                    <a:pt x="288075" y="50750"/>
                  </a:lnTo>
                  <a:lnTo>
                    <a:pt x="284342" y="46962"/>
                  </a:lnTo>
                  <a:lnTo>
                    <a:pt x="280491" y="43295"/>
                  </a:lnTo>
                  <a:lnTo>
                    <a:pt x="276525" y="39752"/>
                  </a:lnTo>
                  <a:lnTo>
                    <a:pt x="272448" y="36337"/>
                  </a:lnTo>
                  <a:lnTo>
                    <a:pt x="268264" y="33054"/>
                  </a:lnTo>
                  <a:lnTo>
                    <a:pt x="263978" y="29905"/>
                  </a:lnTo>
                  <a:lnTo>
                    <a:pt x="259594" y="26894"/>
                  </a:lnTo>
                  <a:lnTo>
                    <a:pt x="255117" y="24024"/>
                  </a:lnTo>
                  <a:lnTo>
                    <a:pt x="250551" y="21298"/>
                  </a:lnTo>
                  <a:lnTo>
                    <a:pt x="245900" y="18719"/>
                  </a:lnTo>
                  <a:lnTo>
                    <a:pt x="241169" y="16289"/>
                  </a:lnTo>
                  <a:lnTo>
                    <a:pt x="236364" y="14011"/>
                  </a:lnTo>
                  <a:lnTo>
                    <a:pt x="231489" y="11886"/>
                  </a:lnTo>
                  <a:lnTo>
                    <a:pt x="226548" y="9918"/>
                  </a:lnTo>
                  <a:lnTo>
                    <a:pt x="221547" y="8108"/>
                  </a:lnTo>
                  <a:lnTo>
                    <a:pt x="216492" y="6458"/>
                  </a:lnTo>
                  <a:lnTo>
                    <a:pt x="211386" y="4970"/>
                  </a:lnTo>
                  <a:lnTo>
                    <a:pt x="206236" y="3645"/>
                  </a:lnTo>
                  <a:lnTo>
                    <a:pt x="201046" y="2484"/>
                  </a:lnTo>
                  <a:lnTo>
                    <a:pt x="195822" y="1489"/>
                  </a:lnTo>
                  <a:lnTo>
                    <a:pt x="190569" y="660"/>
                  </a:lnTo>
                  <a:lnTo>
                    <a:pt x="185292" y="0"/>
                  </a:lnTo>
                  <a:lnTo>
                    <a:pt x="167160" y="1661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18132" cy="167167"/>
            </a:xfrm>
            <a:custGeom>
              <a:avLst/>
              <a:pathLst>
                <a:path w="18132" h="167167">
                  <a:moveTo>
                    <a:pt x="18132" y="986"/>
                  </a:moveTo>
                  <a:lnTo>
                    <a:pt x="9079" y="2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2025-06-05T21:52:50Z</dcterms:modified>
  <cp:category/>
</cp:coreProperties>
</file>