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15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15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24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56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56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55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96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21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48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15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15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37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56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15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44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191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91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184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15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548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157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71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15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70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15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70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15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191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55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84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38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55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54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191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24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37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96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24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44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06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198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66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87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15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324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56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198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66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178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15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37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55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21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48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43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15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24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56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48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43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97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56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556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296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60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44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41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15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24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56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15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24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37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56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556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96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7494" y="3170392"/>
              <a:ext cx="66284" cy="167167"/>
            </a:xfrm>
            <a:custGeom>
              <a:avLst/>
              <a:pathLst>
                <a:path w="66284" h="167167">
                  <a:moveTo>
                    <a:pt x="66284" y="0"/>
                  </a:moveTo>
                  <a:lnTo>
                    <a:pt x="60090" y="114"/>
                  </a:lnTo>
                  <a:lnTo>
                    <a:pt x="53903" y="459"/>
                  </a:lnTo>
                  <a:lnTo>
                    <a:pt x="47734" y="1032"/>
                  </a:lnTo>
                  <a:lnTo>
                    <a:pt x="41590" y="1833"/>
                  </a:lnTo>
                  <a:lnTo>
                    <a:pt x="35481" y="2862"/>
                  </a:lnTo>
                  <a:lnTo>
                    <a:pt x="29413" y="4116"/>
                  </a:lnTo>
                  <a:lnTo>
                    <a:pt x="23396" y="5595"/>
                  </a:lnTo>
                  <a:lnTo>
                    <a:pt x="17438" y="7295"/>
                  </a:lnTo>
                  <a:lnTo>
                    <a:pt x="11548" y="9215"/>
                  </a:lnTo>
                  <a:lnTo>
                    <a:pt x="5732" y="11352"/>
                  </a:lnTo>
                  <a:lnTo>
                    <a:pt x="0" y="13703"/>
                  </a:lnTo>
                  <a:lnTo>
                    <a:pt x="6628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17494" y="3184095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816617" y="3170417"/>
              <a:ext cx="334328" cy="334300"/>
            </a:xfrm>
            <a:custGeom>
              <a:avLst/>
              <a:pathLst>
                <a:path w="334328" h="334300">
                  <a:moveTo>
                    <a:pt x="100876" y="13678"/>
                  </a:moveTo>
                  <a:lnTo>
                    <a:pt x="96050" y="15854"/>
                  </a:lnTo>
                  <a:lnTo>
                    <a:pt x="91296" y="18181"/>
                  </a:lnTo>
                  <a:lnTo>
                    <a:pt x="86618" y="20658"/>
                  </a:lnTo>
                  <a:lnTo>
                    <a:pt x="82020" y="23281"/>
                  </a:lnTo>
                  <a:lnTo>
                    <a:pt x="77508" y="26049"/>
                  </a:lnTo>
                  <a:lnTo>
                    <a:pt x="73086" y="28958"/>
                  </a:lnTo>
                  <a:lnTo>
                    <a:pt x="68758" y="32006"/>
                  </a:lnTo>
                  <a:lnTo>
                    <a:pt x="64529" y="35189"/>
                  </a:lnTo>
                  <a:lnTo>
                    <a:pt x="60402" y="38505"/>
                  </a:lnTo>
                  <a:lnTo>
                    <a:pt x="56383" y="41949"/>
                  </a:lnTo>
                  <a:lnTo>
                    <a:pt x="52475" y="45520"/>
                  </a:lnTo>
                  <a:lnTo>
                    <a:pt x="48682" y="49212"/>
                  </a:lnTo>
                  <a:lnTo>
                    <a:pt x="45007" y="53022"/>
                  </a:lnTo>
                  <a:lnTo>
                    <a:pt x="41455" y="56947"/>
                  </a:lnTo>
                  <a:lnTo>
                    <a:pt x="38029" y="60982"/>
                  </a:lnTo>
                  <a:lnTo>
                    <a:pt x="34733" y="65124"/>
                  </a:lnTo>
                  <a:lnTo>
                    <a:pt x="31569" y="69368"/>
                  </a:lnTo>
                  <a:lnTo>
                    <a:pt x="28542" y="73710"/>
                  </a:lnTo>
                  <a:lnTo>
                    <a:pt x="25653" y="78145"/>
                  </a:lnTo>
                  <a:lnTo>
                    <a:pt x="22906" y="82670"/>
                  </a:lnTo>
                  <a:lnTo>
                    <a:pt x="20304" y="87280"/>
                  </a:lnTo>
                  <a:lnTo>
                    <a:pt x="17849" y="91969"/>
                  </a:lnTo>
                  <a:lnTo>
                    <a:pt x="15544" y="96735"/>
                  </a:lnTo>
                  <a:lnTo>
                    <a:pt x="13391" y="101570"/>
                  </a:lnTo>
                  <a:lnTo>
                    <a:pt x="11392" y="106472"/>
                  </a:lnTo>
                  <a:lnTo>
                    <a:pt x="9549" y="111434"/>
                  </a:lnTo>
                  <a:lnTo>
                    <a:pt x="7864" y="116452"/>
                  </a:lnTo>
                  <a:lnTo>
                    <a:pt x="6339" y="121521"/>
                  </a:lnTo>
                  <a:lnTo>
                    <a:pt x="4975" y="126636"/>
                  </a:lnTo>
                  <a:lnTo>
                    <a:pt x="3774" y="131791"/>
                  </a:lnTo>
                  <a:lnTo>
                    <a:pt x="2737" y="136982"/>
                  </a:lnTo>
                  <a:lnTo>
                    <a:pt x="1864" y="142203"/>
                  </a:lnTo>
                  <a:lnTo>
                    <a:pt x="1157" y="147449"/>
                  </a:lnTo>
                  <a:lnTo>
                    <a:pt x="617" y="152714"/>
                  </a:lnTo>
                  <a:lnTo>
                    <a:pt x="244" y="157995"/>
                  </a:lnTo>
                  <a:lnTo>
                    <a:pt x="38" y="163284"/>
                  </a:lnTo>
                  <a:lnTo>
                    <a:pt x="0" y="168577"/>
                  </a:lnTo>
                  <a:lnTo>
                    <a:pt x="129" y="173869"/>
                  </a:lnTo>
                  <a:lnTo>
                    <a:pt x="425" y="179154"/>
                  </a:lnTo>
                  <a:lnTo>
                    <a:pt x="889" y="184427"/>
                  </a:lnTo>
                  <a:lnTo>
                    <a:pt x="1520" y="189683"/>
                  </a:lnTo>
                  <a:lnTo>
                    <a:pt x="2317" y="194916"/>
                  </a:lnTo>
                  <a:lnTo>
                    <a:pt x="3279" y="200121"/>
                  </a:lnTo>
                  <a:lnTo>
                    <a:pt x="4405" y="205293"/>
                  </a:lnTo>
                  <a:lnTo>
                    <a:pt x="5694" y="210427"/>
                  </a:lnTo>
                  <a:lnTo>
                    <a:pt x="7146" y="215518"/>
                  </a:lnTo>
                  <a:lnTo>
                    <a:pt x="8758" y="220560"/>
                  </a:lnTo>
                  <a:lnTo>
                    <a:pt x="10528" y="225548"/>
                  </a:lnTo>
                  <a:lnTo>
                    <a:pt x="12456" y="230478"/>
                  </a:lnTo>
                  <a:lnTo>
                    <a:pt x="14539" y="235344"/>
                  </a:lnTo>
                  <a:lnTo>
                    <a:pt x="16775" y="240142"/>
                  </a:lnTo>
                  <a:lnTo>
                    <a:pt x="19161" y="244867"/>
                  </a:lnTo>
                  <a:lnTo>
                    <a:pt x="21697" y="249514"/>
                  </a:lnTo>
                  <a:lnTo>
                    <a:pt x="24377" y="254078"/>
                  </a:lnTo>
                  <a:lnTo>
                    <a:pt x="27202" y="258555"/>
                  </a:lnTo>
                  <a:lnTo>
                    <a:pt x="30166" y="262941"/>
                  </a:lnTo>
                  <a:lnTo>
                    <a:pt x="33268" y="267230"/>
                  </a:lnTo>
                  <a:lnTo>
                    <a:pt x="36504" y="271419"/>
                  </a:lnTo>
                  <a:lnTo>
                    <a:pt x="39871" y="275504"/>
                  </a:lnTo>
                  <a:lnTo>
                    <a:pt x="43365" y="279480"/>
                  </a:lnTo>
                  <a:lnTo>
                    <a:pt x="46984" y="283343"/>
                  </a:lnTo>
                  <a:lnTo>
                    <a:pt x="50724" y="287089"/>
                  </a:lnTo>
                  <a:lnTo>
                    <a:pt x="54580" y="290716"/>
                  </a:lnTo>
                  <a:lnTo>
                    <a:pt x="58549" y="294218"/>
                  </a:lnTo>
                  <a:lnTo>
                    <a:pt x="62626" y="297593"/>
                  </a:lnTo>
                  <a:lnTo>
                    <a:pt x="66809" y="300838"/>
                  </a:lnTo>
                  <a:lnTo>
                    <a:pt x="71092" y="303948"/>
                  </a:lnTo>
                  <a:lnTo>
                    <a:pt x="75472" y="306921"/>
                  </a:lnTo>
                  <a:lnTo>
                    <a:pt x="79943" y="309754"/>
                  </a:lnTo>
                  <a:lnTo>
                    <a:pt x="84502" y="312444"/>
                  </a:lnTo>
                  <a:lnTo>
                    <a:pt x="89144" y="314988"/>
                  </a:lnTo>
                  <a:lnTo>
                    <a:pt x="93864" y="317384"/>
                  </a:lnTo>
                  <a:lnTo>
                    <a:pt x="98658" y="319629"/>
                  </a:lnTo>
                  <a:lnTo>
                    <a:pt x="103520" y="321722"/>
                  </a:lnTo>
                  <a:lnTo>
                    <a:pt x="108446" y="323659"/>
                  </a:lnTo>
                  <a:lnTo>
                    <a:pt x="113431" y="325440"/>
                  </a:lnTo>
                  <a:lnTo>
                    <a:pt x="118470" y="327062"/>
                  </a:lnTo>
                  <a:lnTo>
                    <a:pt x="123558" y="328523"/>
                  </a:lnTo>
                  <a:lnTo>
                    <a:pt x="128689" y="329823"/>
                  </a:lnTo>
                  <a:lnTo>
                    <a:pt x="133859" y="330959"/>
                  </a:lnTo>
                  <a:lnTo>
                    <a:pt x="139062" y="331931"/>
                  </a:lnTo>
                  <a:lnTo>
                    <a:pt x="144294" y="332738"/>
                  </a:lnTo>
                  <a:lnTo>
                    <a:pt x="149548" y="333379"/>
                  </a:lnTo>
                  <a:lnTo>
                    <a:pt x="154820" y="333854"/>
                  </a:lnTo>
                  <a:lnTo>
                    <a:pt x="160105" y="334161"/>
                  </a:lnTo>
                  <a:lnTo>
                    <a:pt x="165396" y="334300"/>
                  </a:lnTo>
                  <a:lnTo>
                    <a:pt x="170690" y="334273"/>
                  </a:lnTo>
                  <a:lnTo>
                    <a:pt x="175979" y="334077"/>
                  </a:lnTo>
                  <a:lnTo>
                    <a:pt x="181260" y="333714"/>
                  </a:lnTo>
                  <a:lnTo>
                    <a:pt x="186527" y="333184"/>
                  </a:lnTo>
                  <a:lnTo>
                    <a:pt x="191774" y="332488"/>
                  </a:lnTo>
                  <a:lnTo>
                    <a:pt x="196997" y="331626"/>
                  </a:lnTo>
                  <a:lnTo>
                    <a:pt x="202190" y="330598"/>
                  </a:lnTo>
                  <a:lnTo>
                    <a:pt x="207348" y="329407"/>
                  </a:lnTo>
                  <a:lnTo>
                    <a:pt x="212465" y="328054"/>
                  </a:lnTo>
                  <a:lnTo>
                    <a:pt x="217537" y="326539"/>
                  </a:lnTo>
                  <a:lnTo>
                    <a:pt x="222558" y="324864"/>
                  </a:lnTo>
                  <a:lnTo>
                    <a:pt x="227524" y="323031"/>
                  </a:lnTo>
                  <a:lnTo>
                    <a:pt x="232430" y="321041"/>
                  </a:lnTo>
                  <a:lnTo>
                    <a:pt x="237269" y="318898"/>
                  </a:lnTo>
                  <a:lnTo>
                    <a:pt x="242039" y="316602"/>
                  </a:lnTo>
                  <a:lnTo>
                    <a:pt x="246734" y="314156"/>
                  </a:lnTo>
                  <a:lnTo>
                    <a:pt x="251348" y="311563"/>
                  </a:lnTo>
                  <a:lnTo>
                    <a:pt x="255879" y="308825"/>
                  </a:lnTo>
                  <a:lnTo>
                    <a:pt x="260320" y="305945"/>
                  </a:lnTo>
                  <a:lnTo>
                    <a:pt x="264668" y="302926"/>
                  </a:lnTo>
                  <a:lnTo>
                    <a:pt x="268918" y="299771"/>
                  </a:lnTo>
                  <a:lnTo>
                    <a:pt x="273066" y="296483"/>
                  </a:lnTo>
                  <a:lnTo>
                    <a:pt x="277108" y="293065"/>
                  </a:lnTo>
                  <a:lnTo>
                    <a:pt x="281040" y="289521"/>
                  </a:lnTo>
                  <a:lnTo>
                    <a:pt x="284858" y="285854"/>
                  </a:lnTo>
                  <a:lnTo>
                    <a:pt x="288557" y="282068"/>
                  </a:lnTo>
                  <a:lnTo>
                    <a:pt x="292135" y="278167"/>
                  </a:lnTo>
                  <a:lnTo>
                    <a:pt x="295587" y="274154"/>
                  </a:lnTo>
                  <a:lnTo>
                    <a:pt x="298911" y="270034"/>
                  </a:lnTo>
                  <a:lnTo>
                    <a:pt x="302103" y="265811"/>
                  </a:lnTo>
                  <a:lnTo>
                    <a:pt x="305159" y="261490"/>
                  </a:lnTo>
                  <a:lnTo>
                    <a:pt x="308077" y="257073"/>
                  </a:lnTo>
                  <a:lnTo>
                    <a:pt x="310854" y="252566"/>
                  </a:lnTo>
                  <a:lnTo>
                    <a:pt x="313486" y="247974"/>
                  </a:lnTo>
                  <a:lnTo>
                    <a:pt x="315972" y="243301"/>
                  </a:lnTo>
                  <a:lnTo>
                    <a:pt x="318309" y="238551"/>
                  </a:lnTo>
                  <a:lnTo>
                    <a:pt x="320494" y="233730"/>
                  </a:lnTo>
                  <a:lnTo>
                    <a:pt x="322525" y="228842"/>
                  </a:lnTo>
                  <a:lnTo>
                    <a:pt x="324401" y="223892"/>
                  </a:lnTo>
                  <a:lnTo>
                    <a:pt x="326119" y="218885"/>
                  </a:lnTo>
                  <a:lnTo>
                    <a:pt x="327677" y="213826"/>
                  </a:lnTo>
                  <a:lnTo>
                    <a:pt x="329075" y="208720"/>
                  </a:lnTo>
                  <a:lnTo>
                    <a:pt x="330310" y="203573"/>
                  </a:lnTo>
                  <a:lnTo>
                    <a:pt x="331382" y="198389"/>
                  </a:lnTo>
                  <a:lnTo>
                    <a:pt x="332289" y="193174"/>
                  </a:lnTo>
                  <a:lnTo>
                    <a:pt x="333030" y="187933"/>
                  </a:lnTo>
                  <a:lnTo>
                    <a:pt x="333605" y="182671"/>
                  </a:lnTo>
                  <a:lnTo>
                    <a:pt x="334014" y="177393"/>
                  </a:lnTo>
                  <a:lnTo>
                    <a:pt x="334255" y="172106"/>
                  </a:lnTo>
                  <a:lnTo>
                    <a:pt x="334328" y="166813"/>
                  </a:lnTo>
                  <a:lnTo>
                    <a:pt x="334234" y="161520"/>
                  </a:lnTo>
                  <a:lnTo>
                    <a:pt x="333972" y="156233"/>
                  </a:lnTo>
                  <a:lnTo>
                    <a:pt x="333543" y="150957"/>
                  </a:lnTo>
                  <a:lnTo>
                    <a:pt x="332947" y="145698"/>
                  </a:lnTo>
                  <a:lnTo>
                    <a:pt x="332185" y="140459"/>
                  </a:lnTo>
                  <a:lnTo>
                    <a:pt x="331257" y="135248"/>
                  </a:lnTo>
                  <a:lnTo>
                    <a:pt x="330165" y="130068"/>
                  </a:lnTo>
                  <a:lnTo>
                    <a:pt x="328910" y="124926"/>
                  </a:lnTo>
                  <a:lnTo>
                    <a:pt x="327492" y="119826"/>
                  </a:lnTo>
                  <a:lnTo>
                    <a:pt x="325914" y="114773"/>
                  </a:lnTo>
                  <a:lnTo>
                    <a:pt x="324176" y="109773"/>
                  </a:lnTo>
                  <a:lnTo>
                    <a:pt x="322281" y="104831"/>
                  </a:lnTo>
                  <a:lnTo>
                    <a:pt x="320230" y="99951"/>
                  </a:lnTo>
                  <a:lnTo>
                    <a:pt x="318026" y="95138"/>
                  </a:lnTo>
                  <a:lnTo>
                    <a:pt x="315671" y="90398"/>
                  </a:lnTo>
                  <a:lnTo>
                    <a:pt x="313166" y="85734"/>
                  </a:lnTo>
                  <a:lnTo>
                    <a:pt x="310516" y="81152"/>
                  </a:lnTo>
                  <a:lnTo>
                    <a:pt x="307721" y="76657"/>
                  </a:lnTo>
                  <a:lnTo>
                    <a:pt x="304786" y="72252"/>
                  </a:lnTo>
                  <a:lnTo>
                    <a:pt x="301713" y="67942"/>
                  </a:lnTo>
                  <a:lnTo>
                    <a:pt x="298504" y="63731"/>
                  </a:lnTo>
                  <a:lnTo>
                    <a:pt x="295164" y="59625"/>
                  </a:lnTo>
                  <a:lnTo>
                    <a:pt x="291696" y="55626"/>
                  </a:lnTo>
                  <a:lnTo>
                    <a:pt x="288103" y="51739"/>
                  </a:lnTo>
                  <a:lnTo>
                    <a:pt x="284389" y="47968"/>
                  </a:lnTo>
                  <a:lnTo>
                    <a:pt x="280557" y="44316"/>
                  </a:lnTo>
                  <a:lnTo>
                    <a:pt x="276611" y="40787"/>
                  </a:lnTo>
                  <a:lnTo>
                    <a:pt x="272555" y="37385"/>
                  </a:lnTo>
                  <a:lnTo>
                    <a:pt x="268394" y="34113"/>
                  </a:lnTo>
                  <a:lnTo>
                    <a:pt x="264132" y="30975"/>
                  </a:lnTo>
                  <a:lnTo>
                    <a:pt x="259772" y="27973"/>
                  </a:lnTo>
                  <a:lnTo>
                    <a:pt x="255319" y="25110"/>
                  </a:lnTo>
                  <a:lnTo>
                    <a:pt x="250778" y="22390"/>
                  </a:lnTo>
                  <a:lnTo>
                    <a:pt x="246153" y="19816"/>
                  </a:lnTo>
                  <a:lnTo>
                    <a:pt x="241449" y="17388"/>
                  </a:lnTo>
                  <a:lnTo>
                    <a:pt x="236670" y="15111"/>
                  </a:lnTo>
                  <a:lnTo>
                    <a:pt x="231822" y="12987"/>
                  </a:lnTo>
                  <a:lnTo>
                    <a:pt x="226909" y="11017"/>
                  </a:lnTo>
                  <a:lnTo>
                    <a:pt x="221936" y="9204"/>
                  </a:lnTo>
                  <a:lnTo>
                    <a:pt x="216908" y="7549"/>
                  </a:lnTo>
                  <a:lnTo>
                    <a:pt x="211830" y="6053"/>
                  </a:lnTo>
                  <a:lnTo>
                    <a:pt x="206707" y="4720"/>
                  </a:lnTo>
                  <a:lnTo>
                    <a:pt x="201545" y="3549"/>
                  </a:lnTo>
                  <a:lnTo>
                    <a:pt x="196348" y="2543"/>
                  </a:lnTo>
                  <a:lnTo>
                    <a:pt x="191122" y="1701"/>
                  </a:lnTo>
                  <a:lnTo>
                    <a:pt x="185872" y="1025"/>
                  </a:lnTo>
                  <a:lnTo>
                    <a:pt x="180603" y="516"/>
                  </a:lnTo>
                  <a:lnTo>
                    <a:pt x="175321" y="174"/>
                  </a:lnTo>
                  <a:lnTo>
                    <a:pt x="170030" y="0"/>
                  </a:lnTo>
                  <a:lnTo>
                    <a:pt x="167161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83779" y="3170392"/>
              <a:ext cx="2869" cy="167167"/>
            </a:xfrm>
            <a:custGeom>
              <a:avLst/>
              <a:pathLst>
                <a:path w="2869" h="167167">
                  <a:moveTo>
                    <a:pt x="2869" y="2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856" y="2633064"/>
              <a:ext cx="167154" cy="190764"/>
            </a:xfrm>
            <a:custGeom>
              <a:avLst/>
              <a:pathLst>
                <a:path w="167154" h="190764">
                  <a:moveTo>
                    <a:pt x="167154" y="0"/>
                  </a:moveTo>
                  <a:lnTo>
                    <a:pt x="161754" y="87"/>
                  </a:lnTo>
                  <a:lnTo>
                    <a:pt x="156359" y="348"/>
                  </a:lnTo>
                  <a:lnTo>
                    <a:pt x="150976" y="784"/>
                  </a:lnTo>
                  <a:lnTo>
                    <a:pt x="145610" y="1394"/>
                  </a:lnTo>
                  <a:lnTo>
                    <a:pt x="140266" y="2176"/>
                  </a:lnTo>
                  <a:lnTo>
                    <a:pt x="134950" y="3131"/>
                  </a:lnTo>
                  <a:lnTo>
                    <a:pt x="129667" y="4257"/>
                  </a:lnTo>
                  <a:lnTo>
                    <a:pt x="124424" y="5553"/>
                  </a:lnTo>
                  <a:lnTo>
                    <a:pt x="119226" y="7018"/>
                  </a:lnTo>
                  <a:lnTo>
                    <a:pt x="114077" y="8649"/>
                  </a:lnTo>
                  <a:lnTo>
                    <a:pt x="108984" y="10447"/>
                  </a:lnTo>
                  <a:lnTo>
                    <a:pt x="103952" y="12408"/>
                  </a:lnTo>
                  <a:lnTo>
                    <a:pt x="98985" y="14530"/>
                  </a:lnTo>
                  <a:lnTo>
                    <a:pt x="94090" y="16812"/>
                  </a:lnTo>
                  <a:lnTo>
                    <a:pt x="89271" y="19251"/>
                  </a:lnTo>
                  <a:lnTo>
                    <a:pt x="84534" y="21844"/>
                  </a:lnTo>
                  <a:lnTo>
                    <a:pt x="79882" y="24589"/>
                  </a:lnTo>
                  <a:lnTo>
                    <a:pt x="75322" y="27482"/>
                  </a:lnTo>
                  <a:lnTo>
                    <a:pt x="70857" y="30522"/>
                  </a:lnTo>
                  <a:lnTo>
                    <a:pt x="66493" y="33704"/>
                  </a:lnTo>
                  <a:lnTo>
                    <a:pt x="62234" y="37025"/>
                  </a:lnTo>
                  <a:lnTo>
                    <a:pt x="58085" y="40483"/>
                  </a:lnTo>
                  <a:lnTo>
                    <a:pt x="54050" y="44072"/>
                  </a:lnTo>
                  <a:lnTo>
                    <a:pt x="50132" y="47790"/>
                  </a:lnTo>
                  <a:lnTo>
                    <a:pt x="46337" y="51633"/>
                  </a:lnTo>
                  <a:lnTo>
                    <a:pt x="42668" y="55596"/>
                  </a:lnTo>
                  <a:lnTo>
                    <a:pt x="39128" y="59676"/>
                  </a:lnTo>
                  <a:lnTo>
                    <a:pt x="35723" y="63868"/>
                  </a:lnTo>
                  <a:lnTo>
                    <a:pt x="32454" y="68167"/>
                  </a:lnTo>
                  <a:lnTo>
                    <a:pt x="29327" y="72570"/>
                  </a:lnTo>
                  <a:lnTo>
                    <a:pt x="26343" y="77072"/>
                  </a:lnTo>
                  <a:lnTo>
                    <a:pt x="23506" y="81668"/>
                  </a:lnTo>
                  <a:lnTo>
                    <a:pt x="20819" y="86353"/>
                  </a:lnTo>
                  <a:lnTo>
                    <a:pt x="18284" y="91123"/>
                  </a:lnTo>
                  <a:lnTo>
                    <a:pt x="15905" y="95971"/>
                  </a:lnTo>
                  <a:lnTo>
                    <a:pt x="13684" y="100895"/>
                  </a:lnTo>
                  <a:lnTo>
                    <a:pt x="11624" y="105887"/>
                  </a:lnTo>
                  <a:lnTo>
                    <a:pt x="9725" y="110943"/>
                  </a:lnTo>
                  <a:lnTo>
                    <a:pt x="7991" y="116058"/>
                  </a:lnTo>
                  <a:lnTo>
                    <a:pt x="6423" y="121226"/>
                  </a:lnTo>
                  <a:lnTo>
                    <a:pt x="5023" y="126443"/>
                  </a:lnTo>
                  <a:lnTo>
                    <a:pt x="3792" y="131701"/>
                  </a:lnTo>
                  <a:lnTo>
                    <a:pt x="2732" y="136997"/>
                  </a:lnTo>
                  <a:lnTo>
                    <a:pt x="1843" y="142325"/>
                  </a:lnTo>
                  <a:lnTo>
                    <a:pt x="1127" y="147678"/>
                  </a:lnTo>
                  <a:lnTo>
                    <a:pt x="584" y="153051"/>
                  </a:lnTo>
                  <a:lnTo>
                    <a:pt x="215" y="158440"/>
                  </a:lnTo>
                  <a:lnTo>
                    <a:pt x="20" y="163837"/>
                  </a:lnTo>
                  <a:lnTo>
                    <a:pt x="0" y="169238"/>
                  </a:lnTo>
                  <a:lnTo>
                    <a:pt x="154" y="174637"/>
                  </a:lnTo>
                  <a:lnTo>
                    <a:pt x="482" y="180028"/>
                  </a:lnTo>
                  <a:lnTo>
                    <a:pt x="985" y="185405"/>
                  </a:lnTo>
                  <a:lnTo>
                    <a:pt x="1660" y="190764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3517" y="2800231"/>
              <a:ext cx="165493" cy="23596"/>
            </a:xfrm>
            <a:custGeom>
              <a:avLst/>
              <a:pathLst>
                <a:path w="165493" h="23596">
                  <a:moveTo>
                    <a:pt x="0" y="23596"/>
                  </a:moveTo>
                  <a:lnTo>
                    <a:pt x="16549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3517" y="2674666"/>
              <a:ext cx="332653" cy="292731"/>
            </a:xfrm>
            <a:custGeom>
              <a:avLst/>
              <a:pathLst>
                <a:path w="332653" h="292731">
                  <a:moveTo>
                    <a:pt x="0" y="149161"/>
                  </a:moveTo>
                  <a:lnTo>
                    <a:pt x="834" y="154414"/>
                  </a:lnTo>
                  <a:lnTo>
                    <a:pt x="1835" y="159637"/>
                  </a:lnTo>
                  <a:lnTo>
                    <a:pt x="3002" y="164826"/>
                  </a:lnTo>
                  <a:lnTo>
                    <a:pt x="4333" y="169975"/>
                  </a:lnTo>
                  <a:lnTo>
                    <a:pt x="5827" y="175079"/>
                  </a:lnTo>
                  <a:lnTo>
                    <a:pt x="7483" y="180133"/>
                  </a:lnTo>
                  <a:lnTo>
                    <a:pt x="9299" y="185132"/>
                  </a:lnTo>
                  <a:lnTo>
                    <a:pt x="11273" y="190070"/>
                  </a:lnTo>
                  <a:lnTo>
                    <a:pt x="13403" y="194943"/>
                  </a:lnTo>
                  <a:lnTo>
                    <a:pt x="15687" y="199746"/>
                  </a:lnTo>
                  <a:lnTo>
                    <a:pt x="18122" y="204474"/>
                  </a:lnTo>
                  <a:lnTo>
                    <a:pt x="20707" y="209122"/>
                  </a:lnTo>
                  <a:lnTo>
                    <a:pt x="23438" y="213686"/>
                  </a:lnTo>
                  <a:lnTo>
                    <a:pt x="26313" y="218160"/>
                  </a:lnTo>
                  <a:lnTo>
                    <a:pt x="29329" y="222541"/>
                  </a:lnTo>
                  <a:lnTo>
                    <a:pt x="32483" y="226823"/>
                  </a:lnTo>
                  <a:lnTo>
                    <a:pt x="35772" y="231003"/>
                  </a:lnTo>
                  <a:lnTo>
                    <a:pt x="39191" y="235076"/>
                  </a:lnTo>
                  <a:lnTo>
                    <a:pt x="42739" y="239038"/>
                  </a:lnTo>
                  <a:lnTo>
                    <a:pt x="46411" y="242886"/>
                  </a:lnTo>
                  <a:lnTo>
                    <a:pt x="50203" y="246615"/>
                  </a:lnTo>
                  <a:lnTo>
                    <a:pt x="54112" y="250221"/>
                  </a:lnTo>
                  <a:lnTo>
                    <a:pt x="58134" y="253701"/>
                  </a:lnTo>
                  <a:lnTo>
                    <a:pt x="62264" y="257051"/>
                  </a:lnTo>
                  <a:lnTo>
                    <a:pt x="66499" y="260268"/>
                  </a:lnTo>
                  <a:lnTo>
                    <a:pt x="70834" y="263349"/>
                  </a:lnTo>
                  <a:lnTo>
                    <a:pt x="75265" y="266291"/>
                  </a:lnTo>
                  <a:lnTo>
                    <a:pt x="79788" y="269090"/>
                  </a:lnTo>
                  <a:lnTo>
                    <a:pt x="84397" y="271743"/>
                  </a:lnTo>
                  <a:lnTo>
                    <a:pt x="89088" y="274249"/>
                  </a:lnTo>
                  <a:lnTo>
                    <a:pt x="93856" y="276604"/>
                  </a:lnTo>
                  <a:lnTo>
                    <a:pt x="98697" y="278807"/>
                  </a:lnTo>
                  <a:lnTo>
                    <a:pt x="103606" y="280854"/>
                  </a:lnTo>
                  <a:lnTo>
                    <a:pt x="108577" y="282744"/>
                  </a:lnTo>
                  <a:lnTo>
                    <a:pt x="113606" y="284475"/>
                  </a:lnTo>
                  <a:lnTo>
                    <a:pt x="118687" y="286045"/>
                  </a:lnTo>
                  <a:lnTo>
                    <a:pt x="123816" y="287453"/>
                  </a:lnTo>
                  <a:lnTo>
                    <a:pt x="128986" y="288697"/>
                  </a:lnTo>
                  <a:lnTo>
                    <a:pt x="134194" y="289776"/>
                  </a:lnTo>
                  <a:lnTo>
                    <a:pt x="139434" y="290688"/>
                  </a:lnTo>
                  <a:lnTo>
                    <a:pt x="144700" y="291433"/>
                  </a:lnTo>
                  <a:lnTo>
                    <a:pt x="149987" y="292011"/>
                  </a:lnTo>
                  <a:lnTo>
                    <a:pt x="155289" y="292420"/>
                  </a:lnTo>
                  <a:lnTo>
                    <a:pt x="160602" y="292660"/>
                  </a:lnTo>
                  <a:lnTo>
                    <a:pt x="165920" y="292731"/>
                  </a:lnTo>
                  <a:lnTo>
                    <a:pt x="171238" y="292633"/>
                  </a:lnTo>
                  <a:lnTo>
                    <a:pt x="176549" y="292366"/>
                  </a:lnTo>
                  <a:lnTo>
                    <a:pt x="181850" y="291930"/>
                  </a:lnTo>
                  <a:lnTo>
                    <a:pt x="187134" y="291325"/>
                  </a:lnTo>
                  <a:lnTo>
                    <a:pt x="192396" y="290553"/>
                  </a:lnTo>
                  <a:lnTo>
                    <a:pt x="197630" y="289614"/>
                  </a:lnTo>
                  <a:lnTo>
                    <a:pt x="202833" y="288508"/>
                  </a:lnTo>
                  <a:lnTo>
                    <a:pt x="207997" y="287238"/>
                  </a:lnTo>
                  <a:lnTo>
                    <a:pt x="213118" y="285804"/>
                  </a:lnTo>
                  <a:lnTo>
                    <a:pt x="218192" y="284208"/>
                  </a:lnTo>
                  <a:lnTo>
                    <a:pt x="223212" y="282451"/>
                  </a:lnTo>
                  <a:lnTo>
                    <a:pt x="228173" y="280536"/>
                  </a:lnTo>
                  <a:lnTo>
                    <a:pt x="233071" y="278464"/>
                  </a:lnTo>
                  <a:lnTo>
                    <a:pt x="237901" y="276236"/>
                  </a:lnTo>
                  <a:lnTo>
                    <a:pt x="242657" y="273857"/>
                  </a:lnTo>
                  <a:lnTo>
                    <a:pt x="247335" y="271327"/>
                  </a:lnTo>
                  <a:lnTo>
                    <a:pt x="251931" y="268650"/>
                  </a:lnTo>
                  <a:lnTo>
                    <a:pt x="256439" y="265828"/>
                  </a:lnTo>
                  <a:lnTo>
                    <a:pt x="260854" y="262864"/>
                  </a:lnTo>
                  <a:lnTo>
                    <a:pt x="265174" y="259761"/>
                  </a:lnTo>
                  <a:lnTo>
                    <a:pt x="269392" y="256522"/>
                  </a:lnTo>
                  <a:lnTo>
                    <a:pt x="273505" y="253151"/>
                  </a:lnTo>
                  <a:lnTo>
                    <a:pt x="277509" y="249650"/>
                  </a:lnTo>
                  <a:lnTo>
                    <a:pt x="281400" y="246024"/>
                  </a:lnTo>
                  <a:lnTo>
                    <a:pt x="285173" y="242276"/>
                  </a:lnTo>
                  <a:lnTo>
                    <a:pt x="288825" y="238410"/>
                  </a:lnTo>
                  <a:lnTo>
                    <a:pt x="292353" y="234429"/>
                  </a:lnTo>
                  <a:lnTo>
                    <a:pt x="295751" y="230339"/>
                  </a:lnTo>
                  <a:lnTo>
                    <a:pt x="299019" y="226142"/>
                  </a:lnTo>
                  <a:lnTo>
                    <a:pt x="302150" y="221844"/>
                  </a:lnTo>
                  <a:lnTo>
                    <a:pt x="305144" y="217448"/>
                  </a:lnTo>
                  <a:lnTo>
                    <a:pt x="307996" y="212959"/>
                  </a:lnTo>
                  <a:lnTo>
                    <a:pt x="310704" y="208382"/>
                  </a:lnTo>
                  <a:lnTo>
                    <a:pt x="313265" y="203721"/>
                  </a:lnTo>
                  <a:lnTo>
                    <a:pt x="315677" y="198980"/>
                  </a:lnTo>
                  <a:lnTo>
                    <a:pt x="317936" y="194166"/>
                  </a:lnTo>
                  <a:lnTo>
                    <a:pt x="320041" y="189282"/>
                  </a:lnTo>
                  <a:lnTo>
                    <a:pt x="321990" y="184333"/>
                  </a:lnTo>
                  <a:lnTo>
                    <a:pt x="323780" y="179325"/>
                  </a:lnTo>
                  <a:lnTo>
                    <a:pt x="325410" y="174263"/>
                  </a:lnTo>
                  <a:lnTo>
                    <a:pt x="326878" y="169151"/>
                  </a:lnTo>
                  <a:lnTo>
                    <a:pt x="328183" y="163995"/>
                  </a:lnTo>
                  <a:lnTo>
                    <a:pt x="329323" y="158801"/>
                  </a:lnTo>
                  <a:lnTo>
                    <a:pt x="330298" y="153572"/>
                  </a:lnTo>
                  <a:lnTo>
                    <a:pt x="331105" y="148315"/>
                  </a:lnTo>
                  <a:lnTo>
                    <a:pt x="331745" y="143036"/>
                  </a:lnTo>
                  <a:lnTo>
                    <a:pt x="332217" y="137738"/>
                  </a:lnTo>
                  <a:lnTo>
                    <a:pt x="332520" y="132429"/>
                  </a:lnTo>
                  <a:lnTo>
                    <a:pt x="332653" y="127112"/>
                  </a:lnTo>
                  <a:lnTo>
                    <a:pt x="332618" y="121794"/>
                  </a:lnTo>
                  <a:lnTo>
                    <a:pt x="332414" y="116479"/>
                  </a:lnTo>
                  <a:lnTo>
                    <a:pt x="332040" y="111174"/>
                  </a:lnTo>
                  <a:lnTo>
                    <a:pt x="331498" y="105883"/>
                  </a:lnTo>
                  <a:lnTo>
                    <a:pt x="330788" y="100612"/>
                  </a:lnTo>
                  <a:lnTo>
                    <a:pt x="329911" y="95367"/>
                  </a:lnTo>
                  <a:lnTo>
                    <a:pt x="328867" y="90152"/>
                  </a:lnTo>
                  <a:lnTo>
                    <a:pt x="327658" y="84973"/>
                  </a:lnTo>
                  <a:lnTo>
                    <a:pt x="326284" y="79835"/>
                  </a:lnTo>
                  <a:lnTo>
                    <a:pt x="324748" y="74743"/>
                  </a:lnTo>
                  <a:lnTo>
                    <a:pt x="323051" y="69703"/>
                  </a:lnTo>
                  <a:lnTo>
                    <a:pt x="321194" y="64719"/>
                  </a:lnTo>
                  <a:lnTo>
                    <a:pt x="319180" y="59797"/>
                  </a:lnTo>
                  <a:lnTo>
                    <a:pt x="317010" y="54941"/>
                  </a:lnTo>
                  <a:lnTo>
                    <a:pt x="314687" y="50157"/>
                  </a:lnTo>
                  <a:lnTo>
                    <a:pt x="312213" y="45449"/>
                  </a:lnTo>
                  <a:lnTo>
                    <a:pt x="309590" y="40823"/>
                  </a:lnTo>
                  <a:lnTo>
                    <a:pt x="306821" y="36282"/>
                  </a:lnTo>
                  <a:lnTo>
                    <a:pt x="303909" y="31831"/>
                  </a:lnTo>
                  <a:lnTo>
                    <a:pt x="300858" y="27476"/>
                  </a:lnTo>
                  <a:lnTo>
                    <a:pt x="297669" y="23219"/>
                  </a:lnTo>
                  <a:lnTo>
                    <a:pt x="294346" y="19066"/>
                  </a:lnTo>
                  <a:lnTo>
                    <a:pt x="290893" y="15021"/>
                  </a:lnTo>
                  <a:lnTo>
                    <a:pt x="287314" y="11088"/>
                  </a:lnTo>
                  <a:lnTo>
                    <a:pt x="283610" y="7271"/>
                  </a:lnTo>
                  <a:lnTo>
                    <a:pt x="279788" y="3574"/>
                  </a:lnTo>
                  <a:lnTo>
                    <a:pt x="275849" y="0"/>
                  </a:lnTo>
                  <a:lnTo>
                    <a:pt x="165493" y="1255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919011" y="2633064"/>
              <a:ext cx="110355" cy="167167"/>
            </a:xfrm>
            <a:custGeom>
              <a:avLst/>
              <a:pathLst>
                <a:path w="110355" h="167167">
                  <a:moveTo>
                    <a:pt x="110355" y="41602"/>
                  </a:moveTo>
                  <a:lnTo>
                    <a:pt x="105980" y="37888"/>
                  </a:lnTo>
                  <a:lnTo>
                    <a:pt x="101480" y="34326"/>
                  </a:lnTo>
                  <a:lnTo>
                    <a:pt x="96860" y="30921"/>
                  </a:lnTo>
                  <a:lnTo>
                    <a:pt x="92126" y="27676"/>
                  </a:lnTo>
                  <a:lnTo>
                    <a:pt x="87283" y="24596"/>
                  </a:lnTo>
                  <a:lnTo>
                    <a:pt x="82338" y="21684"/>
                  </a:lnTo>
                  <a:lnTo>
                    <a:pt x="77295" y="18943"/>
                  </a:lnTo>
                  <a:lnTo>
                    <a:pt x="72161" y="16377"/>
                  </a:lnTo>
                  <a:lnTo>
                    <a:pt x="66942" y="13989"/>
                  </a:lnTo>
                  <a:lnTo>
                    <a:pt x="61645" y="11781"/>
                  </a:lnTo>
                  <a:lnTo>
                    <a:pt x="56274" y="9756"/>
                  </a:lnTo>
                  <a:lnTo>
                    <a:pt x="50838" y="7917"/>
                  </a:lnTo>
                  <a:lnTo>
                    <a:pt x="45341" y="6266"/>
                  </a:lnTo>
                  <a:lnTo>
                    <a:pt x="39791" y="4804"/>
                  </a:lnTo>
                  <a:lnTo>
                    <a:pt x="34194" y="3534"/>
                  </a:lnTo>
                  <a:lnTo>
                    <a:pt x="28557" y="2457"/>
                  </a:lnTo>
                  <a:lnTo>
                    <a:pt x="22886" y="1574"/>
                  </a:lnTo>
                  <a:lnTo>
                    <a:pt x="17188" y="886"/>
                  </a:lnTo>
                  <a:lnTo>
                    <a:pt x="11470" y="393"/>
                  </a:lnTo>
                  <a:lnTo>
                    <a:pt x="573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73550" y="2126963"/>
              <a:ext cx="54921" cy="167167"/>
            </a:xfrm>
            <a:custGeom>
              <a:avLst/>
              <a:pathLst>
                <a:path w="54921" h="167167">
                  <a:moveTo>
                    <a:pt x="54921" y="0"/>
                  </a:moveTo>
                  <a:lnTo>
                    <a:pt x="48705" y="115"/>
                  </a:lnTo>
                  <a:lnTo>
                    <a:pt x="42497" y="462"/>
                  </a:lnTo>
                  <a:lnTo>
                    <a:pt x="36306" y="1039"/>
                  </a:lnTo>
                  <a:lnTo>
                    <a:pt x="30141" y="1846"/>
                  </a:lnTo>
                  <a:lnTo>
                    <a:pt x="24011" y="2882"/>
                  </a:lnTo>
                  <a:lnTo>
                    <a:pt x="17923" y="4145"/>
                  </a:lnTo>
                  <a:lnTo>
                    <a:pt x="11886" y="5634"/>
                  </a:lnTo>
                  <a:lnTo>
                    <a:pt x="5909" y="7346"/>
                  </a:lnTo>
                  <a:lnTo>
                    <a:pt x="0" y="9279"/>
                  </a:lnTo>
                  <a:lnTo>
                    <a:pt x="5492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561323" y="2136243"/>
              <a:ext cx="206940" cy="325034"/>
            </a:xfrm>
            <a:custGeom>
              <a:avLst/>
              <a:pathLst>
                <a:path w="206940" h="325034">
                  <a:moveTo>
                    <a:pt x="112227" y="0"/>
                  </a:moveTo>
                  <a:lnTo>
                    <a:pt x="107192" y="1842"/>
                  </a:lnTo>
                  <a:lnTo>
                    <a:pt x="102218" y="3845"/>
                  </a:lnTo>
                  <a:lnTo>
                    <a:pt x="97311" y="6007"/>
                  </a:lnTo>
                  <a:lnTo>
                    <a:pt x="92476" y="8324"/>
                  </a:lnTo>
                  <a:lnTo>
                    <a:pt x="87718" y="10796"/>
                  </a:lnTo>
                  <a:lnTo>
                    <a:pt x="83042" y="13419"/>
                  </a:lnTo>
                  <a:lnTo>
                    <a:pt x="78452" y="16191"/>
                  </a:lnTo>
                  <a:lnTo>
                    <a:pt x="73954" y="19108"/>
                  </a:lnTo>
                  <a:lnTo>
                    <a:pt x="69551" y="22168"/>
                  </a:lnTo>
                  <a:lnTo>
                    <a:pt x="65249" y="25368"/>
                  </a:lnTo>
                  <a:lnTo>
                    <a:pt x="61051" y="28704"/>
                  </a:lnTo>
                  <a:lnTo>
                    <a:pt x="56963" y="32173"/>
                  </a:lnTo>
                  <a:lnTo>
                    <a:pt x="52988" y="35771"/>
                  </a:lnTo>
                  <a:lnTo>
                    <a:pt x="49130" y="39495"/>
                  </a:lnTo>
                  <a:lnTo>
                    <a:pt x="45394" y="43341"/>
                  </a:lnTo>
                  <a:lnTo>
                    <a:pt x="41783" y="47305"/>
                  </a:lnTo>
                  <a:lnTo>
                    <a:pt x="38301" y="51382"/>
                  </a:lnTo>
                  <a:lnTo>
                    <a:pt x="34952" y="55569"/>
                  </a:lnTo>
                  <a:lnTo>
                    <a:pt x="31739" y="59861"/>
                  </a:lnTo>
                  <a:lnTo>
                    <a:pt x="28665" y="64254"/>
                  </a:lnTo>
                  <a:lnTo>
                    <a:pt x="25733" y="68743"/>
                  </a:lnTo>
                  <a:lnTo>
                    <a:pt x="22947" y="73325"/>
                  </a:lnTo>
                  <a:lnTo>
                    <a:pt x="20309" y="77993"/>
                  </a:lnTo>
                  <a:lnTo>
                    <a:pt x="17822" y="82743"/>
                  </a:lnTo>
                  <a:lnTo>
                    <a:pt x="15489" y="87570"/>
                  </a:lnTo>
                  <a:lnTo>
                    <a:pt x="13312" y="92470"/>
                  </a:lnTo>
                  <a:lnTo>
                    <a:pt x="11293" y="97437"/>
                  </a:lnTo>
                  <a:lnTo>
                    <a:pt x="9435" y="102467"/>
                  </a:lnTo>
                  <a:lnTo>
                    <a:pt x="7739" y="107553"/>
                  </a:lnTo>
                  <a:lnTo>
                    <a:pt x="6207" y="112691"/>
                  </a:lnTo>
                  <a:lnTo>
                    <a:pt x="4840" y="117876"/>
                  </a:lnTo>
                  <a:lnTo>
                    <a:pt x="3640" y="123102"/>
                  </a:lnTo>
                  <a:lnTo>
                    <a:pt x="2609" y="128363"/>
                  </a:lnTo>
                  <a:lnTo>
                    <a:pt x="1747" y="133655"/>
                  </a:lnTo>
                  <a:lnTo>
                    <a:pt x="1055" y="138972"/>
                  </a:lnTo>
                  <a:lnTo>
                    <a:pt x="533" y="144309"/>
                  </a:lnTo>
                  <a:lnTo>
                    <a:pt x="184" y="149659"/>
                  </a:lnTo>
                  <a:lnTo>
                    <a:pt x="6" y="155018"/>
                  </a:lnTo>
                  <a:lnTo>
                    <a:pt x="0" y="160379"/>
                  </a:lnTo>
                  <a:lnTo>
                    <a:pt x="165" y="165739"/>
                  </a:lnTo>
                  <a:lnTo>
                    <a:pt x="503" y="171090"/>
                  </a:lnTo>
                  <a:lnTo>
                    <a:pt x="1012" y="176427"/>
                  </a:lnTo>
                  <a:lnTo>
                    <a:pt x="1692" y="181746"/>
                  </a:lnTo>
                  <a:lnTo>
                    <a:pt x="2542" y="187040"/>
                  </a:lnTo>
                  <a:lnTo>
                    <a:pt x="3562" y="192304"/>
                  </a:lnTo>
                  <a:lnTo>
                    <a:pt x="4750" y="197532"/>
                  </a:lnTo>
                  <a:lnTo>
                    <a:pt x="6105" y="202720"/>
                  </a:lnTo>
                  <a:lnTo>
                    <a:pt x="7625" y="207861"/>
                  </a:lnTo>
                  <a:lnTo>
                    <a:pt x="9310" y="212952"/>
                  </a:lnTo>
                  <a:lnTo>
                    <a:pt x="11157" y="217985"/>
                  </a:lnTo>
                  <a:lnTo>
                    <a:pt x="13165" y="222957"/>
                  </a:lnTo>
                  <a:lnTo>
                    <a:pt x="15331" y="227862"/>
                  </a:lnTo>
                  <a:lnTo>
                    <a:pt x="17653" y="232694"/>
                  </a:lnTo>
                  <a:lnTo>
                    <a:pt x="20129" y="237450"/>
                  </a:lnTo>
                  <a:lnTo>
                    <a:pt x="22756" y="242124"/>
                  </a:lnTo>
                  <a:lnTo>
                    <a:pt x="25532" y="246712"/>
                  </a:lnTo>
                  <a:lnTo>
                    <a:pt x="28453" y="251208"/>
                  </a:lnTo>
                  <a:lnTo>
                    <a:pt x="31518" y="255607"/>
                  </a:lnTo>
                  <a:lnTo>
                    <a:pt x="34721" y="259907"/>
                  </a:lnTo>
                  <a:lnTo>
                    <a:pt x="38061" y="264101"/>
                  </a:lnTo>
                  <a:lnTo>
                    <a:pt x="41534" y="268187"/>
                  </a:lnTo>
                  <a:lnTo>
                    <a:pt x="45136" y="272158"/>
                  </a:lnTo>
                  <a:lnTo>
                    <a:pt x="48863" y="276012"/>
                  </a:lnTo>
                  <a:lnTo>
                    <a:pt x="52712" y="279745"/>
                  </a:lnTo>
                  <a:lnTo>
                    <a:pt x="56679" y="283352"/>
                  </a:lnTo>
                  <a:lnTo>
                    <a:pt x="60760" y="286831"/>
                  </a:lnTo>
                  <a:lnTo>
                    <a:pt x="64949" y="290176"/>
                  </a:lnTo>
                  <a:lnTo>
                    <a:pt x="69245" y="293386"/>
                  </a:lnTo>
                  <a:lnTo>
                    <a:pt x="73640" y="296456"/>
                  </a:lnTo>
                  <a:lnTo>
                    <a:pt x="78132" y="299383"/>
                  </a:lnTo>
                  <a:lnTo>
                    <a:pt x="82716" y="302165"/>
                  </a:lnTo>
                  <a:lnTo>
                    <a:pt x="87386" y="304799"/>
                  </a:lnTo>
                  <a:lnTo>
                    <a:pt x="92139" y="307281"/>
                  </a:lnTo>
                  <a:lnTo>
                    <a:pt x="96968" y="309610"/>
                  </a:lnTo>
                  <a:lnTo>
                    <a:pt x="101870" y="311783"/>
                  </a:lnTo>
                  <a:lnTo>
                    <a:pt x="106839" y="313797"/>
                  </a:lnTo>
                  <a:lnTo>
                    <a:pt x="111870" y="315651"/>
                  </a:lnTo>
                  <a:lnTo>
                    <a:pt x="116958" y="317342"/>
                  </a:lnTo>
                  <a:lnTo>
                    <a:pt x="122098" y="318870"/>
                  </a:lnTo>
                  <a:lnTo>
                    <a:pt x="127284" y="320232"/>
                  </a:lnTo>
                  <a:lnTo>
                    <a:pt x="132511" y="321427"/>
                  </a:lnTo>
                  <a:lnTo>
                    <a:pt x="137773" y="322454"/>
                  </a:lnTo>
                  <a:lnTo>
                    <a:pt x="143066" y="323311"/>
                  </a:lnTo>
                  <a:lnTo>
                    <a:pt x="148383" y="323998"/>
                  </a:lnTo>
                  <a:lnTo>
                    <a:pt x="153720" y="324515"/>
                  </a:lnTo>
                  <a:lnTo>
                    <a:pt x="159071" y="324860"/>
                  </a:lnTo>
                  <a:lnTo>
                    <a:pt x="164430" y="325033"/>
                  </a:lnTo>
                  <a:lnTo>
                    <a:pt x="169791" y="325034"/>
                  </a:lnTo>
                  <a:lnTo>
                    <a:pt x="175151" y="324863"/>
                  </a:lnTo>
                  <a:lnTo>
                    <a:pt x="180501" y="324521"/>
                  </a:lnTo>
                  <a:lnTo>
                    <a:pt x="185838" y="324007"/>
                  </a:lnTo>
                  <a:lnTo>
                    <a:pt x="191156" y="323322"/>
                  </a:lnTo>
                  <a:lnTo>
                    <a:pt x="196449" y="322467"/>
                  </a:lnTo>
                  <a:lnTo>
                    <a:pt x="201712" y="321442"/>
                  </a:lnTo>
                  <a:lnTo>
                    <a:pt x="206940" y="320250"/>
                  </a:lnTo>
                  <a:lnTo>
                    <a:pt x="167148" y="1578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728472" y="2126963"/>
              <a:ext cx="167161" cy="329529"/>
            </a:xfrm>
            <a:custGeom>
              <a:avLst/>
              <a:pathLst>
                <a:path w="167161" h="329529">
                  <a:moveTo>
                    <a:pt x="39791" y="329529"/>
                  </a:moveTo>
                  <a:lnTo>
                    <a:pt x="44946" y="328179"/>
                  </a:lnTo>
                  <a:lnTo>
                    <a:pt x="50056" y="326664"/>
                  </a:lnTo>
                  <a:lnTo>
                    <a:pt x="55115" y="324987"/>
                  </a:lnTo>
                  <a:lnTo>
                    <a:pt x="60117" y="323150"/>
                  </a:lnTo>
                  <a:lnTo>
                    <a:pt x="65059" y="321155"/>
                  </a:lnTo>
                  <a:lnTo>
                    <a:pt x="69935" y="319003"/>
                  </a:lnTo>
                  <a:lnTo>
                    <a:pt x="74739" y="316696"/>
                  </a:lnTo>
                  <a:lnTo>
                    <a:pt x="79468" y="314238"/>
                  </a:lnTo>
                  <a:lnTo>
                    <a:pt x="84115" y="311630"/>
                  </a:lnTo>
                  <a:lnTo>
                    <a:pt x="88677" y="308875"/>
                  </a:lnTo>
                  <a:lnTo>
                    <a:pt x="93150" y="305976"/>
                  </a:lnTo>
                  <a:lnTo>
                    <a:pt x="97527" y="302936"/>
                  </a:lnTo>
                  <a:lnTo>
                    <a:pt x="101805" y="299759"/>
                  </a:lnTo>
                  <a:lnTo>
                    <a:pt x="105980" y="296446"/>
                  </a:lnTo>
                  <a:lnTo>
                    <a:pt x="110047" y="293002"/>
                  </a:lnTo>
                  <a:lnTo>
                    <a:pt x="114002" y="289430"/>
                  </a:lnTo>
                  <a:lnTo>
                    <a:pt x="117842" y="285734"/>
                  </a:lnTo>
                  <a:lnTo>
                    <a:pt x="121561" y="281917"/>
                  </a:lnTo>
                  <a:lnTo>
                    <a:pt x="125157" y="277984"/>
                  </a:lnTo>
                  <a:lnTo>
                    <a:pt x="128626" y="273938"/>
                  </a:lnTo>
                  <a:lnTo>
                    <a:pt x="131964" y="269784"/>
                  </a:lnTo>
                  <a:lnTo>
                    <a:pt x="135168" y="265525"/>
                  </a:lnTo>
                  <a:lnTo>
                    <a:pt x="138235" y="261166"/>
                  </a:lnTo>
                  <a:lnTo>
                    <a:pt x="141161" y="256712"/>
                  </a:lnTo>
                  <a:lnTo>
                    <a:pt x="143944" y="252167"/>
                  </a:lnTo>
                  <a:lnTo>
                    <a:pt x="146580" y="247535"/>
                  </a:lnTo>
                  <a:lnTo>
                    <a:pt x="149068" y="242822"/>
                  </a:lnTo>
                  <a:lnTo>
                    <a:pt x="151403" y="238032"/>
                  </a:lnTo>
                  <a:lnTo>
                    <a:pt x="153585" y="233169"/>
                  </a:lnTo>
                  <a:lnTo>
                    <a:pt x="155611" y="228240"/>
                  </a:lnTo>
                  <a:lnTo>
                    <a:pt x="157479" y="223249"/>
                  </a:lnTo>
                  <a:lnTo>
                    <a:pt x="159187" y="218200"/>
                  </a:lnTo>
                  <a:lnTo>
                    <a:pt x="160733" y="213100"/>
                  </a:lnTo>
                  <a:lnTo>
                    <a:pt x="162115" y="207953"/>
                  </a:lnTo>
                  <a:lnTo>
                    <a:pt x="163333" y="202765"/>
                  </a:lnTo>
                  <a:lnTo>
                    <a:pt x="164384" y="197540"/>
                  </a:lnTo>
                  <a:lnTo>
                    <a:pt x="165269" y="192285"/>
                  </a:lnTo>
                  <a:lnTo>
                    <a:pt x="165986" y="187004"/>
                  </a:lnTo>
                  <a:lnTo>
                    <a:pt x="166534" y="181703"/>
                  </a:lnTo>
                  <a:lnTo>
                    <a:pt x="166913" y="176387"/>
                  </a:lnTo>
                  <a:lnTo>
                    <a:pt x="167122" y="171061"/>
                  </a:lnTo>
                  <a:lnTo>
                    <a:pt x="167161" y="165732"/>
                  </a:lnTo>
                  <a:lnTo>
                    <a:pt x="167030" y="160404"/>
                  </a:lnTo>
                  <a:lnTo>
                    <a:pt x="166730" y="155083"/>
                  </a:lnTo>
                  <a:lnTo>
                    <a:pt x="166260" y="149775"/>
                  </a:lnTo>
                  <a:lnTo>
                    <a:pt x="165621" y="144484"/>
                  </a:lnTo>
                  <a:lnTo>
                    <a:pt x="164814" y="139216"/>
                  </a:lnTo>
                  <a:lnTo>
                    <a:pt x="163839" y="133976"/>
                  </a:lnTo>
                  <a:lnTo>
                    <a:pt x="162698" y="128771"/>
                  </a:lnTo>
                  <a:lnTo>
                    <a:pt x="161391" y="123604"/>
                  </a:lnTo>
                  <a:lnTo>
                    <a:pt x="159920" y="118481"/>
                  </a:lnTo>
                  <a:lnTo>
                    <a:pt x="158287" y="113408"/>
                  </a:lnTo>
                  <a:lnTo>
                    <a:pt x="156493" y="108390"/>
                  </a:lnTo>
                  <a:lnTo>
                    <a:pt x="154540" y="103432"/>
                  </a:lnTo>
                  <a:lnTo>
                    <a:pt x="152430" y="98538"/>
                  </a:lnTo>
                  <a:lnTo>
                    <a:pt x="150165" y="93714"/>
                  </a:lnTo>
                  <a:lnTo>
                    <a:pt x="147747" y="88964"/>
                  </a:lnTo>
                  <a:lnTo>
                    <a:pt x="145179" y="84294"/>
                  </a:lnTo>
                  <a:lnTo>
                    <a:pt x="142464" y="79709"/>
                  </a:lnTo>
                  <a:lnTo>
                    <a:pt x="139603" y="75212"/>
                  </a:lnTo>
                  <a:lnTo>
                    <a:pt x="136601" y="70808"/>
                  </a:lnTo>
                  <a:lnTo>
                    <a:pt x="133460" y="66503"/>
                  </a:lnTo>
                  <a:lnTo>
                    <a:pt x="130183" y="62300"/>
                  </a:lnTo>
                  <a:lnTo>
                    <a:pt x="126775" y="58203"/>
                  </a:lnTo>
                  <a:lnTo>
                    <a:pt x="123237" y="54218"/>
                  </a:lnTo>
                  <a:lnTo>
                    <a:pt x="119574" y="50347"/>
                  </a:lnTo>
                  <a:lnTo>
                    <a:pt x="115789" y="46594"/>
                  </a:lnTo>
                  <a:lnTo>
                    <a:pt x="111887" y="42965"/>
                  </a:lnTo>
                  <a:lnTo>
                    <a:pt x="107871" y="39461"/>
                  </a:lnTo>
                  <a:lnTo>
                    <a:pt x="103745" y="36088"/>
                  </a:lnTo>
                  <a:lnTo>
                    <a:pt x="99514" y="32847"/>
                  </a:lnTo>
                  <a:lnTo>
                    <a:pt x="95182" y="29743"/>
                  </a:lnTo>
                  <a:lnTo>
                    <a:pt x="90753" y="26779"/>
                  </a:lnTo>
                  <a:lnTo>
                    <a:pt x="86232" y="23957"/>
                  </a:lnTo>
                  <a:lnTo>
                    <a:pt x="81623" y="21281"/>
                  </a:lnTo>
                  <a:lnTo>
                    <a:pt x="76931" y="18754"/>
                  </a:lnTo>
                  <a:lnTo>
                    <a:pt x="72161" y="16377"/>
                  </a:lnTo>
                  <a:lnTo>
                    <a:pt x="67318" y="14153"/>
                  </a:lnTo>
                  <a:lnTo>
                    <a:pt x="62406" y="12085"/>
                  </a:lnTo>
                  <a:lnTo>
                    <a:pt x="57431" y="10175"/>
                  </a:lnTo>
                  <a:lnTo>
                    <a:pt x="52397" y="8424"/>
                  </a:lnTo>
                  <a:lnTo>
                    <a:pt x="47311" y="6834"/>
                  </a:lnTo>
                  <a:lnTo>
                    <a:pt x="42176" y="5407"/>
                  </a:lnTo>
                  <a:lnTo>
                    <a:pt x="36998" y="4145"/>
                  </a:lnTo>
                  <a:lnTo>
                    <a:pt x="31783" y="3049"/>
                  </a:lnTo>
                  <a:lnTo>
                    <a:pt x="26535" y="2119"/>
                  </a:lnTo>
                  <a:lnTo>
                    <a:pt x="21260" y="1357"/>
                  </a:lnTo>
                  <a:lnTo>
                    <a:pt x="15964" y="764"/>
                  </a:lnTo>
                  <a:lnTo>
                    <a:pt x="10652" y="339"/>
                  </a:lnTo>
                  <a:lnTo>
                    <a:pt x="5328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3765" y="1681503"/>
              <a:ext cx="49469" cy="167167"/>
            </a:xfrm>
            <a:custGeom>
              <a:avLst/>
              <a:pathLst>
                <a:path w="49469" h="167167">
                  <a:moveTo>
                    <a:pt x="49469" y="0"/>
                  </a:moveTo>
                  <a:lnTo>
                    <a:pt x="43193" y="117"/>
                  </a:lnTo>
                  <a:lnTo>
                    <a:pt x="36925" y="471"/>
                  </a:lnTo>
                  <a:lnTo>
                    <a:pt x="30676" y="1059"/>
                  </a:lnTo>
                  <a:lnTo>
                    <a:pt x="24452" y="1882"/>
                  </a:lnTo>
                  <a:lnTo>
                    <a:pt x="18265" y="2938"/>
                  </a:lnTo>
                  <a:lnTo>
                    <a:pt x="12121" y="4225"/>
                  </a:lnTo>
                  <a:lnTo>
                    <a:pt x="6029" y="5742"/>
                  </a:lnTo>
                  <a:lnTo>
                    <a:pt x="0" y="7487"/>
                  </a:lnTo>
                  <a:lnTo>
                    <a:pt x="4946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256069" y="1688990"/>
              <a:ext cx="334318" cy="326843"/>
            </a:xfrm>
            <a:custGeom>
              <a:avLst/>
              <a:pathLst>
                <a:path w="334318" h="326843">
                  <a:moveTo>
                    <a:pt x="117696" y="0"/>
                  </a:moveTo>
                  <a:lnTo>
                    <a:pt x="112668" y="1645"/>
                  </a:lnTo>
                  <a:lnTo>
                    <a:pt x="107695" y="3448"/>
                  </a:lnTo>
                  <a:lnTo>
                    <a:pt x="102782" y="5408"/>
                  </a:lnTo>
                  <a:lnTo>
                    <a:pt x="97933" y="7522"/>
                  </a:lnTo>
                  <a:lnTo>
                    <a:pt x="93153" y="9789"/>
                  </a:lnTo>
                  <a:lnTo>
                    <a:pt x="88448" y="12206"/>
                  </a:lnTo>
                  <a:lnTo>
                    <a:pt x="83821" y="14770"/>
                  </a:lnTo>
                  <a:lnTo>
                    <a:pt x="79278" y="17480"/>
                  </a:lnTo>
                  <a:lnTo>
                    <a:pt x="74822" y="20332"/>
                  </a:lnTo>
                  <a:lnTo>
                    <a:pt x="70460" y="23324"/>
                  </a:lnTo>
                  <a:lnTo>
                    <a:pt x="66194" y="26452"/>
                  </a:lnTo>
                  <a:lnTo>
                    <a:pt x="62029" y="29713"/>
                  </a:lnTo>
                  <a:lnTo>
                    <a:pt x="57969" y="33105"/>
                  </a:lnTo>
                  <a:lnTo>
                    <a:pt x="54019" y="36623"/>
                  </a:lnTo>
                  <a:lnTo>
                    <a:pt x="50182" y="40265"/>
                  </a:lnTo>
                  <a:lnTo>
                    <a:pt x="46462" y="44026"/>
                  </a:lnTo>
                  <a:lnTo>
                    <a:pt x="42863" y="47903"/>
                  </a:lnTo>
                  <a:lnTo>
                    <a:pt x="39389" y="51892"/>
                  </a:lnTo>
                  <a:lnTo>
                    <a:pt x="36042" y="55989"/>
                  </a:lnTo>
                  <a:lnTo>
                    <a:pt x="32827" y="60190"/>
                  </a:lnTo>
                  <a:lnTo>
                    <a:pt x="29747" y="64490"/>
                  </a:lnTo>
                  <a:lnTo>
                    <a:pt x="26804" y="68886"/>
                  </a:lnTo>
                  <a:lnTo>
                    <a:pt x="24001" y="73372"/>
                  </a:lnTo>
                  <a:lnTo>
                    <a:pt x="21342" y="77945"/>
                  </a:lnTo>
                  <a:lnTo>
                    <a:pt x="18829" y="82600"/>
                  </a:lnTo>
                  <a:lnTo>
                    <a:pt x="16464" y="87332"/>
                  </a:lnTo>
                  <a:lnTo>
                    <a:pt x="14251" y="92137"/>
                  </a:lnTo>
                  <a:lnTo>
                    <a:pt x="12190" y="97009"/>
                  </a:lnTo>
                  <a:lnTo>
                    <a:pt x="10285" y="101944"/>
                  </a:lnTo>
                  <a:lnTo>
                    <a:pt x="8536" y="106936"/>
                  </a:lnTo>
                  <a:lnTo>
                    <a:pt x="6947" y="111982"/>
                  </a:lnTo>
                  <a:lnTo>
                    <a:pt x="5518" y="117075"/>
                  </a:lnTo>
                  <a:lnTo>
                    <a:pt x="4251" y="122211"/>
                  </a:lnTo>
                  <a:lnTo>
                    <a:pt x="3147" y="127384"/>
                  </a:lnTo>
                  <a:lnTo>
                    <a:pt x="2207" y="132590"/>
                  </a:lnTo>
                  <a:lnTo>
                    <a:pt x="1433" y="137823"/>
                  </a:lnTo>
                  <a:lnTo>
                    <a:pt x="824" y="143078"/>
                  </a:lnTo>
                  <a:lnTo>
                    <a:pt x="382" y="148349"/>
                  </a:lnTo>
                  <a:lnTo>
                    <a:pt x="107" y="153632"/>
                  </a:lnTo>
                  <a:lnTo>
                    <a:pt x="0" y="158921"/>
                  </a:lnTo>
                  <a:lnTo>
                    <a:pt x="59" y="164211"/>
                  </a:lnTo>
                  <a:lnTo>
                    <a:pt x="286" y="169496"/>
                  </a:lnTo>
                  <a:lnTo>
                    <a:pt x="680" y="174771"/>
                  </a:lnTo>
                  <a:lnTo>
                    <a:pt x="1241" y="180031"/>
                  </a:lnTo>
                  <a:lnTo>
                    <a:pt x="1968" y="185271"/>
                  </a:lnTo>
                  <a:lnTo>
                    <a:pt x="2861" y="190485"/>
                  </a:lnTo>
                  <a:lnTo>
                    <a:pt x="3918" y="195668"/>
                  </a:lnTo>
                  <a:lnTo>
                    <a:pt x="5138" y="200815"/>
                  </a:lnTo>
                  <a:lnTo>
                    <a:pt x="6521" y="205921"/>
                  </a:lnTo>
                  <a:lnTo>
                    <a:pt x="8064" y="210981"/>
                  </a:lnTo>
                  <a:lnTo>
                    <a:pt x="9767" y="215989"/>
                  </a:lnTo>
                  <a:lnTo>
                    <a:pt x="11628" y="220941"/>
                  </a:lnTo>
                  <a:lnTo>
                    <a:pt x="13644" y="225832"/>
                  </a:lnTo>
                  <a:lnTo>
                    <a:pt x="15814" y="230656"/>
                  </a:lnTo>
                  <a:lnTo>
                    <a:pt x="18135" y="235410"/>
                  </a:lnTo>
                  <a:lnTo>
                    <a:pt x="20606" y="240087"/>
                  </a:lnTo>
                  <a:lnTo>
                    <a:pt x="23224" y="244684"/>
                  </a:lnTo>
                  <a:lnTo>
                    <a:pt x="25985" y="249196"/>
                  </a:lnTo>
                  <a:lnTo>
                    <a:pt x="28888" y="253618"/>
                  </a:lnTo>
                  <a:lnTo>
                    <a:pt x="31930" y="257946"/>
                  </a:lnTo>
                  <a:lnTo>
                    <a:pt x="35107" y="262176"/>
                  </a:lnTo>
                  <a:lnTo>
                    <a:pt x="38416" y="266303"/>
                  </a:lnTo>
                  <a:lnTo>
                    <a:pt x="41854" y="270323"/>
                  </a:lnTo>
                  <a:lnTo>
                    <a:pt x="45417" y="274233"/>
                  </a:lnTo>
                  <a:lnTo>
                    <a:pt x="49103" y="278028"/>
                  </a:lnTo>
                  <a:lnTo>
                    <a:pt x="52907" y="281704"/>
                  </a:lnTo>
                  <a:lnTo>
                    <a:pt x="56825" y="285258"/>
                  </a:lnTo>
                  <a:lnTo>
                    <a:pt x="60853" y="288686"/>
                  </a:lnTo>
                  <a:lnTo>
                    <a:pt x="64988" y="291986"/>
                  </a:lnTo>
                  <a:lnTo>
                    <a:pt x="69226" y="295152"/>
                  </a:lnTo>
                  <a:lnTo>
                    <a:pt x="73561" y="298183"/>
                  </a:lnTo>
                  <a:lnTo>
                    <a:pt x="77990" y="301076"/>
                  </a:lnTo>
                  <a:lnTo>
                    <a:pt x="82509" y="303826"/>
                  </a:lnTo>
                  <a:lnTo>
                    <a:pt x="87112" y="306433"/>
                  </a:lnTo>
                  <a:lnTo>
                    <a:pt x="91796" y="308892"/>
                  </a:lnTo>
                  <a:lnTo>
                    <a:pt x="96555" y="311202"/>
                  </a:lnTo>
                  <a:lnTo>
                    <a:pt x="101384" y="313360"/>
                  </a:lnTo>
                  <a:lnTo>
                    <a:pt x="106280" y="315365"/>
                  </a:lnTo>
                  <a:lnTo>
                    <a:pt x="111236" y="317213"/>
                  </a:lnTo>
                  <a:lnTo>
                    <a:pt x="116249" y="318904"/>
                  </a:lnTo>
                  <a:lnTo>
                    <a:pt x="121312" y="320435"/>
                  </a:lnTo>
                  <a:lnTo>
                    <a:pt x="126421" y="321806"/>
                  </a:lnTo>
                  <a:lnTo>
                    <a:pt x="131572" y="323014"/>
                  </a:lnTo>
                  <a:lnTo>
                    <a:pt x="136757" y="324058"/>
                  </a:lnTo>
                  <a:lnTo>
                    <a:pt x="141974" y="324938"/>
                  </a:lnTo>
                  <a:lnTo>
                    <a:pt x="147215" y="325652"/>
                  </a:lnTo>
                  <a:lnTo>
                    <a:pt x="152477" y="326200"/>
                  </a:lnTo>
                  <a:lnTo>
                    <a:pt x="157753" y="326582"/>
                  </a:lnTo>
                  <a:lnTo>
                    <a:pt x="163038" y="326796"/>
                  </a:lnTo>
                  <a:lnTo>
                    <a:pt x="168328" y="326843"/>
                  </a:lnTo>
                  <a:lnTo>
                    <a:pt x="173617" y="326723"/>
                  </a:lnTo>
                  <a:lnTo>
                    <a:pt x="178899" y="326435"/>
                  </a:lnTo>
                  <a:lnTo>
                    <a:pt x="184169" y="325980"/>
                  </a:lnTo>
                  <a:lnTo>
                    <a:pt x="189422" y="325359"/>
                  </a:lnTo>
                  <a:lnTo>
                    <a:pt x="194653" y="324572"/>
                  </a:lnTo>
                  <a:lnTo>
                    <a:pt x="199857" y="323619"/>
                  </a:lnTo>
                  <a:lnTo>
                    <a:pt x="205028" y="322503"/>
                  </a:lnTo>
                  <a:lnTo>
                    <a:pt x="210160" y="321223"/>
                  </a:lnTo>
                  <a:lnTo>
                    <a:pt x="215250" y="319782"/>
                  </a:lnTo>
                  <a:lnTo>
                    <a:pt x="220292" y="318180"/>
                  </a:lnTo>
                  <a:lnTo>
                    <a:pt x="225280" y="316420"/>
                  </a:lnTo>
                  <a:lnTo>
                    <a:pt x="230211" y="314503"/>
                  </a:lnTo>
                  <a:lnTo>
                    <a:pt x="235078" y="312431"/>
                  </a:lnTo>
                  <a:lnTo>
                    <a:pt x="239877" y="310205"/>
                  </a:lnTo>
                  <a:lnTo>
                    <a:pt x="244603" y="307829"/>
                  </a:lnTo>
                  <a:lnTo>
                    <a:pt x="249252" y="305305"/>
                  </a:lnTo>
                  <a:lnTo>
                    <a:pt x="253818" y="302635"/>
                  </a:lnTo>
                  <a:lnTo>
                    <a:pt x="258298" y="299821"/>
                  </a:lnTo>
                  <a:lnTo>
                    <a:pt x="262687" y="296868"/>
                  </a:lnTo>
                  <a:lnTo>
                    <a:pt x="266980" y="293777"/>
                  </a:lnTo>
                  <a:lnTo>
                    <a:pt x="271173" y="290551"/>
                  </a:lnTo>
                  <a:lnTo>
                    <a:pt x="275261" y="287195"/>
                  </a:lnTo>
                  <a:lnTo>
                    <a:pt x="279242" y="283711"/>
                  </a:lnTo>
                  <a:lnTo>
                    <a:pt x="283110" y="280103"/>
                  </a:lnTo>
                  <a:lnTo>
                    <a:pt x="286862" y="276374"/>
                  </a:lnTo>
                  <a:lnTo>
                    <a:pt x="290495" y="272528"/>
                  </a:lnTo>
                  <a:lnTo>
                    <a:pt x="294004" y="268569"/>
                  </a:lnTo>
                  <a:lnTo>
                    <a:pt x="297385" y="264502"/>
                  </a:lnTo>
                  <a:lnTo>
                    <a:pt x="300637" y="260329"/>
                  </a:lnTo>
                  <a:lnTo>
                    <a:pt x="303755" y="256055"/>
                  </a:lnTo>
                  <a:lnTo>
                    <a:pt x="306736" y="251685"/>
                  </a:lnTo>
                  <a:lnTo>
                    <a:pt x="309577" y="247223"/>
                  </a:lnTo>
                  <a:lnTo>
                    <a:pt x="312275" y="242673"/>
                  </a:lnTo>
                  <a:lnTo>
                    <a:pt x="314829" y="238041"/>
                  </a:lnTo>
                  <a:lnTo>
                    <a:pt x="317234" y="233329"/>
                  </a:lnTo>
                  <a:lnTo>
                    <a:pt x="319489" y="228544"/>
                  </a:lnTo>
                  <a:lnTo>
                    <a:pt x="321592" y="223690"/>
                  </a:lnTo>
                  <a:lnTo>
                    <a:pt x="323540" y="218772"/>
                  </a:lnTo>
                  <a:lnTo>
                    <a:pt x="325331" y="213794"/>
                  </a:lnTo>
                  <a:lnTo>
                    <a:pt x="326964" y="208763"/>
                  </a:lnTo>
                  <a:lnTo>
                    <a:pt x="328437" y="203682"/>
                  </a:lnTo>
                  <a:lnTo>
                    <a:pt x="329749" y="198557"/>
                  </a:lnTo>
                  <a:lnTo>
                    <a:pt x="330898" y="193394"/>
                  </a:lnTo>
                  <a:lnTo>
                    <a:pt x="331882" y="188196"/>
                  </a:lnTo>
                  <a:lnTo>
                    <a:pt x="332702" y="182970"/>
                  </a:lnTo>
                  <a:lnTo>
                    <a:pt x="333356" y="177721"/>
                  </a:lnTo>
                  <a:lnTo>
                    <a:pt x="333844" y="172453"/>
                  </a:lnTo>
                  <a:lnTo>
                    <a:pt x="334165" y="167173"/>
                  </a:lnTo>
                  <a:lnTo>
                    <a:pt x="334318" y="161886"/>
                  </a:lnTo>
                  <a:lnTo>
                    <a:pt x="334304" y="156596"/>
                  </a:lnTo>
                  <a:lnTo>
                    <a:pt x="334123" y="151309"/>
                  </a:lnTo>
                  <a:lnTo>
                    <a:pt x="333774" y="146030"/>
                  </a:lnTo>
                  <a:lnTo>
                    <a:pt x="333259" y="140766"/>
                  </a:lnTo>
                  <a:lnTo>
                    <a:pt x="332578" y="135520"/>
                  </a:lnTo>
                  <a:lnTo>
                    <a:pt x="331730" y="130298"/>
                  </a:lnTo>
                  <a:lnTo>
                    <a:pt x="330718" y="125106"/>
                  </a:lnTo>
                  <a:lnTo>
                    <a:pt x="329542" y="119948"/>
                  </a:lnTo>
                  <a:lnTo>
                    <a:pt x="328204" y="114830"/>
                  </a:lnTo>
                  <a:lnTo>
                    <a:pt x="326704" y="109758"/>
                  </a:lnTo>
                  <a:lnTo>
                    <a:pt x="325045" y="104735"/>
                  </a:lnTo>
                  <a:lnTo>
                    <a:pt x="323227" y="99767"/>
                  </a:lnTo>
                  <a:lnTo>
                    <a:pt x="321254" y="94859"/>
                  </a:lnTo>
                  <a:lnTo>
                    <a:pt x="319125" y="90016"/>
                  </a:lnTo>
                  <a:lnTo>
                    <a:pt x="316845" y="85243"/>
                  </a:lnTo>
                  <a:lnTo>
                    <a:pt x="314415" y="80544"/>
                  </a:lnTo>
                  <a:lnTo>
                    <a:pt x="311837" y="75925"/>
                  </a:lnTo>
                  <a:lnTo>
                    <a:pt x="309115" y="71389"/>
                  </a:lnTo>
                  <a:lnTo>
                    <a:pt x="306250" y="66942"/>
                  </a:lnTo>
                  <a:lnTo>
                    <a:pt x="303246" y="62588"/>
                  </a:lnTo>
                  <a:lnTo>
                    <a:pt x="300106" y="58330"/>
                  </a:lnTo>
                  <a:lnTo>
                    <a:pt x="296833" y="54175"/>
                  </a:lnTo>
                  <a:lnTo>
                    <a:pt x="293430" y="50125"/>
                  </a:lnTo>
                  <a:lnTo>
                    <a:pt x="289900" y="46185"/>
                  </a:lnTo>
                  <a:lnTo>
                    <a:pt x="286248" y="42358"/>
                  </a:lnTo>
                  <a:lnTo>
                    <a:pt x="282476" y="38649"/>
                  </a:lnTo>
                  <a:lnTo>
                    <a:pt x="278589" y="35061"/>
                  </a:lnTo>
                  <a:lnTo>
                    <a:pt x="274590" y="31598"/>
                  </a:lnTo>
                  <a:lnTo>
                    <a:pt x="270484" y="28263"/>
                  </a:lnTo>
                  <a:lnTo>
                    <a:pt x="266274" y="25060"/>
                  </a:lnTo>
                  <a:lnTo>
                    <a:pt x="261965" y="21992"/>
                  </a:lnTo>
                  <a:lnTo>
                    <a:pt x="257561" y="19061"/>
                  </a:lnTo>
                  <a:lnTo>
                    <a:pt x="253066" y="16271"/>
                  </a:lnTo>
                  <a:lnTo>
                    <a:pt x="248486" y="13625"/>
                  </a:lnTo>
                  <a:lnTo>
                    <a:pt x="243824" y="11125"/>
                  </a:lnTo>
                  <a:lnTo>
                    <a:pt x="167165" y="1596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423235" y="1681503"/>
              <a:ext cx="76658" cy="167167"/>
            </a:xfrm>
            <a:custGeom>
              <a:avLst/>
              <a:pathLst>
                <a:path w="76658" h="167167">
                  <a:moveTo>
                    <a:pt x="76658" y="18612"/>
                  </a:moveTo>
                  <a:lnTo>
                    <a:pt x="71560" y="16090"/>
                  </a:lnTo>
                  <a:lnTo>
                    <a:pt x="66378" y="13743"/>
                  </a:lnTo>
                  <a:lnTo>
                    <a:pt x="61120" y="11574"/>
                  </a:lnTo>
                  <a:lnTo>
                    <a:pt x="55791" y="9585"/>
                  </a:lnTo>
                  <a:lnTo>
                    <a:pt x="50398" y="7778"/>
                  </a:lnTo>
                  <a:lnTo>
                    <a:pt x="44946" y="6155"/>
                  </a:lnTo>
                  <a:lnTo>
                    <a:pt x="39442" y="4719"/>
                  </a:lnTo>
                  <a:lnTo>
                    <a:pt x="33893" y="3472"/>
                  </a:lnTo>
                  <a:lnTo>
                    <a:pt x="28304" y="2413"/>
                  </a:lnTo>
                  <a:lnTo>
                    <a:pt x="22683" y="1546"/>
                  </a:lnTo>
                  <a:lnTo>
                    <a:pt x="17035" y="870"/>
                  </a:lnTo>
                  <a:lnTo>
                    <a:pt x="11367" y="386"/>
                  </a:lnTo>
                  <a:lnTo>
                    <a:pt x="5687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853892" y="1322571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7"/>
                  </a:lnTo>
                  <a:lnTo>
                    <a:pt x="145982" y="1345"/>
                  </a:lnTo>
                  <a:lnTo>
                    <a:pt x="140731" y="2100"/>
                  </a:lnTo>
                  <a:lnTo>
                    <a:pt x="135507" y="3021"/>
                  </a:lnTo>
                  <a:lnTo>
                    <a:pt x="130314" y="4108"/>
                  </a:lnTo>
                  <a:lnTo>
                    <a:pt x="125159" y="5358"/>
                  </a:lnTo>
                  <a:lnTo>
                    <a:pt x="120046" y="6772"/>
                  </a:lnTo>
                  <a:lnTo>
                    <a:pt x="114980" y="8347"/>
                  </a:lnTo>
                  <a:lnTo>
                    <a:pt x="109967" y="10083"/>
                  </a:lnTo>
                  <a:lnTo>
                    <a:pt x="105011" y="11976"/>
                  </a:lnTo>
                  <a:lnTo>
                    <a:pt x="100118" y="14026"/>
                  </a:lnTo>
                  <a:lnTo>
                    <a:pt x="95293" y="16230"/>
                  </a:lnTo>
                  <a:lnTo>
                    <a:pt x="90539" y="18586"/>
                  </a:lnTo>
                  <a:lnTo>
                    <a:pt x="85863" y="21091"/>
                  </a:lnTo>
                  <a:lnTo>
                    <a:pt x="81269" y="23744"/>
                  </a:lnTo>
                  <a:lnTo>
                    <a:pt x="76762" y="26541"/>
                  </a:lnTo>
                  <a:lnTo>
                    <a:pt x="72345" y="29480"/>
                  </a:lnTo>
                  <a:lnTo>
                    <a:pt x="68024" y="32558"/>
                  </a:lnTo>
                  <a:lnTo>
                    <a:pt x="63802" y="35771"/>
                  </a:lnTo>
                  <a:lnTo>
                    <a:pt x="59685" y="39116"/>
                  </a:lnTo>
                  <a:lnTo>
                    <a:pt x="55676" y="42590"/>
                  </a:lnTo>
                  <a:lnTo>
                    <a:pt x="51779" y="46190"/>
                  </a:lnTo>
                  <a:lnTo>
                    <a:pt x="47999" y="49912"/>
                  </a:lnTo>
                  <a:lnTo>
                    <a:pt x="44338" y="53751"/>
                  </a:lnTo>
                  <a:lnTo>
                    <a:pt x="40801" y="57705"/>
                  </a:lnTo>
                  <a:lnTo>
                    <a:pt x="37392" y="61769"/>
                  </a:lnTo>
                  <a:lnTo>
                    <a:pt x="34113" y="65940"/>
                  </a:lnTo>
                  <a:lnTo>
                    <a:pt x="30968" y="70212"/>
                  </a:lnTo>
                  <a:lnTo>
                    <a:pt x="27960" y="74582"/>
                  </a:lnTo>
                  <a:lnTo>
                    <a:pt x="25092" y="79045"/>
                  </a:lnTo>
                  <a:lnTo>
                    <a:pt x="22367" y="83597"/>
                  </a:lnTo>
                  <a:lnTo>
                    <a:pt x="19788" y="88233"/>
                  </a:lnTo>
                  <a:lnTo>
                    <a:pt x="17358" y="92948"/>
                  </a:lnTo>
                  <a:lnTo>
                    <a:pt x="15078" y="97738"/>
                  </a:lnTo>
                  <a:lnTo>
                    <a:pt x="12952" y="102599"/>
                  </a:lnTo>
                  <a:lnTo>
                    <a:pt x="10981" y="107524"/>
                  </a:lnTo>
                  <a:lnTo>
                    <a:pt x="9167" y="112509"/>
                  </a:lnTo>
                  <a:lnTo>
                    <a:pt x="7512" y="117549"/>
                  </a:lnTo>
                  <a:lnTo>
                    <a:pt x="6018" y="122640"/>
                  </a:lnTo>
                  <a:lnTo>
                    <a:pt x="4686" y="127775"/>
                  </a:lnTo>
                  <a:lnTo>
                    <a:pt x="3518" y="132950"/>
                  </a:lnTo>
                  <a:lnTo>
                    <a:pt x="2515" y="138159"/>
                  </a:lnTo>
                  <a:lnTo>
                    <a:pt x="1677" y="143397"/>
                  </a:lnTo>
                  <a:lnTo>
                    <a:pt x="1006" y="148660"/>
                  </a:lnTo>
                  <a:lnTo>
                    <a:pt x="503" y="153941"/>
                  </a:lnTo>
                  <a:lnTo>
                    <a:pt x="167" y="159235"/>
                  </a:lnTo>
                  <a:lnTo>
                    <a:pt x="0" y="164538"/>
                  </a:lnTo>
                  <a:lnTo>
                    <a:pt x="0" y="169843"/>
                  </a:lnTo>
                  <a:lnTo>
                    <a:pt x="169" y="175145"/>
                  </a:lnTo>
                  <a:lnTo>
                    <a:pt x="507" y="180439"/>
                  </a:lnTo>
                  <a:lnTo>
                    <a:pt x="1012" y="185720"/>
                  </a:lnTo>
                  <a:lnTo>
                    <a:pt x="1684" y="190982"/>
                  </a:lnTo>
                  <a:lnTo>
                    <a:pt x="2523" y="196221"/>
                  </a:lnTo>
                  <a:lnTo>
                    <a:pt x="3528" y="201430"/>
                  </a:lnTo>
                  <a:lnTo>
                    <a:pt x="4697" y="206604"/>
                  </a:lnTo>
                  <a:lnTo>
                    <a:pt x="6031" y="211739"/>
                  </a:lnTo>
                  <a:lnTo>
                    <a:pt x="7526" y="216829"/>
                  </a:lnTo>
                  <a:lnTo>
                    <a:pt x="9182" y="221869"/>
                  </a:lnTo>
                  <a:lnTo>
                    <a:pt x="10997" y="226853"/>
                  </a:lnTo>
                  <a:lnTo>
                    <a:pt x="12970" y="231778"/>
                  </a:lnTo>
                  <a:lnTo>
                    <a:pt x="15098" y="236638"/>
                  </a:lnTo>
                  <a:lnTo>
                    <a:pt x="17379" y="241427"/>
                  </a:lnTo>
                  <a:lnTo>
                    <a:pt x="19810" y="246142"/>
                  </a:lnTo>
                  <a:lnTo>
                    <a:pt x="22391" y="250778"/>
                  </a:lnTo>
                  <a:lnTo>
                    <a:pt x="25116" y="255329"/>
                  </a:lnTo>
                  <a:lnTo>
                    <a:pt x="27985" y="259791"/>
                  </a:lnTo>
                  <a:lnTo>
                    <a:pt x="30995" y="264160"/>
                  </a:lnTo>
                  <a:lnTo>
                    <a:pt x="34141" y="268431"/>
                  </a:lnTo>
                  <a:lnTo>
                    <a:pt x="37421" y="272601"/>
                  </a:lnTo>
                  <a:lnTo>
                    <a:pt x="40832" y="276664"/>
                  </a:lnTo>
                  <a:lnTo>
                    <a:pt x="44370" y="280617"/>
                  </a:lnTo>
                  <a:lnTo>
                    <a:pt x="48031" y="284455"/>
                  </a:lnTo>
                  <a:lnTo>
                    <a:pt x="51813" y="288176"/>
                  </a:lnTo>
                  <a:lnTo>
                    <a:pt x="55711" y="291775"/>
                  </a:lnTo>
                  <a:lnTo>
                    <a:pt x="59721" y="295248"/>
                  </a:lnTo>
                  <a:lnTo>
                    <a:pt x="63839" y="298592"/>
                  </a:lnTo>
                  <a:lnTo>
                    <a:pt x="68061" y="301804"/>
                  </a:lnTo>
                  <a:lnTo>
                    <a:pt x="72383" y="304880"/>
                  </a:lnTo>
                  <a:lnTo>
                    <a:pt x="76801" y="307818"/>
                  </a:lnTo>
                  <a:lnTo>
                    <a:pt x="81309" y="310614"/>
                  </a:lnTo>
                  <a:lnTo>
                    <a:pt x="85904" y="313265"/>
                  </a:lnTo>
                  <a:lnTo>
                    <a:pt x="90581" y="315769"/>
                  </a:lnTo>
                  <a:lnTo>
                    <a:pt x="95335" y="318124"/>
                  </a:lnTo>
                  <a:lnTo>
                    <a:pt x="100161" y="320327"/>
                  </a:lnTo>
                  <a:lnTo>
                    <a:pt x="105054" y="322375"/>
                  </a:lnTo>
                  <a:lnTo>
                    <a:pt x="110011" y="324267"/>
                  </a:lnTo>
                  <a:lnTo>
                    <a:pt x="115024" y="326001"/>
                  </a:lnTo>
                  <a:lnTo>
                    <a:pt x="120090" y="327575"/>
                  </a:lnTo>
                  <a:lnTo>
                    <a:pt x="125204" y="328987"/>
                  </a:lnTo>
                  <a:lnTo>
                    <a:pt x="130360" y="330237"/>
                  </a:lnTo>
                  <a:lnTo>
                    <a:pt x="135553" y="331322"/>
                  </a:lnTo>
                  <a:lnTo>
                    <a:pt x="140777" y="332242"/>
                  </a:lnTo>
                  <a:lnTo>
                    <a:pt x="146028" y="332995"/>
                  </a:lnTo>
                  <a:lnTo>
                    <a:pt x="151301" y="333582"/>
                  </a:lnTo>
                  <a:lnTo>
                    <a:pt x="156589" y="334001"/>
                  </a:lnTo>
                  <a:lnTo>
                    <a:pt x="161888" y="334252"/>
                  </a:lnTo>
                  <a:lnTo>
                    <a:pt x="167193" y="334334"/>
                  </a:lnTo>
                  <a:lnTo>
                    <a:pt x="172497" y="334249"/>
                  </a:lnTo>
                  <a:lnTo>
                    <a:pt x="177796" y="333995"/>
                  </a:lnTo>
                  <a:lnTo>
                    <a:pt x="183084" y="333573"/>
                  </a:lnTo>
                  <a:lnTo>
                    <a:pt x="188356" y="332983"/>
                  </a:lnTo>
                  <a:lnTo>
                    <a:pt x="193607" y="332227"/>
                  </a:lnTo>
                  <a:lnTo>
                    <a:pt x="198831" y="331304"/>
                  </a:lnTo>
                  <a:lnTo>
                    <a:pt x="204024" y="330216"/>
                  </a:lnTo>
                  <a:lnTo>
                    <a:pt x="209179" y="328964"/>
                  </a:lnTo>
                  <a:lnTo>
                    <a:pt x="214291" y="327549"/>
                  </a:lnTo>
                  <a:lnTo>
                    <a:pt x="219357" y="325972"/>
                  </a:lnTo>
                  <a:lnTo>
                    <a:pt x="224369" y="324235"/>
                  </a:lnTo>
                  <a:lnTo>
                    <a:pt x="229325" y="322340"/>
                  </a:lnTo>
                  <a:lnTo>
                    <a:pt x="234217" y="320289"/>
                  </a:lnTo>
                  <a:lnTo>
                    <a:pt x="239042" y="318084"/>
                  </a:lnTo>
                  <a:lnTo>
                    <a:pt x="243794" y="315727"/>
                  </a:lnTo>
                  <a:lnTo>
                    <a:pt x="248470" y="313220"/>
                  </a:lnTo>
                  <a:lnTo>
                    <a:pt x="253063" y="310566"/>
                  </a:lnTo>
                  <a:lnTo>
                    <a:pt x="257570" y="307767"/>
                  </a:lnTo>
                  <a:lnTo>
                    <a:pt x="261986" y="304827"/>
                  </a:lnTo>
                  <a:lnTo>
                    <a:pt x="266306" y="301749"/>
                  </a:lnTo>
                  <a:lnTo>
                    <a:pt x="270527" y="298535"/>
                  </a:lnTo>
                  <a:lnTo>
                    <a:pt x="274643" y="295188"/>
                  </a:lnTo>
                  <a:lnTo>
                    <a:pt x="278651" y="291713"/>
                  </a:lnTo>
                  <a:lnTo>
                    <a:pt x="282547" y="288112"/>
                  </a:lnTo>
                  <a:lnTo>
                    <a:pt x="286326" y="284389"/>
                  </a:lnTo>
                  <a:lnTo>
                    <a:pt x="289986" y="280548"/>
                  </a:lnTo>
                  <a:lnTo>
                    <a:pt x="293522" y="276594"/>
                  </a:lnTo>
                  <a:lnTo>
                    <a:pt x="296930" y="272528"/>
                  </a:lnTo>
                  <a:lnTo>
                    <a:pt x="300208" y="268357"/>
                  </a:lnTo>
                  <a:lnTo>
                    <a:pt x="303352" y="264084"/>
                  </a:lnTo>
                  <a:lnTo>
                    <a:pt x="306359" y="259713"/>
                  </a:lnTo>
                  <a:lnTo>
                    <a:pt x="309225" y="255250"/>
                  </a:lnTo>
                  <a:lnTo>
                    <a:pt x="311949" y="250697"/>
                  </a:lnTo>
                  <a:lnTo>
                    <a:pt x="314526" y="246060"/>
                  </a:lnTo>
                  <a:lnTo>
                    <a:pt x="316955" y="241344"/>
                  </a:lnTo>
                  <a:lnTo>
                    <a:pt x="319233" y="236553"/>
                  </a:lnTo>
                  <a:lnTo>
                    <a:pt x="321359" y="231692"/>
                  </a:lnTo>
                  <a:lnTo>
                    <a:pt x="323328" y="226767"/>
                  </a:lnTo>
                  <a:lnTo>
                    <a:pt x="325141" y="221781"/>
                  </a:lnTo>
                  <a:lnTo>
                    <a:pt x="326794" y="216740"/>
                  </a:lnTo>
                  <a:lnTo>
                    <a:pt x="328287" y="211649"/>
                  </a:lnTo>
                  <a:lnTo>
                    <a:pt x="329617" y="206514"/>
                  </a:lnTo>
                  <a:lnTo>
                    <a:pt x="330784" y="201339"/>
                  </a:lnTo>
                  <a:lnTo>
                    <a:pt x="331786" y="196129"/>
                  </a:lnTo>
                  <a:lnTo>
                    <a:pt x="332622" y="190890"/>
                  </a:lnTo>
                  <a:lnTo>
                    <a:pt x="333291" y="185628"/>
                  </a:lnTo>
                  <a:lnTo>
                    <a:pt x="333793" y="180347"/>
                  </a:lnTo>
                  <a:lnTo>
                    <a:pt x="334128" y="175052"/>
                  </a:lnTo>
                  <a:lnTo>
                    <a:pt x="334294" y="169750"/>
                  </a:lnTo>
                  <a:lnTo>
                    <a:pt x="334292" y="164445"/>
                  </a:lnTo>
                  <a:lnTo>
                    <a:pt x="334121" y="159142"/>
                  </a:lnTo>
                  <a:lnTo>
                    <a:pt x="333782" y="153848"/>
                  </a:lnTo>
                  <a:lnTo>
                    <a:pt x="333276" y="148567"/>
                  </a:lnTo>
                  <a:lnTo>
                    <a:pt x="332602" y="143305"/>
                  </a:lnTo>
                  <a:lnTo>
                    <a:pt x="331761" y="138067"/>
                  </a:lnTo>
                  <a:lnTo>
                    <a:pt x="330755" y="132859"/>
                  </a:lnTo>
                  <a:lnTo>
                    <a:pt x="329584" y="127684"/>
                  </a:lnTo>
                  <a:lnTo>
                    <a:pt x="328250" y="122550"/>
                  </a:lnTo>
                  <a:lnTo>
                    <a:pt x="326753" y="117461"/>
                  </a:lnTo>
                  <a:lnTo>
                    <a:pt x="325095" y="112421"/>
                  </a:lnTo>
                  <a:lnTo>
                    <a:pt x="323279" y="107437"/>
                  </a:lnTo>
                  <a:lnTo>
                    <a:pt x="321305" y="102513"/>
                  </a:lnTo>
                  <a:lnTo>
                    <a:pt x="319175" y="97654"/>
                  </a:lnTo>
                  <a:lnTo>
                    <a:pt x="316893" y="92865"/>
                  </a:lnTo>
                  <a:lnTo>
                    <a:pt x="314460" y="88151"/>
                  </a:lnTo>
                  <a:lnTo>
                    <a:pt x="311879" y="83516"/>
                  </a:lnTo>
                  <a:lnTo>
                    <a:pt x="309152" y="78966"/>
                  </a:lnTo>
                  <a:lnTo>
                    <a:pt x="306281" y="74504"/>
                  </a:lnTo>
                  <a:lnTo>
                    <a:pt x="303271" y="70136"/>
                  </a:lnTo>
                  <a:lnTo>
                    <a:pt x="300124" y="65866"/>
                  </a:lnTo>
                  <a:lnTo>
                    <a:pt x="296842" y="61697"/>
                  </a:lnTo>
                  <a:lnTo>
                    <a:pt x="293430" y="57635"/>
                  </a:lnTo>
                  <a:lnTo>
                    <a:pt x="289891" y="53683"/>
                  </a:lnTo>
                  <a:lnTo>
                    <a:pt x="286228" y="49845"/>
                  </a:lnTo>
                  <a:lnTo>
                    <a:pt x="282446" y="46126"/>
                  </a:lnTo>
                  <a:lnTo>
                    <a:pt x="278547" y="42528"/>
                  </a:lnTo>
                  <a:lnTo>
                    <a:pt x="274536" y="39056"/>
                  </a:lnTo>
                  <a:lnTo>
                    <a:pt x="270417" y="35713"/>
                  </a:lnTo>
                  <a:lnTo>
                    <a:pt x="266194" y="32502"/>
                  </a:lnTo>
                  <a:lnTo>
                    <a:pt x="261871" y="29427"/>
                  </a:lnTo>
                  <a:lnTo>
                    <a:pt x="257453" y="26491"/>
                  </a:lnTo>
                  <a:lnTo>
                    <a:pt x="252943" y="23696"/>
                  </a:lnTo>
                  <a:lnTo>
                    <a:pt x="248348" y="21046"/>
                  </a:lnTo>
                  <a:lnTo>
                    <a:pt x="243670" y="18543"/>
                  </a:lnTo>
                  <a:lnTo>
                    <a:pt x="238916" y="16190"/>
                  </a:lnTo>
                  <a:lnTo>
                    <a:pt x="234089" y="13989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22571"/>
              <a:ext cx="66942" cy="167167"/>
            </a:xfrm>
            <a:custGeom>
              <a:avLst/>
              <a:pathLst>
                <a:path w="66942" h="167167">
                  <a:moveTo>
                    <a:pt x="66942" y="13989"/>
                  </a:moveTo>
                  <a:lnTo>
                    <a:pt x="61645" y="11781"/>
                  </a:lnTo>
                  <a:lnTo>
                    <a:pt x="56274" y="9756"/>
                  </a:lnTo>
                  <a:lnTo>
                    <a:pt x="50838" y="7917"/>
                  </a:lnTo>
                  <a:lnTo>
                    <a:pt x="45341" y="6266"/>
                  </a:lnTo>
                  <a:lnTo>
                    <a:pt x="39791" y="4804"/>
                  </a:lnTo>
                  <a:lnTo>
                    <a:pt x="34194" y="3534"/>
                  </a:lnTo>
                  <a:lnTo>
                    <a:pt x="28557" y="2457"/>
                  </a:lnTo>
                  <a:lnTo>
                    <a:pt x="22886" y="1574"/>
                  </a:lnTo>
                  <a:lnTo>
                    <a:pt x="17188" y="886"/>
                  </a:lnTo>
                  <a:lnTo>
                    <a:pt x="11470" y="393"/>
                  </a:lnTo>
                  <a:lnTo>
                    <a:pt x="573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378103" y="1071028"/>
              <a:ext cx="331483" cy="334330"/>
            </a:xfrm>
            <a:custGeom>
              <a:avLst/>
              <a:pathLst>
                <a:path w="331483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5" y="335"/>
                  </a:lnTo>
                  <a:lnTo>
                    <a:pt x="151299" y="753"/>
                  </a:lnTo>
                  <a:lnTo>
                    <a:pt x="146038" y="1338"/>
                  </a:lnTo>
                  <a:lnTo>
                    <a:pt x="140799" y="2090"/>
                  </a:lnTo>
                  <a:lnTo>
                    <a:pt x="135586" y="3007"/>
                  </a:lnTo>
                  <a:lnTo>
                    <a:pt x="130405" y="4089"/>
                  </a:lnTo>
                  <a:lnTo>
                    <a:pt x="125261" y="5334"/>
                  </a:lnTo>
                  <a:lnTo>
                    <a:pt x="120159" y="6741"/>
                  </a:lnTo>
                  <a:lnTo>
                    <a:pt x="115104" y="8309"/>
                  </a:lnTo>
                  <a:lnTo>
                    <a:pt x="110101" y="10037"/>
                  </a:lnTo>
                  <a:lnTo>
                    <a:pt x="105155" y="11922"/>
                  </a:lnTo>
                  <a:lnTo>
                    <a:pt x="100271" y="13962"/>
                  </a:lnTo>
                  <a:lnTo>
                    <a:pt x="95454" y="16157"/>
                  </a:lnTo>
                  <a:lnTo>
                    <a:pt x="90710" y="18502"/>
                  </a:lnTo>
                  <a:lnTo>
                    <a:pt x="86042" y="20997"/>
                  </a:lnTo>
                  <a:lnTo>
                    <a:pt x="81455" y="23638"/>
                  </a:lnTo>
                  <a:lnTo>
                    <a:pt x="76954" y="26423"/>
                  </a:lnTo>
                  <a:lnTo>
                    <a:pt x="72544" y="29349"/>
                  </a:lnTo>
                  <a:lnTo>
                    <a:pt x="68228" y="32413"/>
                  </a:lnTo>
                  <a:lnTo>
                    <a:pt x="64011" y="35613"/>
                  </a:lnTo>
                  <a:lnTo>
                    <a:pt x="59898" y="38944"/>
                  </a:lnTo>
                  <a:lnTo>
                    <a:pt x="55893" y="42404"/>
                  </a:lnTo>
                  <a:lnTo>
                    <a:pt x="51999" y="45988"/>
                  </a:lnTo>
                  <a:lnTo>
                    <a:pt x="48220" y="49695"/>
                  </a:lnTo>
                  <a:lnTo>
                    <a:pt x="44561" y="53519"/>
                  </a:lnTo>
                  <a:lnTo>
                    <a:pt x="41025" y="57457"/>
                  </a:lnTo>
                  <a:lnTo>
                    <a:pt x="37615" y="61505"/>
                  </a:lnTo>
                  <a:lnTo>
                    <a:pt x="34335" y="65659"/>
                  </a:lnTo>
                  <a:lnTo>
                    <a:pt x="31188" y="69914"/>
                  </a:lnTo>
                  <a:lnTo>
                    <a:pt x="28177" y="74268"/>
                  </a:lnTo>
                  <a:lnTo>
                    <a:pt x="25306" y="78714"/>
                  </a:lnTo>
                  <a:lnTo>
                    <a:pt x="22576" y="83249"/>
                  </a:lnTo>
                  <a:lnTo>
                    <a:pt x="19992" y="87868"/>
                  </a:lnTo>
                  <a:lnTo>
                    <a:pt x="17556" y="92567"/>
                  </a:lnTo>
                  <a:lnTo>
                    <a:pt x="15269" y="97340"/>
                  </a:lnTo>
                  <a:lnTo>
                    <a:pt x="13134" y="102183"/>
                  </a:lnTo>
                  <a:lnTo>
                    <a:pt x="11154" y="107092"/>
                  </a:lnTo>
                  <a:lnTo>
                    <a:pt x="9331" y="112061"/>
                  </a:lnTo>
                  <a:lnTo>
                    <a:pt x="7665" y="117085"/>
                  </a:lnTo>
                  <a:lnTo>
                    <a:pt x="6160" y="122159"/>
                  </a:lnTo>
                  <a:lnTo>
                    <a:pt x="4816" y="127278"/>
                  </a:lnTo>
                  <a:lnTo>
                    <a:pt x="3634" y="132437"/>
                  </a:lnTo>
                  <a:lnTo>
                    <a:pt x="2617" y="137631"/>
                  </a:lnTo>
                  <a:lnTo>
                    <a:pt x="1764" y="142855"/>
                  </a:lnTo>
                  <a:lnTo>
                    <a:pt x="1077" y="148103"/>
                  </a:lnTo>
                  <a:lnTo>
                    <a:pt x="557" y="153371"/>
                  </a:lnTo>
                  <a:lnTo>
                    <a:pt x="204" y="158652"/>
                  </a:lnTo>
                  <a:lnTo>
                    <a:pt x="18" y="163941"/>
                  </a:lnTo>
                  <a:lnTo>
                    <a:pt x="0" y="169234"/>
                  </a:lnTo>
                  <a:lnTo>
                    <a:pt x="149" y="174525"/>
                  </a:lnTo>
                  <a:lnTo>
                    <a:pt x="465" y="179808"/>
                  </a:lnTo>
                  <a:lnTo>
                    <a:pt x="949" y="185079"/>
                  </a:lnTo>
                  <a:lnTo>
                    <a:pt x="1599" y="190331"/>
                  </a:lnTo>
                  <a:lnTo>
                    <a:pt x="2416" y="195561"/>
                  </a:lnTo>
                  <a:lnTo>
                    <a:pt x="3397" y="200762"/>
                  </a:lnTo>
                  <a:lnTo>
                    <a:pt x="4543" y="205929"/>
                  </a:lnTo>
                  <a:lnTo>
                    <a:pt x="5852" y="211058"/>
                  </a:lnTo>
                  <a:lnTo>
                    <a:pt x="7322" y="216142"/>
                  </a:lnTo>
                  <a:lnTo>
                    <a:pt x="8952" y="221178"/>
                  </a:lnTo>
                  <a:lnTo>
                    <a:pt x="10742" y="226159"/>
                  </a:lnTo>
                  <a:lnTo>
                    <a:pt x="12688" y="231081"/>
                  </a:lnTo>
                  <a:lnTo>
                    <a:pt x="14788" y="235939"/>
                  </a:lnTo>
                  <a:lnTo>
                    <a:pt x="17042" y="240728"/>
                  </a:lnTo>
                  <a:lnTo>
                    <a:pt x="19446" y="245444"/>
                  </a:lnTo>
                  <a:lnTo>
                    <a:pt x="21998" y="250081"/>
                  </a:lnTo>
                  <a:lnTo>
                    <a:pt x="24696" y="254634"/>
                  </a:lnTo>
                  <a:lnTo>
                    <a:pt x="27536" y="259101"/>
                  </a:lnTo>
                  <a:lnTo>
                    <a:pt x="30517" y="263474"/>
                  </a:lnTo>
                  <a:lnTo>
                    <a:pt x="33634" y="267752"/>
                  </a:lnTo>
                  <a:lnTo>
                    <a:pt x="36885" y="271928"/>
                  </a:lnTo>
                  <a:lnTo>
                    <a:pt x="40267" y="276000"/>
                  </a:lnTo>
                  <a:lnTo>
                    <a:pt x="43776" y="279962"/>
                  </a:lnTo>
                  <a:lnTo>
                    <a:pt x="47409" y="283812"/>
                  </a:lnTo>
                  <a:lnTo>
                    <a:pt x="51162" y="287544"/>
                  </a:lnTo>
                  <a:lnTo>
                    <a:pt x="55031" y="291156"/>
                  </a:lnTo>
                  <a:lnTo>
                    <a:pt x="59012" y="294643"/>
                  </a:lnTo>
                  <a:lnTo>
                    <a:pt x="63102" y="298003"/>
                  </a:lnTo>
                  <a:lnTo>
                    <a:pt x="67296" y="301232"/>
                  </a:lnTo>
                  <a:lnTo>
                    <a:pt x="71590" y="304326"/>
                  </a:lnTo>
                  <a:lnTo>
                    <a:pt x="75980" y="307282"/>
                  </a:lnTo>
                  <a:lnTo>
                    <a:pt x="80462" y="310098"/>
                  </a:lnTo>
                  <a:lnTo>
                    <a:pt x="85030" y="312771"/>
                  </a:lnTo>
                  <a:lnTo>
                    <a:pt x="89681" y="315298"/>
                  </a:lnTo>
                  <a:lnTo>
                    <a:pt x="94409" y="317677"/>
                  </a:lnTo>
                  <a:lnTo>
                    <a:pt x="99211" y="319904"/>
                  </a:lnTo>
                  <a:lnTo>
                    <a:pt x="104080" y="321978"/>
                  </a:lnTo>
                  <a:lnTo>
                    <a:pt x="109013" y="323898"/>
                  </a:lnTo>
                  <a:lnTo>
                    <a:pt x="114003" y="325660"/>
                  </a:lnTo>
                  <a:lnTo>
                    <a:pt x="119048" y="327263"/>
                  </a:lnTo>
                  <a:lnTo>
                    <a:pt x="124140" y="328706"/>
                  </a:lnTo>
                  <a:lnTo>
                    <a:pt x="129276" y="329986"/>
                  </a:lnTo>
                  <a:lnTo>
                    <a:pt x="134449" y="331104"/>
                  </a:lnTo>
                  <a:lnTo>
                    <a:pt x="139655" y="332057"/>
                  </a:lnTo>
                  <a:lnTo>
                    <a:pt x="144889" y="332845"/>
                  </a:lnTo>
                  <a:lnTo>
                    <a:pt x="150146" y="333467"/>
                  </a:lnTo>
                  <a:lnTo>
                    <a:pt x="155419" y="333922"/>
                  </a:lnTo>
                  <a:lnTo>
                    <a:pt x="160704" y="334210"/>
                  </a:lnTo>
                  <a:lnTo>
                    <a:pt x="165995" y="334330"/>
                  </a:lnTo>
                  <a:lnTo>
                    <a:pt x="171288" y="334283"/>
                  </a:lnTo>
                  <a:lnTo>
                    <a:pt x="176576" y="334069"/>
                  </a:lnTo>
                  <a:lnTo>
                    <a:pt x="181855" y="333687"/>
                  </a:lnTo>
                  <a:lnTo>
                    <a:pt x="187120" y="333138"/>
                  </a:lnTo>
                  <a:lnTo>
                    <a:pt x="192364" y="332423"/>
                  </a:lnTo>
                  <a:lnTo>
                    <a:pt x="197583" y="331542"/>
                  </a:lnTo>
                  <a:lnTo>
                    <a:pt x="202771" y="330496"/>
                  </a:lnTo>
                  <a:lnTo>
                    <a:pt x="207924" y="329286"/>
                  </a:lnTo>
                  <a:lnTo>
                    <a:pt x="213036" y="327915"/>
                  </a:lnTo>
                  <a:lnTo>
                    <a:pt x="218102" y="326381"/>
                  </a:lnTo>
                  <a:lnTo>
                    <a:pt x="223117" y="324689"/>
                  </a:lnTo>
                  <a:lnTo>
                    <a:pt x="228076" y="322838"/>
                  </a:lnTo>
                  <a:lnTo>
                    <a:pt x="232973" y="320831"/>
                  </a:lnTo>
                  <a:lnTo>
                    <a:pt x="237805" y="318671"/>
                  </a:lnTo>
                  <a:lnTo>
                    <a:pt x="242566" y="316358"/>
                  </a:lnTo>
                  <a:lnTo>
                    <a:pt x="247251" y="313896"/>
                  </a:lnTo>
                  <a:lnTo>
                    <a:pt x="251856" y="311287"/>
                  </a:lnTo>
                  <a:lnTo>
                    <a:pt x="256376" y="308533"/>
                  </a:lnTo>
                  <a:lnTo>
                    <a:pt x="260807" y="305637"/>
                  </a:lnTo>
                  <a:lnTo>
                    <a:pt x="265144" y="302603"/>
                  </a:lnTo>
                  <a:lnTo>
                    <a:pt x="269382" y="299433"/>
                  </a:lnTo>
                  <a:lnTo>
                    <a:pt x="273518" y="296131"/>
                  </a:lnTo>
                  <a:lnTo>
                    <a:pt x="277548" y="292699"/>
                  </a:lnTo>
                  <a:lnTo>
                    <a:pt x="281467" y="289141"/>
                  </a:lnTo>
                  <a:lnTo>
                    <a:pt x="285271" y="285461"/>
                  </a:lnTo>
                  <a:lnTo>
                    <a:pt x="288956" y="281662"/>
                  </a:lnTo>
                  <a:lnTo>
                    <a:pt x="292520" y="277749"/>
                  </a:lnTo>
                  <a:lnTo>
                    <a:pt x="295958" y="273725"/>
                  </a:lnTo>
                  <a:lnTo>
                    <a:pt x="299267" y="269593"/>
                  </a:lnTo>
                  <a:lnTo>
                    <a:pt x="302443" y="265360"/>
                  </a:lnTo>
                  <a:lnTo>
                    <a:pt x="305484" y="261028"/>
                  </a:lnTo>
                  <a:lnTo>
                    <a:pt x="308386" y="256601"/>
                  </a:lnTo>
                  <a:lnTo>
                    <a:pt x="311147" y="252085"/>
                  </a:lnTo>
                  <a:lnTo>
                    <a:pt x="313763" y="247484"/>
                  </a:lnTo>
                  <a:lnTo>
                    <a:pt x="316232" y="242803"/>
                  </a:lnTo>
                  <a:lnTo>
                    <a:pt x="318552" y="238045"/>
                  </a:lnTo>
                  <a:lnTo>
                    <a:pt x="320720" y="233217"/>
                  </a:lnTo>
                  <a:lnTo>
                    <a:pt x="322734" y="228322"/>
                  </a:lnTo>
                  <a:lnTo>
                    <a:pt x="324592" y="223366"/>
                  </a:lnTo>
                  <a:lnTo>
                    <a:pt x="326292" y="218354"/>
                  </a:lnTo>
                  <a:lnTo>
                    <a:pt x="327833" y="213290"/>
                  </a:lnTo>
                  <a:lnTo>
                    <a:pt x="329212" y="208180"/>
                  </a:lnTo>
                  <a:lnTo>
                    <a:pt x="330430" y="203029"/>
                  </a:lnTo>
                  <a:lnTo>
                    <a:pt x="331483" y="197842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238196"/>
              <a:ext cx="164328" cy="30675"/>
            </a:xfrm>
            <a:custGeom>
              <a:avLst/>
              <a:pathLst>
                <a:path w="164328" h="30675">
                  <a:moveTo>
                    <a:pt x="164328" y="306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071028"/>
              <a:ext cx="167158" cy="197842"/>
            </a:xfrm>
            <a:custGeom>
              <a:avLst/>
              <a:pathLst>
                <a:path w="167158" h="197842">
                  <a:moveTo>
                    <a:pt x="164328" y="197842"/>
                  </a:moveTo>
                  <a:lnTo>
                    <a:pt x="165239" y="192485"/>
                  </a:lnTo>
                  <a:lnTo>
                    <a:pt x="165974" y="187102"/>
                  </a:lnTo>
                  <a:lnTo>
                    <a:pt x="166534" y="181697"/>
                  </a:lnTo>
                  <a:lnTo>
                    <a:pt x="166919" y="176277"/>
                  </a:lnTo>
                  <a:lnTo>
                    <a:pt x="167126" y="170847"/>
                  </a:lnTo>
                  <a:lnTo>
                    <a:pt x="167158" y="165413"/>
                  </a:lnTo>
                  <a:lnTo>
                    <a:pt x="167012" y="159981"/>
                  </a:lnTo>
                  <a:lnTo>
                    <a:pt x="166691" y="154557"/>
                  </a:lnTo>
                  <a:lnTo>
                    <a:pt x="166193" y="149146"/>
                  </a:lnTo>
                  <a:lnTo>
                    <a:pt x="165519" y="143754"/>
                  </a:lnTo>
                  <a:lnTo>
                    <a:pt x="164671" y="138387"/>
                  </a:lnTo>
                  <a:lnTo>
                    <a:pt x="163649" y="133051"/>
                  </a:lnTo>
                  <a:lnTo>
                    <a:pt x="162453" y="127750"/>
                  </a:lnTo>
                  <a:lnTo>
                    <a:pt x="161086" y="122491"/>
                  </a:lnTo>
                  <a:lnTo>
                    <a:pt x="159549" y="117279"/>
                  </a:lnTo>
                  <a:lnTo>
                    <a:pt x="157844" y="112120"/>
                  </a:lnTo>
                  <a:lnTo>
                    <a:pt x="155971" y="107019"/>
                  </a:lnTo>
                  <a:lnTo>
                    <a:pt x="153934" y="101982"/>
                  </a:lnTo>
                  <a:lnTo>
                    <a:pt x="151734" y="97013"/>
                  </a:lnTo>
                  <a:lnTo>
                    <a:pt x="149374" y="92119"/>
                  </a:lnTo>
                  <a:lnTo>
                    <a:pt x="146856" y="87303"/>
                  </a:lnTo>
                  <a:lnTo>
                    <a:pt x="144183" y="82573"/>
                  </a:lnTo>
                  <a:lnTo>
                    <a:pt x="141357" y="77931"/>
                  </a:lnTo>
                  <a:lnTo>
                    <a:pt x="138382" y="73384"/>
                  </a:lnTo>
                  <a:lnTo>
                    <a:pt x="135261" y="68936"/>
                  </a:lnTo>
                  <a:lnTo>
                    <a:pt x="131997" y="64592"/>
                  </a:lnTo>
                  <a:lnTo>
                    <a:pt x="128594" y="60356"/>
                  </a:lnTo>
                  <a:lnTo>
                    <a:pt x="125054" y="56233"/>
                  </a:lnTo>
                  <a:lnTo>
                    <a:pt x="121383" y="52228"/>
                  </a:lnTo>
                  <a:lnTo>
                    <a:pt x="117583" y="48343"/>
                  </a:lnTo>
                  <a:lnTo>
                    <a:pt x="113659" y="44585"/>
                  </a:lnTo>
                  <a:lnTo>
                    <a:pt x="109615" y="40955"/>
                  </a:lnTo>
                  <a:lnTo>
                    <a:pt x="105455" y="37459"/>
                  </a:lnTo>
                  <a:lnTo>
                    <a:pt x="101184" y="34101"/>
                  </a:lnTo>
                  <a:lnTo>
                    <a:pt x="96806" y="30882"/>
                  </a:lnTo>
                  <a:lnTo>
                    <a:pt x="92325" y="27808"/>
                  </a:lnTo>
                  <a:lnTo>
                    <a:pt x="87747" y="24881"/>
                  </a:lnTo>
                  <a:lnTo>
                    <a:pt x="83076" y="22104"/>
                  </a:lnTo>
                  <a:lnTo>
                    <a:pt x="78318" y="19481"/>
                  </a:lnTo>
                  <a:lnTo>
                    <a:pt x="73477" y="17013"/>
                  </a:lnTo>
                  <a:lnTo>
                    <a:pt x="68558" y="14705"/>
                  </a:lnTo>
                  <a:lnTo>
                    <a:pt x="63566" y="12557"/>
                  </a:lnTo>
                  <a:lnTo>
                    <a:pt x="58508" y="10573"/>
                  </a:lnTo>
                  <a:lnTo>
                    <a:pt x="53388" y="8754"/>
                  </a:lnTo>
                  <a:lnTo>
                    <a:pt x="48211" y="7103"/>
                  </a:lnTo>
                  <a:lnTo>
                    <a:pt x="42983" y="5620"/>
                  </a:lnTo>
                  <a:lnTo>
                    <a:pt x="37710" y="4309"/>
                  </a:lnTo>
                  <a:lnTo>
                    <a:pt x="32397" y="3169"/>
                  </a:lnTo>
                  <a:lnTo>
                    <a:pt x="27050" y="2203"/>
                  </a:lnTo>
                  <a:lnTo>
                    <a:pt x="21674" y="1411"/>
                  </a:lnTo>
                  <a:lnTo>
                    <a:pt x="16276" y="794"/>
                  </a:lnTo>
                  <a:lnTo>
                    <a:pt x="10860" y="353"/>
                  </a:lnTo>
                  <a:lnTo>
                    <a:pt x="5433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97036" y="941493"/>
              <a:ext cx="126507" cy="167167"/>
            </a:xfrm>
            <a:custGeom>
              <a:avLst/>
              <a:pathLst>
                <a:path w="126507" h="167167">
                  <a:moveTo>
                    <a:pt x="126507" y="0"/>
                  </a:moveTo>
                  <a:lnTo>
                    <a:pt x="120989" y="91"/>
                  </a:lnTo>
                  <a:lnTo>
                    <a:pt x="115477" y="364"/>
                  </a:lnTo>
                  <a:lnTo>
                    <a:pt x="109977" y="819"/>
                  </a:lnTo>
                  <a:lnTo>
                    <a:pt x="104496" y="1455"/>
                  </a:lnTo>
                  <a:lnTo>
                    <a:pt x="99038" y="2272"/>
                  </a:lnTo>
                  <a:lnTo>
                    <a:pt x="93610" y="3268"/>
                  </a:lnTo>
                  <a:lnTo>
                    <a:pt x="88218" y="4444"/>
                  </a:lnTo>
                  <a:lnTo>
                    <a:pt x="82868" y="5796"/>
                  </a:lnTo>
                  <a:lnTo>
                    <a:pt x="77565" y="7324"/>
                  </a:lnTo>
                  <a:lnTo>
                    <a:pt x="72316" y="9027"/>
                  </a:lnTo>
                  <a:lnTo>
                    <a:pt x="67125" y="10902"/>
                  </a:lnTo>
                  <a:lnTo>
                    <a:pt x="62000" y="12947"/>
                  </a:lnTo>
                  <a:lnTo>
                    <a:pt x="56944" y="15160"/>
                  </a:lnTo>
                  <a:lnTo>
                    <a:pt x="51965" y="17539"/>
                  </a:lnTo>
                  <a:lnTo>
                    <a:pt x="47067" y="20081"/>
                  </a:lnTo>
                  <a:lnTo>
                    <a:pt x="42255" y="22784"/>
                  </a:lnTo>
                  <a:lnTo>
                    <a:pt x="37535" y="25643"/>
                  </a:lnTo>
                  <a:lnTo>
                    <a:pt x="32912" y="28657"/>
                  </a:lnTo>
                  <a:lnTo>
                    <a:pt x="28391" y="31822"/>
                  </a:lnTo>
                  <a:lnTo>
                    <a:pt x="23977" y="35134"/>
                  </a:lnTo>
                  <a:lnTo>
                    <a:pt x="19675" y="38590"/>
                  </a:lnTo>
                  <a:lnTo>
                    <a:pt x="15489" y="42187"/>
                  </a:lnTo>
                  <a:lnTo>
                    <a:pt x="11424" y="45919"/>
                  </a:lnTo>
                  <a:lnTo>
                    <a:pt x="7485" y="49784"/>
                  </a:lnTo>
                  <a:lnTo>
                    <a:pt x="3675" y="53777"/>
                  </a:lnTo>
                  <a:lnTo>
                    <a:pt x="0" y="57893"/>
                  </a:lnTo>
                  <a:lnTo>
                    <a:pt x="12650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856397" y="960769"/>
              <a:ext cx="334306" cy="315057"/>
            </a:xfrm>
            <a:custGeom>
              <a:avLst/>
              <a:pathLst>
                <a:path w="334306" h="315057">
                  <a:moveTo>
                    <a:pt x="40639" y="38616"/>
                  </a:moveTo>
                  <a:lnTo>
                    <a:pt x="37242" y="42676"/>
                  </a:lnTo>
                  <a:lnTo>
                    <a:pt x="33976" y="46842"/>
                  </a:lnTo>
                  <a:lnTo>
                    <a:pt x="30844" y="51109"/>
                  </a:lnTo>
                  <a:lnTo>
                    <a:pt x="27848" y="55473"/>
                  </a:lnTo>
                  <a:lnTo>
                    <a:pt x="24992" y="59929"/>
                  </a:lnTo>
                  <a:lnTo>
                    <a:pt x="22278" y="64474"/>
                  </a:lnTo>
                  <a:lnTo>
                    <a:pt x="19710" y="69102"/>
                  </a:lnTo>
                  <a:lnTo>
                    <a:pt x="17289" y="73810"/>
                  </a:lnTo>
                  <a:lnTo>
                    <a:pt x="15019" y="78592"/>
                  </a:lnTo>
                  <a:lnTo>
                    <a:pt x="12901" y="83443"/>
                  </a:lnTo>
                  <a:lnTo>
                    <a:pt x="10938" y="88358"/>
                  </a:lnTo>
                  <a:lnTo>
                    <a:pt x="9132" y="93334"/>
                  </a:lnTo>
                  <a:lnTo>
                    <a:pt x="7484" y="98364"/>
                  </a:lnTo>
                  <a:lnTo>
                    <a:pt x="5996" y="103444"/>
                  </a:lnTo>
                  <a:lnTo>
                    <a:pt x="4669" y="108568"/>
                  </a:lnTo>
                  <a:lnTo>
                    <a:pt x="3506" y="113732"/>
                  </a:lnTo>
                  <a:lnTo>
                    <a:pt x="2506" y="118930"/>
                  </a:lnTo>
                  <a:lnTo>
                    <a:pt x="1672" y="124157"/>
                  </a:lnTo>
                  <a:lnTo>
                    <a:pt x="1004" y="129408"/>
                  </a:lnTo>
                  <a:lnTo>
                    <a:pt x="502" y="134677"/>
                  </a:lnTo>
                  <a:lnTo>
                    <a:pt x="167" y="139960"/>
                  </a:lnTo>
                  <a:lnTo>
                    <a:pt x="0" y="145251"/>
                  </a:lnTo>
                  <a:lnTo>
                    <a:pt x="0" y="150544"/>
                  </a:lnTo>
                  <a:lnTo>
                    <a:pt x="168" y="155835"/>
                  </a:lnTo>
                  <a:lnTo>
                    <a:pt x="503" y="161117"/>
                  </a:lnTo>
                  <a:lnTo>
                    <a:pt x="1005" y="166387"/>
                  </a:lnTo>
                  <a:lnTo>
                    <a:pt x="1674" y="171637"/>
                  </a:lnTo>
                  <a:lnTo>
                    <a:pt x="2509" y="176864"/>
                  </a:lnTo>
                  <a:lnTo>
                    <a:pt x="3509" y="182062"/>
                  </a:lnTo>
                  <a:lnTo>
                    <a:pt x="4673" y="187226"/>
                  </a:lnTo>
                  <a:lnTo>
                    <a:pt x="5999" y="192350"/>
                  </a:lnTo>
                  <a:lnTo>
                    <a:pt x="7488" y="197430"/>
                  </a:lnTo>
                  <a:lnTo>
                    <a:pt x="9136" y="202460"/>
                  </a:lnTo>
                  <a:lnTo>
                    <a:pt x="10943" y="207435"/>
                  </a:lnTo>
                  <a:lnTo>
                    <a:pt x="12907" y="212351"/>
                  </a:lnTo>
                  <a:lnTo>
                    <a:pt x="15025" y="217202"/>
                  </a:lnTo>
                  <a:lnTo>
                    <a:pt x="17296" y="221983"/>
                  </a:lnTo>
                  <a:lnTo>
                    <a:pt x="19716" y="226691"/>
                  </a:lnTo>
                  <a:lnTo>
                    <a:pt x="22285" y="231319"/>
                  </a:lnTo>
                  <a:lnTo>
                    <a:pt x="24999" y="235863"/>
                  </a:lnTo>
                  <a:lnTo>
                    <a:pt x="27856" y="240320"/>
                  </a:lnTo>
                  <a:lnTo>
                    <a:pt x="30852" y="244683"/>
                  </a:lnTo>
                  <a:lnTo>
                    <a:pt x="33985" y="248950"/>
                  </a:lnTo>
                  <a:lnTo>
                    <a:pt x="37251" y="253115"/>
                  </a:lnTo>
                  <a:lnTo>
                    <a:pt x="40648" y="257175"/>
                  </a:lnTo>
                  <a:lnTo>
                    <a:pt x="44171" y="261125"/>
                  </a:lnTo>
                  <a:lnTo>
                    <a:pt x="47818" y="264962"/>
                  </a:lnTo>
                  <a:lnTo>
                    <a:pt x="51584" y="268681"/>
                  </a:lnTo>
                  <a:lnTo>
                    <a:pt x="55466" y="272279"/>
                  </a:lnTo>
                  <a:lnTo>
                    <a:pt x="59461" y="275753"/>
                  </a:lnTo>
                  <a:lnTo>
                    <a:pt x="63563" y="279098"/>
                  </a:lnTo>
                  <a:lnTo>
                    <a:pt x="67769" y="282312"/>
                  </a:lnTo>
                  <a:lnTo>
                    <a:pt x="72074" y="285391"/>
                  </a:lnTo>
                  <a:lnTo>
                    <a:pt x="76475" y="288332"/>
                  </a:lnTo>
                  <a:lnTo>
                    <a:pt x="80967" y="291132"/>
                  </a:lnTo>
                  <a:lnTo>
                    <a:pt x="85546" y="293789"/>
                  </a:lnTo>
                  <a:lnTo>
                    <a:pt x="90206" y="296299"/>
                  </a:lnTo>
                  <a:lnTo>
                    <a:pt x="94943" y="298661"/>
                  </a:lnTo>
                  <a:lnTo>
                    <a:pt x="99753" y="300871"/>
                  </a:lnTo>
                  <a:lnTo>
                    <a:pt x="104630" y="302928"/>
                  </a:lnTo>
                  <a:lnTo>
                    <a:pt x="109570" y="304830"/>
                  </a:lnTo>
                  <a:lnTo>
                    <a:pt x="114567" y="306574"/>
                  </a:lnTo>
                  <a:lnTo>
                    <a:pt x="119618" y="308159"/>
                  </a:lnTo>
                  <a:lnTo>
                    <a:pt x="124716" y="309583"/>
                  </a:lnTo>
                  <a:lnTo>
                    <a:pt x="129856" y="310846"/>
                  </a:lnTo>
                  <a:lnTo>
                    <a:pt x="135034" y="311945"/>
                  </a:lnTo>
                  <a:lnTo>
                    <a:pt x="140244" y="312879"/>
                  </a:lnTo>
                  <a:lnTo>
                    <a:pt x="145481" y="313648"/>
                  </a:lnTo>
                  <a:lnTo>
                    <a:pt x="150740" y="314251"/>
                  </a:lnTo>
                  <a:lnTo>
                    <a:pt x="156015" y="314687"/>
                  </a:lnTo>
                  <a:lnTo>
                    <a:pt x="161302" y="314956"/>
                  </a:lnTo>
                  <a:lnTo>
                    <a:pt x="166594" y="315057"/>
                  </a:lnTo>
                  <a:lnTo>
                    <a:pt x="171887" y="314991"/>
                  </a:lnTo>
                  <a:lnTo>
                    <a:pt x="177175" y="314757"/>
                  </a:lnTo>
                  <a:lnTo>
                    <a:pt x="182453" y="314356"/>
                  </a:lnTo>
                  <a:lnTo>
                    <a:pt x="187716" y="313788"/>
                  </a:lnTo>
                  <a:lnTo>
                    <a:pt x="192958" y="313053"/>
                  </a:lnTo>
                  <a:lnTo>
                    <a:pt x="198174" y="312153"/>
                  </a:lnTo>
                  <a:lnTo>
                    <a:pt x="203359" y="311088"/>
                  </a:lnTo>
                  <a:lnTo>
                    <a:pt x="208508" y="309860"/>
                  </a:lnTo>
                  <a:lnTo>
                    <a:pt x="213615" y="308469"/>
                  </a:lnTo>
                  <a:lnTo>
                    <a:pt x="218676" y="306918"/>
                  </a:lnTo>
                  <a:lnTo>
                    <a:pt x="223685" y="305206"/>
                  </a:lnTo>
                  <a:lnTo>
                    <a:pt x="228637" y="303338"/>
                  </a:lnTo>
                  <a:lnTo>
                    <a:pt x="233528" y="301313"/>
                  </a:lnTo>
                  <a:lnTo>
                    <a:pt x="238352" y="299134"/>
                  </a:lnTo>
                  <a:lnTo>
                    <a:pt x="243105" y="296804"/>
                  </a:lnTo>
                  <a:lnTo>
                    <a:pt x="247781" y="294324"/>
                  </a:lnTo>
                  <a:lnTo>
                    <a:pt x="252377" y="291698"/>
                  </a:lnTo>
                  <a:lnTo>
                    <a:pt x="256888" y="288927"/>
                  </a:lnTo>
                  <a:lnTo>
                    <a:pt x="261308" y="286016"/>
                  </a:lnTo>
                  <a:lnTo>
                    <a:pt x="265634" y="282965"/>
                  </a:lnTo>
                  <a:lnTo>
                    <a:pt x="269861" y="279779"/>
                  </a:lnTo>
                  <a:lnTo>
                    <a:pt x="273985" y="276461"/>
                  </a:lnTo>
                  <a:lnTo>
                    <a:pt x="278002" y="273014"/>
                  </a:lnTo>
                  <a:lnTo>
                    <a:pt x="281908" y="269442"/>
                  </a:lnTo>
                  <a:lnTo>
                    <a:pt x="285699" y="265747"/>
                  </a:lnTo>
                  <a:lnTo>
                    <a:pt x="289371" y="261935"/>
                  </a:lnTo>
                  <a:lnTo>
                    <a:pt x="292920" y="258008"/>
                  </a:lnTo>
                  <a:lnTo>
                    <a:pt x="296343" y="253971"/>
                  </a:lnTo>
                  <a:lnTo>
                    <a:pt x="299637" y="249827"/>
                  </a:lnTo>
                  <a:lnTo>
                    <a:pt x="302798" y="245581"/>
                  </a:lnTo>
                  <a:lnTo>
                    <a:pt x="305823" y="241237"/>
                  </a:lnTo>
                  <a:lnTo>
                    <a:pt x="308709" y="236800"/>
                  </a:lnTo>
                  <a:lnTo>
                    <a:pt x="311453" y="232273"/>
                  </a:lnTo>
                  <a:lnTo>
                    <a:pt x="314052" y="227662"/>
                  </a:lnTo>
                  <a:lnTo>
                    <a:pt x="316504" y="222971"/>
                  </a:lnTo>
                  <a:lnTo>
                    <a:pt x="318806" y="218205"/>
                  </a:lnTo>
                  <a:lnTo>
                    <a:pt x="320957" y="213368"/>
                  </a:lnTo>
                  <a:lnTo>
                    <a:pt x="322952" y="208465"/>
                  </a:lnTo>
                  <a:lnTo>
                    <a:pt x="324792" y="203502"/>
                  </a:lnTo>
                  <a:lnTo>
                    <a:pt x="326474" y="198483"/>
                  </a:lnTo>
                  <a:lnTo>
                    <a:pt x="327996" y="193413"/>
                  </a:lnTo>
                  <a:lnTo>
                    <a:pt x="329356" y="188298"/>
                  </a:lnTo>
                  <a:lnTo>
                    <a:pt x="330554" y="183142"/>
                  </a:lnTo>
                  <a:lnTo>
                    <a:pt x="331589" y="177951"/>
                  </a:lnTo>
                  <a:lnTo>
                    <a:pt x="332458" y="172729"/>
                  </a:lnTo>
                  <a:lnTo>
                    <a:pt x="333161" y="167483"/>
                  </a:lnTo>
                  <a:lnTo>
                    <a:pt x="333698" y="162217"/>
                  </a:lnTo>
                  <a:lnTo>
                    <a:pt x="334069" y="156937"/>
                  </a:lnTo>
                  <a:lnTo>
                    <a:pt x="334271" y="151648"/>
                  </a:lnTo>
                  <a:lnTo>
                    <a:pt x="334306" y="146354"/>
                  </a:lnTo>
                  <a:lnTo>
                    <a:pt x="334174" y="141063"/>
                  </a:lnTo>
                  <a:lnTo>
                    <a:pt x="333874" y="135778"/>
                  </a:lnTo>
                  <a:lnTo>
                    <a:pt x="333407" y="130505"/>
                  </a:lnTo>
                  <a:lnTo>
                    <a:pt x="332773" y="125250"/>
                  </a:lnTo>
                  <a:lnTo>
                    <a:pt x="331973" y="120018"/>
                  </a:lnTo>
                  <a:lnTo>
                    <a:pt x="331008" y="114813"/>
                  </a:lnTo>
                  <a:lnTo>
                    <a:pt x="329879" y="109642"/>
                  </a:lnTo>
                  <a:lnTo>
                    <a:pt x="328586" y="104509"/>
                  </a:lnTo>
                  <a:lnTo>
                    <a:pt x="327132" y="99419"/>
                  </a:lnTo>
                  <a:lnTo>
                    <a:pt x="325517" y="94378"/>
                  </a:lnTo>
                  <a:lnTo>
                    <a:pt x="323744" y="89391"/>
                  </a:lnTo>
                  <a:lnTo>
                    <a:pt x="321813" y="84463"/>
                  </a:lnTo>
                  <a:lnTo>
                    <a:pt x="319727" y="79598"/>
                  </a:lnTo>
                  <a:lnTo>
                    <a:pt x="317489" y="74801"/>
                  </a:lnTo>
                  <a:lnTo>
                    <a:pt x="315099" y="70078"/>
                  </a:lnTo>
                  <a:lnTo>
                    <a:pt x="312561" y="65432"/>
                  </a:lnTo>
                  <a:lnTo>
                    <a:pt x="309878" y="60870"/>
                  </a:lnTo>
                  <a:lnTo>
                    <a:pt x="307051" y="56395"/>
                  </a:lnTo>
                  <a:lnTo>
                    <a:pt x="304084" y="52011"/>
                  </a:lnTo>
                  <a:lnTo>
                    <a:pt x="300980" y="47723"/>
                  </a:lnTo>
                  <a:lnTo>
                    <a:pt x="297742" y="43536"/>
                  </a:lnTo>
                  <a:lnTo>
                    <a:pt x="294372" y="39454"/>
                  </a:lnTo>
                  <a:lnTo>
                    <a:pt x="290875" y="35480"/>
                  </a:lnTo>
                  <a:lnTo>
                    <a:pt x="287254" y="31619"/>
                  </a:lnTo>
                  <a:lnTo>
                    <a:pt x="283513" y="27875"/>
                  </a:lnTo>
                  <a:lnTo>
                    <a:pt x="279655" y="24251"/>
                  </a:lnTo>
                  <a:lnTo>
                    <a:pt x="275684" y="20751"/>
                  </a:lnTo>
                  <a:lnTo>
                    <a:pt x="271604" y="17378"/>
                  </a:lnTo>
                  <a:lnTo>
                    <a:pt x="267420" y="14136"/>
                  </a:lnTo>
                  <a:lnTo>
                    <a:pt x="263135" y="11029"/>
                  </a:lnTo>
                  <a:lnTo>
                    <a:pt x="258754" y="8058"/>
                  </a:lnTo>
                  <a:lnTo>
                    <a:pt x="254281" y="5228"/>
                  </a:lnTo>
                  <a:lnTo>
                    <a:pt x="249720" y="2541"/>
                  </a:lnTo>
                  <a:lnTo>
                    <a:pt x="245077" y="0"/>
                  </a:lnTo>
                  <a:lnTo>
                    <a:pt x="167146" y="1478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5023544" y="941493"/>
              <a:ext cx="77930" cy="167167"/>
            </a:xfrm>
            <a:custGeom>
              <a:avLst/>
              <a:pathLst>
                <a:path w="77930" h="167167">
                  <a:moveTo>
                    <a:pt x="77930" y="19276"/>
                  </a:moveTo>
                  <a:lnTo>
                    <a:pt x="72762" y="16666"/>
                  </a:lnTo>
                  <a:lnTo>
                    <a:pt x="67505" y="14236"/>
                  </a:lnTo>
                  <a:lnTo>
                    <a:pt x="62168" y="11990"/>
                  </a:lnTo>
                  <a:lnTo>
                    <a:pt x="56757" y="9930"/>
                  </a:lnTo>
                  <a:lnTo>
                    <a:pt x="51277" y="8058"/>
                  </a:lnTo>
                  <a:lnTo>
                    <a:pt x="45735" y="6378"/>
                  </a:lnTo>
                  <a:lnTo>
                    <a:pt x="40139" y="4890"/>
                  </a:lnTo>
                  <a:lnTo>
                    <a:pt x="34495" y="3597"/>
                  </a:lnTo>
                  <a:lnTo>
                    <a:pt x="28809" y="2501"/>
                  </a:lnTo>
                  <a:lnTo>
                    <a:pt x="23089" y="1602"/>
                  </a:lnTo>
                  <a:lnTo>
                    <a:pt x="17341" y="901"/>
                  </a:lnTo>
                  <a:lnTo>
                    <a:pt x="11572" y="401"/>
                  </a:lnTo>
                  <a:lnTo>
                    <a:pt x="5789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65998" y="941493"/>
              <a:ext cx="120216" cy="167167"/>
            </a:xfrm>
            <a:custGeom>
              <a:avLst/>
              <a:pathLst>
                <a:path w="120216" h="167167">
                  <a:moveTo>
                    <a:pt x="120216" y="0"/>
                  </a:moveTo>
                  <a:lnTo>
                    <a:pt x="114627" y="93"/>
                  </a:lnTo>
                  <a:lnTo>
                    <a:pt x="109045" y="373"/>
                  </a:lnTo>
                  <a:lnTo>
                    <a:pt x="103474" y="840"/>
                  </a:lnTo>
                  <a:lnTo>
                    <a:pt x="97923" y="1493"/>
                  </a:lnTo>
                  <a:lnTo>
                    <a:pt x="92396" y="2331"/>
                  </a:lnTo>
                  <a:lnTo>
                    <a:pt x="86900" y="3353"/>
                  </a:lnTo>
                  <a:lnTo>
                    <a:pt x="81442" y="4559"/>
                  </a:lnTo>
                  <a:lnTo>
                    <a:pt x="76027" y="5946"/>
                  </a:lnTo>
                  <a:lnTo>
                    <a:pt x="70661" y="7513"/>
                  </a:lnTo>
                  <a:lnTo>
                    <a:pt x="65351" y="9259"/>
                  </a:lnTo>
                  <a:lnTo>
                    <a:pt x="60103" y="11182"/>
                  </a:lnTo>
                  <a:lnTo>
                    <a:pt x="54921" y="13279"/>
                  </a:lnTo>
                  <a:lnTo>
                    <a:pt x="49812" y="15548"/>
                  </a:lnTo>
                  <a:lnTo>
                    <a:pt x="44783" y="17987"/>
                  </a:lnTo>
                  <a:lnTo>
                    <a:pt x="39837" y="20592"/>
                  </a:lnTo>
                  <a:lnTo>
                    <a:pt x="34981" y="23362"/>
                  </a:lnTo>
                  <a:lnTo>
                    <a:pt x="30221" y="26292"/>
                  </a:lnTo>
                  <a:lnTo>
                    <a:pt x="25561" y="29380"/>
                  </a:lnTo>
                  <a:lnTo>
                    <a:pt x="21007" y="32621"/>
                  </a:lnTo>
                  <a:lnTo>
                    <a:pt x="16565" y="36013"/>
                  </a:lnTo>
                  <a:lnTo>
                    <a:pt x="12238" y="39552"/>
                  </a:lnTo>
                  <a:lnTo>
                    <a:pt x="8031" y="43234"/>
                  </a:lnTo>
                  <a:lnTo>
                    <a:pt x="3950" y="47054"/>
                  </a:lnTo>
                  <a:lnTo>
                    <a:pt x="0" y="51008"/>
                  </a:lnTo>
                  <a:lnTo>
                    <a:pt x="12021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65998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65998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65998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65998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65998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65998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65998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65998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65998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65998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65998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65998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65998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65998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65998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65998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65998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65998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19051" y="992502"/>
              <a:ext cx="167164" cy="269905"/>
            </a:xfrm>
            <a:custGeom>
              <a:avLst/>
              <a:pathLst>
                <a:path w="167164" h="269905">
                  <a:moveTo>
                    <a:pt x="46947" y="0"/>
                  </a:moveTo>
                  <a:lnTo>
                    <a:pt x="43263" y="3937"/>
                  </a:lnTo>
                  <a:lnTo>
                    <a:pt x="39708" y="7992"/>
                  </a:lnTo>
                  <a:lnTo>
                    <a:pt x="36285" y="12160"/>
                  </a:lnTo>
                  <a:lnTo>
                    <a:pt x="32999" y="16435"/>
                  </a:lnTo>
                  <a:lnTo>
                    <a:pt x="29852" y="20814"/>
                  </a:lnTo>
                  <a:lnTo>
                    <a:pt x="26848" y="25293"/>
                  </a:lnTo>
                  <a:lnTo>
                    <a:pt x="23991" y="29866"/>
                  </a:lnTo>
                  <a:lnTo>
                    <a:pt x="21282" y="34529"/>
                  </a:lnTo>
                  <a:lnTo>
                    <a:pt x="18725" y="39277"/>
                  </a:lnTo>
                  <a:lnTo>
                    <a:pt x="16322" y="44104"/>
                  </a:lnTo>
                  <a:lnTo>
                    <a:pt x="14077" y="49007"/>
                  </a:lnTo>
                  <a:lnTo>
                    <a:pt x="11990" y="53980"/>
                  </a:lnTo>
                  <a:lnTo>
                    <a:pt x="10066" y="59017"/>
                  </a:lnTo>
                  <a:lnTo>
                    <a:pt x="8304" y="64114"/>
                  </a:lnTo>
                  <a:lnTo>
                    <a:pt x="6708" y="69265"/>
                  </a:lnTo>
                  <a:lnTo>
                    <a:pt x="5279" y="74465"/>
                  </a:lnTo>
                  <a:lnTo>
                    <a:pt x="4019" y="79708"/>
                  </a:lnTo>
                  <a:lnTo>
                    <a:pt x="2928" y="84989"/>
                  </a:lnTo>
                  <a:lnTo>
                    <a:pt x="2008" y="90303"/>
                  </a:lnTo>
                  <a:lnTo>
                    <a:pt x="1260" y="95643"/>
                  </a:lnTo>
                  <a:lnTo>
                    <a:pt x="685" y="101005"/>
                  </a:lnTo>
                  <a:lnTo>
                    <a:pt x="283" y="106383"/>
                  </a:lnTo>
                  <a:lnTo>
                    <a:pt x="54" y="111770"/>
                  </a:lnTo>
                  <a:lnTo>
                    <a:pt x="0" y="117163"/>
                  </a:lnTo>
                  <a:lnTo>
                    <a:pt x="119" y="122554"/>
                  </a:lnTo>
                  <a:lnTo>
                    <a:pt x="412" y="127938"/>
                  </a:lnTo>
                  <a:lnTo>
                    <a:pt x="879" y="133311"/>
                  </a:lnTo>
                  <a:lnTo>
                    <a:pt x="1519" y="138665"/>
                  </a:lnTo>
                  <a:lnTo>
                    <a:pt x="2331" y="143996"/>
                  </a:lnTo>
                  <a:lnTo>
                    <a:pt x="3314" y="149298"/>
                  </a:lnTo>
                  <a:lnTo>
                    <a:pt x="4469" y="154566"/>
                  </a:lnTo>
                  <a:lnTo>
                    <a:pt x="5792" y="159794"/>
                  </a:lnTo>
                  <a:lnTo>
                    <a:pt x="7283" y="164976"/>
                  </a:lnTo>
                  <a:lnTo>
                    <a:pt x="8941" y="170107"/>
                  </a:lnTo>
                  <a:lnTo>
                    <a:pt x="10764" y="175183"/>
                  </a:lnTo>
                  <a:lnTo>
                    <a:pt x="12749" y="180197"/>
                  </a:lnTo>
                  <a:lnTo>
                    <a:pt x="14895" y="185144"/>
                  </a:lnTo>
                  <a:lnTo>
                    <a:pt x="17199" y="190019"/>
                  </a:lnTo>
                  <a:lnTo>
                    <a:pt x="19659" y="194818"/>
                  </a:lnTo>
                  <a:lnTo>
                    <a:pt x="22273" y="199535"/>
                  </a:lnTo>
                  <a:lnTo>
                    <a:pt x="25038" y="204165"/>
                  </a:lnTo>
                  <a:lnTo>
                    <a:pt x="27950" y="208703"/>
                  </a:lnTo>
                  <a:lnTo>
                    <a:pt x="31008" y="213145"/>
                  </a:lnTo>
                  <a:lnTo>
                    <a:pt x="34207" y="217486"/>
                  </a:lnTo>
                  <a:lnTo>
                    <a:pt x="37544" y="221722"/>
                  </a:lnTo>
                  <a:lnTo>
                    <a:pt x="41017" y="225848"/>
                  </a:lnTo>
                  <a:lnTo>
                    <a:pt x="44620" y="229860"/>
                  </a:lnTo>
                  <a:lnTo>
                    <a:pt x="48351" y="233753"/>
                  </a:lnTo>
                  <a:lnTo>
                    <a:pt x="52206" y="237524"/>
                  </a:lnTo>
                  <a:lnTo>
                    <a:pt x="56181" y="241169"/>
                  </a:lnTo>
                  <a:lnTo>
                    <a:pt x="60271" y="244683"/>
                  </a:lnTo>
                  <a:lnTo>
                    <a:pt x="64472" y="248064"/>
                  </a:lnTo>
                  <a:lnTo>
                    <a:pt x="68780" y="251308"/>
                  </a:lnTo>
                  <a:lnTo>
                    <a:pt x="73190" y="254411"/>
                  </a:lnTo>
                  <a:lnTo>
                    <a:pt x="77698" y="257370"/>
                  </a:lnTo>
                  <a:lnTo>
                    <a:pt x="82299" y="260182"/>
                  </a:lnTo>
                  <a:lnTo>
                    <a:pt x="86989" y="262845"/>
                  </a:lnTo>
                  <a:lnTo>
                    <a:pt x="91762" y="265354"/>
                  </a:lnTo>
                  <a:lnTo>
                    <a:pt x="96613" y="267709"/>
                  </a:lnTo>
                  <a:lnTo>
                    <a:pt x="101538" y="269905"/>
                  </a:lnTo>
                  <a:lnTo>
                    <a:pt x="167164" y="116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420590" y="941493"/>
              <a:ext cx="232790" cy="334323"/>
            </a:xfrm>
            <a:custGeom>
              <a:avLst/>
              <a:pathLst>
                <a:path w="232790" h="334323">
                  <a:moveTo>
                    <a:pt x="0" y="320914"/>
                  </a:moveTo>
                  <a:lnTo>
                    <a:pt x="4942" y="322931"/>
                  </a:lnTo>
                  <a:lnTo>
                    <a:pt x="9947" y="324790"/>
                  </a:lnTo>
                  <a:lnTo>
                    <a:pt x="15009" y="326487"/>
                  </a:lnTo>
                  <a:lnTo>
                    <a:pt x="20122" y="328022"/>
                  </a:lnTo>
                  <a:lnTo>
                    <a:pt x="25281" y="329393"/>
                  </a:lnTo>
                  <a:lnTo>
                    <a:pt x="30482" y="330599"/>
                  </a:lnTo>
                  <a:lnTo>
                    <a:pt x="35719" y="331638"/>
                  </a:lnTo>
                  <a:lnTo>
                    <a:pt x="40986" y="332509"/>
                  </a:lnTo>
                  <a:lnTo>
                    <a:pt x="46278" y="333211"/>
                  </a:lnTo>
                  <a:lnTo>
                    <a:pt x="51590" y="333744"/>
                  </a:lnTo>
                  <a:lnTo>
                    <a:pt x="56916" y="334107"/>
                  </a:lnTo>
                  <a:lnTo>
                    <a:pt x="62251" y="334300"/>
                  </a:lnTo>
                  <a:lnTo>
                    <a:pt x="67590" y="334323"/>
                  </a:lnTo>
                  <a:lnTo>
                    <a:pt x="72927" y="334175"/>
                  </a:lnTo>
                  <a:lnTo>
                    <a:pt x="78256" y="333857"/>
                  </a:lnTo>
                  <a:lnTo>
                    <a:pt x="83572" y="333368"/>
                  </a:lnTo>
                  <a:lnTo>
                    <a:pt x="88870" y="332710"/>
                  </a:lnTo>
                  <a:lnTo>
                    <a:pt x="94144" y="331884"/>
                  </a:lnTo>
                  <a:lnTo>
                    <a:pt x="99389" y="330889"/>
                  </a:lnTo>
                  <a:lnTo>
                    <a:pt x="104600" y="329727"/>
                  </a:lnTo>
                  <a:lnTo>
                    <a:pt x="109771" y="328400"/>
                  </a:lnTo>
                  <a:lnTo>
                    <a:pt x="114897" y="326908"/>
                  </a:lnTo>
                  <a:lnTo>
                    <a:pt x="119972" y="325253"/>
                  </a:lnTo>
                  <a:lnTo>
                    <a:pt x="124993" y="323437"/>
                  </a:lnTo>
                  <a:lnTo>
                    <a:pt x="129952" y="321462"/>
                  </a:lnTo>
                  <a:lnTo>
                    <a:pt x="134847" y="319329"/>
                  </a:lnTo>
                  <a:lnTo>
                    <a:pt x="139670" y="317041"/>
                  </a:lnTo>
                  <a:lnTo>
                    <a:pt x="144418" y="314600"/>
                  </a:lnTo>
                  <a:lnTo>
                    <a:pt x="149086" y="312009"/>
                  </a:lnTo>
                  <a:lnTo>
                    <a:pt x="153668" y="309270"/>
                  </a:lnTo>
                  <a:lnTo>
                    <a:pt x="158161" y="306387"/>
                  </a:lnTo>
                  <a:lnTo>
                    <a:pt x="162559" y="303361"/>
                  </a:lnTo>
                  <a:lnTo>
                    <a:pt x="166859" y="300196"/>
                  </a:lnTo>
                  <a:lnTo>
                    <a:pt x="171055" y="296896"/>
                  </a:lnTo>
                  <a:lnTo>
                    <a:pt x="175144" y="293463"/>
                  </a:lnTo>
                  <a:lnTo>
                    <a:pt x="179121" y="289901"/>
                  </a:lnTo>
                  <a:lnTo>
                    <a:pt x="182982" y="286215"/>
                  </a:lnTo>
                  <a:lnTo>
                    <a:pt x="186723" y="282407"/>
                  </a:lnTo>
                  <a:lnTo>
                    <a:pt x="190341" y="278481"/>
                  </a:lnTo>
                  <a:lnTo>
                    <a:pt x="193832" y="274442"/>
                  </a:lnTo>
                  <a:lnTo>
                    <a:pt x="197192" y="270293"/>
                  </a:lnTo>
                  <a:lnTo>
                    <a:pt x="200418" y="266039"/>
                  </a:lnTo>
                  <a:lnTo>
                    <a:pt x="203507" y="261685"/>
                  </a:lnTo>
                  <a:lnTo>
                    <a:pt x="206454" y="257234"/>
                  </a:lnTo>
                  <a:lnTo>
                    <a:pt x="209259" y="252691"/>
                  </a:lnTo>
                  <a:lnTo>
                    <a:pt x="211916" y="248061"/>
                  </a:lnTo>
                  <a:lnTo>
                    <a:pt x="214425" y="243348"/>
                  </a:lnTo>
                  <a:lnTo>
                    <a:pt x="216782" y="238558"/>
                  </a:lnTo>
                  <a:lnTo>
                    <a:pt x="218984" y="233695"/>
                  </a:lnTo>
                  <a:lnTo>
                    <a:pt x="221030" y="228764"/>
                  </a:lnTo>
                  <a:lnTo>
                    <a:pt x="222918" y="223770"/>
                  </a:lnTo>
                  <a:lnTo>
                    <a:pt x="224645" y="218719"/>
                  </a:lnTo>
                  <a:lnTo>
                    <a:pt x="226210" y="213615"/>
                  </a:lnTo>
                  <a:lnTo>
                    <a:pt x="227611" y="208463"/>
                  </a:lnTo>
                  <a:lnTo>
                    <a:pt x="228847" y="203270"/>
                  </a:lnTo>
                  <a:lnTo>
                    <a:pt x="229917" y="198039"/>
                  </a:lnTo>
                  <a:lnTo>
                    <a:pt x="230819" y="192777"/>
                  </a:lnTo>
                  <a:lnTo>
                    <a:pt x="231553" y="187489"/>
                  </a:lnTo>
                  <a:lnTo>
                    <a:pt x="232117" y="182181"/>
                  </a:lnTo>
                  <a:lnTo>
                    <a:pt x="232511" y="176857"/>
                  </a:lnTo>
                  <a:lnTo>
                    <a:pt x="232736" y="171523"/>
                  </a:lnTo>
                  <a:lnTo>
                    <a:pt x="232790" y="166184"/>
                  </a:lnTo>
                  <a:lnTo>
                    <a:pt x="232673" y="160847"/>
                  </a:lnTo>
                  <a:lnTo>
                    <a:pt x="232386" y="155516"/>
                  </a:lnTo>
                  <a:lnTo>
                    <a:pt x="231929" y="150197"/>
                  </a:lnTo>
                  <a:lnTo>
                    <a:pt x="231302" y="144896"/>
                  </a:lnTo>
                  <a:lnTo>
                    <a:pt x="230507" y="139617"/>
                  </a:lnTo>
                  <a:lnTo>
                    <a:pt x="229543" y="134366"/>
                  </a:lnTo>
                  <a:lnTo>
                    <a:pt x="228412" y="129148"/>
                  </a:lnTo>
                  <a:lnTo>
                    <a:pt x="227115" y="123970"/>
                  </a:lnTo>
                  <a:lnTo>
                    <a:pt x="225653" y="118835"/>
                  </a:lnTo>
                  <a:lnTo>
                    <a:pt x="224028" y="113750"/>
                  </a:lnTo>
                  <a:lnTo>
                    <a:pt x="222242" y="108719"/>
                  </a:lnTo>
                  <a:lnTo>
                    <a:pt x="220295" y="103748"/>
                  </a:lnTo>
                  <a:lnTo>
                    <a:pt x="218192" y="98841"/>
                  </a:lnTo>
                  <a:lnTo>
                    <a:pt x="215932" y="94004"/>
                  </a:lnTo>
                  <a:lnTo>
                    <a:pt x="213519" y="89242"/>
                  </a:lnTo>
                  <a:lnTo>
                    <a:pt x="210955" y="84559"/>
                  </a:lnTo>
                  <a:lnTo>
                    <a:pt x="208243" y="79961"/>
                  </a:lnTo>
                  <a:lnTo>
                    <a:pt x="205386" y="75451"/>
                  </a:lnTo>
                  <a:lnTo>
                    <a:pt x="202386" y="71035"/>
                  </a:lnTo>
                  <a:lnTo>
                    <a:pt x="199247" y="66717"/>
                  </a:lnTo>
                  <a:lnTo>
                    <a:pt x="195971" y="62501"/>
                  </a:lnTo>
                  <a:lnTo>
                    <a:pt x="192562" y="58393"/>
                  </a:lnTo>
                  <a:lnTo>
                    <a:pt x="189024" y="54395"/>
                  </a:lnTo>
                  <a:lnTo>
                    <a:pt x="185360" y="50512"/>
                  </a:lnTo>
                  <a:lnTo>
                    <a:pt x="181574" y="46748"/>
                  </a:lnTo>
                  <a:lnTo>
                    <a:pt x="177670" y="43107"/>
                  </a:lnTo>
                  <a:lnTo>
                    <a:pt x="173652" y="39592"/>
                  </a:lnTo>
                  <a:lnTo>
                    <a:pt x="169523" y="36208"/>
                  </a:lnTo>
                  <a:lnTo>
                    <a:pt x="165288" y="32957"/>
                  </a:lnTo>
                  <a:lnTo>
                    <a:pt x="160952" y="29843"/>
                  </a:lnTo>
                  <a:lnTo>
                    <a:pt x="156518" y="26869"/>
                  </a:lnTo>
                  <a:lnTo>
                    <a:pt x="151992" y="24039"/>
                  </a:lnTo>
                  <a:lnTo>
                    <a:pt x="147377" y="21354"/>
                  </a:lnTo>
                  <a:lnTo>
                    <a:pt x="142680" y="18818"/>
                  </a:lnTo>
                  <a:lnTo>
                    <a:pt x="137903" y="16433"/>
                  </a:lnTo>
                  <a:lnTo>
                    <a:pt x="133053" y="14202"/>
                  </a:lnTo>
                  <a:lnTo>
                    <a:pt x="128134" y="12127"/>
                  </a:lnTo>
                  <a:lnTo>
                    <a:pt x="123152" y="10210"/>
                  </a:lnTo>
                  <a:lnTo>
                    <a:pt x="118111" y="8453"/>
                  </a:lnTo>
                  <a:lnTo>
                    <a:pt x="113016" y="6858"/>
                  </a:lnTo>
                  <a:lnTo>
                    <a:pt x="107873" y="5426"/>
                  </a:lnTo>
                  <a:lnTo>
                    <a:pt x="102686" y="4160"/>
                  </a:lnTo>
                  <a:lnTo>
                    <a:pt x="97462" y="3059"/>
                  </a:lnTo>
                  <a:lnTo>
                    <a:pt x="92206" y="2126"/>
                  </a:lnTo>
                  <a:lnTo>
                    <a:pt x="86922" y="1362"/>
                  </a:lnTo>
                  <a:lnTo>
                    <a:pt x="81617" y="766"/>
                  </a:lnTo>
                  <a:lnTo>
                    <a:pt x="76296" y="340"/>
                  </a:lnTo>
                  <a:lnTo>
                    <a:pt x="70963" y="85"/>
                  </a:lnTo>
                  <a:lnTo>
                    <a:pt x="65625" y="0"/>
                  </a:lnTo>
                  <a:lnTo>
                    <a:pt x="6562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797334" y="1071028"/>
              <a:ext cx="167167" cy="333988"/>
            </a:xfrm>
            <a:custGeom>
              <a:avLst/>
              <a:pathLst>
                <a:path w="167167" h="333988">
                  <a:moveTo>
                    <a:pt x="167167" y="0"/>
                  </a:moveTo>
                  <a:lnTo>
                    <a:pt x="161809" y="85"/>
                  </a:lnTo>
                  <a:lnTo>
                    <a:pt x="156457" y="343"/>
                  </a:lnTo>
                  <a:lnTo>
                    <a:pt x="151116" y="772"/>
                  </a:lnTo>
                  <a:lnTo>
                    <a:pt x="145792" y="1372"/>
                  </a:lnTo>
                  <a:lnTo>
                    <a:pt x="140489" y="2142"/>
                  </a:lnTo>
                  <a:lnTo>
                    <a:pt x="135214" y="3082"/>
                  </a:lnTo>
                  <a:lnTo>
                    <a:pt x="129972" y="4190"/>
                  </a:lnTo>
                  <a:lnTo>
                    <a:pt x="124768" y="5466"/>
                  </a:lnTo>
                  <a:lnTo>
                    <a:pt x="119607" y="6908"/>
                  </a:lnTo>
                  <a:lnTo>
                    <a:pt x="114495" y="8514"/>
                  </a:lnTo>
                  <a:lnTo>
                    <a:pt x="109438" y="10284"/>
                  </a:lnTo>
                  <a:lnTo>
                    <a:pt x="104440" y="12215"/>
                  </a:lnTo>
                  <a:lnTo>
                    <a:pt x="99506" y="14305"/>
                  </a:lnTo>
                  <a:lnTo>
                    <a:pt x="94641" y="16552"/>
                  </a:lnTo>
                  <a:lnTo>
                    <a:pt x="89852" y="18953"/>
                  </a:lnTo>
                  <a:lnTo>
                    <a:pt x="85141" y="21507"/>
                  </a:lnTo>
                  <a:lnTo>
                    <a:pt x="80515" y="24211"/>
                  </a:lnTo>
                  <a:lnTo>
                    <a:pt x="75978" y="27061"/>
                  </a:lnTo>
                  <a:lnTo>
                    <a:pt x="71535" y="30056"/>
                  </a:lnTo>
                  <a:lnTo>
                    <a:pt x="67190" y="33191"/>
                  </a:lnTo>
                  <a:lnTo>
                    <a:pt x="62947" y="36464"/>
                  </a:lnTo>
                  <a:lnTo>
                    <a:pt x="58812" y="39871"/>
                  </a:lnTo>
                  <a:lnTo>
                    <a:pt x="54788" y="43409"/>
                  </a:lnTo>
                  <a:lnTo>
                    <a:pt x="50879" y="47075"/>
                  </a:lnTo>
                  <a:lnTo>
                    <a:pt x="47090" y="50863"/>
                  </a:lnTo>
                  <a:lnTo>
                    <a:pt x="43425" y="54771"/>
                  </a:lnTo>
                  <a:lnTo>
                    <a:pt x="39886" y="58795"/>
                  </a:lnTo>
                  <a:lnTo>
                    <a:pt x="36478" y="62930"/>
                  </a:lnTo>
                  <a:lnTo>
                    <a:pt x="33205" y="67172"/>
                  </a:lnTo>
                  <a:lnTo>
                    <a:pt x="30069" y="71516"/>
                  </a:lnTo>
                  <a:lnTo>
                    <a:pt x="27074" y="75959"/>
                  </a:lnTo>
                  <a:lnTo>
                    <a:pt x="24223" y="80496"/>
                  </a:lnTo>
                  <a:lnTo>
                    <a:pt x="21518" y="85122"/>
                  </a:lnTo>
                  <a:lnTo>
                    <a:pt x="18964" y="89832"/>
                  </a:lnTo>
                  <a:lnTo>
                    <a:pt x="16561" y="94621"/>
                  </a:lnTo>
                  <a:lnTo>
                    <a:pt x="14314" y="99485"/>
                  </a:lnTo>
                  <a:lnTo>
                    <a:pt x="12223" y="104419"/>
                  </a:lnTo>
                  <a:lnTo>
                    <a:pt x="10292" y="109417"/>
                  </a:lnTo>
                  <a:lnTo>
                    <a:pt x="8521" y="114474"/>
                  </a:lnTo>
                  <a:lnTo>
                    <a:pt x="6914" y="119586"/>
                  </a:lnTo>
                  <a:lnTo>
                    <a:pt x="5471" y="124746"/>
                  </a:lnTo>
                  <a:lnTo>
                    <a:pt x="4195" y="129950"/>
                  </a:lnTo>
                  <a:lnTo>
                    <a:pt x="3086" y="135192"/>
                  </a:lnTo>
                  <a:lnTo>
                    <a:pt x="2146" y="140467"/>
                  </a:lnTo>
                  <a:lnTo>
                    <a:pt x="1375" y="145770"/>
                  </a:lnTo>
                  <a:lnTo>
                    <a:pt x="774" y="151094"/>
                  </a:lnTo>
                  <a:lnTo>
                    <a:pt x="344" y="156435"/>
                  </a:lnTo>
                  <a:lnTo>
                    <a:pt x="86" y="161787"/>
                  </a:lnTo>
                  <a:lnTo>
                    <a:pt x="0" y="167145"/>
                  </a:lnTo>
                  <a:lnTo>
                    <a:pt x="85" y="172502"/>
                  </a:lnTo>
                  <a:lnTo>
                    <a:pt x="341" y="177854"/>
                  </a:lnTo>
                  <a:lnTo>
                    <a:pt x="770" y="183195"/>
                  </a:lnTo>
                  <a:lnTo>
                    <a:pt x="1369" y="188520"/>
                  </a:lnTo>
                  <a:lnTo>
                    <a:pt x="2138" y="193822"/>
                  </a:lnTo>
                  <a:lnTo>
                    <a:pt x="3077" y="199098"/>
                  </a:lnTo>
                  <a:lnTo>
                    <a:pt x="4185" y="204340"/>
                  </a:lnTo>
                  <a:lnTo>
                    <a:pt x="5460" y="209545"/>
                  </a:lnTo>
                  <a:lnTo>
                    <a:pt x="6901" y="214705"/>
                  </a:lnTo>
                  <a:lnTo>
                    <a:pt x="8507" y="219817"/>
                  </a:lnTo>
                  <a:lnTo>
                    <a:pt x="10276" y="224875"/>
                  </a:lnTo>
                  <a:lnTo>
                    <a:pt x="12206" y="229873"/>
                  </a:lnTo>
                  <a:lnTo>
                    <a:pt x="14295" y="234808"/>
                  </a:lnTo>
                  <a:lnTo>
                    <a:pt x="16542" y="239672"/>
                  </a:lnTo>
                  <a:lnTo>
                    <a:pt x="18943" y="244462"/>
                  </a:lnTo>
                  <a:lnTo>
                    <a:pt x="21496" y="249173"/>
                  </a:lnTo>
                  <a:lnTo>
                    <a:pt x="24199" y="253799"/>
                  </a:lnTo>
                  <a:lnTo>
                    <a:pt x="27049" y="258337"/>
                  </a:lnTo>
                  <a:lnTo>
                    <a:pt x="30043" y="262781"/>
                  </a:lnTo>
                  <a:lnTo>
                    <a:pt x="33178" y="267126"/>
                  </a:lnTo>
                  <a:lnTo>
                    <a:pt x="36450" y="271369"/>
                  </a:lnTo>
                  <a:lnTo>
                    <a:pt x="39857" y="275505"/>
                  </a:lnTo>
                  <a:lnTo>
                    <a:pt x="43394" y="279529"/>
                  </a:lnTo>
                  <a:lnTo>
                    <a:pt x="47059" y="283438"/>
                  </a:lnTo>
                  <a:lnTo>
                    <a:pt x="50847" y="287228"/>
                  </a:lnTo>
                  <a:lnTo>
                    <a:pt x="54755" y="290894"/>
                  </a:lnTo>
                  <a:lnTo>
                    <a:pt x="58778" y="294433"/>
                  </a:lnTo>
                  <a:lnTo>
                    <a:pt x="62912" y="297842"/>
                  </a:lnTo>
                  <a:lnTo>
                    <a:pt x="67154" y="301116"/>
                  </a:lnTo>
                  <a:lnTo>
                    <a:pt x="71498" y="304252"/>
                  </a:lnTo>
                  <a:lnTo>
                    <a:pt x="75941" y="307248"/>
                  </a:lnTo>
                  <a:lnTo>
                    <a:pt x="80477" y="310100"/>
                  </a:lnTo>
                  <a:lnTo>
                    <a:pt x="85102" y="312805"/>
                  </a:lnTo>
                  <a:lnTo>
                    <a:pt x="89812" y="315360"/>
                  </a:lnTo>
                  <a:lnTo>
                    <a:pt x="94601" y="317763"/>
                  </a:lnTo>
                  <a:lnTo>
                    <a:pt x="99465" y="320011"/>
                  </a:lnTo>
                  <a:lnTo>
                    <a:pt x="104398" y="322102"/>
                  </a:lnTo>
                  <a:lnTo>
                    <a:pt x="109396" y="324035"/>
                  </a:lnTo>
                  <a:lnTo>
                    <a:pt x="114453" y="325805"/>
                  </a:lnTo>
                  <a:lnTo>
                    <a:pt x="119564" y="327413"/>
                  </a:lnTo>
                  <a:lnTo>
                    <a:pt x="124724" y="328857"/>
                  </a:lnTo>
                  <a:lnTo>
                    <a:pt x="129928" y="330134"/>
                  </a:lnTo>
                  <a:lnTo>
                    <a:pt x="135170" y="331244"/>
                  </a:lnTo>
                  <a:lnTo>
                    <a:pt x="140445" y="332185"/>
                  </a:lnTo>
                  <a:lnTo>
                    <a:pt x="145747" y="332956"/>
                  </a:lnTo>
                  <a:lnTo>
                    <a:pt x="151072" y="333558"/>
                  </a:lnTo>
                  <a:lnTo>
                    <a:pt x="156413" y="333988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53747" y="1238196"/>
              <a:ext cx="10754" cy="166821"/>
            </a:xfrm>
            <a:custGeom>
              <a:avLst/>
              <a:pathLst>
                <a:path w="10754" h="166821">
                  <a:moveTo>
                    <a:pt x="0" y="166821"/>
                  </a:moveTo>
                  <a:lnTo>
                    <a:pt x="1075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53747" y="1238196"/>
              <a:ext cx="10754" cy="166821"/>
            </a:xfrm>
            <a:custGeom>
              <a:avLst/>
              <a:pathLst>
                <a:path w="10754" h="166821">
                  <a:moveTo>
                    <a:pt x="0" y="166821"/>
                  </a:moveTo>
                  <a:lnTo>
                    <a:pt x="1075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53747" y="1238196"/>
              <a:ext cx="10754" cy="166821"/>
            </a:xfrm>
            <a:custGeom>
              <a:avLst/>
              <a:pathLst>
                <a:path w="10754" h="166821">
                  <a:moveTo>
                    <a:pt x="0" y="166821"/>
                  </a:moveTo>
                  <a:lnTo>
                    <a:pt x="1075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53747" y="1238196"/>
              <a:ext cx="10754" cy="166821"/>
            </a:xfrm>
            <a:custGeom>
              <a:avLst/>
              <a:pathLst>
                <a:path w="10754" h="166821">
                  <a:moveTo>
                    <a:pt x="0" y="166821"/>
                  </a:moveTo>
                  <a:lnTo>
                    <a:pt x="107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53747" y="1238196"/>
              <a:ext cx="10754" cy="166821"/>
            </a:xfrm>
            <a:custGeom>
              <a:avLst/>
              <a:pathLst>
                <a:path w="10754" h="166821">
                  <a:moveTo>
                    <a:pt x="0" y="166821"/>
                  </a:moveTo>
                  <a:lnTo>
                    <a:pt x="107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53747" y="1238196"/>
              <a:ext cx="10754" cy="166821"/>
            </a:xfrm>
            <a:custGeom>
              <a:avLst/>
              <a:pathLst>
                <a:path w="10754" h="166821">
                  <a:moveTo>
                    <a:pt x="0" y="166821"/>
                  </a:moveTo>
                  <a:lnTo>
                    <a:pt x="107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53747" y="1238196"/>
              <a:ext cx="10754" cy="166821"/>
            </a:xfrm>
            <a:custGeom>
              <a:avLst/>
              <a:pathLst>
                <a:path w="10754" h="166821">
                  <a:moveTo>
                    <a:pt x="0" y="166821"/>
                  </a:moveTo>
                  <a:lnTo>
                    <a:pt x="107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53747" y="1238196"/>
              <a:ext cx="10754" cy="166821"/>
            </a:xfrm>
            <a:custGeom>
              <a:avLst/>
              <a:pathLst>
                <a:path w="10754" h="166821">
                  <a:moveTo>
                    <a:pt x="0" y="166821"/>
                  </a:moveTo>
                  <a:lnTo>
                    <a:pt x="1075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53747" y="1238196"/>
              <a:ext cx="10754" cy="166821"/>
            </a:xfrm>
            <a:custGeom>
              <a:avLst/>
              <a:pathLst>
                <a:path w="10754" h="166821">
                  <a:moveTo>
                    <a:pt x="0" y="166821"/>
                  </a:moveTo>
                  <a:lnTo>
                    <a:pt x="1075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53747" y="1238196"/>
              <a:ext cx="10754" cy="166821"/>
            </a:xfrm>
            <a:custGeom>
              <a:avLst/>
              <a:pathLst>
                <a:path w="10754" h="166821">
                  <a:moveTo>
                    <a:pt x="0" y="166821"/>
                  </a:moveTo>
                  <a:lnTo>
                    <a:pt x="1075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53747" y="1238196"/>
              <a:ext cx="10754" cy="166821"/>
            </a:xfrm>
            <a:custGeom>
              <a:avLst/>
              <a:pathLst>
                <a:path w="10754" h="166821">
                  <a:moveTo>
                    <a:pt x="0" y="166821"/>
                  </a:moveTo>
                  <a:lnTo>
                    <a:pt x="1075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53747" y="1238196"/>
              <a:ext cx="10754" cy="166821"/>
            </a:xfrm>
            <a:custGeom>
              <a:avLst/>
              <a:pathLst>
                <a:path w="10754" h="166821">
                  <a:moveTo>
                    <a:pt x="0" y="166821"/>
                  </a:moveTo>
                  <a:lnTo>
                    <a:pt x="107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53747" y="1238196"/>
              <a:ext cx="10754" cy="166821"/>
            </a:xfrm>
            <a:custGeom>
              <a:avLst/>
              <a:pathLst>
                <a:path w="10754" h="166821">
                  <a:moveTo>
                    <a:pt x="0" y="166821"/>
                  </a:moveTo>
                  <a:lnTo>
                    <a:pt x="107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53747" y="1238196"/>
              <a:ext cx="10754" cy="166821"/>
            </a:xfrm>
            <a:custGeom>
              <a:avLst/>
              <a:pathLst>
                <a:path w="10754" h="166821">
                  <a:moveTo>
                    <a:pt x="0" y="166821"/>
                  </a:moveTo>
                  <a:lnTo>
                    <a:pt x="107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53747" y="1238196"/>
              <a:ext cx="10754" cy="166821"/>
            </a:xfrm>
            <a:custGeom>
              <a:avLst/>
              <a:pathLst>
                <a:path w="10754" h="166821">
                  <a:moveTo>
                    <a:pt x="0" y="166821"/>
                  </a:moveTo>
                  <a:lnTo>
                    <a:pt x="107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53747" y="1238196"/>
              <a:ext cx="10754" cy="166821"/>
            </a:xfrm>
            <a:custGeom>
              <a:avLst/>
              <a:pathLst>
                <a:path w="10754" h="166821">
                  <a:moveTo>
                    <a:pt x="0" y="166821"/>
                  </a:moveTo>
                  <a:lnTo>
                    <a:pt x="1075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53747" y="1238196"/>
              <a:ext cx="10754" cy="166821"/>
            </a:xfrm>
            <a:custGeom>
              <a:avLst/>
              <a:pathLst>
                <a:path w="10754" h="166821">
                  <a:moveTo>
                    <a:pt x="0" y="166821"/>
                  </a:moveTo>
                  <a:lnTo>
                    <a:pt x="1075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53747" y="1084732"/>
              <a:ext cx="177906" cy="320631"/>
            </a:xfrm>
            <a:custGeom>
              <a:avLst/>
              <a:pathLst>
                <a:path w="177906" h="320631">
                  <a:moveTo>
                    <a:pt x="0" y="320285"/>
                  </a:moveTo>
                  <a:lnTo>
                    <a:pt x="5309" y="320542"/>
                  </a:lnTo>
                  <a:lnTo>
                    <a:pt x="10623" y="320631"/>
                  </a:lnTo>
                  <a:lnTo>
                    <a:pt x="15938" y="320551"/>
                  </a:lnTo>
                  <a:lnTo>
                    <a:pt x="21248" y="320301"/>
                  </a:lnTo>
                  <a:lnTo>
                    <a:pt x="26547" y="319884"/>
                  </a:lnTo>
                  <a:lnTo>
                    <a:pt x="31830" y="319297"/>
                  </a:lnTo>
                  <a:lnTo>
                    <a:pt x="37091" y="318543"/>
                  </a:lnTo>
                  <a:lnTo>
                    <a:pt x="42326" y="317623"/>
                  </a:lnTo>
                  <a:lnTo>
                    <a:pt x="47530" y="316536"/>
                  </a:lnTo>
                  <a:lnTo>
                    <a:pt x="52695" y="315284"/>
                  </a:lnTo>
                  <a:lnTo>
                    <a:pt x="57819" y="313869"/>
                  </a:lnTo>
                  <a:lnTo>
                    <a:pt x="62895" y="312291"/>
                  </a:lnTo>
                  <a:lnTo>
                    <a:pt x="67918" y="310553"/>
                  </a:lnTo>
                  <a:lnTo>
                    <a:pt x="72884" y="308657"/>
                  </a:lnTo>
                  <a:lnTo>
                    <a:pt x="77786" y="306603"/>
                  </a:lnTo>
                  <a:lnTo>
                    <a:pt x="82621" y="304394"/>
                  </a:lnTo>
                  <a:lnTo>
                    <a:pt x="87383" y="302033"/>
                  </a:lnTo>
                  <a:lnTo>
                    <a:pt x="92068" y="299522"/>
                  </a:lnTo>
                  <a:lnTo>
                    <a:pt x="96671" y="296863"/>
                  </a:lnTo>
                  <a:lnTo>
                    <a:pt x="101186" y="294059"/>
                  </a:lnTo>
                  <a:lnTo>
                    <a:pt x="105610" y="291112"/>
                  </a:lnTo>
                  <a:lnTo>
                    <a:pt x="109939" y="288027"/>
                  </a:lnTo>
                  <a:lnTo>
                    <a:pt x="114167" y="284806"/>
                  </a:lnTo>
                  <a:lnTo>
                    <a:pt x="118290" y="281452"/>
                  </a:lnTo>
                  <a:lnTo>
                    <a:pt x="122305" y="277968"/>
                  </a:lnTo>
                  <a:lnTo>
                    <a:pt x="126207" y="274358"/>
                  </a:lnTo>
                  <a:lnTo>
                    <a:pt x="129992" y="270627"/>
                  </a:lnTo>
                  <a:lnTo>
                    <a:pt x="133657" y="266777"/>
                  </a:lnTo>
                  <a:lnTo>
                    <a:pt x="137197" y="262812"/>
                  </a:lnTo>
                  <a:lnTo>
                    <a:pt x="140610" y="258737"/>
                  </a:lnTo>
                  <a:lnTo>
                    <a:pt x="143891" y="254555"/>
                  </a:lnTo>
                  <a:lnTo>
                    <a:pt x="147038" y="250271"/>
                  </a:lnTo>
                  <a:lnTo>
                    <a:pt x="150047" y="245889"/>
                  </a:lnTo>
                  <a:lnTo>
                    <a:pt x="152915" y="241414"/>
                  </a:lnTo>
                  <a:lnTo>
                    <a:pt x="155639" y="236850"/>
                  </a:lnTo>
                  <a:lnTo>
                    <a:pt x="158217" y="232201"/>
                  </a:lnTo>
                  <a:lnTo>
                    <a:pt x="160646" y="227473"/>
                  </a:lnTo>
                  <a:lnTo>
                    <a:pt x="162923" y="222670"/>
                  </a:lnTo>
                  <a:lnTo>
                    <a:pt x="165046" y="217797"/>
                  </a:lnTo>
                  <a:lnTo>
                    <a:pt x="167014" y="212859"/>
                  </a:lnTo>
                  <a:lnTo>
                    <a:pt x="168823" y="207861"/>
                  </a:lnTo>
                  <a:lnTo>
                    <a:pt x="170472" y="202808"/>
                  </a:lnTo>
                  <a:lnTo>
                    <a:pt x="171961" y="197706"/>
                  </a:lnTo>
                  <a:lnTo>
                    <a:pt x="173286" y="192558"/>
                  </a:lnTo>
                  <a:lnTo>
                    <a:pt x="174446" y="187371"/>
                  </a:lnTo>
                  <a:lnTo>
                    <a:pt x="175442" y="182149"/>
                  </a:lnTo>
                  <a:lnTo>
                    <a:pt x="176270" y="176899"/>
                  </a:lnTo>
                  <a:lnTo>
                    <a:pt x="176932" y="171625"/>
                  </a:lnTo>
                  <a:lnTo>
                    <a:pt x="177425" y="166332"/>
                  </a:lnTo>
                  <a:lnTo>
                    <a:pt x="177750" y="161027"/>
                  </a:lnTo>
                  <a:lnTo>
                    <a:pt x="177906" y="155714"/>
                  </a:lnTo>
                  <a:lnTo>
                    <a:pt x="177893" y="150398"/>
                  </a:lnTo>
                  <a:lnTo>
                    <a:pt x="177711" y="145086"/>
                  </a:lnTo>
                  <a:lnTo>
                    <a:pt x="177360" y="139782"/>
                  </a:lnTo>
                  <a:lnTo>
                    <a:pt x="176841" y="134492"/>
                  </a:lnTo>
                  <a:lnTo>
                    <a:pt x="176154" y="129222"/>
                  </a:lnTo>
                  <a:lnTo>
                    <a:pt x="175300" y="123975"/>
                  </a:lnTo>
                  <a:lnTo>
                    <a:pt x="174279" y="118759"/>
                  </a:lnTo>
                  <a:lnTo>
                    <a:pt x="173093" y="113577"/>
                  </a:lnTo>
                  <a:lnTo>
                    <a:pt x="171743" y="108436"/>
                  </a:lnTo>
                  <a:lnTo>
                    <a:pt x="170230" y="103341"/>
                  </a:lnTo>
                  <a:lnTo>
                    <a:pt x="168556" y="98296"/>
                  </a:lnTo>
                  <a:lnTo>
                    <a:pt x="166722" y="93307"/>
                  </a:lnTo>
                  <a:lnTo>
                    <a:pt x="164731" y="88378"/>
                  </a:lnTo>
                  <a:lnTo>
                    <a:pt x="162584" y="83516"/>
                  </a:lnTo>
                  <a:lnTo>
                    <a:pt x="160283" y="78724"/>
                  </a:lnTo>
                  <a:lnTo>
                    <a:pt x="157831" y="74008"/>
                  </a:lnTo>
                  <a:lnTo>
                    <a:pt x="155231" y="69372"/>
                  </a:lnTo>
                  <a:lnTo>
                    <a:pt x="152484" y="64821"/>
                  </a:lnTo>
                  <a:lnTo>
                    <a:pt x="149594" y="60360"/>
                  </a:lnTo>
                  <a:lnTo>
                    <a:pt x="146564" y="55993"/>
                  </a:lnTo>
                  <a:lnTo>
                    <a:pt x="143396" y="51725"/>
                  </a:lnTo>
                  <a:lnTo>
                    <a:pt x="140095" y="47559"/>
                  </a:lnTo>
                  <a:lnTo>
                    <a:pt x="136662" y="43500"/>
                  </a:lnTo>
                  <a:lnTo>
                    <a:pt x="133103" y="39553"/>
                  </a:lnTo>
                  <a:lnTo>
                    <a:pt x="129419" y="35721"/>
                  </a:lnTo>
                  <a:lnTo>
                    <a:pt x="125616" y="32007"/>
                  </a:lnTo>
                  <a:lnTo>
                    <a:pt x="121696" y="28417"/>
                  </a:lnTo>
                  <a:lnTo>
                    <a:pt x="117665" y="24953"/>
                  </a:lnTo>
                  <a:lnTo>
                    <a:pt x="113525" y="21619"/>
                  </a:lnTo>
                  <a:lnTo>
                    <a:pt x="109281" y="18418"/>
                  </a:lnTo>
                  <a:lnTo>
                    <a:pt x="104938" y="15354"/>
                  </a:lnTo>
                  <a:lnTo>
                    <a:pt x="100499" y="12429"/>
                  </a:lnTo>
                  <a:lnTo>
                    <a:pt x="95970" y="9647"/>
                  </a:lnTo>
                  <a:lnTo>
                    <a:pt x="91355" y="7011"/>
                  </a:lnTo>
                  <a:lnTo>
                    <a:pt x="86658" y="4522"/>
                  </a:lnTo>
                  <a:lnTo>
                    <a:pt x="81884" y="2184"/>
                  </a:lnTo>
                  <a:lnTo>
                    <a:pt x="77039" y="0"/>
                  </a:lnTo>
                  <a:lnTo>
                    <a:pt x="10754" y="1534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071028"/>
              <a:ext cx="66284" cy="167167"/>
            </a:xfrm>
            <a:custGeom>
              <a:avLst/>
              <a:pathLst>
                <a:path w="66284" h="167167">
                  <a:moveTo>
                    <a:pt x="66284" y="13703"/>
                  </a:moveTo>
                  <a:lnTo>
                    <a:pt x="60552" y="11352"/>
                  </a:lnTo>
                  <a:lnTo>
                    <a:pt x="54736" y="9215"/>
                  </a:lnTo>
                  <a:lnTo>
                    <a:pt x="48845" y="7295"/>
                  </a:lnTo>
                  <a:lnTo>
                    <a:pt x="42887" y="5595"/>
                  </a:lnTo>
                  <a:lnTo>
                    <a:pt x="36871" y="4116"/>
                  </a:lnTo>
                  <a:lnTo>
                    <a:pt x="30803" y="2862"/>
                  </a:lnTo>
                  <a:lnTo>
                    <a:pt x="24693" y="1833"/>
                  </a:lnTo>
                  <a:lnTo>
                    <a:pt x="18550" y="1032"/>
                  </a:lnTo>
                  <a:lnTo>
                    <a:pt x="12380" y="459"/>
                  </a:lnTo>
                  <a:lnTo>
                    <a:pt x="6194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55880" y="1322571"/>
              <a:ext cx="132840" cy="167167"/>
            </a:xfrm>
            <a:custGeom>
              <a:avLst/>
              <a:pathLst>
                <a:path w="132840" h="167167">
                  <a:moveTo>
                    <a:pt x="132840" y="0"/>
                  </a:moveTo>
                  <a:lnTo>
                    <a:pt x="127358" y="89"/>
                  </a:lnTo>
                  <a:lnTo>
                    <a:pt x="121882" y="359"/>
                  </a:lnTo>
                  <a:lnTo>
                    <a:pt x="116417" y="808"/>
                  </a:lnTo>
                  <a:lnTo>
                    <a:pt x="110970" y="1436"/>
                  </a:lnTo>
                  <a:lnTo>
                    <a:pt x="105546" y="2243"/>
                  </a:lnTo>
                  <a:lnTo>
                    <a:pt x="100152" y="3227"/>
                  </a:lnTo>
                  <a:lnTo>
                    <a:pt x="94793" y="4387"/>
                  </a:lnTo>
                  <a:lnTo>
                    <a:pt x="89475" y="5722"/>
                  </a:lnTo>
                  <a:lnTo>
                    <a:pt x="84204" y="7231"/>
                  </a:lnTo>
                  <a:lnTo>
                    <a:pt x="78985" y="8912"/>
                  </a:lnTo>
                  <a:lnTo>
                    <a:pt x="73824" y="10764"/>
                  </a:lnTo>
                  <a:lnTo>
                    <a:pt x="68726" y="12783"/>
                  </a:lnTo>
                  <a:lnTo>
                    <a:pt x="63698" y="14969"/>
                  </a:lnTo>
                  <a:lnTo>
                    <a:pt x="58743" y="17318"/>
                  </a:lnTo>
                  <a:lnTo>
                    <a:pt x="53869" y="19829"/>
                  </a:lnTo>
                  <a:lnTo>
                    <a:pt x="49079" y="22498"/>
                  </a:lnTo>
                  <a:lnTo>
                    <a:pt x="44380" y="25323"/>
                  </a:lnTo>
                  <a:lnTo>
                    <a:pt x="39776" y="28301"/>
                  </a:lnTo>
                  <a:lnTo>
                    <a:pt x="35271" y="31427"/>
                  </a:lnTo>
                  <a:lnTo>
                    <a:pt x="30872" y="34700"/>
                  </a:lnTo>
                  <a:lnTo>
                    <a:pt x="26583" y="38116"/>
                  </a:lnTo>
                  <a:lnTo>
                    <a:pt x="22408" y="41670"/>
                  </a:lnTo>
                  <a:lnTo>
                    <a:pt x="18351" y="45359"/>
                  </a:lnTo>
                  <a:lnTo>
                    <a:pt x="14418" y="49179"/>
                  </a:lnTo>
                  <a:lnTo>
                    <a:pt x="10612" y="53127"/>
                  </a:lnTo>
                  <a:lnTo>
                    <a:pt x="6938" y="57196"/>
                  </a:lnTo>
                  <a:lnTo>
                    <a:pt x="3399" y="61385"/>
                  </a:lnTo>
                  <a:lnTo>
                    <a:pt x="0" y="65687"/>
                  </a:lnTo>
                  <a:lnTo>
                    <a:pt x="13284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55880" y="1388258"/>
              <a:ext cx="132840" cy="101480"/>
            </a:xfrm>
            <a:custGeom>
              <a:avLst/>
              <a:pathLst>
                <a:path w="132840" h="101480">
                  <a:moveTo>
                    <a:pt x="0" y="0"/>
                  </a:moveTo>
                  <a:lnTo>
                    <a:pt x="132840" y="1014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55880" y="1388258"/>
              <a:ext cx="132840" cy="101480"/>
            </a:xfrm>
            <a:custGeom>
              <a:avLst/>
              <a:pathLst>
                <a:path w="132840" h="101480">
                  <a:moveTo>
                    <a:pt x="0" y="0"/>
                  </a:moveTo>
                  <a:lnTo>
                    <a:pt x="132840" y="1014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55880" y="1388258"/>
              <a:ext cx="132840" cy="101480"/>
            </a:xfrm>
            <a:custGeom>
              <a:avLst/>
              <a:pathLst>
                <a:path w="132840" h="101480">
                  <a:moveTo>
                    <a:pt x="0" y="0"/>
                  </a:moveTo>
                  <a:lnTo>
                    <a:pt x="132840" y="1014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55880" y="1388258"/>
              <a:ext cx="132840" cy="101480"/>
            </a:xfrm>
            <a:custGeom>
              <a:avLst/>
              <a:pathLst>
                <a:path w="132840" h="101480">
                  <a:moveTo>
                    <a:pt x="0" y="0"/>
                  </a:moveTo>
                  <a:lnTo>
                    <a:pt x="132840" y="1014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55880" y="1388258"/>
              <a:ext cx="132840" cy="101480"/>
            </a:xfrm>
            <a:custGeom>
              <a:avLst/>
              <a:pathLst>
                <a:path w="132840" h="101480">
                  <a:moveTo>
                    <a:pt x="0" y="0"/>
                  </a:moveTo>
                  <a:lnTo>
                    <a:pt x="132840" y="1014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55880" y="1388258"/>
              <a:ext cx="132840" cy="101480"/>
            </a:xfrm>
            <a:custGeom>
              <a:avLst/>
              <a:pathLst>
                <a:path w="132840" h="101480">
                  <a:moveTo>
                    <a:pt x="0" y="0"/>
                  </a:moveTo>
                  <a:lnTo>
                    <a:pt x="132840" y="1014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55880" y="1388258"/>
              <a:ext cx="132840" cy="101480"/>
            </a:xfrm>
            <a:custGeom>
              <a:avLst/>
              <a:pathLst>
                <a:path w="132840" h="101480">
                  <a:moveTo>
                    <a:pt x="0" y="0"/>
                  </a:moveTo>
                  <a:lnTo>
                    <a:pt x="132840" y="1014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55880" y="1388258"/>
              <a:ext cx="132840" cy="101480"/>
            </a:xfrm>
            <a:custGeom>
              <a:avLst/>
              <a:pathLst>
                <a:path w="132840" h="101480">
                  <a:moveTo>
                    <a:pt x="0" y="0"/>
                  </a:moveTo>
                  <a:lnTo>
                    <a:pt x="132840" y="1014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55880" y="1388258"/>
              <a:ext cx="132840" cy="101480"/>
            </a:xfrm>
            <a:custGeom>
              <a:avLst/>
              <a:pathLst>
                <a:path w="132840" h="101480">
                  <a:moveTo>
                    <a:pt x="0" y="0"/>
                  </a:moveTo>
                  <a:lnTo>
                    <a:pt x="132840" y="1014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55880" y="1388258"/>
              <a:ext cx="132840" cy="101480"/>
            </a:xfrm>
            <a:custGeom>
              <a:avLst/>
              <a:pathLst>
                <a:path w="132840" h="101480">
                  <a:moveTo>
                    <a:pt x="0" y="0"/>
                  </a:moveTo>
                  <a:lnTo>
                    <a:pt x="132840" y="1014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55880" y="1388258"/>
              <a:ext cx="132840" cy="101480"/>
            </a:xfrm>
            <a:custGeom>
              <a:avLst/>
              <a:pathLst>
                <a:path w="132840" h="101480">
                  <a:moveTo>
                    <a:pt x="0" y="0"/>
                  </a:moveTo>
                  <a:lnTo>
                    <a:pt x="132840" y="1014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55880" y="1388258"/>
              <a:ext cx="132840" cy="101480"/>
            </a:xfrm>
            <a:custGeom>
              <a:avLst/>
              <a:pathLst>
                <a:path w="132840" h="101480">
                  <a:moveTo>
                    <a:pt x="0" y="0"/>
                  </a:moveTo>
                  <a:lnTo>
                    <a:pt x="132840" y="1014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55880" y="1388258"/>
              <a:ext cx="132840" cy="101480"/>
            </a:xfrm>
            <a:custGeom>
              <a:avLst/>
              <a:pathLst>
                <a:path w="132840" h="101480">
                  <a:moveTo>
                    <a:pt x="0" y="0"/>
                  </a:moveTo>
                  <a:lnTo>
                    <a:pt x="132840" y="1014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55880" y="1388258"/>
              <a:ext cx="132840" cy="101480"/>
            </a:xfrm>
            <a:custGeom>
              <a:avLst/>
              <a:pathLst>
                <a:path w="132840" h="101480">
                  <a:moveTo>
                    <a:pt x="0" y="0"/>
                  </a:moveTo>
                  <a:lnTo>
                    <a:pt x="132840" y="1014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55880" y="1388258"/>
              <a:ext cx="132840" cy="101480"/>
            </a:xfrm>
            <a:custGeom>
              <a:avLst/>
              <a:pathLst>
                <a:path w="132840" h="101480">
                  <a:moveTo>
                    <a:pt x="0" y="0"/>
                  </a:moveTo>
                  <a:lnTo>
                    <a:pt x="132840" y="1014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55880" y="1388258"/>
              <a:ext cx="132840" cy="101480"/>
            </a:xfrm>
            <a:custGeom>
              <a:avLst/>
              <a:pathLst>
                <a:path w="132840" h="101480">
                  <a:moveTo>
                    <a:pt x="0" y="0"/>
                  </a:moveTo>
                  <a:lnTo>
                    <a:pt x="132840" y="1014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21573" y="1379383"/>
              <a:ext cx="334306" cy="277522"/>
            </a:xfrm>
            <a:custGeom>
              <a:avLst/>
              <a:pathLst>
                <a:path w="334306" h="277522">
                  <a:moveTo>
                    <a:pt x="34306" y="8875"/>
                  </a:moveTo>
                  <a:lnTo>
                    <a:pt x="31147" y="13150"/>
                  </a:lnTo>
                  <a:lnTo>
                    <a:pt x="28126" y="17522"/>
                  </a:lnTo>
                  <a:lnTo>
                    <a:pt x="25245" y="21989"/>
                  </a:lnTo>
                  <a:lnTo>
                    <a:pt x="22508" y="26544"/>
                  </a:lnTo>
                  <a:lnTo>
                    <a:pt x="19916" y="31185"/>
                  </a:lnTo>
                  <a:lnTo>
                    <a:pt x="17474" y="35905"/>
                  </a:lnTo>
                  <a:lnTo>
                    <a:pt x="15183" y="40701"/>
                  </a:lnTo>
                  <a:lnTo>
                    <a:pt x="13045" y="45567"/>
                  </a:lnTo>
                  <a:lnTo>
                    <a:pt x="11063" y="50499"/>
                  </a:lnTo>
                  <a:lnTo>
                    <a:pt x="9239" y="55491"/>
                  </a:lnTo>
                  <a:lnTo>
                    <a:pt x="7575" y="60539"/>
                  </a:lnTo>
                  <a:lnTo>
                    <a:pt x="6072" y="65637"/>
                  </a:lnTo>
                  <a:lnTo>
                    <a:pt x="4732" y="70780"/>
                  </a:lnTo>
                  <a:lnTo>
                    <a:pt x="3556" y="75963"/>
                  </a:lnTo>
                  <a:lnTo>
                    <a:pt x="2545" y="81181"/>
                  </a:lnTo>
                  <a:lnTo>
                    <a:pt x="1701" y="86429"/>
                  </a:lnTo>
                  <a:lnTo>
                    <a:pt x="1024" y="91700"/>
                  </a:lnTo>
                  <a:lnTo>
                    <a:pt x="515" y="96991"/>
                  </a:lnTo>
                  <a:lnTo>
                    <a:pt x="174" y="102295"/>
                  </a:lnTo>
                  <a:lnTo>
                    <a:pt x="2" y="107607"/>
                  </a:lnTo>
                  <a:lnTo>
                    <a:pt x="0" y="112922"/>
                  </a:lnTo>
                  <a:lnTo>
                    <a:pt x="166" y="118234"/>
                  </a:lnTo>
                  <a:lnTo>
                    <a:pt x="500" y="123539"/>
                  </a:lnTo>
                  <a:lnTo>
                    <a:pt x="1004" y="128830"/>
                  </a:lnTo>
                  <a:lnTo>
                    <a:pt x="1675" y="134102"/>
                  </a:lnTo>
                  <a:lnTo>
                    <a:pt x="2514" y="139351"/>
                  </a:lnTo>
                  <a:lnTo>
                    <a:pt x="3519" y="144570"/>
                  </a:lnTo>
                  <a:lnTo>
                    <a:pt x="4689" y="149754"/>
                  </a:lnTo>
                  <a:lnTo>
                    <a:pt x="6024" y="154899"/>
                  </a:lnTo>
                  <a:lnTo>
                    <a:pt x="7521" y="159998"/>
                  </a:lnTo>
                  <a:lnTo>
                    <a:pt x="9180" y="165048"/>
                  </a:lnTo>
                  <a:lnTo>
                    <a:pt x="10998" y="170042"/>
                  </a:lnTo>
                  <a:lnTo>
                    <a:pt x="12975" y="174976"/>
                  </a:lnTo>
                  <a:lnTo>
                    <a:pt x="15107" y="179844"/>
                  </a:lnTo>
                  <a:lnTo>
                    <a:pt x="17393" y="184643"/>
                  </a:lnTo>
                  <a:lnTo>
                    <a:pt x="19830" y="189366"/>
                  </a:lnTo>
                  <a:lnTo>
                    <a:pt x="22416" y="194009"/>
                  </a:lnTo>
                  <a:lnTo>
                    <a:pt x="25149" y="198568"/>
                  </a:lnTo>
                  <a:lnTo>
                    <a:pt x="28025" y="203037"/>
                  </a:lnTo>
                  <a:lnTo>
                    <a:pt x="31042" y="207413"/>
                  </a:lnTo>
                  <a:lnTo>
                    <a:pt x="34196" y="211691"/>
                  </a:lnTo>
                  <a:lnTo>
                    <a:pt x="37485" y="215866"/>
                  </a:lnTo>
                  <a:lnTo>
                    <a:pt x="40904" y="219935"/>
                  </a:lnTo>
                  <a:lnTo>
                    <a:pt x="44452" y="223893"/>
                  </a:lnTo>
                  <a:lnTo>
                    <a:pt x="48123" y="227736"/>
                  </a:lnTo>
                  <a:lnTo>
                    <a:pt x="51915" y="231461"/>
                  </a:lnTo>
                  <a:lnTo>
                    <a:pt x="55823" y="235063"/>
                  </a:lnTo>
                  <a:lnTo>
                    <a:pt x="59844" y="238539"/>
                  </a:lnTo>
                  <a:lnTo>
                    <a:pt x="63973" y="241885"/>
                  </a:lnTo>
                  <a:lnTo>
                    <a:pt x="68207" y="245098"/>
                  </a:lnTo>
                  <a:lnTo>
                    <a:pt x="72540" y="248176"/>
                  </a:lnTo>
                  <a:lnTo>
                    <a:pt x="76969" y="251114"/>
                  </a:lnTo>
                  <a:lnTo>
                    <a:pt x="81489" y="253909"/>
                  </a:lnTo>
                  <a:lnTo>
                    <a:pt x="86096" y="256560"/>
                  </a:lnTo>
                  <a:lnTo>
                    <a:pt x="90785" y="259063"/>
                  </a:lnTo>
                  <a:lnTo>
                    <a:pt x="95551" y="261415"/>
                  </a:lnTo>
                  <a:lnTo>
                    <a:pt x="100390" y="263615"/>
                  </a:lnTo>
                  <a:lnTo>
                    <a:pt x="105295" y="265659"/>
                  </a:lnTo>
                  <a:lnTo>
                    <a:pt x="110264" y="267547"/>
                  </a:lnTo>
                  <a:lnTo>
                    <a:pt x="115290" y="269276"/>
                  </a:lnTo>
                  <a:lnTo>
                    <a:pt x="120368" y="270844"/>
                  </a:lnTo>
                  <a:lnTo>
                    <a:pt x="125494" y="272250"/>
                  </a:lnTo>
                  <a:lnTo>
                    <a:pt x="130661" y="273493"/>
                  </a:lnTo>
                  <a:lnTo>
                    <a:pt x="135866" y="274570"/>
                  </a:lnTo>
                  <a:lnTo>
                    <a:pt x="141102" y="275481"/>
                  </a:lnTo>
                  <a:lnTo>
                    <a:pt x="146365" y="276226"/>
                  </a:lnTo>
                  <a:lnTo>
                    <a:pt x="151648" y="276803"/>
                  </a:lnTo>
                  <a:lnTo>
                    <a:pt x="156948" y="277211"/>
                  </a:lnTo>
                  <a:lnTo>
                    <a:pt x="162257" y="277451"/>
                  </a:lnTo>
                  <a:lnTo>
                    <a:pt x="167572" y="277522"/>
                  </a:lnTo>
                  <a:lnTo>
                    <a:pt x="172886" y="277424"/>
                  </a:lnTo>
                  <a:lnTo>
                    <a:pt x="178194" y="277157"/>
                  </a:lnTo>
                  <a:lnTo>
                    <a:pt x="183491" y="276722"/>
                  </a:lnTo>
                  <a:lnTo>
                    <a:pt x="188772" y="276118"/>
                  </a:lnTo>
                  <a:lnTo>
                    <a:pt x="194030" y="275347"/>
                  </a:lnTo>
                  <a:lnTo>
                    <a:pt x="199262" y="274409"/>
                  </a:lnTo>
                  <a:lnTo>
                    <a:pt x="204461" y="273305"/>
                  </a:lnTo>
                  <a:lnTo>
                    <a:pt x="209622" y="272037"/>
                  </a:lnTo>
                  <a:lnTo>
                    <a:pt x="214741" y="270605"/>
                  </a:lnTo>
                  <a:lnTo>
                    <a:pt x="219811" y="269011"/>
                  </a:lnTo>
                  <a:lnTo>
                    <a:pt x="224828" y="267256"/>
                  </a:lnTo>
                  <a:lnTo>
                    <a:pt x="229787" y="265343"/>
                  </a:lnTo>
                  <a:lnTo>
                    <a:pt x="234682" y="263274"/>
                  </a:lnTo>
                  <a:lnTo>
                    <a:pt x="239509" y="261049"/>
                  </a:lnTo>
                  <a:lnTo>
                    <a:pt x="244263" y="258673"/>
                  </a:lnTo>
                  <a:lnTo>
                    <a:pt x="248939" y="256146"/>
                  </a:lnTo>
                  <a:lnTo>
                    <a:pt x="253533" y="253472"/>
                  </a:lnTo>
                  <a:lnTo>
                    <a:pt x="258039" y="250654"/>
                  </a:lnTo>
                  <a:lnTo>
                    <a:pt x="262453" y="247694"/>
                  </a:lnTo>
                  <a:lnTo>
                    <a:pt x="266771" y="244594"/>
                  </a:lnTo>
                  <a:lnTo>
                    <a:pt x="270988" y="241359"/>
                  </a:lnTo>
                  <a:lnTo>
                    <a:pt x="275100" y="237992"/>
                  </a:lnTo>
                  <a:lnTo>
                    <a:pt x="279103" y="234496"/>
                  </a:lnTo>
                  <a:lnTo>
                    <a:pt x="282993" y="230874"/>
                  </a:lnTo>
                  <a:lnTo>
                    <a:pt x="286766" y="227130"/>
                  </a:lnTo>
                  <a:lnTo>
                    <a:pt x="290418" y="223269"/>
                  </a:lnTo>
                  <a:lnTo>
                    <a:pt x="293945" y="219293"/>
                  </a:lnTo>
                  <a:lnTo>
                    <a:pt x="297344" y="215207"/>
                  </a:lnTo>
                  <a:lnTo>
                    <a:pt x="300611" y="211015"/>
                  </a:lnTo>
                  <a:lnTo>
                    <a:pt x="303744" y="206721"/>
                  </a:lnTo>
                  <a:lnTo>
                    <a:pt x="306738" y="202330"/>
                  </a:lnTo>
                  <a:lnTo>
                    <a:pt x="309592" y="197846"/>
                  </a:lnTo>
                  <a:lnTo>
                    <a:pt x="312301" y="193273"/>
                  </a:lnTo>
                  <a:lnTo>
                    <a:pt x="314864" y="188617"/>
                  </a:lnTo>
                  <a:lnTo>
                    <a:pt x="317277" y="183881"/>
                  </a:lnTo>
                  <a:lnTo>
                    <a:pt x="319538" y="179072"/>
                  </a:lnTo>
                  <a:lnTo>
                    <a:pt x="321646" y="174192"/>
                  </a:lnTo>
                  <a:lnTo>
                    <a:pt x="323597" y="169248"/>
                  </a:lnTo>
                  <a:lnTo>
                    <a:pt x="325390" y="164245"/>
                  </a:lnTo>
                  <a:lnTo>
                    <a:pt x="327023" y="159187"/>
                  </a:lnTo>
                  <a:lnTo>
                    <a:pt x="328495" y="154080"/>
                  </a:lnTo>
                  <a:lnTo>
                    <a:pt x="329803" y="148929"/>
                  </a:lnTo>
                  <a:lnTo>
                    <a:pt x="330948" y="143738"/>
                  </a:lnTo>
                  <a:lnTo>
                    <a:pt x="331926" y="138514"/>
                  </a:lnTo>
                  <a:lnTo>
                    <a:pt x="332738" y="133262"/>
                  </a:lnTo>
                  <a:lnTo>
                    <a:pt x="333382" y="127986"/>
                  </a:lnTo>
                  <a:lnTo>
                    <a:pt x="333859" y="122692"/>
                  </a:lnTo>
                  <a:lnTo>
                    <a:pt x="334167" y="117386"/>
                  </a:lnTo>
                  <a:lnTo>
                    <a:pt x="334306" y="112073"/>
                  </a:lnTo>
                  <a:lnTo>
                    <a:pt x="334276" y="106758"/>
                  </a:lnTo>
                  <a:lnTo>
                    <a:pt x="334077" y="101447"/>
                  </a:lnTo>
                  <a:lnTo>
                    <a:pt x="333710" y="96145"/>
                  </a:lnTo>
                  <a:lnTo>
                    <a:pt x="333174" y="90857"/>
                  </a:lnTo>
                  <a:lnTo>
                    <a:pt x="332470" y="85589"/>
                  </a:lnTo>
                  <a:lnTo>
                    <a:pt x="331599" y="80346"/>
                  </a:lnTo>
                  <a:lnTo>
                    <a:pt x="330562" y="75133"/>
                  </a:lnTo>
                  <a:lnTo>
                    <a:pt x="329360" y="69956"/>
                  </a:lnTo>
                  <a:lnTo>
                    <a:pt x="327993" y="64819"/>
                  </a:lnTo>
                  <a:lnTo>
                    <a:pt x="326464" y="59729"/>
                  </a:lnTo>
                  <a:lnTo>
                    <a:pt x="324774" y="54690"/>
                  </a:lnTo>
                  <a:lnTo>
                    <a:pt x="322925" y="49707"/>
                  </a:lnTo>
                  <a:lnTo>
                    <a:pt x="320918" y="44786"/>
                  </a:lnTo>
                  <a:lnTo>
                    <a:pt x="318756" y="39930"/>
                  </a:lnTo>
                  <a:lnTo>
                    <a:pt x="316441" y="35146"/>
                  </a:lnTo>
                  <a:lnTo>
                    <a:pt x="313974" y="30438"/>
                  </a:lnTo>
                  <a:lnTo>
                    <a:pt x="311360" y="25811"/>
                  </a:lnTo>
                  <a:lnTo>
                    <a:pt x="308599" y="21269"/>
                  </a:lnTo>
                  <a:lnTo>
                    <a:pt x="305695" y="16817"/>
                  </a:lnTo>
                  <a:lnTo>
                    <a:pt x="302652" y="12460"/>
                  </a:lnTo>
                  <a:lnTo>
                    <a:pt x="299471" y="8202"/>
                  </a:lnTo>
                  <a:lnTo>
                    <a:pt x="296157" y="4047"/>
                  </a:lnTo>
                  <a:lnTo>
                    <a:pt x="292712" y="0"/>
                  </a:lnTo>
                  <a:lnTo>
                    <a:pt x="167147" y="1103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488720" y="1322571"/>
              <a:ext cx="125564" cy="167167"/>
            </a:xfrm>
            <a:custGeom>
              <a:avLst/>
              <a:pathLst>
                <a:path w="125564" h="167167">
                  <a:moveTo>
                    <a:pt x="125564" y="56811"/>
                  </a:moveTo>
                  <a:lnTo>
                    <a:pt x="121891" y="52767"/>
                  </a:lnTo>
                  <a:lnTo>
                    <a:pt x="118088" y="48845"/>
                  </a:lnTo>
                  <a:lnTo>
                    <a:pt x="114158" y="45049"/>
                  </a:lnTo>
                  <a:lnTo>
                    <a:pt x="110107" y="41384"/>
                  </a:lnTo>
                  <a:lnTo>
                    <a:pt x="105937" y="37853"/>
                  </a:lnTo>
                  <a:lnTo>
                    <a:pt x="101655" y="34460"/>
                  </a:lnTo>
                  <a:lnTo>
                    <a:pt x="97264" y="31209"/>
                  </a:lnTo>
                  <a:lnTo>
                    <a:pt x="92769" y="28103"/>
                  </a:lnTo>
                  <a:lnTo>
                    <a:pt x="88176" y="25146"/>
                  </a:lnTo>
                  <a:lnTo>
                    <a:pt x="83488" y="22341"/>
                  </a:lnTo>
                  <a:lnTo>
                    <a:pt x="78710" y="19690"/>
                  </a:lnTo>
                  <a:lnTo>
                    <a:pt x="73849" y="17196"/>
                  </a:lnTo>
                  <a:lnTo>
                    <a:pt x="68909" y="14863"/>
                  </a:lnTo>
                  <a:lnTo>
                    <a:pt x="63895" y="12693"/>
                  </a:lnTo>
                  <a:lnTo>
                    <a:pt x="58813" y="10687"/>
                  </a:lnTo>
                  <a:lnTo>
                    <a:pt x="53668" y="8849"/>
                  </a:lnTo>
                  <a:lnTo>
                    <a:pt x="48466" y="7180"/>
                  </a:lnTo>
                  <a:lnTo>
                    <a:pt x="43212" y="5681"/>
                  </a:lnTo>
                  <a:lnTo>
                    <a:pt x="37912" y="4355"/>
                  </a:lnTo>
                  <a:lnTo>
                    <a:pt x="32572" y="3204"/>
                  </a:lnTo>
                  <a:lnTo>
                    <a:pt x="27196" y="2227"/>
                  </a:lnTo>
                  <a:lnTo>
                    <a:pt x="21792" y="1426"/>
                  </a:lnTo>
                  <a:lnTo>
                    <a:pt x="16364" y="802"/>
                  </a:lnTo>
                  <a:lnTo>
                    <a:pt x="10919" y="357"/>
                  </a:lnTo>
                  <a:lnTo>
                    <a:pt x="5462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11785" y="1681503"/>
              <a:ext cx="74739" cy="167167"/>
            </a:xfrm>
            <a:custGeom>
              <a:avLst/>
              <a:pathLst>
                <a:path w="74739" h="167167">
                  <a:moveTo>
                    <a:pt x="74739" y="0"/>
                  </a:moveTo>
                  <a:lnTo>
                    <a:pt x="68780" y="106"/>
                  </a:lnTo>
                  <a:lnTo>
                    <a:pt x="62828" y="424"/>
                  </a:lnTo>
                  <a:lnTo>
                    <a:pt x="56892" y="955"/>
                  </a:lnTo>
                  <a:lnTo>
                    <a:pt x="50978" y="1697"/>
                  </a:lnTo>
                  <a:lnTo>
                    <a:pt x="45095" y="2649"/>
                  </a:lnTo>
                  <a:lnTo>
                    <a:pt x="39249" y="3810"/>
                  </a:lnTo>
                  <a:lnTo>
                    <a:pt x="33448" y="5179"/>
                  </a:lnTo>
                  <a:lnTo>
                    <a:pt x="27700" y="6754"/>
                  </a:lnTo>
                  <a:lnTo>
                    <a:pt x="22012" y="8533"/>
                  </a:lnTo>
                  <a:lnTo>
                    <a:pt x="16391" y="10513"/>
                  </a:lnTo>
                  <a:lnTo>
                    <a:pt x="10843" y="12693"/>
                  </a:lnTo>
                  <a:lnTo>
                    <a:pt x="5377" y="15069"/>
                  </a:lnTo>
                  <a:lnTo>
                    <a:pt x="0" y="17638"/>
                  </a:lnTo>
                  <a:lnTo>
                    <a:pt x="7473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11785" y="1699141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11785" y="1699141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11785" y="1699141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11785" y="1699141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11785" y="1699141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11785" y="1699141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11785" y="1699141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11785" y="1699141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11785" y="1699141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11785" y="1699141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011785" y="1699141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011785" y="1699141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011785" y="1699141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011785" y="1699141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011785" y="1699141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011785" y="1699141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19357" y="1681503"/>
              <a:ext cx="334325" cy="334325"/>
            </a:xfrm>
            <a:custGeom>
              <a:avLst/>
              <a:pathLst>
                <a:path w="334325" h="334325">
                  <a:moveTo>
                    <a:pt x="92427" y="17638"/>
                  </a:moveTo>
                  <a:lnTo>
                    <a:pt x="87736" y="20076"/>
                  </a:lnTo>
                  <a:lnTo>
                    <a:pt x="83124" y="22662"/>
                  </a:lnTo>
                  <a:lnTo>
                    <a:pt x="78597" y="25392"/>
                  </a:lnTo>
                  <a:lnTo>
                    <a:pt x="74158" y="28263"/>
                  </a:lnTo>
                  <a:lnTo>
                    <a:pt x="69811" y="31274"/>
                  </a:lnTo>
                  <a:lnTo>
                    <a:pt x="65563" y="34421"/>
                  </a:lnTo>
                  <a:lnTo>
                    <a:pt x="61416" y="37700"/>
                  </a:lnTo>
                  <a:lnTo>
                    <a:pt x="57374" y="41109"/>
                  </a:lnTo>
                  <a:lnTo>
                    <a:pt x="53443" y="44644"/>
                  </a:lnTo>
                  <a:lnTo>
                    <a:pt x="49625" y="48302"/>
                  </a:lnTo>
                  <a:lnTo>
                    <a:pt x="45925" y="52078"/>
                  </a:lnTo>
                  <a:lnTo>
                    <a:pt x="42346" y="55970"/>
                  </a:lnTo>
                  <a:lnTo>
                    <a:pt x="38892" y="59973"/>
                  </a:lnTo>
                  <a:lnTo>
                    <a:pt x="35567" y="64083"/>
                  </a:lnTo>
                  <a:lnTo>
                    <a:pt x="32373" y="68296"/>
                  </a:lnTo>
                  <a:lnTo>
                    <a:pt x="29313" y="72608"/>
                  </a:lnTo>
                  <a:lnTo>
                    <a:pt x="26392" y="77015"/>
                  </a:lnTo>
                  <a:lnTo>
                    <a:pt x="23612" y="81512"/>
                  </a:lnTo>
                  <a:lnTo>
                    <a:pt x="20975" y="86094"/>
                  </a:lnTo>
                  <a:lnTo>
                    <a:pt x="18484" y="90758"/>
                  </a:lnTo>
                  <a:lnTo>
                    <a:pt x="16142" y="95498"/>
                  </a:lnTo>
                  <a:lnTo>
                    <a:pt x="13951" y="100310"/>
                  </a:lnTo>
                  <a:lnTo>
                    <a:pt x="11914" y="105188"/>
                  </a:lnTo>
                  <a:lnTo>
                    <a:pt x="10031" y="110129"/>
                  </a:lnTo>
                  <a:lnTo>
                    <a:pt x="8306" y="115127"/>
                  </a:lnTo>
                  <a:lnTo>
                    <a:pt x="6740" y="120177"/>
                  </a:lnTo>
                  <a:lnTo>
                    <a:pt x="5334" y="125273"/>
                  </a:lnTo>
                  <a:lnTo>
                    <a:pt x="4090" y="130412"/>
                  </a:lnTo>
                  <a:lnTo>
                    <a:pt x="3009" y="135587"/>
                  </a:lnTo>
                  <a:lnTo>
                    <a:pt x="2093" y="140794"/>
                  </a:lnTo>
                  <a:lnTo>
                    <a:pt x="1341" y="146028"/>
                  </a:lnTo>
                  <a:lnTo>
                    <a:pt x="756" y="151282"/>
                  </a:lnTo>
                  <a:lnTo>
                    <a:pt x="337" y="156553"/>
                  </a:lnTo>
                  <a:lnTo>
                    <a:pt x="85" y="161834"/>
                  </a:lnTo>
                  <a:lnTo>
                    <a:pt x="0" y="167120"/>
                  </a:lnTo>
                  <a:lnTo>
                    <a:pt x="82" y="172407"/>
                  </a:lnTo>
                  <a:lnTo>
                    <a:pt x="331" y="177688"/>
                  </a:lnTo>
                  <a:lnTo>
                    <a:pt x="747" y="182958"/>
                  </a:lnTo>
                  <a:lnTo>
                    <a:pt x="1330" y="188213"/>
                  </a:lnTo>
                  <a:lnTo>
                    <a:pt x="2078" y="193447"/>
                  </a:lnTo>
                  <a:lnTo>
                    <a:pt x="2992" y="198655"/>
                  </a:lnTo>
                  <a:lnTo>
                    <a:pt x="4070" y="203831"/>
                  </a:lnTo>
                  <a:lnTo>
                    <a:pt x="5311" y="208970"/>
                  </a:lnTo>
                  <a:lnTo>
                    <a:pt x="6714" y="214068"/>
                  </a:lnTo>
                  <a:lnTo>
                    <a:pt x="8277" y="219118"/>
                  </a:lnTo>
                  <a:lnTo>
                    <a:pt x="9999" y="224117"/>
                  </a:lnTo>
                  <a:lnTo>
                    <a:pt x="11879" y="229058"/>
                  </a:lnTo>
                  <a:lnTo>
                    <a:pt x="13914" y="233938"/>
                  </a:lnTo>
                  <a:lnTo>
                    <a:pt x="16102" y="238751"/>
                  </a:lnTo>
                  <a:lnTo>
                    <a:pt x="18441" y="243493"/>
                  </a:lnTo>
                  <a:lnTo>
                    <a:pt x="20929" y="248158"/>
                  </a:lnTo>
                  <a:lnTo>
                    <a:pt x="23564" y="252742"/>
                  </a:lnTo>
                  <a:lnTo>
                    <a:pt x="26342" y="257240"/>
                  </a:lnTo>
                  <a:lnTo>
                    <a:pt x="29260" y="261648"/>
                  </a:lnTo>
                  <a:lnTo>
                    <a:pt x="32317" y="265962"/>
                  </a:lnTo>
                  <a:lnTo>
                    <a:pt x="35509" y="270177"/>
                  </a:lnTo>
                  <a:lnTo>
                    <a:pt x="38832" y="274289"/>
                  </a:lnTo>
                  <a:lnTo>
                    <a:pt x="42284" y="278294"/>
                  </a:lnTo>
                  <a:lnTo>
                    <a:pt x="45861" y="282188"/>
                  </a:lnTo>
                  <a:lnTo>
                    <a:pt x="49559" y="285966"/>
                  </a:lnTo>
                  <a:lnTo>
                    <a:pt x="53374" y="289626"/>
                  </a:lnTo>
                  <a:lnTo>
                    <a:pt x="57304" y="293163"/>
                  </a:lnTo>
                  <a:lnTo>
                    <a:pt x="61343" y="296574"/>
                  </a:lnTo>
                  <a:lnTo>
                    <a:pt x="65488" y="299856"/>
                  </a:lnTo>
                  <a:lnTo>
                    <a:pt x="69735" y="303005"/>
                  </a:lnTo>
                  <a:lnTo>
                    <a:pt x="74080" y="306018"/>
                  </a:lnTo>
                  <a:lnTo>
                    <a:pt x="78517" y="308893"/>
                  </a:lnTo>
                  <a:lnTo>
                    <a:pt x="83044" y="311625"/>
                  </a:lnTo>
                  <a:lnTo>
                    <a:pt x="87654" y="314213"/>
                  </a:lnTo>
                  <a:lnTo>
                    <a:pt x="92344" y="316654"/>
                  </a:lnTo>
                  <a:lnTo>
                    <a:pt x="97108" y="318946"/>
                  </a:lnTo>
                  <a:lnTo>
                    <a:pt x="101943" y="321085"/>
                  </a:lnTo>
                  <a:lnTo>
                    <a:pt x="106843" y="323071"/>
                  </a:lnTo>
                  <a:lnTo>
                    <a:pt x="111804" y="324900"/>
                  </a:lnTo>
                  <a:lnTo>
                    <a:pt x="116819" y="326572"/>
                  </a:lnTo>
                  <a:lnTo>
                    <a:pt x="121886" y="328085"/>
                  </a:lnTo>
                  <a:lnTo>
                    <a:pt x="126997" y="329436"/>
                  </a:lnTo>
                  <a:lnTo>
                    <a:pt x="132149" y="330625"/>
                  </a:lnTo>
                  <a:lnTo>
                    <a:pt x="137335" y="331651"/>
                  </a:lnTo>
                  <a:lnTo>
                    <a:pt x="142552" y="332512"/>
                  </a:lnTo>
                  <a:lnTo>
                    <a:pt x="147793" y="333208"/>
                  </a:lnTo>
                  <a:lnTo>
                    <a:pt x="153053" y="333738"/>
                  </a:lnTo>
                  <a:lnTo>
                    <a:pt x="158328" y="334101"/>
                  </a:lnTo>
                  <a:lnTo>
                    <a:pt x="163611" y="334297"/>
                  </a:lnTo>
                  <a:lnTo>
                    <a:pt x="168898" y="334325"/>
                  </a:lnTo>
                  <a:lnTo>
                    <a:pt x="174183" y="334187"/>
                  </a:lnTo>
                  <a:lnTo>
                    <a:pt x="179462" y="333882"/>
                  </a:lnTo>
                  <a:lnTo>
                    <a:pt x="184728" y="333409"/>
                  </a:lnTo>
                  <a:lnTo>
                    <a:pt x="189976" y="332771"/>
                  </a:lnTo>
                  <a:lnTo>
                    <a:pt x="195201" y="331967"/>
                  </a:lnTo>
                  <a:lnTo>
                    <a:pt x="200399" y="330998"/>
                  </a:lnTo>
                  <a:lnTo>
                    <a:pt x="205563" y="329865"/>
                  </a:lnTo>
                  <a:lnTo>
                    <a:pt x="210689" y="328569"/>
                  </a:lnTo>
                  <a:lnTo>
                    <a:pt x="215771" y="327112"/>
                  </a:lnTo>
                  <a:lnTo>
                    <a:pt x="220805" y="325495"/>
                  </a:lnTo>
                  <a:lnTo>
                    <a:pt x="225785" y="323720"/>
                  </a:lnTo>
                  <a:lnTo>
                    <a:pt x="230707" y="321788"/>
                  </a:lnTo>
                  <a:lnTo>
                    <a:pt x="235564" y="319701"/>
                  </a:lnTo>
                  <a:lnTo>
                    <a:pt x="240354" y="317462"/>
                  </a:lnTo>
                  <a:lnTo>
                    <a:pt x="245070" y="315072"/>
                  </a:lnTo>
                  <a:lnTo>
                    <a:pt x="249708" y="312535"/>
                  </a:lnTo>
                  <a:lnTo>
                    <a:pt x="254264" y="309852"/>
                  </a:lnTo>
                  <a:lnTo>
                    <a:pt x="258733" y="307026"/>
                  </a:lnTo>
                  <a:lnTo>
                    <a:pt x="263110" y="304061"/>
                  </a:lnTo>
                  <a:lnTo>
                    <a:pt x="267391" y="300958"/>
                  </a:lnTo>
                  <a:lnTo>
                    <a:pt x="271572" y="297722"/>
                  </a:lnTo>
                  <a:lnTo>
                    <a:pt x="275648" y="294355"/>
                  </a:lnTo>
                  <a:lnTo>
                    <a:pt x="279616" y="290861"/>
                  </a:lnTo>
                  <a:lnTo>
                    <a:pt x="283471" y="287243"/>
                  </a:lnTo>
                  <a:lnTo>
                    <a:pt x="287210" y="283505"/>
                  </a:lnTo>
                  <a:lnTo>
                    <a:pt x="290829" y="279651"/>
                  </a:lnTo>
                  <a:lnTo>
                    <a:pt x="294325" y="275684"/>
                  </a:lnTo>
                  <a:lnTo>
                    <a:pt x="297693" y="271608"/>
                  </a:lnTo>
                  <a:lnTo>
                    <a:pt x="300930" y="267428"/>
                  </a:lnTo>
                  <a:lnTo>
                    <a:pt x="304034" y="263148"/>
                  </a:lnTo>
                  <a:lnTo>
                    <a:pt x="307001" y="258772"/>
                  </a:lnTo>
                  <a:lnTo>
                    <a:pt x="309828" y="254304"/>
                  </a:lnTo>
                  <a:lnTo>
                    <a:pt x="312512" y="249749"/>
                  </a:lnTo>
                  <a:lnTo>
                    <a:pt x="315051" y="245112"/>
                  </a:lnTo>
                  <a:lnTo>
                    <a:pt x="317442" y="240396"/>
                  </a:lnTo>
                  <a:lnTo>
                    <a:pt x="319682" y="235607"/>
                  </a:lnTo>
                  <a:lnTo>
                    <a:pt x="321770" y="230750"/>
                  </a:lnTo>
                  <a:lnTo>
                    <a:pt x="323704" y="225829"/>
                  </a:lnTo>
                  <a:lnTo>
                    <a:pt x="325480" y="220849"/>
                  </a:lnTo>
                  <a:lnTo>
                    <a:pt x="327099" y="215816"/>
                  </a:lnTo>
                  <a:lnTo>
                    <a:pt x="328557" y="210734"/>
                  </a:lnTo>
                  <a:lnTo>
                    <a:pt x="329854" y="205609"/>
                  </a:lnTo>
                  <a:lnTo>
                    <a:pt x="330989" y="200445"/>
                  </a:lnTo>
                  <a:lnTo>
                    <a:pt x="331959" y="195248"/>
                  </a:lnTo>
                  <a:lnTo>
                    <a:pt x="332765" y="190022"/>
                  </a:lnTo>
                  <a:lnTo>
                    <a:pt x="333405" y="184774"/>
                  </a:lnTo>
                  <a:lnTo>
                    <a:pt x="333878" y="179508"/>
                  </a:lnTo>
                  <a:lnTo>
                    <a:pt x="334185" y="174230"/>
                  </a:lnTo>
                  <a:lnTo>
                    <a:pt x="334325" y="168945"/>
                  </a:lnTo>
                  <a:lnTo>
                    <a:pt x="334298" y="163658"/>
                  </a:lnTo>
                  <a:lnTo>
                    <a:pt x="334103" y="158374"/>
                  </a:lnTo>
                  <a:lnTo>
                    <a:pt x="333741" y="153100"/>
                  </a:lnTo>
                  <a:lnTo>
                    <a:pt x="333213" y="147839"/>
                  </a:lnTo>
                  <a:lnTo>
                    <a:pt x="332519" y="142598"/>
                  </a:lnTo>
                  <a:lnTo>
                    <a:pt x="331659" y="137381"/>
                  </a:lnTo>
                  <a:lnTo>
                    <a:pt x="330635" y="132194"/>
                  </a:lnTo>
                  <a:lnTo>
                    <a:pt x="329447" y="127042"/>
                  </a:lnTo>
                  <a:lnTo>
                    <a:pt x="328097" y="121931"/>
                  </a:lnTo>
                  <a:lnTo>
                    <a:pt x="326586" y="116864"/>
                  </a:lnTo>
                  <a:lnTo>
                    <a:pt x="324916" y="111848"/>
                  </a:lnTo>
                  <a:lnTo>
                    <a:pt x="323088" y="106887"/>
                  </a:lnTo>
                  <a:lnTo>
                    <a:pt x="321103" y="101986"/>
                  </a:lnTo>
                  <a:lnTo>
                    <a:pt x="318965" y="97151"/>
                  </a:lnTo>
                  <a:lnTo>
                    <a:pt x="316675" y="92386"/>
                  </a:lnTo>
                  <a:lnTo>
                    <a:pt x="314236" y="87695"/>
                  </a:lnTo>
                  <a:lnTo>
                    <a:pt x="311649" y="83084"/>
                  </a:lnTo>
                  <a:lnTo>
                    <a:pt x="308918" y="78557"/>
                  </a:lnTo>
                  <a:lnTo>
                    <a:pt x="306044" y="74119"/>
                  </a:lnTo>
                  <a:lnTo>
                    <a:pt x="303033" y="69773"/>
                  </a:lnTo>
                  <a:lnTo>
                    <a:pt x="299885" y="65526"/>
                  </a:lnTo>
                  <a:lnTo>
                    <a:pt x="296604" y="61379"/>
                  </a:lnTo>
                  <a:lnTo>
                    <a:pt x="293194" y="57339"/>
                  </a:lnTo>
                  <a:lnTo>
                    <a:pt x="289658" y="53409"/>
                  </a:lnTo>
                  <a:lnTo>
                    <a:pt x="285999" y="49592"/>
                  </a:lnTo>
                  <a:lnTo>
                    <a:pt x="282222" y="45893"/>
                  </a:lnTo>
                  <a:lnTo>
                    <a:pt x="278329" y="42315"/>
                  </a:lnTo>
                  <a:lnTo>
                    <a:pt x="274325" y="38862"/>
                  </a:lnTo>
                  <a:lnTo>
                    <a:pt x="270214" y="35538"/>
                  </a:lnTo>
                  <a:lnTo>
                    <a:pt x="266000" y="32345"/>
                  </a:lnTo>
                  <a:lnTo>
                    <a:pt x="261687" y="29287"/>
                  </a:lnTo>
                  <a:lnTo>
                    <a:pt x="257280" y="26367"/>
                  </a:lnTo>
                  <a:lnTo>
                    <a:pt x="252782" y="23588"/>
                  </a:lnTo>
                  <a:lnTo>
                    <a:pt x="248199" y="20952"/>
                  </a:lnTo>
                  <a:lnTo>
                    <a:pt x="243534" y="18463"/>
                  </a:lnTo>
                  <a:lnTo>
                    <a:pt x="238794" y="16122"/>
                  </a:lnTo>
                  <a:lnTo>
                    <a:pt x="233981" y="13932"/>
                  </a:lnTo>
                  <a:lnTo>
                    <a:pt x="229102" y="11896"/>
                  </a:lnTo>
                  <a:lnTo>
                    <a:pt x="224161" y="10015"/>
                  </a:lnTo>
                  <a:lnTo>
                    <a:pt x="219163" y="8292"/>
                  </a:lnTo>
                  <a:lnTo>
                    <a:pt x="214112" y="6727"/>
                  </a:lnTo>
                  <a:lnTo>
                    <a:pt x="209015" y="5322"/>
                  </a:lnTo>
                  <a:lnTo>
                    <a:pt x="203876" y="4080"/>
                  </a:lnTo>
                  <a:lnTo>
                    <a:pt x="198701" y="3001"/>
                  </a:lnTo>
                  <a:lnTo>
                    <a:pt x="193493" y="2086"/>
                  </a:lnTo>
                  <a:lnTo>
                    <a:pt x="188260" y="1336"/>
                  </a:lnTo>
                  <a:lnTo>
                    <a:pt x="183005" y="751"/>
                  </a:lnTo>
                  <a:lnTo>
                    <a:pt x="177734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65129" y="2126963"/>
              <a:ext cx="116158" cy="167167"/>
            </a:xfrm>
            <a:custGeom>
              <a:avLst/>
              <a:pathLst>
                <a:path w="116158" h="167167">
                  <a:moveTo>
                    <a:pt x="116158" y="0"/>
                  </a:moveTo>
                  <a:lnTo>
                    <a:pt x="110576" y="93"/>
                  </a:lnTo>
                  <a:lnTo>
                    <a:pt x="104999" y="372"/>
                  </a:lnTo>
                  <a:lnTo>
                    <a:pt x="99435" y="838"/>
                  </a:lnTo>
                  <a:lnTo>
                    <a:pt x="93890" y="1489"/>
                  </a:lnTo>
                  <a:lnTo>
                    <a:pt x="88370" y="2325"/>
                  </a:lnTo>
                  <a:lnTo>
                    <a:pt x="82880" y="3345"/>
                  </a:lnTo>
                  <a:lnTo>
                    <a:pt x="77428" y="4548"/>
                  </a:lnTo>
                  <a:lnTo>
                    <a:pt x="72019" y="5932"/>
                  </a:lnTo>
                  <a:lnTo>
                    <a:pt x="66659" y="7496"/>
                  </a:lnTo>
                  <a:lnTo>
                    <a:pt x="61354" y="9238"/>
                  </a:lnTo>
                  <a:lnTo>
                    <a:pt x="56111" y="11156"/>
                  </a:lnTo>
                  <a:lnTo>
                    <a:pt x="50934" y="13249"/>
                  </a:lnTo>
                  <a:lnTo>
                    <a:pt x="45831" y="15513"/>
                  </a:lnTo>
                  <a:lnTo>
                    <a:pt x="40805" y="17946"/>
                  </a:lnTo>
                  <a:lnTo>
                    <a:pt x="35864" y="20546"/>
                  </a:lnTo>
                  <a:lnTo>
                    <a:pt x="31013" y="23309"/>
                  </a:lnTo>
                  <a:lnTo>
                    <a:pt x="26256" y="26232"/>
                  </a:lnTo>
                  <a:lnTo>
                    <a:pt x="21599" y="29313"/>
                  </a:lnTo>
                  <a:lnTo>
                    <a:pt x="17049" y="32548"/>
                  </a:lnTo>
                  <a:lnTo>
                    <a:pt x="12608" y="35933"/>
                  </a:lnTo>
                  <a:lnTo>
                    <a:pt x="8283" y="39464"/>
                  </a:lnTo>
                  <a:lnTo>
                    <a:pt x="4079" y="43138"/>
                  </a:lnTo>
                  <a:lnTo>
                    <a:pt x="0" y="46950"/>
                  </a:lnTo>
                  <a:lnTo>
                    <a:pt x="11615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65129" y="2173914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65129" y="2173914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65129" y="2173914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65129" y="2173914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65129" y="2173914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65129" y="2173914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65129" y="2173914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65129" y="2173914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65129" y="2173914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65129" y="2173914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65129" y="2173914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65129" y="2173914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65129" y="2173914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65129" y="2173914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14125" y="2127519"/>
              <a:ext cx="334327" cy="333771"/>
            </a:xfrm>
            <a:custGeom>
              <a:avLst/>
              <a:pathLst>
                <a:path w="334327" h="333771">
                  <a:moveTo>
                    <a:pt x="51003" y="46395"/>
                  </a:moveTo>
                  <a:lnTo>
                    <a:pt x="47242" y="50145"/>
                  </a:lnTo>
                  <a:lnTo>
                    <a:pt x="43603" y="54014"/>
                  </a:lnTo>
                  <a:lnTo>
                    <a:pt x="40088" y="57996"/>
                  </a:lnTo>
                  <a:lnTo>
                    <a:pt x="36701" y="62088"/>
                  </a:lnTo>
                  <a:lnTo>
                    <a:pt x="33447" y="66285"/>
                  </a:lnTo>
                  <a:lnTo>
                    <a:pt x="30327" y="70584"/>
                  </a:lnTo>
                  <a:lnTo>
                    <a:pt x="27345" y="74979"/>
                  </a:lnTo>
                  <a:lnTo>
                    <a:pt x="24505" y="79467"/>
                  </a:lnTo>
                  <a:lnTo>
                    <a:pt x="21808" y="84044"/>
                  </a:lnTo>
                  <a:lnTo>
                    <a:pt x="19259" y="88703"/>
                  </a:lnTo>
                  <a:lnTo>
                    <a:pt x="16858" y="93441"/>
                  </a:lnTo>
                  <a:lnTo>
                    <a:pt x="14609" y="98253"/>
                  </a:lnTo>
                  <a:lnTo>
                    <a:pt x="12515" y="103134"/>
                  </a:lnTo>
                  <a:lnTo>
                    <a:pt x="10576" y="108079"/>
                  </a:lnTo>
                  <a:lnTo>
                    <a:pt x="8796" y="113083"/>
                  </a:lnTo>
                  <a:lnTo>
                    <a:pt x="7175" y="118141"/>
                  </a:lnTo>
                  <a:lnTo>
                    <a:pt x="5716" y="123248"/>
                  </a:lnTo>
                  <a:lnTo>
                    <a:pt x="4420" y="128399"/>
                  </a:lnTo>
                  <a:lnTo>
                    <a:pt x="3288" y="133588"/>
                  </a:lnTo>
                  <a:lnTo>
                    <a:pt x="2322" y="138811"/>
                  </a:lnTo>
                  <a:lnTo>
                    <a:pt x="1522" y="144062"/>
                  </a:lnTo>
                  <a:lnTo>
                    <a:pt x="889" y="149336"/>
                  </a:lnTo>
                  <a:lnTo>
                    <a:pt x="424" y="154627"/>
                  </a:lnTo>
                  <a:lnTo>
                    <a:pt x="127" y="159930"/>
                  </a:lnTo>
                  <a:lnTo>
                    <a:pt x="0" y="165240"/>
                  </a:lnTo>
                  <a:lnTo>
                    <a:pt x="40" y="170551"/>
                  </a:lnTo>
                  <a:lnTo>
                    <a:pt x="250" y="175858"/>
                  </a:lnTo>
                  <a:lnTo>
                    <a:pt x="628" y="181156"/>
                  </a:lnTo>
                  <a:lnTo>
                    <a:pt x="1174" y="186439"/>
                  </a:lnTo>
                  <a:lnTo>
                    <a:pt x="1888" y="191702"/>
                  </a:lnTo>
                  <a:lnTo>
                    <a:pt x="2768" y="196940"/>
                  </a:lnTo>
                  <a:lnTo>
                    <a:pt x="3815" y="202148"/>
                  </a:lnTo>
                  <a:lnTo>
                    <a:pt x="5026" y="207319"/>
                  </a:lnTo>
                  <a:lnTo>
                    <a:pt x="6401" y="212449"/>
                  </a:lnTo>
                  <a:lnTo>
                    <a:pt x="7939" y="217533"/>
                  </a:lnTo>
                  <a:lnTo>
                    <a:pt x="9637" y="222566"/>
                  </a:lnTo>
                  <a:lnTo>
                    <a:pt x="11494" y="227542"/>
                  </a:lnTo>
                  <a:lnTo>
                    <a:pt x="13508" y="232457"/>
                  </a:lnTo>
                  <a:lnTo>
                    <a:pt x="15677" y="237305"/>
                  </a:lnTo>
                  <a:lnTo>
                    <a:pt x="18000" y="242082"/>
                  </a:lnTo>
                  <a:lnTo>
                    <a:pt x="20473" y="246783"/>
                  </a:lnTo>
                  <a:lnTo>
                    <a:pt x="23094" y="251402"/>
                  </a:lnTo>
                  <a:lnTo>
                    <a:pt x="25860" y="255936"/>
                  </a:lnTo>
                  <a:lnTo>
                    <a:pt x="28769" y="260380"/>
                  </a:lnTo>
                  <a:lnTo>
                    <a:pt x="31818" y="264729"/>
                  </a:lnTo>
                  <a:lnTo>
                    <a:pt x="35003" y="268980"/>
                  </a:lnTo>
                  <a:lnTo>
                    <a:pt x="38322" y="273126"/>
                  </a:lnTo>
                  <a:lnTo>
                    <a:pt x="41771" y="277166"/>
                  </a:lnTo>
                  <a:lnTo>
                    <a:pt x="45347" y="281094"/>
                  </a:lnTo>
                  <a:lnTo>
                    <a:pt x="49045" y="284906"/>
                  </a:lnTo>
                  <a:lnTo>
                    <a:pt x="52863" y="288598"/>
                  </a:lnTo>
                  <a:lnTo>
                    <a:pt x="56796" y="292168"/>
                  </a:lnTo>
                  <a:lnTo>
                    <a:pt x="60840" y="295611"/>
                  </a:lnTo>
                  <a:lnTo>
                    <a:pt x="64992" y="298923"/>
                  </a:lnTo>
                  <a:lnTo>
                    <a:pt x="69247" y="302102"/>
                  </a:lnTo>
                  <a:lnTo>
                    <a:pt x="73601" y="305145"/>
                  </a:lnTo>
                  <a:lnTo>
                    <a:pt x="78049" y="308047"/>
                  </a:lnTo>
                  <a:lnTo>
                    <a:pt x="82588" y="310807"/>
                  </a:lnTo>
                  <a:lnTo>
                    <a:pt x="87211" y="313421"/>
                  </a:lnTo>
                  <a:lnTo>
                    <a:pt x="91916" y="315886"/>
                  </a:lnTo>
                  <a:lnTo>
                    <a:pt x="96696" y="318202"/>
                  </a:lnTo>
                  <a:lnTo>
                    <a:pt x="101547" y="320364"/>
                  </a:lnTo>
                  <a:lnTo>
                    <a:pt x="106465" y="322371"/>
                  </a:lnTo>
                  <a:lnTo>
                    <a:pt x="111444" y="324220"/>
                  </a:lnTo>
                  <a:lnTo>
                    <a:pt x="116479" y="325911"/>
                  </a:lnTo>
                  <a:lnTo>
                    <a:pt x="121565" y="327440"/>
                  </a:lnTo>
                  <a:lnTo>
                    <a:pt x="126698" y="328808"/>
                  </a:lnTo>
                  <a:lnTo>
                    <a:pt x="131871" y="330011"/>
                  </a:lnTo>
                  <a:lnTo>
                    <a:pt x="137080" y="331050"/>
                  </a:lnTo>
                  <a:lnTo>
                    <a:pt x="142319" y="331923"/>
                  </a:lnTo>
                  <a:lnTo>
                    <a:pt x="147584" y="332629"/>
                  </a:lnTo>
                  <a:lnTo>
                    <a:pt x="152868" y="333167"/>
                  </a:lnTo>
                  <a:lnTo>
                    <a:pt x="158166" y="333537"/>
                  </a:lnTo>
                  <a:lnTo>
                    <a:pt x="163474" y="333738"/>
                  </a:lnTo>
                  <a:lnTo>
                    <a:pt x="168785" y="333771"/>
                  </a:lnTo>
                  <a:lnTo>
                    <a:pt x="174095" y="333635"/>
                  </a:lnTo>
                  <a:lnTo>
                    <a:pt x="179397" y="333330"/>
                  </a:lnTo>
                  <a:lnTo>
                    <a:pt x="184688" y="332858"/>
                  </a:lnTo>
                  <a:lnTo>
                    <a:pt x="189960" y="332217"/>
                  </a:lnTo>
                  <a:lnTo>
                    <a:pt x="195210" y="331409"/>
                  </a:lnTo>
                  <a:lnTo>
                    <a:pt x="200431" y="330435"/>
                  </a:lnTo>
                  <a:lnTo>
                    <a:pt x="205619" y="329295"/>
                  </a:lnTo>
                  <a:lnTo>
                    <a:pt x="210768" y="327991"/>
                  </a:lnTo>
                  <a:lnTo>
                    <a:pt x="215873" y="326524"/>
                  </a:lnTo>
                  <a:lnTo>
                    <a:pt x="220928" y="324896"/>
                  </a:lnTo>
                  <a:lnTo>
                    <a:pt x="225930" y="323108"/>
                  </a:lnTo>
                  <a:lnTo>
                    <a:pt x="230872" y="321162"/>
                  </a:lnTo>
                  <a:lnTo>
                    <a:pt x="235750" y="319060"/>
                  </a:lnTo>
                  <a:lnTo>
                    <a:pt x="240558" y="316804"/>
                  </a:lnTo>
                  <a:lnTo>
                    <a:pt x="245292" y="314397"/>
                  </a:lnTo>
                  <a:lnTo>
                    <a:pt x="249948" y="311840"/>
                  </a:lnTo>
                  <a:lnTo>
                    <a:pt x="254520" y="309137"/>
                  </a:lnTo>
                  <a:lnTo>
                    <a:pt x="259004" y="306289"/>
                  </a:lnTo>
                  <a:lnTo>
                    <a:pt x="263395" y="303301"/>
                  </a:lnTo>
                  <a:lnTo>
                    <a:pt x="267689" y="300175"/>
                  </a:lnTo>
                  <a:lnTo>
                    <a:pt x="271881" y="296914"/>
                  </a:lnTo>
                  <a:lnTo>
                    <a:pt x="275968" y="293521"/>
                  </a:lnTo>
                  <a:lnTo>
                    <a:pt x="279945" y="290000"/>
                  </a:lnTo>
                  <a:lnTo>
                    <a:pt x="283808" y="286355"/>
                  </a:lnTo>
                  <a:lnTo>
                    <a:pt x="287553" y="282589"/>
                  </a:lnTo>
                  <a:lnTo>
                    <a:pt x="291177" y="278706"/>
                  </a:lnTo>
                  <a:lnTo>
                    <a:pt x="294675" y="274709"/>
                  </a:lnTo>
                  <a:lnTo>
                    <a:pt x="298045" y="270604"/>
                  </a:lnTo>
                  <a:lnTo>
                    <a:pt x="301283" y="266393"/>
                  </a:lnTo>
                  <a:lnTo>
                    <a:pt x="304385" y="262082"/>
                  </a:lnTo>
                  <a:lnTo>
                    <a:pt x="307349" y="257674"/>
                  </a:lnTo>
                  <a:lnTo>
                    <a:pt x="310171" y="253175"/>
                  </a:lnTo>
                  <a:lnTo>
                    <a:pt x="312849" y="248588"/>
                  </a:lnTo>
                  <a:lnTo>
                    <a:pt x="315380" y="243918"/>
                  </a:lnTo>
                  <a:lnTo>
                    <a:pt x="317761" y="239170"/>
                  </a:lnTo>
                  <a:lnTo>
                    <a:pt x="319990" y="234349"/>
                  </a:lnTo>
                  <a:lnTo>
                    <a:pt x="322065" y="229460"/>
                  </a:lnTo>
                  <a:lnTo>
                    <a:pt x="323983" y="224507"/>
                  </a:lnTo>
                  <a:lnTo>
                    <a:pt x="325743" y="219496"/>
                  </a:lnTo>
                  <a:lnTo>
                    <a:pt x="327343" y="214431"/>
                  </a:lnTo>
                  <a:lnTo>
                    <a:pt x="328782" y="209318"/>
                  </a:lnTo>
                  <a:lnTo>
                    <a:pt x="330057" y="204162"/>
                  </a:lnTo>
                  <a:lnTo>
                    <a:pt x="331167" y="198968"/>
                  </a:lnTo>
                  <a:lnTo>
                    <a:pt x="332113" y="193741"/>
                  </a:lnTo>
                  <a:lnTo>
                    <a:pt x="332891" y="188487"/>
                  </a:lnTo>
                  <a:lnTo>
                    <a:pt x="333503" y="183211"/>
                  </a:lnTo>
                  <a:lnTo>
                    <a:pt x="333946" y="177918"/>
                  </a:lnTo>
                  <a:lnTo>
                    <a:pt x="334221" y="172614"/>
                  </a:lnTo>
                  <a:lnTo>
                    <a:pt x="334327" y="167304"/>
                  </a:lnTo>
                  <a:lnTo>
                    <a:pt x="334265" y="161993"/>
                  </a:lnTo>
                  <a:lnTo>
                    <a:pt x="334034" y="156686"/>
                  </a:lnTo>
                  <a:lnTo>
                    <a:pt x="333634" y="151390"/>
                  </a:lnTo>
                  <a:lnTo>
                    <a:pt x="333067" y="146109"/>
                  </a:lnTo>
                  <a:lnTo>
                    <a:pt x="332332" y="140849"/>
                  </a:lnTo>
                  <a:lnTo>
                    <a:pt x="331430" y="135614"/>
                  </a:lnTo>
                  <a:lnTo>
                    <a:pt x="330362" y="130411"/>
                  </a:lnTo>
                  <a:lnTo>
                    <a:pt x="329130" y="125245"/>
                  </a:lnTo>
                  <a:lnTo>
                    <a:pt x="327734" y="120120"/>
                  </a:lnTo>
                  <a:lnTo>
                    <a:pt x="326176" y="115042"/>
                  </a:lnTo>
                  <a:lnTo>
                    <a:pt x="324457" y="110017"/>
                  </a:lnTo>
                  <a:lnTo>
                    <a:pt x="322580" y="105048"/>
                  </a:lnTo>
                  <a:lnTo>
                    <a:pt x="320546" y="100142"/>
                  </a:lnTo>
                  <a:lnTo>
                    <a:pt x="318356" y="95302"/>
                  </a:lnTo>
                  <a:lnTo>
                    <a:pt x="316015" y="90535"/>
                  </a:lnTo>
                  <a:lnTo>
                    <a:pt x="313523" y="85845"/>
                  </a:lnTo>
                  <a:lnTo>
                    <a:pt x="310883" y="81236"/>
                  </a:lnTo>
                  <a:lnTo>
                    <a:pt x="308098" y="76713"/>
                  </a:lnTo>
                  <a:lnTo>
                    <a:pt x="305171" y="72281"/>
                  </a:lnTo>
                  <a:lnTo>
                    <a:pt x="302105" y="67944"/>
                  </a:lnTo>
                  <a:lnTo>
                    <a:pt x="298902" y="63707"/>
                  </a:lnTo>
                  <a:lnTo>
                    <a:pt x="295566" y="59573"/>
                  </a:lnTo>
                  <a:lnTo>
                    <a:pt x="292101" y="55548"/>
                  </a:lnTo>
                  <a:lnTo>
                    <a:pt x="288509" y="51635"/>
                  </a:lnTo>
                  <a:lnTo>
                    <a:pt x="284796" y="47838"/>
                  </a:lnTo>
                  <a:lnTo>
                    <a:pt x="280963" y="44161"/>
                  </a:lnTo>
                  <a:lnTo>
                    <a:pt x="277015" y="40607"/>
                  </a:lnTo>
                  <a:lnTo>
                    <a:pt x="272957" y="37181"/>
                  </a:lnTo>
                  <a:lnTo>
                    <a:pt x="268792" y="33885"/>
                  </a:lnTo>
                  <a:lnTo>
                    <a:pt x="264524" y="30724"/>
                  </a:lnTo>
                  <a:lnTo>
                    <a:pt x="260158" y="27699"/>
                  </a:lnTo>
                  <a:lnTo>
                    <a:pt x="255697" y="24815"/>
                  </a:lnTo>
                  <a:lnTo>
                    <a:pt x="251148" y="22074"/>
                  </a:lnTo>
                  <a:lnTo>
                    <a:pt x="246514" y="19478"/>
                  </a:lnTo>
                  <a:lnTo>
                    <a:pt x="241799" y="17032"/>
                  </a:lnTo>
                  <a:lnTo>
                    <a:pt x="237010" y="14736"/>
                  </a:lnTo>
                  <a:lnTo>
                    <a:pt x="232150" y="12594"/>
                  </a:lnTo>
                  <a:lnTo>
                    <a:pt x="227224" y="10607"/>
                  </a:lnTo>
                  <a:lnTo>
                    <a:pt x="222237" y="8777"/>
                  </a:lnTo>
                  <a:lnTo>
                    <a:pt x="217195" y="7107"/>
                  </a:lnTo>
                  <a:lnTo>
                    <a:pt x="212103" y="5598"/>
                  </a:lnTo>
                  <a:lnTo>
                    <a:pt x="206965" y="4252"/>
                  </a:lnTo>
                  <a:lnTo>
                    <a:pt x="201787" y="3069"/>
                  </a:lnTo>
                  <a:lnTo>
                    <a:pt x="196574" y="2052"/>
                  </a:lnTo>
                  <a:lnTo>
                    <a:pt x="191331" y="1201"/>
                  </a:lnTo>
                  <a:lnTo>
                    <a:pt x="186064" y="516"/>
                  </a:lnTo>
                  <a:lnTo>
                    <a:pt x="180778" y="0"/>
                  </a:lnTo>
                  <a:lnTo>
                    <a:pt x="167161" y="1666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781287" y="2126963"/>
              <a:ext cx="13616" cy="167167"/>
            </a:xfrm>
            <a:custGeom>
              <a:avLst/>
              <a:pathLst>
                <a:path w="13616" h="167167">
                  <a:moveTo>
                    <a:pt x="13616" y="55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423596" y="2633064"/>
              <a:ext cx="334313" cy="334332"/>
            </a:xfrm>
            <a:custGeom>
              <a:avLst/>
              <a:pathLst>
                <a:path w="334313" h="334332">
                  <a:moveTo>
                    <a:pt x="167152" y="0"/>
                  </a:moveTo>
                  <a:lnTo>
                    <a:pt x="161840" y="84"/>
                  </a:lnTo>
                  <a:lnTo>
                    <a:pt x="156533" y="337"/>
                  </a:lnTo>
                  <a:lnTo>
                    <a:pt x="151237" y="759"/>
                  </a:lnTo>
                  <a:lnTo>
                    <a:pt x="145957" y="1348"/>
                  </a:lnTo>
                  <a:lnTo>
                    <a:pt x="140699" y="2106"/>
                  </a:lnTo>
                  <a:lnTo>
                    <a:pt x="135467" y="3030"/>
                  </a:lnTo>
                  <a:lnTo>
                    <a:pt x="130268" y="4119"/>
                  </a:lnTo>
                  <a:lnTo>
                    <a:pt x="125105" y="5374"/>
                  </a:lnTo>
                  <a:lnTo>
                    <a:pt x="119985" y="6792"/>
                  </a:lnTo>
                  <a:lnTo>
                    <a:pt x="114913" y="8371"/>
                  </a:lnTo>
                  <a:lnTo>
                    <a:pt x="109893" y="10111"/>
                  </a:lnTo>
                  <a:lnTo>
                    <a:pt x="104932" y="12010"/>
                  </a:lnTo>
                  <a:lnTo>
                    <a:pt x="100033" y="14066"/>
                  </a:lnTo>
                  <a:lnTo>
                    <a:pt x="95202" y="16276"/>
                  </a:lnTo>
                  <a:lnTo>
                    <a:pt x="90443" y="18638"/>
                  </a:lnTo>
                  <a:lnTo>
                    <a:pt x="85762" y="21151"/>
                  </a:lnTo>
                  <a:lnTo>
                    <a:pt x="81163" y="23811"/>
                  </a:lnTo>
                  <a:lnTo>
                    <a:pt x="76652" y="26616"/>
                  </a:lnTo>
                  <a:lnTo>
                    <a:pt x="72231" y="29562"/>
                  </a:lnTo>
                  <a:lnTo>
                    <a:pt x="67906" y="32648"/>
                  </a:lnTo>
                  <a:lnTo>
                    <a:pt x="63682" y="35870"/>
                  </a:lnTo>
                  <a:lnTo>
                    <a:pt x="59562" y="39224"/>
                  </a:lnTo>
                  <a:lnTo>
                    <a:pt x="55551" y="42707"/>
                  </a:lnTo>
                  <a:lnTo>
                    <a:pt x="51652" y="46316"/>
                  </a:lnTo>
                  <a:lnTo>
                    <a:pt x="47871" y="50048"/>
                  </a:lnTo>
                  <a:lnTo>
                    <a:pt x="44209" y="53897"/>
                  </a:lnTo>
                  <a:lnTo>
                    <a:pt x="40672" y="57861"/>
                  </a:lnTo>
                  <a:lnTo>
                    <a:pt x="37262" y="61935"/>
                  </a:lnTo>
                  <a:lnTo>
                    <a:pt x="33984" y="66116"/>
                  </a:lnTo>
                  <a:lnTo>
                    <a:pt x="30840" y="70398"/>
                  </a:lnTo>
                  <a:lnTo>
                    <a:pt x="27834" y="74779"/>
                  </a:lnTo>
                  <a:lnTo>
                    <a:pt x="24969" y="79252"/>
                  </a:lnTo>
                  <a:lnTo>
                    <a:pt x="22247" y="83815"/>
                  </a:lnTo>
                  <a:lnTo>
                    <a:pt x="19672" y="88461"/>
                  </a:lnTo>
                  <a:lnTo>
                    <a:pt x="17245" y="93188"/>
                  </a:lnTo>
                  <a:lnTo>
                    <a:pt x="14970" y="97988"/>
                  </a:lnTo>
                  <a:lnTo>
                    <a:pt x="12849" y="102859"/>
                  </a:lnTo>
                  <a:lnTo>
                    <a:pt x="10883" y="107795"/>
                  </a:lnTo>
                  <a:lnTo>
                    <a:pt x="9075" y="112790"/>
                  </a:lnTo>
                  <a:lnTo>
                    <a:pt x="7427" y="117841"/>
                  </a:lnTo>
                  <a:lnTo>
                    <a:pt x="5941" y="122941"/>
                  </a:lnTo>
                  <a:lnTo>
                    <a:pt x="4617" y="128086"/>
                  </a:lnTo>
                  <a:lnTo>
                    <a:pt x="3457" y="133271"/>
                  </a:lnTo>
                  <a:lnTo>
                    <a:pt x="2462" y="138490"/>
                  </a:lnTo>
                  <a:lnTo>
                    <a:pt x="1634" y="143737"/>
                  </a:lnTo>
                  <a:lnTo>
                    <a:pt x="973" y="149009"/>
                  </a:lnTo>
                  <a:lnTo>
                    <a:pt x="480" y="154298"/>
                  </a:lnTo>
                  <a:lnTo>
                    <a:pt x="156" y="159601"/>
                  </a:lnTo>
                  <a:lnTo>
                    <a:pt x="0" y="164912"/>
                  </a:lnTo>
                  <a:lnTo>
                    <a:pt x="12" y="170224"/>
                  </a:lnTo>
                  <a:lnTo>
                    <a:pt x="194" y="175534"/>
                  </a:lnTo>
                  <a:lnTo>
                    <a:pt x="544" y="180835"/>
                  </a:lnTo>
                  <a:lnTo>
                    <a:pt x="1062" y="186122"/>
                  </a:lnTo>
                  <a:lnTo>
                    <a:pt x="1749" y="191390"/>
                  </a:lnTo>
                  <a:lnTo>
                    <a:pt x="2602" y="196634"/>
                  </a:lnTo>
                  <a:lnTo>
                    <a:pt x="3621" y="201848"/>
                  </a:lnTo>
                  <a:lnTo>
                    <a:pt x="4806" y="207027"/>
                  </a:lnTo>
                  <a:lnTo>
                    <a:pt x="6155" y="212165"/>
                  </a:lnTo>
                  <a:lnTo>
                    <a:pt x="7666" y="217258"/>
                  </a:lnTo>
                  <a:lnTo>
                    <a:pt x="9338" y="222301"/>
                  </a:lnTo>
                  <a:lnTo>
                    <a:pt x="11170" y="227288"/>
                  </a:lnTo>
                  <a:lnTo>
                    <a:pt x="13159" y="232214"/>
                  </a:lnTo>
                  <a:lnTo>
                    <a:pt x="15304" y="237075"/>
                  </a:lnTo>
                  <a:lnTo>
                    <a:pt x="17602" y="241865"/>
                  </a:lnTo>
                  <a:lnTo>
                    <a:pt x="20051" y="246579"/>
                  </a:lnTo>
                  <a:lnTo>
                    <a:pt x="22648" y="251213"/>
                  </a:lnTo>
                  <a:lnTo>
                    <a:pt x="25392" y="255763"/>
                  </a:lnTo>
                  <a:lnTo>
                    <a:pt x="28279" y="260222"/>
                  </a:lnTo>
                  <a:lnTo>
                    <a:pt x="31306" y="264588"/>
                  </a:lnTo>
                  <a:lnTo>
                    <a:pt x="34470" y="268856"/>
                  </a:lnTo>
                  <a:lnTo>
                    <a:pt x="37769" y="273021"/>
                  </a:lnTo>
                  <a:lnTo>
                    <a:pt x="41198" y="277078"/>
                  </a:lnTo>
                  <a:lnTo>
                    <a:pt x="44754" y="281025"/>
                  </a:lnTo>
                  <a:lnTo>
                    <a:pt x="48434" y="284857"/>
                  </a:lnTo>
                  <a:lnTo>
                    <a:pt x="52233" y="288570"/>
                  </a:lnTo>
                  <a:lnTo>
                    <a:pt x="56149" y="292160"/>
                  </a:lnTo>
                  <a:lnTo>
                    <a:pt x="60177" y="295625"/>
                  </a:lnTo>
                  <a:lnTo>
                    <a:pt x="64313" y="298959"/>
                  </a:lnTo>
                  <a:lnTo>
                    <a:pt x="68553" y="302160"/>
                  </a:lnTo>
                  <a:lnTo>
                    <a:pt x="72892" y="305225"/>
                  </a:lnTo>
                  <a:lnTo>
                    <a:pt x="77327" y="308151"/>
                  </a:lnTo>
                  <a:lnTo>
                    <a:pt x="81852" y="310934"/>
                  </a:lnTo>
                  <a:lnTo>
                    <a:pt x="86464" y="313572"/>
                  </a:lnTo>
                  <a:lnTo>
                    <a:pt x="91157" y="316062"/>
                  </a:lnTo>
                  <a:lnTo>
                    <a:pt x="95926" y="318401"/>
                  </a:lnTo>
                  <a:lnTo>
                    <a:pt x="100768" y="320588"/>
                  </a:lnTo>
                  <a:lnTo>
                    <a:pt x="105677" y="322620"/>
                  </a:lnTo>
                  <a:lnTo>
                    <a:pt x="110647" y="324495"/>
                  </a:lnTo>
                  <a:lnTo>
                    <a:pt x="115675" y="326211"/>
                  </a:lnTo>
                  <a:lnTo>
                    <a:pt x="120755" y="327767"/>
                  </a:lnTo>
                  <a:lnTo>
                    <a:pt x="125882" y="329160"/>
                  </a:lnTo>
                  <a:lnTo>
                    <a:pt x="131050" y="330390"/>
                  </a:lnTo>
                  <a:lnTo>
                    <a:pt x="136255" y="331454"/>
                  </a:lnTo>
                  <a:lnTo>
                    <a:pt x="141491" y="332353"/>
                  </a:lnTo>
                  <a:lnTo>
                    <a:pt x="146753" y="333085"/>
                  </a:lnTo>
                  <a:lnTo>
                    <a:pt x="152036" y="333650"/>
                  </a:lnTo>
                  <a:lnTo>
                    <a:pt x="157333" y="334046"/>
                  </a:lnTo>
                  <a:lnTo>
                    <a:pt x="162641" y="334274"/>
                  </a:lnTo>
                  <a:lnTo>
                    <a:pt x="167954" y="334332"/>
                  </a:lnTo>
                  <a:lnTo>
                    <a:pt x="173265" y="334223"/>
                  </a:lnTo>
                  <a:lnTo>
                    <a:pt x="178570" y="333944"/>
                  </a:lnTo>
                  <a:lnTo>
                    <a:pt x="183864" y="333497"/>
                  </a:lnTo>
                  <a:lnTo>
                    <a:pt x="189141" y="332882"/>
                  </a:lnTo>
                  <a:lnTo>
                    <a:pt x="194396" y="332099"/>
                  </a:lnTo>
                  <a:lnTo>
                    <a:pt x="199623" y="331150"/>
                  </a:lnTo>
                  <a:lnTo>
                    <a:pt x="204817" y="330036"/>
                  </a:lnTo>
                  <a:lnTo>
                    <a:pt x="209974" y="328757"/>
                  </a:lnTo>
                  <a:lnTo>
                    <a:pt x="215087" y="327314"/>
                  </a:lnTo>
                  <a:lnTo>
                    <a:pt x="220152" y="325710"/>
                  </a:lnTo>
                  <a:lnTo>
                    <a:pt x="225163" y="323946"/>
                  </a:lnTo>
                  <a:lnTo>
                    <a:pt x="230115" y="322023"/>
                  </a:lnTo>
                  <a:lnTo>
                    <a:pt x="235004" y="319944"/>
                  </a:lnTo>
                  <a:lnTo>
                    <a:pt x="239825" y="317711"/>
                  </a:lnTo>
                  <a:lnTo>
                    <a:pt x="244572" y="315326"/>
                  </a:lnTo>
                  <a:lnTo>
                    <a:pt x="249241" y="312791"/>
                  </a:lnTo>
                  <a:lnTo>
                    <a:pt x="253827" y="310109"/>
                  </a:lnTo>
                  <a:lnTo>
                    <a:pt x="258325" y="307283"/>
                  </a:lnTo>
                  <a:lnTo>
                    <a:pt x="262731" y="304315"/>
                  </a:lnTo>
                  <a:lnTo>
                    <a:pt x="267041" y="301208"/>
                  </a:lnTo>
                  <a:lnTo>
                    <a:pt x="271250" y="297966"/>
                  </a:lnTo>
                  <a:lnTo>
                    <a:pt x="275354" y="294592"/>
                  </a:lnTo>
                  <a:lnTo>
                    <a:pt x="279348" y="291090"/>
                  </a:lnTo>
                  <a:lnTo>
                    <a:pt x="283229" y="287462"/>
                  </a:lnTo>
                  <a:lnTo>
                    <a:pt x="286993" y="283713"/>
                  </a:lnTo>
                  <a:lnTo>
                    <a:pt x="290636" y="279846"/>
                  </a:lnTo>
                  <a:lnTo>
                    <a:pt x="294154" y="275865"/>
                  </a:lnTo>
                  <a:lnTo>
                    <a:pt x="297544" y="271774"/>
                  </a:lnTo>
                  <a:lnTo>
                    <a:pt x="300802" y="267578"/>
                  </a:lnTo>
                  <a:lnTo>
                    <a:pt x="303926" y="263281"/>
                  </a:lnTo>
                  <a:lnTo>
                    <a:pt x="306911" y="258886"/>
                  </a:lnTo>
                  <a:lnTo>
                    <a:pt x="309755" y="254399"/>
                  </a:lnTo>
                  <a:lnTo>
                    <a:pt x="312455" y="249823"/>
                  </a:lnTo>
                  <a:lnTo>
                    <a:pt x="315008" y="245164"/>
                  </a:lnTo>
                  <a:lnTo>
                    <a:pt x="317412" y="240426"/>
                  </a:lnTo>
                  <a:lnTo>
                    <a:pt x="319664" y="235615"/>
                  </a:lnTo>
                  <a:lnTo>
                    <a:pt x="321762" y="230734"/>
                  </a:lnTo>
                  <a:lnTo>
                    <a:pt x="323703" y="225789"/>
                  </a:lnTo>
                  <a:lnTo>
                    <a:pt x="325487" y="220785"/>
                  </a:lnTo>
                  <a:lnTo>
                    <a:pt x="327111" y="215726"/>
                  </a:lnTo>
                  <a:lnTo>
                    <a:pt x="328573" y="210619"/>
                  </a:lnTo>
                  <a:lnTo>
                    <a:pt x="329872" y="205467"/>
                  </a:lnTo>
                  <a:lnTo>
                    <a:pt x="331007" y="200277"/>
                  </a:lnTo>
                  <a:lnTo>
                    <a:pt x="331977" y="195054"/>
                  </a:lnTo>
                  <a:lnTo>
                    <a:pt x="332780" y="189802"/>
                  </a:lnTo>
                  <a:lnTo>
                    <a:pt x="333415" y="184528"/>
                  </a:lnTo>
                  <a:lnTo>
                    <a:pt x="333883" y="179236"/>
                  </a:lnTo>
                  <a:lnTo>
                    <a:pt x="334182" y="173932"/>
                  </a:lnTo>
                  <a:lnTo>
                    <a:pt x="334313" y="168621"/>
                  </a:lnTo>
                  <a:lnTo>
                    <a:pt x="334275" y="163308"/>
                  </a:lnTo>
                  <a:lnTo>
                    <a:pt x="334068" y="157999"/>
                  </a:lnTo>
                  <a:lnTo>
                    <a:pt x="333692" y="152700"/>
                  </a:lnTo>
                  <a:lnTo>
                    <a:pt x="333148" y="147415"/>
                  </a:lnTo>
                  <a:lnTo>
                    <a:pt x="332437" y="142151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75215"/>
              <a:ext cx="165285" cy="25016"/>
            </a:xfrm>
            <a:custGeom>
              <a:avLst/>
              <a:pathLst>
                <a:path w="165285" h="25016">
                  <a:moveTo>
                    <a:pt x="165285" y="0"/>
                  </a:moveTo>
                  <a:lnTo>
                    <a:pt x="0" y="250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75215"/>
              <a:ext cx="165285" cy="25016"/>
            </a:xfrm>
            <a:custGeom>
              <a:avLst/>
              <a:pathLst>
                <a:path w="165285" h="25016">
                  <a:moveTo>
                    <a:pt x="165285" y="0"/>
                  </a:moveTo>
                  <a:lnTo>
                    <a:pt x="0" y="250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75215"/>
              <a:ext cx="165285" cy="25016"/>
            </a:xfrm>
            <a:custGeom>
              <a:avLst/>
              <a:pathLst>
                <a:path w="165285" h="25016">
                  <a:moveTo>
                    <a:pt x="165285" y="0"/>
                  </a:moveTo>
                  <a:lnTo>
                    <a:pt x="0" y="250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75215"/>
              <a:ext cx="165285" cy="25016"/>
            </a:xfrm>
            <a:custGeom>
              <a:avLst/>
              <a:pathLst>
                <a:path w="165285" h="25016">
                  <a:moveTo>
                    <a:pt x="165285" y="0"/>
                  </a:moveTo>
                  <a:lnTo>
                    <a:pt x="0" y="250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75215"/>
              <a:ext cx="165285" cy="25016"/>
            </a:xfrm>
            <a:custGeom>
              <a:avLst/>
              <a:pathLst>
                <a:path w="165285" h="25016">
                  <a:moveTo>
                    <a:pt x="165285" y="0"/>
                  </a:moveTo>
                  <a:lnTo>
                    <a:pt x="0" y="250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75215"/>
              <a:ext cx="165285" cy="25016"/>
            </a:xfrm>
            <a:custGeom>
              <a:avLst/>
              <a:pathLst>
                <a:path w="165285" h="25016">
                  <a:moveTo>
                    <a:pt x="165285" y="0"/>
                  </a:moveTo>
                  <a:lnTo>
                    <a:pt x="0" y="250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75215"/>
              <a:ext cx="165285" cy="25016"/>
            </a:xfrm>
            <a:custGeom>
              <a:avLst/>
              <a:pathLst>
                <a:path w="165285" h="25016">
                  <a:moveTo>
                    <a:pt x="165285" y="0"/>
                  </a:moveTo>
                  <a:lnTo>
                    <a:pt x="0" y="250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75215"/>
              <a:ext cx="165285" cy="25016"/>
            </a:xfrm>
            <a:custGeom>
              <a:avLst/>
              <a:pathLst>
                <a:path w="165285" h="25016">
                  <a:moveTo>
                    <a:pt x="165285" y="0"/>
                  </a:moveTo>
                  <a:lnTo>
                    <a:pt x="0" y="250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75215"/>
              <a:ext cx="165285" cy="25016"/>
            </a:xfrm>
            <a:custGeom>
              <a:avLst/>
              <a:pathLst>
                <a:path w="165285" h="25016">
                  <a:moveTo>
                    <a:pt x="165285" y="0"/>
                  </a:moveTo>
                  <a:lnTo>
                    <a:pt x="0" y="250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75215"/>
              <a:ext cx="165285" cy="25016"/>
            </a:xfrm>
            <a:custGeom>
              <a:avLst/>
              <a:pathLst>
                <a:path w="165285" h="25016">
                  <a:moveTo>
                    <a:pt x="165285" y="0"/>
                  </a:moveTo>
                  <a:lnTo>
                    <a:pt x="0" y="250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75215"/>
              <a:ext cx="165285" cy="25016"/>
            </a:xfrm>
            <a:custGeom>
              <a:avLst/>
              <a:pathLst>
                <a:path w="165285" h="25016">
                  <a:moveTo>
                    <a:pt x="165285" y="0"/>
                  </a:moveTo>
                  <a:lnTo>
                    <a:pt x="0" y="250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75215"/>
              <a:ext cx="165285" cy="25016"/>
            </a:xfrm>
            <a:custGeom>
              <a:avLst/>
              <a:pathLst>
                <a:path w="165285" h="25016">
                  <a:moveTo>
                    <a:pt x="165285" y="0"/>
                  </a:moveTo>
                  <a:lnTo>
                    <a:pt x="0" y="250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75215"/>
              <a:ext cx="165285" cy="25016"/>
            </a:xfrm>
            <a:custGeom>
              <a:avLst/>
              <a:pathLst>
                <a:path w="165285" h="25016">
                  <a:moveTo>
                    <a:pt x="165285" y="0"/>
                  </a:moveTo>
                  <a:lnTo>
                    <a:pt x="0" y="250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39526"/>
              <a:ext cx="165285" cy="160704"/>
            </a:xfrm>
            <a:custGeom>
              <a:avLst/>
              <a:pathLst>
                <a:path w="165285" h="160704">
                  <a:moveTo>
                    <a:pt x="165285" y="135688"/>
                  </a:moveTo>
                  <a:lnTo>
                    <a:pt x="164381" y="130311"/>
                  </a:lnTo>
                  <a:lnTo>
                    <a:pt x="163302" y="124966"/>
                  </a:lnTo>
                  <a:lnTo>
                    <a:pt x="162050" y="119660"/>
                  </a:lnTo>
                  <a:lnTo>
                    <a:pt x="160625" y="114397"/>
                  </a:lnTo>
                  <a:lnTo>
                    <a:pt x="159029" y="109183"/>
                  </a:lnTo>
                  <a:lnTo>
                    <a:pt x="157265" y="104024"/>
                  </a:lnTo>
                  <a:lnTo>
                    <a:pt x="155333" y="98926"/>
                  </a:lnTo>
                  <a:lnTo>
                    <a:pt x="153235" y="93893"/>
                  </a:lnTo>
                  <a:lnTo>
                    <a:pt x="150975" y="88931"/>
                  </a:lnTo>
                  <a:lnTo>
                    <a:pt x="148554" y="84046"/>
                  </a:lnTo>
                  <a:lnTo>
                    <a:pt x="145975" y="79242"/>
                  </a:lnTo>
                  <a:lnTo>
                    <a:pt x="143241" y="74525"/>
                  </a:lnTo>
                  <a:lnTo>
                    <a:pt x="140354" y="69899"/>
                  </a:lnTo>
                  <a:lnTo>
                    <a:pt x="137318" y="65370"/>
                  </a:lnTo>
                  <a:lnTo>
                    <a:pt x="134136" y="60943"/>
                  </a:lnTo>
                  <a:lnTo>
                    <a:pt x="130811" y="56621"/>
                  </a:lnTo>
                  <a:lnTo>
                    <a:pt x="127347" y="52411"/>
                  </a:lnTo>
                  <a:lnTo>
                    <a:pt x="123748" y="48315"/>
                  </a:lnTo>
                  <a:lnTo>
                    <a:pt x="120017" y="44339"/>
                  </a:lnTo>
                  <a:lnTo>
                    <a:pt x="116158" y="40487"/>
                  </a:lnTo>
                  <a:lnTo>
                    <a:pt x="112176" y="36763"/>
                  </a:lnTo>
                  <a:lnTo>
                    <a:pt x="108074" y="33171"/>
                  </a:lnTo>
                  <a:lnTo>
                    <a:pt x="103858" y="29714"/>
                  </a:lnTo>
                  <a:lnTo>
                    <a:pt x="99531" y="26397"/>
                  </a:lnTo>
                  <a:lnTo>
                    <a:pt x="95098" y="23222"/>
                  </a:lnTo>
                  <a:lnTo>
                    <a:pt x="90564" y="20194"/>
                  </a:lnTo>
                  <a:lnTo>
                    <a:pt x="85933" y="17315"/>
                  </a:lnTo>
                  <a:lnTo>
                    <a:pt x="81211" y="14589"/>
                  </a:lnTo>
                  <a:lnTo>
                    <a:pt x="76403" y="12019"/>
                  </a:lnTo>
                  <a:lnTo>
                    <a:pt x="71513" y="9606"/>
                  </a:lnTo>
                  <a:lnTo>
                    <a:pt x="66548" y="7354"/>
                  </a:lnTo>
                  <a:lnTo>
                    <a:pt x="61511" y="5265"/>
                  </a:lnTo>
                  <a:lnTo>
                    <a:pt x="56409" y="3342"/>
                  </a:lnTo>
                  <a:lnTo>
                    <a:pt x="51248" y="1586"/>
                  </a:lnTo>
                  <a:lnTo>
                    <a:pt x="46031" y="0"/>
                  </a:lnTo>
                  <a:lnTo>
                    <a:pt x="0" y="1607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633064"/>
              <a:ext cx="46031" cy="167167"/>
            </a:xfrm>
            <a:custGeom>
              <a:avLst/>
              <a:pathLst>
                <a:path w="46031" h="167167">
                  <a:moveTo>
                    <a:pt x="46031" y="6462"/>
                  </a:moveTo>
                  <a:lnTo>
                    <a:pt x="39592" y="4756"/>
                  </a:lnTo>
                  <a:lnTo>
                    <a:pt x="33090" y="3307"/>
                  </a:lnTo>
                  <a:lnTo>
                    <a:pt x="26535" y="2119"/>
                  </a:lnTo>
                  <a:lnTo>
                    <a:pt x="19938" y="1193"/>
                  </a:lnTo>
                  <a:lnTo>
                    <a:pt x="13309" y="530"/>
                  </a:lnTo>
                  <a:lnTo>
                    <a:pt x="6660" y="1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358832" y="3170392"/>
              <a:ext cx="334298" cy="334334"/>
            </a:xfrm>
            <a:custGeom>
              <a:avLst/>
              <a:pathLst>
                <a:path w="334298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1" y="336"/>
                  </a:lnTo>
                  <a:lnTo>
                    <a:pt x="151251" y="757"/>
                  </a:lnTo>
                  <a:lnTo>
                    <a:pt x="145977" y="1345"/>
                  </a:lnTo>
                  <a:lnTo>
                    <a:pt x="140725" y="2101"/>
                  </a:lnTo>
                  <a:lnTo>
                    <a:pt x="135499" y="3023"/>
                  </a:lnTo>
                  <a:lnTo>
                    <a:pt x="130305" y="4110"/>
                  </a:lnTo>
                  <a:lnTo>
                    <a:pt x="125148" y="5361"/>
                  </a:lnTo>
                  <a:lnTo>
                    <a:pt x="120034" y="6776"/>
                  </a:lnTo>
                  <a:lnTo>
                    <a:pt x="114967" y="8352"/>
                  </a:lnTo>
                  <a:lnTo>
                    <a:pt x="109952" y="10088"/>
                  </a:lnTo>
                  <a:lnTo>
                    <a:pt x="104995" y="11983"/>
                  </a:lnTo>
                  <a:lnTo>
                    <a:pt x="100101" y="14034"/>
                  </a:lnTo>
                  <a:lnTo>
                    <a:pt x="95274" y="16239"/>
                  </a:lnTo>
                  <a:lnTo>
                    <a:pt x="90520" y="18596"/>
                  </a:lnTo>
                  <a:lnTo>
                    <a:pt x="85843" y="21103"/>
                  </a:lnTo>
                  <a:lnTo>
                    <a:pt x="81248" y="23758"/>
                  </a:lnTo>
                  <a:lnTo>
                    <a:pt x="76739" y="26556"/>
                  </a:lnTo>
                  <a:lnTo>
                    <a:pt x="72322" y="29497"/>
                  </a:lnTo>
                  <a:lnTo>
                    <a:pt x="68000" y="32576"/>
                  </a:lnTo>
                  <a:lnTo>
                    <a:pt x="63778" y="35791"/>
                  </a:lnTo>
                  <a:lnTo>
                    <a:pt x="59660" y="39138"/>
                  </a:lnTo>
                  <a:lnTo>
                    <a:pt x="55651" y="42614"/>
                  </a:lnTo>
                  <a:lnTo>
                    <a:pt x="51754" y="46215"/>
                  </a:lnTo>
                  <a:lnTo>
                    <a:pt x="47973" y="49939"/>
                  </a:lnTo>
                  <a:lnTo>
                    <a:pt x="44312" y="53781"/>
                  </a:lnTo>
                  <a:lnTo>
                    <a:pt x="40775" y="57737"/>
                  </a:lnTo>
                  <a:lnTo>
                    <a:pt x="37366" y="61803"/>
                  </a:lnTo>
                  <a:lnTo>
                    <a:pt x="34087" y="65975"/>
                  </a:lnTo>
                  <a:lnTo>
                    <a:pt x="30942" y="70249"/>
                  </a:lnTo>
                  <a:lnTo>
                    <a:pt x="27934" y="74621"/>
                  </a:lnTo>
                  <a:lnTo>
                    <a:pt x="25067" y="79087"/>
                  </a:lnTo>
                  <a:lnTo>
                    <a:pt x="22343" y="83641"/>
                  </a:lnTo>
                  <a:lnTo>
                    <a:pt x="19765" y="88279"/>
                  </a:lnTo>
                  <a:lnTo>
                    <a:pt x="17335" y="92996"/>
                  </a:lnTo>
                  <a:lnTo>
                    <a:pt x="15057" y="97789"/>
                  </a:lnTo>
                  <a:lnTo>
                    <a:pt x="12931" y="102651"/>
                  </a:lnTo>
                  <a:lnTo>
                    <a:pt x="10961" y="107578"/>
                  </a:lnTo>
                  <a:lnTo>
                    <a:pt x="9148" y="112566"/>
                  </a:lnTo>
                  <a:lnTo>
                    <a:pt x="7495" y="117608"/>
                  </a:lnTo>
                  <a:lnTo>
                    <a:pt x="6002" y="122701"/>
                  </a:lnTo>
                  <a:lnTo>
                    <a:pt x="4672" y="127838"/>
                  </a:lnTo>
                  <a:lnTo>
                    <a:pt x="3506" y="133014"/>
                  </a:lnTo>
                  <a:lnTo>
                    <a:pt x="2504" y="138226"/>
                  </a:lnTo>
                  <a:lnTo>
                    <a:pt x="1669" y="143466"/>
                  </a:lnTo>
                  <a:lnTo>
                    <a:pt x="1000" y="148730"/>
                  </a:lnTo>
                  <a:lnTo>
                    <a:pt x="498" y="154013"/>
                  </a:lnTo>
                  <a:lnTo>
                    <a:pt x="165" y="159309"/>
                  </a:lnTo>
                  <a:lnTo>
                    <a:pt x="0" y="164613"/>
                  </a:lnTo>
                  <a:lnTo>
                    <a:pt x="3" y="169920"/>
                  </a:lnTo>
                  <a:lnTo>
                    <a:pt x="174" y="175223"/>
                  </a:lnTo>
                  <a:lnTo>
                    <a:pt x="514" y="180519"/>
                  </a:lnTo>
                  <a:lnTo>
                    <a:pt x="1022" y="185801"/>
                  </a:lnTo>
                  <a:lnTo>
                    <a:pt x="1697" y="191065"/>
                  </a:lnTo>
                  <a:lnTo>
                    <a:pt x="2539" y="196304"/>
                  </a:lnTo>
                  <a:lnTo>
                    <a:pt x="3547" y="201514"/>
                  </a:lnTo>
                  <a:lnTo>
                    <a:pt x="4719" y="206689"/>
                  </a:lnTo>
                  <a:lnTo>
                    <a:pt x="6055" y="211825"/>
                  </a:lnTo>
                  <a:lnTo>
                    <a:pt x="7554" y="216916"/>
                  </a:lnTo>
                  <a:lnTo>
                    <a:pt x="9214" y="221956"/>
                  </a:lnTo>
                  <a:lnTo>
                    <a:pt x="11032" y="226941"/>
                  </a:lnTo>
                  <a:lnTo>
                    <a:pt x="13008" y="231866"/>
                  </a:lnTo>
                  <a:lnTo>
                    <a:pt x="15139" y="236726"/>
                  </a:lnTo>
                  <a:lnTo>
                    <a:pt x="17424" y="241516"/>
                  </a:lnTo>
                  <a:lnTo>
                    <a:pt x="19859" y="246230"/>
                  </a:lnTo>
                  <a:lnTo>
                    <a:pt x="22443" y="250865"/>
                  </a:lnTo>
                  <a:lnTo>
                    <a:pt x="25172" y="255416"/>
                  </a:lnTo>
                  <a:lnTo>
                    <a:pt x="28045" y="259878"/>
                  </a:lnTo>
                  <a:lnTo>
                    <a:pt x="31057" y="264246"/>
                  </a:lnTo>
                  <a:lnTo>
                    <a:pt x="34207" y="268517"/>
                  </a:lnTo>
                  <a:lnTo>
                    <a:pt x="37491" y="272685"/>
                  </a:lnTo>
                  <a:lnTo>
                    <a:pt x="40905" y="276748"/>
                  </a:lnTo>
                  <a:lnTo>
                    <a:pt x="44447" y="280699"/>
                  </a:lnTo>
                  <a:lnTo>
                    <a:pt x="48112" y="284537"/>
                  </a:lnTo>
                  <a:lnTo>
                    <a:pt x="51898" y="288256"/>
                  </a:lnTo>
                  <a:lnTo>
                    <a:pt x="55799" y="291853"/>
                  </a:lnTo>
                  <a:lnTo>
                    <a:pt x="59813" y="295324"/>
                  </a:lnTo>
                  <a:lnTo>
                    <a:pt x="63935" y="298666"/>
                  </a:lnTo>
                  <a:lnTo>
                    <a:pt x="68160" y="301876"/>
                  </a:lnTo>
                  <a:lnTo>
                    <a:pt x="72486" y="304950"/>
                  </a:lnTo>
                  <a:lnTo>
                    <a:pt x="76907" y="307885"/>
                  </a:lnTo>
                  <a:lnTo>
                    <a:pt x="81419" y="310678"/>
                  </a:lnTo>
                  <a:lnTo>
                    <a:pt x="86017" y="313327"/>
                  </a:lnTo>
                  <a:lnTo>
                    <a:pt x="90697" y="315829"/>
                  </a:lnTo>
                  <a:lnTo>
                    <a:pt x="95454" y="318180"/>
                  </a:lnTo>
                  <a:lnTo>
                    <a:pt x="100283" y="320380"/>
                  </a:lnTo>
                  <a:lnTo>
                    <a:pt x="105180" y="322425"/>
                  </a:lnTo>
                  <a:lnTo>
                    <a:pt x="110139" y="324313"/>
                  </a:lnTo>
                  <a:lnTo>
                    <a:pt x="115155" y="326044"/>
                  </a:lnTo>
                  <a:lnTo>
                    <a:pt x="120224" y="327614"/>
                  </a:lnTo>
                  <a:lnTo>
                    <a:pt x="125341" y="329022"/>
                  </a:lnTo>
                  <a:lnTo>
                    <a:pt x="130499" y="330268"/>
                  </a:lnTo>
                  <a:lnTo>
                    <a:pt x="135694" y="331349"/>
                  </a:lnTo>
                  <a:lnTo>
                    <a:pt x="140921" y="332264"/>
                  </a:lnTo>
                  <a:lnTo>
                    <a:pt x="146175" y="333014"/>
                  </a:lnTo>
                  <a:lnTo>
                    <a:pt x="151449" y="333596"/>
                  </a:lnTo>
                  <a:lnTo>
                    <a:pt x="156739" y="334010"/>
                  </a:lnTo>
                  <a:lnTo>
                    <a:pt x="162040" y="334256"/>
                  </a:lnTo>
                  <a:lnTo>
                    <a:pt x="167346" y="334334"/>
                  </a:lnTo>
                  <a:lnTo>
                    <a:pt x="172652" y="334244"/>
                  </a:lnTo>
                  <a:lnTo>
                    <a:pt x="177952" y="333985"/>
                  </a:lnTo>
                  <a:lnTo>
                    <a:pt x="183242" y="333558"/>
                  </a:lnTo>
                  <a:lnTo>
                    <a:pt x="188515" y="332963"/>
                  </a:lnTo>
                  <a:lnTo>
                    <a:pt x="193766" y="332201"/>
                  </a:lnTo>
                  <a:lnTo>
                    <a:pt x="198991" y="331273"/>
                  </a:lnTo>
                  <a:lnTo>
                    <a:pt x="204184" y="330180"/>
                  </a:lnTo>
                  <a:lnTo>
                    <a:pt x="209339" y="328922"/>
                  </a:lnTo>
                  <a:lnTo>
                    <a:pt x="214452" y="327502"/>
                  </a:lnTo>
                  <a:lnTo>
                    <a:pt x="219517" y="325919"/>
                  </a:lnTo>
                  <a:lnTo>
                    <a:pt x="224530" y="324177"/>
                  </a:lnTo>
                  <a:lnTo>
                    <a:pt x="229484" y="322277"/>
                  </a:lnTo>
                  <a:lnTo>
                    <a:pt x="234376" y="320220"/>
                  </a:lnTo>
                  <a:lnTo>
                    <a:pt x="239200" y="318009"/>
                  </a:lnTo>
                  <a:lnTo>
                    <a:pt x="243951" y="315646"/>
                  </a:lnTo>
                  <a:lnTo>
                    <a:pt x="248625" y="313134"/>
                  </a:lnTo>
                  <a:lnTo>
                    <a:pt x="253217" y="310474"/>
                  </a:lnTo>
                  <a:lnTo>
                    <a:pt x="257723" y="307670"/>
                  </a:lnTo>
                  <a:lnTo>
                    <a:pt x="262137" y="304724"/>
                  </a:lnTo>
                  <a:lnTo>
                    <a:pt x="266455" y="301640"/>
                  </a:lnTo>
                  <a:lnTo>
                    <a:pt x="270673" y="298420"/>
                  </a:lnTo>
                  <a:lnTo>
                    <a:pt x="274787" y="295068"/>
                  </a:lnTo>
                  <a:lnTo>
                    <a:pt x="278792" y="291587"/>
                  </a:lnTo>
                  <a:lnTo>
                    <a:pt x="282685" y="287981"/>
                  </a:lnTo>
                  <a:lnTo>
                    <a:pt x="286461" y="284253"/>
                  </a:lnTo>
                  <a:lnTo>
                    <a:pt x="290117" y="280407"/>
                  </a:lnTo>
                  <a:lnTo>
                    <a:pt x="293650" y="276447"/>
                  </a:lnTo>
                  <a:lnTo>
                    <a:pt x="297055" y="272377"/>
                  </a:lnTo>
                  <a:lnTo>
                    <a:pt x="300328" y="268200"/>
                  </a:lnTo>
                  <a:lnTo>
                    <a:pt x="303468" y="263922"/>
                  </a:lnTo>
                  <a:lnTo>
                    <a:pt x="306470" y="259547"/>
                  </a:lnTo>
                  <a:lnTo>
                    <a:pt x="309332" y="255078"/>
                  </a:lnTo>
                  <a:lnTo>
                    <a:pt x="312051" y="250521"/>
                  </a:lnTo>
                  <a:lnTo>
                    <a:pt x="314624" y="245880"/>
                  </a:lnTo>
                  <a:lnTo>
                    <a:pt x="317048" y="241159"/>
                  </a:lnTo>
                  <a:lnTo>
                    <a:pt x="319321" y="236364"/>
                  </a:lnTo>
                  <a:lnTo>
                    <a:pt x="321440" y="231499"/>
                  </a:lnTo>
                  <a:lnTo>
                    <a:pt x="323405" y="226570"/>
                  </a:lnTo>
                  <a:lnTo>
                    <a:pt x="325211" y="221580"/>
                  </a:lnTo>
                  <a:lnTo>
                    <a:pt x="326859" y="216536"/>
                  </a:lnTo>
                  <a:lnTo>
                    <a:pt x="328345" y="211442"/>
                  </a:lnTo>
                  <a:lnTo>
                    <a:pt x="329669" y="206303"/>
                  </a:lnTo>
                  <a:lnTo>
                    <a:pt x="330830" y="201125"/>
                  </a:lnTo>
                  <a:lnTo>
                    <a:pt x="331825" y="195912"/>
                  </a:lnTo>
                  <a:lnTo>
                    <a:pt x="332654" y="190671"/>
                  </a:lnTo>
                  <a:lnTo>
                    <a:pt x="333317" y="185406"/>
                  </a:lnTo>
                  <a:lnTo>
                    <a:pt x="333812" y="180123"/>
                  </a:lnTo>
                  <a:lnTo>
                    <a:pt x="334139" y="174826"/>
                  </a:lnTo>
                  <a:lnTo>
                    <a:pt x="334298" y="169522"/>
                  </a:lnTo>
                  <a:lnTo>
                    <a:pt x="334289" y="164215"/>
                  </a:lnTo>
                  <a:lnTo>
                    <a:pt x="334111" y="158912"/>
                  </a:lnTo>
                  <a:lnTo>
                    <a:pt x="333765" y="153617"/>
                  </a:lnTo>
                  <a:lnTo>
                    <a:pt x="333251" y="148335"/>
                  </a:lnTo>
                  <a:lnTo>
                    <a:pt x="332569" y="143072"/>
                  </a:lnTo>
                  <a:lnTo>
                    <a:pt x="331721" y="137834"/>
                  </a:lnTo>
                  <a:lnTo>
                    <a:pt x="330707" y="132625"/>
                  </a:lnTo>
                  <a:lnTo>
                    <a:pt x="329529" y="127451"/>
                  </a:lnTo>
                  <a:lnTo>
                    <a:pt x="328186" y="122317"/>
                  </a:lnTo>
                  <a:lnTo>
                    <a:pt x="326681" y="117229"/>
                  </a:lnTo>
                  <a:lnTo>
                    <a:pt x="325016" y="112190"/>
                  </a:lnTo>
                  <a:lnTo>
                    <a:pt x="323192" y="107207"/>
                  </a:lnTo>
                  <a:lnTo>
                    <a:pt x="321210" y="102284"/>
                  </a:lnTo>
                  <a:lnTo>
                    <a:pt x="319073" y="97427"/>
                  </a:lnTo>
                  <a:lnTo>
                    <a:pt x="316783" y="92640"/>
                  </a:lnTo>
                  <a:lnTo>
                    <a:pt x="314342" y="87928"/>
                  </a:lnTo>
                  <a:lnTo>
                    <a:pt x="311753" y="83296"/>
                  </a:lnTo>
                  <a:lnTo>
                    <a:pt x="309018" y="78749"/>
                  </a:lnTo>
                  <a:lnTo>
                    <a:pt x="306140" y="74290"/>
                  </a:lnTo>
                  <a:lnTo>
                    <a:pt x="303122" y="69926"/>
                  </a:lnTo>
                  <a:lnTo>
                    <a:pt x="299967" y="65659"/>
                  </a:lnTo>
                  <a:lnTo>
                    <a:pt x="296678" y="61494"/>
                  </a:lnTo>
                  <a:lnTo>
                    <a:pt x="293259" y="57436"/>
                  </a:lnTo>
                  <a:lnTo>
                    <a:pt x="289713" y="53489"/>
                  </a:lnTo>
                  <a:lnTo>
                    <a:pt x="286043" y="49656"/>
                  </a:lnTo>
                  <a:lnTo>
                    <a:pt x="282253" y="45941"/>
                  </a:lnTo>
                  <a:lnTo>
                    <a:pt x="278347" y="42349"/>
                  </a:lnTo>
                  <a:lnTo>
                    <a:pt x="274330" y="38882"/>
                  </a:lnTo>
                  <a:lnTo>
                    <a:pt x="270204" y="35545"/>
                  </a:lnTo>
                  <a:lnTo>
                    <a:pt x="265974" y="32340"/>
                  </a:lnTo>
                  <a:lnTo>
                    <a:pt x="261645" y="29271"/>
                  </a:lnTo>
                  <a:lnTo>
                    <a:pt x="257221" y="26342"/>
                  </a:lnTo>
                  <a:lnTo>
                    <a:pt x="252705" y="23554"/>
                  </a:lnTo>
                  <a:lnTo>
                    <a:pt x="248104" y="20910"/>
                  </a:lnTo>
                  <a:lnTo>
                    <a:pt x="243421" y="18415"/>
                  </a:lnTo>
                  <a:lnTo>
                    <a:pt x="238661" y="16069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81393"/>
              <a:ext cx="71513" cy="156166"/>
            </a:xfrm>
            <a:custGeom>
              <a:avLst/>
              <a:pathLst>
                <a:path w="71513" h="156166">
                  <a:moveTo>
                    <a:pt x="71513" y="5068"/>
                  </a:moveTo>
                  <a:lnTo>
                    <a:pt x="59639" y="0"/>
                  </a:lnTo>
                  <a:lnTo>
                    <a:pt x="0" y="156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170392"/>
              <a:ext cx="59639" cy="167167"/>
            </a:xfrm>
            <a:custGeom>
              <a:avLst/>
              <a:pathLst>
                <a:path w="59639" h="167167">
                  <a:moveTo>
                    <a:pt x="59639" y="11000"/>
                  </a:moveTo>
                  <a:lnTo>
                    <a:pt x="53904" y="8929"/>
                  </a:lnTo>
                  <a:lnTo>
                    <a:pt x="48096" y="7068"/>
                  </a:lnTo>
                  <a:lnTo>
                    <a:pt x="42225" y="5420"/>
                  </a:lnTo>
                  <a:lnTo>
                    <a:pt x="36298" y="3988"/>
                  </a:lnTo>
                  <a:lnTo>
                    <a:pt x="30322" y="2773"/>
                  </a:lnTo>
                  <a:lnTo>
                    <a:pt x="24306" y="1776"/>
                  </a:lnTo>
                  <a:lnTo>
                    <a:pt x="18258" y="1000"/>
                  </a:lnTo>
                  <a:lnTo>
                    <a:pt x="12185" y="444"/>
                  </a:lnTo>
                  <a:lnTo>
                    <a:pt x="6096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423599" y="3707720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3" y="3016"/>
                  </a:lnTo>
                  <a:lnTo>
                    <a:pt x="130345" y="4101"/>
                  </a:lnTo>
                  <a:lnTo>
                    <a:pt x="125193" y="5350"/>
                  </a:lnTo>
                  <a:lnTo>
                    <a:pt x="120083" y="6762"/>
                  </a:lnTo>
                  <a:lnTo>
                    <a:pt x="115021" y="8335"/>
                  </a:lnTo>
                  <a:lnTo>
                    <a:pt x="110012" y="10067"/>
                  </a:lnTo>
                  <a:lnTo>
                    <a:pt x="105059" y="11958"/>
                  </a:lnTo>
                  <a:lnTo>
                    <a:pt x="100169" y="14005"/>
                  </a:lnTo>
                  <a:lnTo>
                    <a:pt x="95347" y="16205"/>
                  </a:lnTo>
                  <a:lnTo>
                    <a:pt x="90596" y="18558"/>
                  </a:lnTo>
                  <a:lnTo>
                    <a:pt x="85923" y="21060"/>
                  </a:lnTo>
                  <a:lnTo>
                    <a:pt x="81331" y="23708"/>
                  </a:lnTo>
                  <a:lnTo>
                    <a:pt x="76826" y="26501"/>
                  </a:lnTo>
                  <a:lnTo>
                    <a:pt x="72411" y="29436"/>
                  </a:lnTo>
                  <a:lnTo>
                    <a:pt x="68092" y="32509"/>
                  </a:lnTo>
                  <a:lnTo>
                    <a:pt x="63872" y="35717"/>
                  </a:lnTo>
                  <a:lnTo>
                    <a:pt x="59757" y="39058"/>
                  </a:lnTo>
                  <a:lnTo>
                    <a:pt x="55749" y="42527"/>
                  </a:lnTo>
                  <a:lnTo>
                    <a:pt x="51853" y="46122"/>
                  </a:lnTo>
                  <a:lnTo>
                    <a:pt x="48073" y="49839"/>
                  </a:lnTo>
                  <a:lnTo>
                    <a:pt x="44413" y="53673"/>
                  </a:lnTo>
                  <a:lnTo>
                    <a:pt x="40876" y="57622"/>
                  </a:lnTo>
                  <a:lnTo>
                    <a:pt x="37466" y="61680"/>
                  </a:lnTo>
                  <a:lnTo>
                    <a:pt x="34187" y="65845"/>
                  </a:lnTo>
                  <a:lnTo>
                    <a:pt x="31041" y="70112"/>
                  </a:lnTo>
                  <a:lnTo>
                    <a:pt x="28032" y="74476"/>
                  </a:lnTo>
                  <a:lnTo>
                    <a:pt x="25163" y="78934"/>
                  </a:lnTo>
                  <a:lnTo>
                    <a:pt x="22437" y="83480"/>
                  </a:lnTo>
                  <a:lnTo>
                    <a:pt x="19857" y="88110"/>
                  </a:lnTo>
                  <a:lnTo>
                    <a:pt x="17424" y="92820"/>
                  </a:lnTo>
                  <a:lnTo>
                    <a:pt x="15142" y="97604"/>
                  </a:lnTo>
                  <a:lnTo>
                    <a:pt x="13013" y="102459"/>
                  </a:lnTo>
                  <a:lnTo>
                    <a:pt x="11039" y="107379"/>
                  </a:lnTo>
                  <a:lnTo>
                    <a:pt x="9222" y="112358"/>
                  </a:lnTo>
                  <a:lnTo>
                    <a:pt x="7563" y="117393"/>
                  </a:lnTo>
                  <a:lnTo>
                    <a:pt x="6065" y="122478"/>
                  </a:lnTo>
                  <a:lnTo>
                    <a:pt x="4729" y="127608"/>
                  </a:lnTo>
                  <a:lnTo>
                    <a:pt x="3557" y="132777"/>
                  </a:lnTo>
                  <a:lnTo>
                    <a:pt x="2549" y="137982"/>
                  </a:lnTo>
                  <a:lnTo>
                    <a:pt x="1706" y="143215"/>
                  </a:lnTo>
                  <a:lnTo>
                    <a:pt x="1030" y="148473"/>
                  </a:lnTo>
                  <a:lnTo>
                    <a:pt x="521" y="153749"/>
                  </a:lnTo>
                  <a:lnTo>
                    <a:pt x="179" y="159039"/>
                  </a:lnTo>
                  <a:lnTo>
                    <a:pt x="5" y="164337"/>
                  </a:lnTo>
                  <a:lnTo>
                    <a:pt x="0" y="169638"/>
                  </a:lnTo>
                  <a:lnTo>
                    <a:pt x="162" y="174936"/>
                  </a:lnTo>
                  <a:lnTo>
                    <a:pt x="492" y="180227"/>
                  </a:lnTo>
                  <a:lnTo>
                    <a:pt x="990" y="185505"/>
                  </a:lnTo>
                  <a:lnTo>
                    <a:pt x="1655" y="190764"/>
                  </a:lnTo>
                  <a:lnTo>
                    <a:pt x="2486" y="195999"/>
                  </a:lnTo>
                  <a:lnTo>
                    <a:pt x="3483" y="201205"/>
                  </a:lnTo>
                  <a:lnTo>
                    <a:pt x="4645" y="206377"/>
                  </a:lnTo>
                  <a:lnTo>
                    <a:pt x="5970" y="211510"/>
                  </a:lnTo>
                  <a:lnTo>
                    <a:pt x="7457" y="216598"/>
                  </a:lnTo>
                  <a:lnTo>
                    <a:pt x="9104" y="221637"/>
                  </a:lnTo>
                  <a:lnTo>
                    <a:pt x="10911" y="226620"/>
                  </a:lnTo>
                  <a:lnTo>
                    <a:pt x="12874" y="231544"/>
                  </a:lnTo>
                  <a:lnTo>
                    <a:pt x="14993" y="236403"/>
                  </a:lnTo>
                  <a:lnTo>
                    <a:pt x="17265" y="241193"/>
                  </a:lnTo>
                  <a:lnTo>
                    <a:pt x="19687" y="245908"/>
                  </a:lnTo>
                  <a:lnTo>
                    <a:pt x="22258" y="250543"/>
                  </a:lnTo>
                  <a:lnTo>
                    <a:pt x="24974" y="255095"/>
                  </a:lnTo>
                  <a:lnTo>
                    <a:pt x="27834" y="259559"/>
                  </a:lnTo>
                  <a:lnTo>
                    <a:pt x="30833" y="263930"/>
                  </a:lnTo>
                  <a:lnTo>
                    <a:pt x="33970" y="268203"/>
                  </a:lnTo>
                  <a:lnTo>
                    <a:pt x="37240" y="272375"/>
                  </a:lnTo>
                  <a:lnTo>
                    <a:pt x="40641" y="276441"/>
                  </a:lnTo>
                  <a:lnTo>
                    <a:pt x="44170" y="280397"/>
                  </a:lnTo>
                  <a:lnTo>
                    <a:pt x="47821" y="284239"/>
                  </a:lnTo>
                  <a:lnTo>
                    <a:pt x="51593" y="287964"/>
                  </a:lnTo>
                  <a:lnTo>
                    <a:pt x="55482" y="291567"/>
                  </a:lnTo>
                  <a:lnTo>
                    <a:pt x="59482" y="295045"/>
                  </a:lnTo>
                  <a:lnTo>
                    <a:pt x="63591" y="298395"/>
                  </a:lnTo>
                  <a:lnTo>
                    <a:pt x="67803" y="301612"/>
                  </a:lnTo>
                  <a:lnTo>
                    <a:pt x="72116" y="304694"/>
                  </a:lnTo>
                  <a:lnTo>
                    <a:pt x="76524" y="307638"/>
                  </a:lnTo>
                  <a:lnTo>
                    <a:pt x="81024" y="310441"/>
                  </a:lnTo>
                  <a:lnTo>
                    <a:pt x="85610" y="313100"/>
                  </a:lnTo>
                  <a:lnTo>
                    <a:pt x="90278" y="315612"/>
                  </a:lnTo>
                  <a:lnTo>
                    <a:pt x="95023" y="317974"/>
                  </a:lnTo>
                  <a:lnTo>
                    <a:pt x="99841" y="320185"/>
                  </a:lnTo>
                  <a:lnTo>
                    <a:pt x="104726" y="322242"/>
                  </a:lnTo>
                  <a:lnTo>
                    <a:pt x="109675" y="324144"/>
                  </a:lnTo>
                  <a:lnTo>
                    <a:pt x="114681" y="325887"/>
                  </a:lnTo>
                  <a:lnTo>
                    <a:pt x="119739" y="327471"/>
                  </a:lnTo>
                  <a:lnTo>
                    <a:pt x="124846" y="328893"/>
                  </a:lnTo>
                  <a:lnTo>
                    <a:pt x="129995" y="330153"/>
                  </a:lnTo>
                  <a:lnTo>
                    <a:pt x="135181" y="331249"/>
                  </a:lnTo>
                  <a:lnTo>
                    <a:pt x="140400" y="332180"/>
                  </a:lnTo>
                  <a:lnTo>
                    <a:pt x="145645" y="332946"/>
                  </a:lnTo>
                  <a:lnTo>
                    <a:pt x="150912" y="333544"/>
                  </a:lnTo>
                  <a:lnTo>
                    <a:pt x="156196" y="333975"/>
                  </a:lnTo>
                  <a:lnTo>
                    <a:pt x="161490" y="334239"/>
                  </a:lnTo>
                  <a:lnTo>
                    <a:pt x="166790" y="334334"/>
                  </a:lnTo>
                  <a:lnTo>
                    <a:pt x="172090" y="334261"/>
                  </a:lnTo>
                  <a:lnTo>
                    <a:pt x="177386" y="334021"/>
                  </a:lnTo>
                  <a:lnTo>
                    <a:pt x="182671" y="333612"/>
                  </a:lnTo>
                  <a:lnTo>
                    <a:pt x="187941" y="333036"/>
                  </a:lnTo>
                  <a:lnTo>
                    <a:pt x="193189" y="332294"/>
                  </a:lnTo>
                  <a:lnTo>
                    <a:pt x="198412" y="331385"/>
                  </a:lnTo>
                  <a:lnTo>
                    <a:pt x="203603" y="330311"/>
                  </a:lnTo>
                  <a:lnTo>
                    <a:pt x="208757" y="329073"/>
                  </a:lnTo>
                  <a:lnTo>
                    <a:pt x="213870" y="327673"/>
                  </a:lnTo>
                  <a:lnTo>
                    <a:pt x="218935" y="326111"/>
                  </a:lnTo>
                  <a:lnTo>
                    <a:pt x="223949" y="324389"/>
                  </a:lnTo>
                  <a:lnTo>
                    <a:pt x="228905" y="322509"/>
                  </a:lnTo>
                  <a:lnTo>
                    <a:pt x="233799" y="320473"/>
                  </a:lnTo>
                  <a:lnTo>
                    <a:pt x="238626" y="318282"/>
                  </a:lnTo>
                  <a:lnTo>
                    <a:pt x="243382" y="315940"/>
                  </a:lnTo>
                  <a:lnTo>
                    <a:pt x="248061" y="313448"/>
                  </a:lnTo>
                  <a:lnTo>
                    <a:pt x="252658" y="310809"/>
                  </a:lnTo>
                  <a:lnTo>
                    <a:pt x="257169" y="308026"/>
                  </a:lnTo>
                  <a:lnTo>
                    <a:pt x="261590" y="305101"/>
                  </a:lnTo>
                  <a:lnTo>
                    <a:pt x="265916" y="302037"/>
                  </a:lnTo>
                  <a:lnTo>
                    <a:pt x="270143" y="298838"/>
                  </a:lnTo>
                  <a:lnTo>
                    <a:pt x="274266" y="295506"/>
                  </a:lnTo>
                  <a:lnTo>
                    <a:pt x="278281" y="292045"/>
                  </a:lnTo>
                  <a:lnTo>
                    <a:pt x="282184" y="288459"/>
                  </a:lnTo>
                  <a:lnTo>
                    <a:pt x="285972" y="284751"/>
                  </a:lnTo>
                  <a:lnTo>
                    <a:pt x="289641" y="280924"/>
                  </a:lnTo>
                  <a:lnTo>
                    <a:pt x="293186" y="276983"/>
                  </a:lnTo>
                  <a:lnTo>
                    <a:pt x="296604" y="272932"/>
                  </a:lnTo>
                  <a:lnTo>
                    <a:pt x="299893" y="268774"/>
                  </a:lnTo>
                  <a:lnTo>
                    <a:pt x="303048" y="264514"/>
                  </a:lnTo>
                  <a:lnTo>
                    <a:pt x="306066" y="260156"/>
                  </a:lnTo>
                  <a:lnTo>
                    <a:pt x="308944" y="255705"/>
                  </a:lnTo>
                  <a:lnTo>
                    <a:pt x="311680" y="251165"/>
                  </a:lnTo>
                  <a:lnTo>
                    <a:pt x="314271" y="246540"/>
                  </a:lnTo>
                  <a:lnTo>
                    <a:pt x="316713" y="241835"/>
                  </a:lnTo>
                  <a:lnTo>
                    <a:pt x="319006" y="237055"/>
                  </a:lnTo>
                  <a:lnTo>
                    <a:pt x="321145" y="232206"/>
                  </a:lnTo>
                  <a:lnTo>
                    <a:pt x="323130" y="227290"/>
                  </a:lnTo>
                  <a:lnTo>
                    <a:pt x="324958" y="222314"/>
                  </a:lnTo>
                  <a:lnTo>
                    <a:pt x="326627" y="217283"/>
                  </a:lnTo>
                  <a:lnTo>
                    <a:pt x="328136" y="212201"/>
                  </a:lnTo>
                  <a:lnTo>
                    <a:pt x="329483" y="207074"/>
                  </a:lnTo>
                  <a:lnTo>
                    <a:pt x="330666" y="201907"/>
                  </a:lnTo>
                  <a:lnTo>
                    <a:pt x="331686" y="196705"/>
                  </a:lnTo>
                  <a:lnTo>
                    <a:pt x="332540" y="191474"/>
                  </a:lnTo>
                  <a:lnTo>
                    <a:pt x="333227" y="186218"/>
                  </a:lnTo>
                  <a:lnTo>
                    <a:pt x="333748" y="180942"/>
                  </a:lnTo>
                  <a:lnTo>
                    <a:pt x="334101" y="175653"/>
                  </a:lnTo>
                  <a:lnTo>
                    <a:pt x="334286" y="170355"/>
                  </a:lnTo>
                  <a:lnTo>
                    <a:pt x="334303" y="165055"/>
                  </a:lnTo>
                  <a:lnTo>
                    <a:pt x="334152" y="159756"/>
                  </a:lnTo>
                  <a:lnTo>
                    <a:pt x="333833" y="154464"/>
                  </a:lnTo>
                  <a:lnTo>
                    <a:pt x="333346" y="149186"/>
                  </a:lnTo>
                  <a:lnTo>
                    <a:pt x="332693" y="143925"/>
                  </a:lnTo>
                  <a:lnTo>
                    <a:pt x="331872" y="138688"/>
                  </a:lnTo>
                  <a:lnTo>
                    <a:pt x="330887" y="133480"/>
                  </a:lnTo>
                  <a:lnTo>
                    <a:pt x="329736" y="128305"/>
                  </a:lnTo>
                  <a:lnTo>
                    <a:pt x="328422" y="123170"/>
                  </a:lnTo>
                  <a:lnTo>
                    <a:pt x="326946" y="118079"/>
                  </a:lnTo>
                  <a:lnTo>
                    <a:pt x="325310" y="113037"/>
                  </a:lnTo>
                  <a:lnTo>
                    <a:pt x="323514" y="108049"/>
                  </a:lnTo>
                  <a:lnTo>
                    <a:pt x="321561" y="103121"/>
                  </a:lnTo>
                  <a:lnTo>
                    <a:pt x="319452" y="98257"/>
                  </a:lnTo>
                  <a:lnTo>
                    <a:pt x="317191" y="93463"/>
                  </a:lnTo>
                  <a:lnTo>
                    <a:pt x="314779" y="88743"/>
                  </a:lnTo>
                  <a:lnTo>
                    <a:pt x="312218" y="84102"/>
                  </a:lnTo>
                  <a:lnTo>
                    <a:pt x="309511" y="79544"/>
                  </a:lnTo>
                  <a:lnTo>
                    <a:pt x="306662" y="75074"/>
                  </a:lnTo>
                  <a:lnTo>
                    <a:pt x="303671" y="70697"/>
                  </a:lnTo>
                  <a:lnTo>
                    <a:pt x="300544" y="66417"/>
                  </a:lnTo>
                  <a:lnTo>
                    <a:pt x="297283" y="62238"/>
                  </a:lnTo>
                  <a:lnTo>
                    <a:pt x="293890" y="58165"/>
                  </a:lnTo>
                  <a:lnTo>
                    <a:pt x="290371" y="54201"/>
                  </a:lnTo>
                  <a:lnTo>
                    <a:pt x="286727" y="50351"/>
                  </a:lnTo>
                  <a:lnTo>
                    <a:pt x="282963" y="46618"/>
                  </a:lnTo>
                  <a:lnTo>
                    <a:pt x="279083" y="43007"/>
                  </a:lnTo>
                  <a:lnTo>
                    <a:pt x="275090" y="39520"/>
                  </a:lnTo>
                  <a:lnTo>
                    <a:pt x="270988" y="36162"/>
                  </a:lnTo>
                  <a:lnTo>
                    <a:pt x="266782" y="32935"/>
                  </a:lnTo>
                  <a:lnTo>
                    <a:pt x="262476" y="29844"/>
                  </a:lnTo>
                  <a:lnTo>
                    <a:pt x="258074" y="26890"/>
                  </a:lnTo>
                  <a:lnTo>
                    <a:pt x="253581" y="24078"/>
                  </a:lnTo>
                  <a:lnTo>
                    <a:pt x="249001" y="21410"/>
                  </a:lnTo>
                  <a:lnTo>
                    <a:pt x="244338" y="18888"/>
                  </a:lnTo>
                  <a:lnTo>
                    <a:pt x="239598" y="16515"/>
                  </a:lnTo>
                  <a:lnTo>
                    <a:pt x="234785" y="14293"/>
                  </a:lnTo>
                  <a:lnTo>
                    <a:pt x="229904" y="12226"/>
                  </a:lnTo>
                  <a:lnTo>
                    <a:pt x="224960" y="10314"/>
                  </a:lnTo>
                  <a:lnTo>
                    <a:pt x="219957" y="8560"/>
                  </a:lnTo>
                  <a:lnTo>
                    <a:pt x="214902" y="6965"/>
                  </a:lnTo>
                  <a:lnTo>
                    <a:pt x="209798" y="5532"/>
                  </a:lnTo>
                  <a:lnTo>
                    <a:pt x="204652" y="4261"/>
                  </a:lnTo>
                  <a:lnTo>
                    <a:pt x="199468" y="3154"/>
                  </a:lnTo>
                  <a:lnTo>
                    <a:pt x="194252" y="2211"/>
                  </a:lnTo>
                  <a:lnTo>
                    <a:pt x="189008" y="1435"/>
                  </a:lnTo>
                  <a:lnTo>
                    <a:pt x="183742" y="825"/>
                  </a:lnTo>
                  <a:lnTo>
                    <a:pt x="178460" y="383"/>
                  </a:lnTo>
                  <a:lnTo>
                    <a:pt x="173166" y="108"/>
                  </a:lnTo>
                  <a:lnTo>
                    <a:pt x="167866" y="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20"/>
              <a:ext cx="717" cy="167167"/>
            </a:xfrm>
            <a:custGeom>
              <a:avLst/>
              <a:pathLst>
                <a:path w="717" h="167167">
                  <a:moveTo>
                    <a:pt x="717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14138" y="4213821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3" y="3016"/>
                  </a:lnTo>
                  <a:lnTo>
                    <a:pt x="130345" y="4101"/>
                  </a:lnTo>
                  <a:lnTo>
                    <a:pt x="125193" y="5350"/>
                  </a:lnTo>
                  <a:lnTo>
                    <a:pt x="120083" y="6762"/>
                  </a:lnTo>
                  <a:lnTo>
                    <a:pt x="115021" y="8335"/>
                  </a:lnTo>
                  <a:lnTo>
                    <a:pt x="110012" y="10067"/>
                  </a:lnTo>
                  <a:lnTo>
                    <a:pt x="105059" y="11958"/>
                  </a:lnTo>
                  <a:lnTo>
                    <a:pt x="100169" y="14005"/>
                  </a:lnTo>
                  <a:lnTo>
                    <a:pt x="95347" y="16205"/>
                  </a:lnTo>
                  <a:lnTo>
                    <a:pt x="90596" y="18558"/>
                  </a:lnTo>
                  <a:lnTo>
                    <a:pt x="85923" y="21060"/>
                  </a:lnTo>
                  <a:lnTo>
                    <a:pt x="81331" y="23708"/>
                  </a:lnTo>
                  <a:lnTo>
                    <a:pt x="76826" y="26501"/>
                  </a:lnTo>
                  <a:lnTo>
                    <a:pt x="72411" y="29436"/>
                  </a:lnTo>
                  <a:lnTo>
                    <a:pt x="68092" y="32509"/>
                  </a:lnTo>
                  <a:lnTo>
                    <a:pt x="63872" y="35717"/>
                  </a:lnTo>
                  <a:lnTo>
                    <a:pt x="59757" y="39058"/>
                  </a:lnTo>
                  <a:lnTo>
                    <a:pt x="55749" y="42527"/>
                  </a:lnTo>
                  <a:lnTo>
                    <a:pt x="51853" y="46122"/>
                  </a:lnTo>
                  <a:lnTo>
                    <a:pt x="48073" y="49839"/>
                  </a:lnTo>
                  <a:lnTo>
                    <a:pt x="44413" y="53673"/>
                  </a:lnTo>
                  <a:lnTo>
                    <a:pt x="40876" y="57622"/>
                  </a:lnTo>
                  <a:lnTo>
                    <a:pt x="37466" y="61680"/>
                  </a:lnTo>
                  <a:lnTo>
                    <a:pt x="34187" y="65845"/>
                  </a:lnTo>
                  <a:lnTo>
                    <a:pt x="31041" y="70112"/>
                  </a:lnTo>
                  <a:lnTo>
                    <a:pt x="28032" y="74476"/>
                  </a:lnTo>
                  <a:lnTo>
                    <a:pt x="25163" y="78934"/>
                  </a:lnTo>
                  <a:lnTo>
                    <a:pt x="22437" y="83480"/>
                  </a:lnTo>
                  <a:lnTo>
                    <a:pt x="19857" y="88110"/>
                  </a:lnTo>
                  <a:lnTo>
                    <a:pt x="17424" y="92820"/>
                  </a:lnTo>
                  <a:lnTo>
                    <a:pt x="15142" y="97604"/>
                  </a:lnTo>
                  <a:lnTo>
                    <a:pt x="13013" y="102459"/>
                  </a:lnTo>
                  <a:lnTo>
                    <a:pt x="11039" y="107379"/>
                  </a:lnTo>
                  <a:lnTo>
                    <a:pt x="9222" y="112358"/>
                  </a:lnTo>
                  <a:lnTo>
                    <a:pt x="7563" y="117393"/>
                  </a:lnTo>
                  <a:lnTo>
                    <a:pt x="6065" y="122478"/>
                  </a:lnTo>
                  <a:lnTo>
                    <a:pt x="4729" y="127608"/>
                  </a:lnTo>
                  <a:lnTo>
                    <a:pt x="3557" y="132777"/>
                  </a:lnTo>
                  <a:lnTo>
                    <a:pt x="2549" y="137982"/>
                  </a:lnTo>
                  <a:lnTo>
                    <a:pt x="1706" y="143215"/>
                  </a:lnTo>
                  <a:lnTo>
                    <a:pt x="1030" y="148473"/>
                  </a:lnTo>
                  <a:lnTo>
                    <a:pt x="521" y="153749"/>
                  </a:lnTo>
                  <a:lnTo>
                    <a:pt x="179" y="159039"/>
                  </a:lnTo>
                  <a:lnTo>
                    <a:pt x="5" y="164337"/>
                  </a:lnTo>
                  <a:lnTo>
                    <a:pt x="0" y="169638"/>
                  </a:lnTo>
                  <a:lnTo>
                    <a:pt x="162" y="174936"/>
                  </a:lnTo>
                  <a:lnTo>
                    <a:pt x="492" y="180227"/>
                  </a:lnTo>
                  <a:lnTo>
                    <a:pt x="990" y="185505"/>
                  </a:lnTo>
                  <a:lnTo>
                    <a:pt x="1655" y="190764"/>
                  </a:lnTo>
                  <a:lnTo>
                    <a:pt x="2486" y="195999"/>
                  </a:lnTo>
                  <a:lnTo>
                    <a:pt x="3483" y="201205"/>
                  </a:lnTo>
                  <a:lnTo>
                    <a:pt x="4645" y="206377"/>
                  </a:lnTo>
                  <a:lnTo>
                    <a:pt x="5970" y="211510"/>
                  </a:lnTo>
                  <a:lnTo>
                    <a:pt x="7457" y="216598"/>
                  </a:lnTo>
                  <a:lnTo>
                    <a:pt x="9104" y="221637"/>
                  </a:lnTo>
                  <a:lnTo>
                    <a:pt x="10911" y="226620"/>
                  </a:lnTo>
                  <a:lnTo>
                    <a:pt x="12874" y="231544"/>
                  </a:lnTo>
                  <a:lnTo>
                    <a:pt x="14993" y="236403"/>
                  </a:lnTo>
                  <a:lnTo>
                    <a:pt x="17265" y="241193"/>
                  </a:lnTo>
                  <a:lnTo>
                    <a:pt x="19687" y="245908"/>
                  </a:lnTo>
                  <a:lnTo>
                    <a:pt x="22258" y="250543"/>
                  </a:lnTo>
                  <a:lnTo>
                    <a:pt x="24974" y="255095"/>
                  </a:lnTo>
                  <a:lnTo>
                    <a:pt x="27834" y="259559"/>
                  </a:lnTo>
                  <a:lnTo>
                    <a:pt x="30833" y="263930"/>
                  </a:lnTo>
                  <a:lnTo>
                    <a:pt x="33970" y="268203"/>
                  </a:lnTo>
                  <a:lnTo>
                    <a:pt x="37240" y="272375"/>
                  </a:lnTo>
                  <a:lnTo>
                    <a:pt x="40641" y="276441"/>
                  </a:lnTo>
                  <a:lnTo>
                    <a:pt x="44170" y="280397"/>
                  </a:lnTo>
                  <a:lnTo>
                    <a:pt x="47821" y="284239"/>
                  </a:lnTo>
                  <a:lnTo>
                    <a:pt x="51593" y="287964"/>
                  </a:lnTo>
                  <a:lnTo>
                    <a:pt x="55482" y="291567"/>
                  </a:lnTo>
                  <a:lnTo>
                    <a:pt x="59482" y="295045"/>
                  </a:lnTo>
                  <a:lnTo>
                    <a:pt x="63591" y="298395"/>
                  </a:lnTo>
                  <a:lnTo>
                    <a:pt x="67803" y="301612"/>
                  </a:lnTo>
                  <a:lnTo>
                    <a:pt x="72116" y="304694"/>
                  </a:lnTo>
                  <a:lnTo>
                    <a:pt x="76524" y="307638"/>
                  </a:lnTo>
                  <a:lnTo>
                    <a:pt x="81024" y="310441"/>
                  </a:lnTo>
                  <a:lnTo>
                    <a:pt x="85610" y="313100"/>
                  </a:lnTo>
                  <a:lnTo>
                    <a:pt x="90278" y="315612"/>
                  </a:lnTo>
                  <a:lnTo>
                    <a:pt x="95023" y="317974"/>
                  </a:lnTo>
                  <a:lnTo>
                    <a:pt x="99841" y="320185"/>
                  </a:lnTo>
                  <a:lnTo>
                    <a:pt x="104726" y="322242"/>
                  </a:lnTo>
                  <a:lnTo>
                    <a:pt x="109675" y="324144"/>
                  </a:lnTo>
                  <a:lnTo>
                    <a:pt x="114681" y="325887"/>
                  </a:lnTo>
                  <a:lnTo>
                    <a:pt x="119739" y="327471"/>
                  </a:lnTo>
                  <a:lnTo>
                    <a:pt x="124846" y="328893"/>
                  </a:lnTo>
                  <a:lnTo>
                    <a:pt x="129995" y="330153"/>
                  </a:lnTo>
                  <a:lnTo>
                    <a:pt x="135181" y="331249"/>
                  </a:lnTo>
                  <a:lnTo>
                    <a:pt x="140400" y="332180"/>
                  </a:lnTo>
                  <a:lnTo>
                    <a:pt x="145645" y="332946"/>
                  </a:lnTo>
                  <a:lnTo>
                    <a:pt x="150912" y="333544"/>
                  </a:lnTo>
                  <a:lnTo>
                    <a:pt x="156196" y="333975"/>
                  </a:lnTo>
                  <a:lnTo>
                    <a:pt x="161490" y="334239"/>
                  </a:lnTo>
                  <a:lnTo>
                    <a:pt x="166790" y="334334"/>
                  </a:lnTo>
                  <a:lnTo>
                    <a:pt x="172090" y="334261"/>
                  </a:lnTo>
                  <a:lnTo>
                    <a:pt x="177386" y="334021"/>
                  </a:lnTo>
                  <a:lnTo>
                    <a:pt x="182671" y="333612"/>
                  </a:lnTo>
                  <a:lnTo>
                    <a:pt x="187941" y="333036"/>
                  </a:lnTo>
                  <a:lnTo>
                    <a:pt x="193189" y="332294"/>
                  </a:lnTo>
                  <a:lnTo>
                    <a:pt x="198412" y="331385"/>
                  </a:lnTo>
                  <a:lnTo>
                    <a:pt x="203603" y="330311"/>
                  </a:lnTo>
                  <a:lnTo>
                    <a:pt x="208757" y="329073"/>
                  </a:lnTo>
                  <a:lnTo>
                    <a:pt x="213870" y="327673"/>
                  </a:lnTo>
                  <a:lnTo>
                    <a:pt x="218935" y="326111"/>
                  </a:lnTo>
                  <a:lnTo>
                    <a:pt x="223949" y="324389"/>
                  </a:lnTo>
                  <a:lnTo>
                    <a:pt x="228905" y="322509"/>
                  </a:lnTo>
                  <a:lnTo>
                    <a:pt x="233799" y="320473"/>
                  </a:lnTo>
                  <a:lnTo>
                    <a:pt x="238626" y="318282"/>
                  </a:lnTo>
                  <a:lnTo>
                    <a:pt x="243382" y="315940"/>
                  </a:lnTo>
                  <a:lnTo>
                    <a:pt x="248061" y="313448"/>
                  </a:lnTo>
                  <a:lnTo>
                    <a:pt x="252658" y="310809"/>
                  </a:lnTo>
                  <a:lnTo>
                    <a:pt x="257169" y="308026"/>
                  </a:lnTo>
                  <a:lnTo>
                    <a:pt x="261590" y="305101"/>
                  </a:lnTo>
                  <a:lnTo>
                    <a:pt x="265916" y="302037"/>
                  </a:lnTo>
                  <a:lnTo>
                    <a:pt x="270143" y="298838"/>
                  </a:lnTo>
                  <a:lnTo>
                    <a:pt x="274266" y="295506"/>
                  </a:lnTo>
                  <a:lnTo>
                    <a:pt x="278281" y="292045"/>
                  </a:lnTo>
                  <a:lnTo>
                    <a:pt x="282184" y="288459"/>
                  </a:lnTo>
                  <a:lnTo>
                    <a:pt x="285972" y="284751"/>
                  </a:lnTo>
                  <a:lnTo>
                    <a:pt x="289641" y="280924"/>
                  </a:lnTo>
                  <a:lnTo>
                    <a:pt x="293186" y="276983"/>
                  </a:lnTo>
                  <a:lnTo>
                    <a:pt x="296604" y="272932"/>
                  </a:lnTo>
                  <a:lnTo>
                    <a:pt x="299893" y="268774"/>
                  </a:lnTo>
                  <a:lnTo>
                    <a:pt x="303048" y="264514"/>
                  </a:lnTo>
                  <a:lnTo>
                    <a:pt x="306066" y="260156"/>
                  </a:lnTo>
                  <a:lnTo>
                    <a:pt x="308944" y="255705"/>
                  </a:lnTo>
                  <a:lnTo>
                    <a:pt x="311680" y="251165"/>
                  </a:lnTo>
                  <a:lnTo>
                    <a:pt x="314271" y="246540"/>
                  </a:lnTo>
                  <a:lnTo>
                    <a:pt x="316713" y="241835"/>
                  </a:lnTo>
                  <a:lnTo>
                    <a:pt x="319006" y="237055"/>
                  </a:lnTo>
                  <a:lnTo>
                    <a:pt x="321145" y="232206"/>
                  </a:lnTo>
                  <a:lnTo>
                    <a:pt x="323130" y="227290"/>
                  </a:lnTo>
                  <a:lnTo>
                    <a:pt x="324958" y="222314"/>
                  </a:lnTo>
                  <a:lnTo>
                    <a:pt x="326627" y="217283"/>
                  </a:lnTo>
                  <a:lnTo>
                    <a:pt x="328136" y="212201"/>
                  </a:lnTo>
                  <a:lnTo>
                    <a:pt x="329483" y="207074"/>
                  </a:lnTo>
                  <a:lnTo>
                    <a:pt x="330666" y="201907"/>
                  </a:lnTo>
                  <a:lnTo>
                    <a:pt x="331686" y="196705"/>
                  </a:lnTo>
                  <a:lnTo>
                    <a:pt x="332540" y="191474"/>
                  </a:lnTo>
                  <a:lnTo>
                    <a:pt x="333227" y="186218"/>
                  </a:lnTo>
                  <a:lnTo>
                    <a:pt x="333748" y="180942"/>
                  </a:lnTo>
                  <a:lnTo>
                    <a:pt x="334101" y="175653"/>
                  </a:lnTo>
                  <a:lnTo>
                    <a:pt x="334286" y="170355"/>
                  </a:lnTo>
                  <a:lnTo>
                    <a:pt x="334303" y="165055"/>
                  </a:lnTo>
                  <a:lnTo>
                    <a:pt x="334152" y="159756"/>
                  </a:lnTo>
                  <a:lnTo>
                    <a:pt x="333833" y="154464"/>
                  </a:lnTo>
                  <a:lnTo>
                    <a:pt x="333346" y="149186"/>
                  </a:lnTo>
                  <a:lnTo>
                    <a:pt x="332693" y="143925"/>
                  </a:lnTo>
                  <a:lnTo>
                    <a:pt x="331872" y="138688"/>
                  </a:lnTo>
                  <a:lnTo>
                    <a:pt x="330887" y="133480"/>
                  </a:lnTo>
                  <a:lnTo>
                    <a:pt x="329736" y="128305"/>
                  </a:lnTo>
                  <a:lnTo>
                    <a:pt x="328422" y="123170"/>
                  </a:lnTo>
                  <a:lnTo>
                    <a:pt x="326946" y="118079"/>
                  </a:lnTo>
                  <a:lnTo>
                    <a:pt x="325310" y="113037"/>
                  </a:lnTo>
                  <a:lnTo>
                    <a:pt x="323514" y="108049"/>
                  </a:lnTo>
                  <a:lnTo>
                    <a:pt x="321561" y="103121"/>
                  </a:lnTo>
                  <a:lnTo>
                    <a:pt x="319452" y="98257"/>
                  </a:lnTo>
                  <a:lnTo>
                    <a:pt x="317191" y="93463"/>
                  </a:lnTo>
                  <a:lnTo>
                    <a:pt x="314779" y="88743"/>
                  </a:lnTo>
                  <a:lnTo>
                    <a:pt x="312218" y="84102"/>
                  </a:lnTo>
                  <a:lnTo>
                    <a:pt x="309511" y="79544"/>
                  </a:lnTo>
                  <a:lnTo>
                    <a:pt x="306662" y="75074"/>
                  </a:lnTo>
                  <a:lnTo>
                    <a:pt x="303671" y="70697"/>
                  </a:lnTo>
                  <a:lnTo>
                    <a:pt x="300544" y="66417"/>
                  </a:lnTo>
                  <a:lnTo>
                    <a:pt x="297283" y="62238"/>
                  </a:lnTo>
                  <a:lnTo>
                    <a:pt x="293890" y="58165"/>
                  </a:lnTo>
                  <a:lnTo>
                    <a:pt x="290371" y="54201"/>
                  </a:lnTo>
                  <a:lnTo>
                    <a:pt x="286727" y="50351"/>
                  </a:lnTo>
                  <a:lnTo>
                    <a:pt x="282963" y="46618"/>
                  </a:lnTo>
                  <a:lnTo>
                    <a:pt x="279083" y="43007"/>
                  </a:lnTo>
                  <a:lnTo>
                    <a:pt x="275090" y="39520"/>
                  </a:lnTo>
                  <a:lnTo>
                    <a:pt x="270988" y="36162"/>
                  </a:lnTo>
                  <a:lnTo>
                    <a:pt x="266782" y="32935"/>
                  </a:lnTo>
                  <a:lnTo>
                    <a:pt x="262476" y="29844"/>
                  </a:lnTo>
                  <a:lnTo>
                    <a:pt x="258074" y="26890"/>
                  </a:lnTo>
                  <a:lnTo>
                    <a:pt x="253581" y="24078"/>
                  </a:lnTo>
                  <a:lnTo>
                    <a:pt x="249001" y="21410"/>
                  </a:lnTo>
                  <a:lnTo>
                    <a:pt x="244338" y="18888"/>
                  </a:lnTo>
                  <a:lnTo>
                    <a:pt x="239598" y="16515"/>
                  </a:lnTo>
                  <a:lnTo>
                    <a:pt x="234785" y="14293"/>
                  </a:lnTo>
                  <a:lnTo>
                    <a:pt x="229904" y="12226"/>
                  </a:lnTo>
                  <a:lnTo>
                    <a:pt x="224960" y="10314"/>
                  </a:lnTo>
                  <a:lnTo>
                    <a:pt x="219957" y="8560"/>
                  </a:lnTo>
                  <a:lnTo>
                    <a:pt x="214902" y="6965"/>
                  </a:lnTo>
                  <a:lnTo>
                    <a:pt x="209798" y="5532"/>
                  </a:lnTo>
                  <a:lnTo>
                    <a:pt x="204652" y="4261"/>
                  </a:lnTo>
                  <a:lnTo>
                    <a:pt x="199468" y="3154"/>
                  </a:lnTo>
                  <a:lnTo>
                    <a:pt x="194252" y="2211"/>
                  </a:lnTo>
                  <a:lnTo>
                    <a:pt x="189008" y="1435"/>
                  </a:lnTo>
                  <a:lnTo>
                    <a:pt x="183742" y="825"/>
                  </a:lnTo>
                  <a:lnTo>
                    <a:pt x="178460" y="383"/>
                  </a:lnTo>
                  <a:lnTo>
                    <a:pt x="173166" y="108"/>
                  </a:lnTo>
                  <a:lnTo>
                    <a:pt x="167866" y="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21"/>
              <a:ext cx="717" cy="167167"/>
            </a:xfrm>
            <a:custGeom>
              <a:avLst/>
              <a:pathLst>
                <a:path w="717" h="167167">
                  <a:moveTo>
                    <a:pt x="717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359" y="4659281"/>
              <a:ext cx="167165" cy="167167"/>
            </a:xfrm>
            <a:custGeom>
              <a:avLst/>
              <a:pathLst>
                <a:path w="167165" h="167167">
                  <a:moveTo>
                    <a:pt x="167165" y="0"/>
                  </a:moveTo>
                  <a:lnTo>
                    <a:pt x="161711" y="89"/>
                  </a:lnTo>
                  <a:lnTo>
                    <a:pt x="156262" y="355"/>
                  </a:lnTo>
                  <a:lnTo>
                    <a:pt x="150825" y="800"/>
                  </a:lnTo>
                  <a:lnTo>
                    <a:pt x="145405" y="1422"/>
                  </a:lnTo>
                  <a:lnTo>
                    <a:pt x="140008" y="2220"/>
                  </a:lnTo>
                  <a:lnTo>
                    <a:pt x="134641" y="3194"/>
                  </a:lnTo>
                  <a:lnTo>
                    <a:pt x="129308" y="4343"/>
                  </a:lnTo>
                  <a:lnTo>
                    <a:pt x="124015" y="5665"/>
                  </a:lnTo>
                  <a:lnTo>
                    <a:pt x="118768" y="7159"/>
                  </a:lnTo>
                  <a:lnTo>
                    <a:pt x="113573" y="8823"/>
                  </a:lnTo>
                  <a:lnTo>
                    <a:pt x="108435" y="10656"/>
                  </a:lnTo>
                  <a:lnTo>
                    <a:pt x="103359" y="12656"/>
                  </a:lnTo>
                  <a:lnTo>
                    <a:pt x="98351" y="14820"/>
                  </a:lnTo>
                  <a:lnTo>
                    <a:pt x="93417" y="17147"/>
                  </a:lnTo>
                  <a:lnTo>
                    <a:pt x="88561" y="19633"/>
                  </a:lnTo>
                  <a:lnTo>
                    <a:pt x="83789" y="22276"/>
                  </a:lnTo>
                  <a:lnTo>
                    <a:pt x="79106" y="25074"/>
                  </a:lnTo>
                  <a:lnTo>
                    <a:pt x="74516" y="28023"/>
                  </a:lnTo>
                  <a:lnTo>
                    <a:pt x="70025" y="31120"/>
                  </a:lnTo>
                  <a:lnTo>
                    <a:pt x="65638" y="34362"/>
                  </a:lnTo>
                  <a:lnTo>
                    <a:pt x="61358" y="37746"/>
                  </a:lnTo>
                  <a:lnTo>
                    <a:pt x="57192" y="41267"/>
                  </a:lnTo>
                  <a:lnTo>
                    <a:pt x="53142" y="44923"/>
                  </a:lnTo>
                  <a:lnTo>
                    <a:pt x="49214" y="48708"/>
                  </a:lnTo>
                  <a:lnTo>
                    <a:pt x="45412" y="52620"/>
                  </a:lnTo>
                  <a:lnTo>
                    <a:pt x="41739" y="56654"/>
                  </a:lnTo>
                  <a:lnTo>
                    <a:pt x="38200" y="60805"/>
                  </a:lnTo>
                  <a:lnTo>
                    <a:pt x="34798" y="65070"/>
                  </a:lnTo>
                  <a:lnTo>
                    <a:pt x="31537" y="69444"/>
                  </a:lnTo>
                  <a:lnTo>
                    <a:pt x="28420" y="73921"/>
                  </a:lnTo>
                  <a:lnTo>
                    <a:pt x="25452" y="78498"/>
                  </a:lnTo>
                  <a:lnTo>
                    <a:pt x="22634" y="83169"/>
                  </a:lnTo>
                  <a:lnTo>
                    <a:pt x="19970" y="87930"/>
                  </a:lnTo>
                  <a:lnTo>
                    <a:pt x="17463" y="92775"/>
                  </a:lnTo>
                  <a:lnTo>
                    <a:pt x="15115" y="97700"/>
                  </a:lnTo>
                  <a:lnTo>
                    <a:pt x="12930" y="102698"/>
                  </a:lnTo>
                  <a:lnTo>
                    <a:pt x="10908" y="107765"/>
                  </a:lnTo>
                  <a:lnTo>
                    <a:pt x="9053" y="112895"/>
                  </a:lnTo>
                  <a:lnTo>
                    <a:pt x="7366" y="118083"/>
                  </a:lnTo>
                  <a:lnTo>
                    <a:pt x="5850" y="123324"/>
                  </a:lnTo>
                  <a:lnTo>
                    <a:pt x="4505" y="128611"/>
                  </a:lnTo>
                  <a:lnTo>
                    <a:pt x="3334" y="133939"/>
                  </a:lnTo>
                  <a:lnTo>
                    <a:pt x="2337" y="139302"/>
                  </a:lnTo>
                  <a:lnTo>
                    <a:pt x="1515" y="144695"/>
                  </a:lnTo>
                  <a:lnTo>
                    <a:pt x="870" y="150112"/>
                  </a:lnTo>
                  <a:lnTo>
                    <a:pt x="402" y="155548"/>
                  </a:lnTo>
                  <a:lnTo>
                    <a:pt x="112" y="160995"/>
                  </a:lnTo>
                  <a:lnTo>
                    <a:pt x="0" y="166449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19359" y="4825731"/>
              <a:ext cx="167165" cy="717"/>
            </a:xfrm>
            <a:custGeom>
              <a:avLst/>
              <a:pathLst>
                <a:path w="167165" h="717">
                  <a:moveTo>
                    <a:pt x="0" y="0"/>
                  </a:moveTo>
                  <a:lnTo>
                    <a:pt x="167165" y="7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19359" y="4825731"/>
              <a:ext cx="167165" cy="717"/>
            </a:xfrm>
            <a:custGeom>
              <a:avLst/>
              <a:pathLst>
                <a:path w="167165" h="717">
                  <a:moveTo>
                    <a:pt x="0" y="0"/>
                  </a:moveTo>
                  <a:lnTo>
                    <a:pt x="167165" y="7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19359" y="4825731"/>
              <a:ext cx="167165" cy="717"/>
            </a:xfrm>
            <a:custGeom>
              <a:avLst/>
              <a:pathLst>
                <a:path w="167165" h="717">
                  <a:moveTo>
                    <a:pt x="0" y="0"/>
                  </a:moveTo>
                  <a:lnTo>
                    <a:pt x="167165" y="7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19359" y="4825731"/>
              <a:ext cx="167165" cy="717"/>
            </a:xfrm>
            <a:custGeom>
              <a:avLst/>
              <a:pathLst>
                <a:path w="167165" h="717">
                  <a:moveTo>
                    <a:pt x="0" y="0"/>
                  </a:moveTo>
                  <a:lnTo>
                    <a:pt x="167165" y="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19359" y="4825731"/>
              <a:ext cx="167165" cy="717"/>
            </a:xfrm>
            <a:custGeom>
              <a:avLst/>
              <a:pathLst>
                <a:path w="167165" h="717">
                  <a:moveTo>
                    <a:pt x="0" y="0"/>
                  </a:moveTo>
                  <a:lnTo>
                    <a:pt x="167165" y="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19359" y="4825731"/>
              <a:ext cx="167165" cy="717"/>
            </a:xfrm>
            <a:custGeom>
              <a:avLst/>
              <a:pathLst>
                <a:path w="167165" h="717">
                  <a:moveTo>
                    <a:pt x="0" y="0"/>
                  </a:moveTo>
                  <a:lnTo>
                    <a:pt x="167165" y="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19359" y="4825731"/>
              <a:ext cx="167165" cy="717"/>
            </a:xfrm>
            <a:custGeom>
              <a:avLst/>
              <a:pathLst>
                <a:path w="167165" h="717">
                  <a:moveTo>
                    <a:pt x="0" y="0"/>
                  </a:moveTo>
                  <a:lnTo>
                    <a:pt x="167165" y="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19359" y="4825731"/>
              <a:ext cx="167165" cy="717"/>
            </a:xfrm>
            <a:custGeom>
              <a:avLst/>
              <a:pathLst>
                <a:path w="167165" h="717">
                  <a:moveTo>
                    <a:pt x="0" y="0"/>
                  </a:moveTo>
                  <a:lnTo>
                    <a:pt x="167165" y="7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19359" y="4825731"/>
              <a:ext cx="167165" cy="717"/>
            </a:xfrm>
            <a:custGeom>
              <a:avLst/>
              <a:pathLst>
                <a:path w="167165" h="717">
                  <a:moveTo>
                    <a:pt x="0" y="0"/>
                  </a:moveTo>
                  <a:lnTo>
                    <a:pt x="167165" y="7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19359" y="4825731"/>
              <a:ext cx="167165" cy="12903"/>
            </a:xfrm>
            <a:custGeom>
              <a:avLst/>
              <a:pathLst>
                <a:path w="167165" h="12903">
                  <a:moveTo>
                    <a:pt x="0" y="0"/>
                  </a:moveTo>
                  <a:lnTo>
                    <a:pt x="443" y="12903"/>
                  </a:lnTo>
                  <a:lnTo>
                    <a:pt x="167165" y="7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19802" y="4659281"/>
              <a:ext cx="333874" cy="334333"/>
            </a:xfrm>
            <a:custGeom>
              <a:avLst/>
              <a:pathLst>
                <a:path w="333874" h="334333">
                  <a:moveTo>
                    <a:pt x="0" y="179353"/>
                  </a:moveTo>
                  <a:lnTo>
                    <a:pt x="471" y="184644"/>
                  </a:lnTo>
                  <a:lnTo>
                    <a:pt x="1110" y="189917"/>
                  </a:lnTo>
                  <a:lnTo>
                    <a:pt x="1916" y="195167"/>
                  </a:lnTo>
                  <a:lnTo>
                    <a:pt x="2889" y="200389"/>
                  </a:lnTo>
                  <a:lnTo>
                    <a:pt x="4027" y="205578"/>
                  </a:lnTo>
                  <a:lnTo>
                    <a:pt x="5330" y="210727"/>
                  </a:lnTo>
                  <a:lnTo>
                    <a:pt x="6795" y="215833"/>
                  </a:lnTo>
                  <a:lnTo>
                    <a:pt x="8422" y="220890"/>
                  </a:lnTo>
                  <a:lnTo>
                    <a:pt x="10209" y="225892"/>
                  </a:lnTo>
                  <a:lnTo>
                    <a:pt x="12154" y="230835"/>
                  </a:lnTo>
                  <a:lnTo>
                    <a:pt x="14255" y="235714"/>
                  </a:lnTo>
                  <a:lnTo>
                    <a:pt x="16510" y="240523"/>
                  </a:lnTo>
                  <a:lnTo>
                    <a:pt x="18916" y="245259"/>
                  </a:lnTo>
                  <a:lnTo>
                    <a:pt x="21472" y="249915"/>
                  </a:lnTo>
                  <a:lnTo>
                    <a:pt x="24174" y="254488"/>
                  </a:lnTo>
                  <a:lnTo>
                    <a:pt x="27020" y="258973"/>
                  </a:lnTo>
                  <a:lnTo>
                    <a:pt x="30008" y="263365"/>
                  </a:lnTo>
                  <a:lnTo>
                    <a:pt x="33133" y="267660"/>
                  </a:lnTo>
                  <a:lnTo>
                    <a:pt x="36393" y="271854"/>
                  </a:lnTo>
                  <a:lnTo>
                    <a:pt x="39785" y="275942"/>
                  </a:lnTo>
                  <a:lnTo>
                    <a:pt x="43305" y="279920"/>
                  </a:lnTo>
                  <a:lnTo>
                    <a:pt x="46950" y="283784"/>
                  </a:lnTo>
                  <a:lnTo>
                    <a:pt x="50716" y="287531"/>
                  </a:lnTo>
                  <a:lnTo>
                    <a:pt x="54598" y="291156"/>
                  </a:lnTo>
                  <a:lnTo>
                    <a:pt x="58594" y="294655"/>
                  </a:lnTo>
                  <a:lnTo>
                    <a:pt x="62699" y="298026"/>
                  </a:lnTo>
                  <a:lnTo>
                    <a:pt x="66909" y="301265"/>
                  </a:lnTo>
                  <a:lnTo>
                    <a:pt x="71220" y="304369"/>
                  </a:lnTo>
                  <a:lnTo>
                    <a:pt x="75628" y="307334"/>
                  </a:lnTo>
                  <a:lnTo>
                    <a:pt x="80127" y="310157"/>
                  </a:lnTo>
                  <a:lnTo>
                    <a:pt x="84714" y="312836"/>
                  </a:lnTo>
                  <a:lnTo>
                    <a:pt x="89383" y="315368"/>
                  </a:lnTo>
                  <a:lnTo>
                    <a:pt x="94131" y="317751"/>
                  </a:lnTo>
                  <a:lnTo>
                    <a:pt x="98952" y="319981"/>
                  </a:lnTo>
                  <a:lnTo>
                    <a:pt x="103841" y="322057"/>
                  </a:lnTo>
                  <a:lnTo>
                    <a:pt x="108794" y="323977"/>
                  </a:lnTo>
                  <a:lnTo>
                    <a:pt x="113805" y="325738"/>
                  </a:lnTo>
                  <a:lnTo>
                    <a:pt x="118870" y="327339"/>
                  </a:lnTo>
                  <a:lnTo>
                    <a:pt x="123983" y="328779"/>
                  </a:lnTo>
                  <a:lnTo>
                    <a:pt x="129139" y="330055"/>
                  </a:lnTo>
                  <a:lnTo>
                    <a:pt x="134334" y="331167"/>
                  </a:lnTo>
                  <a:lnTo>
                    <a:pt x="139560" y="332113"/>
                  </a:lnTo>
                  <a:lnTo>
                    <a:pt x="144815" y="332893"/>
                  </a:lnTo>
                  <a:lnTo>
                    <a:pt x="150091" y="333505"/>
                  </a:lnTo>
                  <a:lnTo>
                    <a:pt x="155384" y="333949"/>
                  </a:lnTo>
                  <a:lnTo>
                    <a:pt x="160689" y="334225"/>
                  </a:lnTo>
                  <a:lnTo>
                    <a:pt x="166000" y="334333"/>
                  </a:lnTo>
                  <a:lnTo>
                    <a:pt x="171311" y="334271"/>
                  </a:lnTo>
                  <a:lnTo>
                    <a:pt x="176618" y="334041"/>
                  </a:lnTo>
                  <a:lnTo>
                    <a:pt x="181915" y="333643"/>
                  </a:lnTo>
                  <a:lnTo>
                    <a:pt x="187197" y="333076"/>
                  </a:lnTo>
                  <a:lnTo>
                    <a:pt x="192457" y="332342"/>
                  </a:lnTo>
                  <a:lnTo>
                    <a:pt x="197692" y="331441"/>
                  </a:lnTo>
                  <a:lnTo>
                    <a:pt x="202896" y="330374"/>
                  </a:lnTo>
                  <a:lnTo>
                    <a:pt x="208063" y="329142"/>
                  </a:lnTo>
                  <a:lnTo>
                    <a:pt x="213188" y="327747"/>
                  </a:lnTo>
                  <a:lnTo>
                    <a:pt x="218267" y="326189"/>
                  </a:lnTo>
                  <a:lnTo>
                    <a:pt x="223293" y="324471"/>
                  </a:lnTo>
                  <a:lnTo>
                    <a:pt x="228262" y="322595"/>
                  </a:lnTo>
                  <a:lnTo>
                    <a:pt x="233169" y="320561"/>
                  </a:lnTo>
                  <a:lnTo>
                    <a:pt x="238009" y="318372"/>
                  </a:lnTo>
                  <a:lnTo>
                    <a:pt x="242777" y="316031"/>
                  </a:lnTo>
                  <a:lnTo>
                    <a:pt x="247469" y="313540"/>
                  </a:lnTo>
                  <a:lnTo>
                    <a:pt x="252078" y="310900"/>
                  </a:lnTo>
                  <a:lnTo>
                    <a:pt x="256602" y="308116"/>
                  </a:lnTo>
                  <a:lnTo>
                    <a:pt x="261035" y="305189"/>
                  </a:lnTo>
                  <a:lnTo>
                    <a:pt x="265372" y="302123"/>
                  </a:lnTo>
                  <a:lnTo>
                    <a:pt x="269610" y="298920"/>
                  </a:lnTo>
                  <a:lnTo>
                    <a:pt x="273744" y="295585"/>
                  </a:lnTo>
                  <a:lnTo>
                    <a:pt x="277770" y="292120"/>
                  </a:lnTo>
                  <a:lnTo>
                    <a:pt x="281684" y="288529"/>
                  </a:lnTo>
                  <a:lnTo>
                    <a:pt x="285482" y="284815"/>
                  </a:lnTo>
                  <a:lnTo>
                    <a:pt x="289160" y="280982"/>
                  </a:lnTo>
                  <a:lnTo>
                    <a:pt x="292714" y="277035"/>
                  </a:lnTo>
                  <a:lnTo>
                    <a:pt x="296141" y="272976"/>
                  </a:lnTo>
                  <a:lnTo>
                    <a:pt x="299438" y="268811"/>
                  </a:lnTo>
                  <a:lnTo>
                    <a:pt x="302600" y="264543"/>
                  </a:lnTo>
                  <a:lnTo>
                    <a:pt x="305625" y="260177"/>
                  </a:lnTo>
                  <a:lnTo>
                    <a:pt x="308510" y="255717"/>
                  </a:lnTo>
                  <a:lnTo>
                    <a:pt x="311252" y="251167"/>
                  </a:lnTo>
                  <a:lnTo>
                    <a:pt x="313848" y="246533"/>
                  </a:lnTo>
                  <a:lnTo>
                    <a:pt x="316295" y="241819"/>
                  </a:lnTo>
                  <a:lnTo>
                    <a:pt x="318592" y="237029"/>
                  </a:lnTo>
                  <a:lnTo>
                    <a:pt x="320734" y="232168"/>
                  </a:lnTo>
                  <a:lnTo>
                    <a:pt x="322722" y="227242"/>
                  </a:lnTo>
                  <a:lnTo>
                    <a:pt x="324552" y="222256"/>
                  </a:lnTo>
                  <a:lnTo>
                    <a:pt x="326222" y="217213"/>
                  </a:lnTo>
                  <a:lnTo>
                    <a:pt x="327732" y="212120"/>
                  </a:lnTo>
                  <a:lnTo>
                    <a:pt x="329079" y="206982"/>
                  </a:lnTo>
                  <a:lnTo>
                    <a:pt x="330262" y="201804"/>
                  </a:lnTo>
                  <a:lnTo>
                    <a:pt x="331280" y="196590"/>
                  </a:lnTo>
                  <a:lnTo>
                    <a:pt x="332132" y="191347"/>
                  </a:lnTo>
                  <a:lnTo>
                    <a:pt x="332816" y="186080"/>
                  </a:lnTo>
                  <a:lnTo>
                    <a:pt x="333333" y="180793"/>
                  </a:lnTo>
                  <a:lnTo>
                    <a:pt x="333682" y="175493"/>
                  </a:lnTo>
                  <a:lnTo>
                    <a:pt x="333862" y="170184"/>
                  </a:lnTo>
                  <a:lnTo>
                    <a:pt x="333874" y="164872"/>
                  </a:lnTo>
                  <a:lnTo>
                    <a:pt x="333717" y="159563"/>
                  </a:lnTo>
                  <a:lnTo>
                    <a:pt x="333391" y="154261"/>
                  </a:lnTo>
                  <a:lnTo>
                    <a:pt x="332897" y="148972"/>
                  </a:lnTo>
                  <a:lnTo>
                    <a:pt x="332235" y="143702"/>
                  </a:lnTo>
                  <a:lnTo>
                    <a:pt x="331405" y="138455"/>
                  </a:lnTo>
                  <a:lnTo>
                    <a:pt x="330410" y="133237"/>
                  </a:lnTo>
                  <a:lnTo>
                    <a:pt x="329249" y="128054"/>
                  </a:lnTo>
                  <a:lnTo>
                    <a:pt x="327925" y="122910"/>
                  </a:lnTo>
                  <a:lnTo>
                    <a:pt x="326437" y="117810"/>
                  </a:lnTo>
                  <a:lnTo>
                    <a:pt x="324788" y="112761"/>
                  </a:lnTo>
                  <a:lnTo>
                    <a:pt x="322980" y="107766"/>
                  </a:lnTo>
                  <a:lnTo>
                    <a:pt x="321014" y="102832"/>
                  </a:lnTo>
                  <a:lnTo>
                    <a:pt x="318892" y="97962"/>
                  </a:lnTo>
                  <a:lnTo>
                    <a:pt x="316616" y="93162"/>
                  </a:lnTo>
                  <a:lnTo>
                    <a:pt x="314190" y="88437"/>
                  </a:lnTo>
                  <a:lnTo>
                    <a:pt x="311614" y="83792"/>
                  </a:lnTo>
                  <a:lnTo>
                    <a:pt x="308892" y="79230"/>
                  </a:lnTo>
                  <a:lnTo>
                    <a:pt x="306026" y="74758"/>
                  </a:lnTo>
                  <a:lnTo>
                    <a:pt x="303020" y="70379"/>
                  </a:lnTo>
                  <a:lnTo>
                    <a:pt x="299876" y="66097"/>
                  </a:lnTo>
                  <a:lnTo>
                    <a:pt x="296597" y="61918"/>
                  </a:lnTo>
                  <a:lnTo>
                    <a:pt x="293188" y="57845"/>
                  </a:lnTo>
                  <a:lnTo>
                    <a:pt x="289651" y="53882"/>
                  </a:lnTo>
                  <a:lnTo>
                    <a:pt x="285989" y="50033"/>
                  </a:lnTo>
                  <a:lnTo>
                    <a:pt x="282208" y="46303"/>
                  </a:lnTo>
                  <a:lnTo>
                    <a:pt x="278309" y="42695"/>
                  </a:lnTo>
                  <a:lnTo>
                    <a:pt x="274298" y="39212"/>
                  </a:lnTo>
                  <a:lnTo>
                    <a:pt x="270179" y="35859"/>
                  </a:lnTo>
                  <a:lnTo>
                    <a:pt x="265955" y="32639"/>
                  </a:lnTo>
                  <a:lnTo>
                    <a:pt x="261630" y="29554"/>
                  </a:lnTo>
                  <a:lnTo>
                    <a:pt x="257210" y="26608"/>
                  </a:lnTo>
                  <a:lnTo>
                    <a:pt x="252699" y="23804"/>
                  </a:lnTo>
                  <a:lnTo>
                    <a:pt x="248100" y="21145"/>
                  </a:lnTo>
                  <a:lnTo>
                    <a:pt x="243420" y="18633"/>
                  </a:lnTo>
                  <a:lnTo>
                    <a:pt x="238662" y="16271"/>
                  </a:lnTo>
                  <a:lnTo>
                    <a:pt x="233832" y="14061"/>
                  </a:lnTo>
                  <a:lnTo>
                    <a:pt x="228933" y="12007"/>
                  </a:lnTo>
                  <a:lnTo>
                    <a:pt x="223972" y="10108"/>
                  </a:lnTo>
                  <a:lnTo>
                    <a:pt x="218953" y="8369"/>
                  </a:lnTo>
                  <a:lnTo>
                    <a:pt x="213882" y="6789"/>
                  </a:lnTo>
                  <a:lnTo>
                    <a:pt x="208762" y="5372"/>
                  </a:lnTo>
                  <a:lnTo>
                    <a:pt x="203601" y="4118"/>
                  </a:lnTo>
                  <a:lnTo>
                    <a:pt x="198402" y="3029"/>
                  </a:lnTo>
                  <a:lnTo>
                    <a:pt x="193171" y="2105"/>
                  </a:lnTo>
                  <a:lnTo>
                    <a:pt x="187913" y="1348"/>
                  </a:lnTo>
                  <a:lnTo>
                    <a:pt x="182634" y="759"/>
                  </a:lnTo>
                  <a:lnTo>
                    <a:pt x="177339" y="337"/>
                  </a:lnTo>
                  <a:lnTo>
                    <a:pt x="172033" y="84"/>
                  </a:lnTo>
                  <a:lnTo>
                    <a:pt x="166722" y="0"/>
                  </a:lnTo>
                  <a:lnTo>
                    <a:pt x="16672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7286" y="5018213"/>
              <a:ext cx="1434" cy="167167"/>
            </a:xfrm>
            <a:custGeom>
              <a:avLst/>
              <a:pathLst>
                <a:path w="1434" h="167167">
                  <a:moveTo>
                    <a:pt x="1434" y="0"/>
                  </a:moveTo>
                  <a:lnTo>
                    <a:pt x="0" y="6"/>
                  </a:lnTo>
                  <a:lnTo>
                    <a:pt x="143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7286" y="5018219"/>
              <a:ext cx="1434" cy="167161"/>
            </a:xfrm>
            <a:custGeom>
              <a:avLst/>
              <a:pathLst>
                <a:path w="1434" h="167161">
                  <a:moveTo>
                    <a:pt x="0" y="0"/>
                  </a:moveTo>
                  <a:lnTo>
                    <a:pt x="1434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7286" y="5018219"/>
              <a:ext cx="1434" cy="167161"/>
            </a:xfrm>
            <a:custGeom>
              <a:avLst/>
              <a:pathLst>
                <a:path w="1434" h="167161">
                  <a:moveTo>
                    <a:pt x="0" y="0"/>
                  </a:moveTo>
                  <a:lnTo>
                    <a:pt x="1434" y="16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7286" y="5018219"/>
              <a:ext cx="1434" cy="167161"/>
            </a:xfrm>
            <a:custGeom>
              <a:avLst/>
              <a:pathLst>
                <a:path w="1434" h="167161">
                  <a:moveTo>
                    <a:pt x="0" y="0"/>
                  </a:moveTo>
                  <a:lnTo>
                    <a:pt x="1434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7286" y="5018219"/>
              <a:ext cx="1434" cy="167161"/>
            </a:xfrm>
            <a:custGeom>
              <a:avLst/>
              <a:pathLst>
                <a:path w="1434" h="167161">
                  <a:moveTo>
                    <a:pt x="0" y="0"/>
                  </a:moveTo>
                  <a:lnTo>
                    <a:pt x="1434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7286" y="5018219"/>
              <a:ext cx="1434" cy="167161"/>
            </a:xfrm>
            <a:custGeom>
              <a:avLst/>
              <a:pathLst>
                <a:path w="1434" h="167161">
                  <a:moveTo>
                    <a:pt x="0" y="0"/>
                  </a:moveTo>
                  <a:lnTo>
                    <a:pt x="1434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7286" y="5018219"/>
              <a:ext cx="1434" cy="167161"/>
            </a:xfrm>
            <a:custGeom>
              <a:avLst/>
              <a:pathLst>
                <a:path w="1434" h="167161">
                  <a:moveTo>
                    <a:pt x="0" y="0"/>
                  </a:moveTo>
                  <a:lnTo>
                    <a:pt x="1434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7286" y="5018219"/>
              <a:ext cx="1434" cy="167161"/>
            </a:xfrm>
            <a:custGeom>
              <a:avLst/>
              <a:pathLst>
                <a:path w="1434" h="167161">
                  <a:moveTo>
                    <a:pt x="0" y="0"/>
                  </a:moveTo>
                  <a:lnTo>
                    <a:pt x="1434" y="16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7286" y="5018219"/>
              <a:ext cx="1434" cy="167161"/>
            </a:xfrm>
            <a:custGeom>
              <a:avLst/>
              <a:pathLst>
                <a:path w="1434" h="167161">
                  <a:moveTo>
                    <a:pt x="0" y="0"/>
                  </a:moveTo>
                  <a:lnTo>
                    <a:pt x="1434" y="16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321564" y="5018219"/>
              <a:ext cx="334312" cy="334328"/>
            </a:xfrm>
            <a:custGeom>
              <a:avLst/>
              <a:pathLst>
                <a:path w="334312" h="334328">
                  <a:moveTo>
                    <a:pt x="165721" y="0"/>
                  </a:moveTo>
                  <a:lnTo>
                    <a:pt x="160432" y="129"/>
                  </a:lnTo>
                  <a:lnTo>
                    <a:pt x="155151" y="425"/>
                  </a:lnTo>
                  <a:lnTo>
                    <a:pt x="149881" y="888"/>
                  </a:lnTo>
                  <a:lnTo>
                    <a:pt x="144629" y="1518"/>
                  </a:lnTo>
                  <a:lnTo>
                    <a:pt x="139399" y="2314"/>
                  </a:lnTo>
                  <a:lnTo>
                    <a:pt x="134197" y="3275"/>
                  </a:lnTo>
                  <a:lnTo>
                    <a:pt x="129028" y="4400"/>
                  </a:lnTo>
                  <a:lnTo>
                    <a:pt x="123897" y="5688"/>
                  </a:lnTo>
                  <a:lnTo>
                    <a:pt x="118809" y="7137"/>
                  </a:lnTo>
                  <a:lnTo>
                    <a:pt x="113770" y="8747"/>
                  </a:lnTo>
                  <a:lnTo>
                    <a:pt x="108784" y="10516"/>
                  </a:lnTo>
                  <a:lnTo>
                    <a:pt x="103857" y="12441"/>
                  </a:lnTo>
                  <a:lnTo>
                    <a:pt x="98993" y="14521"/>
                  </a:lnTo>
                  <a:lnTo>
                    <a:pt x="94198" y="16754"/>
                  </a:lnTo>
                  <a:lnTo>
                    <a:pt x="89475" y="19138"/>
                  </a:lnTo>
                  <a:lnTo>
                    <a:pt x="84830" y="21670"/>
                  </a:lnTo>
                  <a:lnTo>
                    <a:pt x="80268" y="24348"/>
                  </a:lnTo>
                  <a:lnTo>
                    <a:pt x="75793" y="27169"/>
                  </a:lnTo>
                  <a:lnTo>
                    <a:pt x="71409" y="30130"/>
                  </a:lnTo>
                  <a:lnTo>
                    <a:pt x="67121" y="33228"/>
                  </a:lnTo>
                  <a:lnTo>
                    <a:pt x="62933" y="36460"/>
                  </a:lnTo>
                  <a:lnTo>
                    <a:pt x="58850" y="39823"/>
                  </a:lnTo>
                  <a:lnTo>
                    <a:pt x="54875" y="43314"/>
                  </a:lnTo>
                  <a:lnTo>
                    <a:pt x="51013" y="46929"/>
                  </a:lnTo>
                  <a:lnTo>
                    <a:pt x="47267" y="50664"/>
                  </a:lnTo>
                  <a:lnTo>
                    <a:pt x="43641" y="54516"/>
                  </a:lnTo>
                  <a:lnTo>
                    <a:pt x="40138" y="58480"/>
                  </a:lnTo>
                  <a:lnTo>
                    <a:pt x="36763" y="62554"/>
                  </a:lnTo>
                  <a:lnTo>
                    <a:pt x="33518" y="66732"/>
                  </a:lnTo>
                  <a:lnTo>
                    <a:pt x="30408" y="71011"/>
                  </a:lnTo>
                  <a:lnTo>
                    <a:pt x="27434" y="75386"/>
                  </a:lnTo>
                  <a:lnTo>
                    <a:pt x="24600" y="79852"/>
                  </a:lnTo>
                  <a:lnTo>
                    <a:pt x="21909" y="84407"/>
                  </a:lnTo>
                  <a:lnTo>
                    <a:pt x="19363" y="89044"/>
                  </a:lnTo>
                  <a:lnTo>
                    <a:pt x="16965" y="93760"/>
                  </a:lnTo>
                  <a:lnTo>
                    <a:pt x="14718" y="98549"/>
                  </a:lnTo>
                  <a:lnTo>
                    <a:pt x="12623" y="103406"/>
                  </a:lnTo>
                  <a:lnTo>
                    <a:pt x="10683" y="108328"/>
                  </a:lnTo>
                  <a:lnTo>
                    <a:pt x="8900" y="113308"/>
                  </a:lnTo>
                  <a:lnTo>
                    <a:pt x="7275" y="118343"/>
                  </a:lnTo>
                  <a:lnTo>
                    <a:pt x="5811" y="123426"/>
                  </a:lnTo>
                  <a:lnTo>
                    <a:pt x="4508" y="128553"/>
                  </a:lnTo>
                  <a:lnTo>
                    <a:pt x="3368" y="133719"/>
                  </a:lnTo>
                  <a:lnTo>
                    <a:pt x="2391" y="138918"/>
                  </a:lnTo>
                  <a:lnTo>
                    <a:pt x="1580" y="144145"/>
                  </a:lnTo>
                  <a:lnTo>
                    <a:pt x="935" y="149396"/>
                  </a:lnTo>
                  <a:lnTo>
                    <a:pt x="456" y="154664"/>
                  </a:lnTo>
                  <a:lnTo>
                    <a:pt x="144" y="159945"/>
                  </a:lnTo>
                  <a:lnTo>
                    <a:pt x="0" y="165233"/>
                  </a:lnTo>
                  <a:lnTo>
                    <a:pt x="22" y="170523"/>
                  </a:lnTo>
                  <a:lnTo>
                    <a:pt x="212" y="175810"/>
                  </a:lnTo>
                  <a:lnTo>
                    <a:pt x="570" y="181088"/>
                  </a:lnTo>
                  <a:lnTo>
                    <a:pt x="1094" y="186352"/>
                  </a:lnTo>
                  <a:lnTo>
                    <a:pt x="1784" y="191597"/>
                  </a:lnTo>
                  <a:lnTo>
                    <a:pt x="2640" y="196817"/>
                  </a:lnTo>
                  <a:lnTo>
                    <a:pt x="3661" y="202008"/>
                  </a:lnTo>
                  <a:lnTo>
                    <a:pt x="4845" y="207163"/>
                  </a:lnTo>
                  <a:lnTo>
                    <a:pt x="6192" y="212279"/>
                  </a:lnTo>
                  <a:lnTo>
                    <a:pt x="7700" y="217350"/>
                  </a:lnTo>
                  <a:lnTo>
                    <a:pt x="9368" y="222370"/>
                  </a:lnTo>
                  <a:lnTo>
                    <a:pt x="11194" y="227335"/>
                  </a:lnTo>
                  <a:lnTo>
                    <a:pt x="13176" y="232239"/>
                  </a:lnTo>
                  <a:lnTo>
                    <a:pt x="15312" y="237079"/>
                  </a:lnTo>
                  <a:lnTo>
                    <a:pt x="17601" y="241848"/>
                  </a:lnTo>
                  <a:lnTo>
                    <a:pt x="20039" y="246543"/>
                  </a:lnTo>
                  <a:lnTo>
                    <a:pt x="22624" y="251158"/>
                  </a:lnTo>
                  <a:lnTo>
                    <a:pt x="25354" y="255689"/>
                  </a:lnTo>
                  <a:lnTo>
                    <a:pt x="28227" y="260132"/>
                  </a:lnTo>
                  <a:lnTo>
                    <a:pt x="31238" y="264481"/>
                  </a:lnTo>
                  <a:lnTo>
                    <a:pt x="34385" y="268733"/>
                  </a:lnTo>
                  <a:lnTo>
                    <a:pt x="37666" y="272883"/>
                  </a:lnTo>
                  <a:lnTo>
                    <a:pt x="41076" y="276928"/>
                  </a:lnTo>
                  <a:lnTo>
                    <a:pt x="44612" y="280862"/>
                  </a:lnTo>
                  <a:lnTo>
                    <a:pt x="48271" y="284683"/>
                  </a:lnTo>
                  <a:lnTo>
                    <a:pt x="52049" y="288385"/>
                  </a:lnTo>
                  <a:lnTo>
                    <a:pt x="55942" y="291967"/>
                  </a:lnTo>
                  <a:lnTo>
                    <a:pt x="59947" y="295423"/>
                  </a:lnTo>
                  <a:lnTo>
                    <a:pt x="64059" y="298751"/>
                  </a:lnTo>
                  <a:lnTo>
                    <a:pt x="68275" y="301947"/>
                  </a:lnTo>
                  <a:lnTo>
                    <a:pt x="72589" y="305009"/>
                  </a:lnTo>
                  <a:lnTo>
                    <a:pt x="76998" y="307932"/>
                  </a:lnTo>
                  <a:lnTo>
                    <a:pt x="81497" y="310714"/>
                  </a:lnTo>
                  <a:lnTo>
                    <a:pt x="86082" y="313353"/>
                  </a:lnTo>
                  <a:lnTo>
                    <a:pt x="90749" y="315845"/>
                  </a:lnTo>
                  <a:lnTo>
                    <a:pt x="95491" y="318188"/>
                  </a:lnTo>
                  <a:lnTo>
                    <a:pt x="100306" y="320380"/>
                  </a:lnTo>
                  <a:lnTo>
                    <a:pt x="105187" y="322418"/>
                  </a:lnTo>
                  <a:lnTo>
                    <a:pt x="110131" y="324301"/>
                  </a:lnTo>
                  <a:lnTo>
                    <a:pt x="115132" y="326027"/>
                  </a:lnTo>
                  <a:lnTo>
                    <a:pt x="120184" y="327593"/>
                  </a:lnTo>
                  <a:lnTo>
                    <a:pt x="125284" y="328999"/>
                  </a:lnTo>
                  <a:lnTo>
                    <a:pt x="130426" y="330243"/>
                  </a:lnTo>
                  <a:lnTo>
                    <a:pt x="135605" y="331324"/>
                  </a:lnTo>
                  <a:lnTo>
                    <a:pt x="140815" y="332240"/>
                  </a:lnTo>
                  <a:lnTo>
                    <a:pt x="146051" y="332991"/>
                  </a:lnTo>
                  <a:lnTo>
                    <a:pt x="151309" y="333575"/>
                  </a:lnTo>
                  <a:lnTo>
                    <a:pt x="156582" y="333993"/>
                  </a:lnTo>
                  <a:lnTo>
                    <a:pt x="161866" y="334245"/>
                  </a:lnTo>
                  <a:lnTo>
                    <a:pt x="167156" y="334328"/>
                  </a:lnTo>
                  <a:lnTo>
                    <a:pt x="172445" y="334245"/>
                  </a:lnTo>
                  <a:lnTo>
                    <a:pt x="177729" y="333993"/>
                  </a:lnTo>
                  <a:lnTo>
                    <a:pt x="183003" y="333575"/>
                  </a:lnTo>
                  <a:lnTo>
                    <a:pt x="188260" y="332991"/>
                  </a:lnTo>
                  <a:lnTo>
                    <a:pt x="193497" y="332240"/>
                  </a:lnTo>
                  <a:lnTo>
                    <a:pt x="198707" y="331324"/>
                  </a:lnTo>
                  <a:lnTo>
                    <a:pt x="203886" y="330243"/>
                  </a:lnTo>
                  <a:lnTo>
                    <a:pt x="209027" y="328999"/>
                  </a:lnTo>
                  <a:lnTo>
                    <a:pt x="214127" y="327593"/>
                  </a:lnTo>
                  <a:lnTo>
                    <a:pt x="219180" y="326027"/>
                  </a:lnTo>
                  <a:lnTo>
                    <a:pt x="224181" y="324301"/>
                  </a:lnTo>
                  <a:lnTo>
                    <a:pt x="229124" y="322418"/>
                  </a:lnTo>
                  <a:lnTo>
                    <a:pt x="234006" y="320380"/>
                  </a:lnTo>
                  <a:lnTo>
                    <a:pt x="238820" y="318188"/>
                  </a:lnTo>
                  <a:lnTo>
                    <a:pt x="243563" y="315845"/>
                  </a:lnTo>
                  <a:lnTo>
                    <a:pt x="248229" y="313353"/>
                  </a:lnTo>
                  <a:lnTo>
                    <a:pt x="252814" y="310714"/>
                  </a:lnTo>
                  <a:lnTo>
                    <a:pt x="257314" y="307932"/>
                  </a:lnTo>
                  <a:lnTo>
                    <a:pt x="261723" y="305009"/>
                  </a:lnTo>
                  <a:lnTo>
                    <a:pt x="266037" y="301947"/>
                  </a:lnTo>
                  <a:lnTo>
                    <a:pt x="270252" y="298751"/>
                  </a:lnTo>
                  <a:lnTo>
                    <a:pt x="274365" y="295423"/>
                  </a:lnTo>
                  <a:lnTo>
                    <a:pt x="278369" y="291967"/>
                  </a:lnTo>
                  <a:lnTo>
                    <a:pt x="282263" y="288385"/>
                  </a:lnTo>
                  <a:lnTo>
                    <a:pt x="286041" y="284683"/>
                  </a:lnTo>
                  <a:lnTo>
                    <a:pt x="289700" y="280862"/>
                  </a:lnTo>
                  <a:lnTo>
                    <a:pt x="293236" y="276928"/>
                  </a:lnTo>
                  <a:lnTo>
                    <a:pt x="296646" y="272883"/>
                  </a:lnTo>
                  <a:lnTo>
                    <a:pt x="299926" y="268733"/>
                  </a:lnTo>
                  <a:lnTo>
                    <a:pt x="303074" y="264481"/>
                  </a:lnTo>
                  <a:lnTo>
                    <a:pt x="306085" y="260132"/>
                  </a:lnTo>
                  <a:lnTo>
                    <a:pt x="308957" y="255689"/>
                  </a:lnTo>
                  <a:lnTo>
                    <a:pt x="311687" y="251158"/>
                  </a:lnTo>
                  <a:lnTo>
                    <a:pt x="314273" y="246543"/>
                  </a:lnTo>
                  <a:lnTo>
                    <a:pt x="316711" y="241848"/>
                  </a:lnTo>
                  <a:lnTo>
                    <a:pt x="318999" y="237079"/>
                  </a:lnTo>
                  <a:lnTo>
                    <a:pt x="321135" y="232239"/>
                  </a:lnTo>
                  <a:lnTo>
                    <a:pt x="323118" y="227335"/>
                  </a:lnTo>
                  <a:lnTo>
                    <a:pt x="324943" y="222370"/>
                  </a:lnTo>
                  <a:lnTo>
                    <a:pt x="326611" y="217350"/>
                  </a:lnTo>
                  <a:lnTo>
                    <a:pt x="328119" y="212279"/>
                  </a:lnTo>
                  <a:lnTo>
                    <a:pt x="329466" y="207163"/>
                  </a:lnTo>
                  <a:lnTo>
                    <a:pt x="330651" y="202008"/>
                  </a:lnTo>
                  <a:lnTo>
                    <a:pt x="331672" y="196817"/>
                  </a:lnTo>
                  <a:lnTo>
                    <a:pt x="332528" y="191597"/>
                  </a:lnTo>
                  <a:lnTo>
                    <a:pt x="333218" y="186352"/>
                  </a:lnTo>
                  <a:lnTo>
                    <a:pt x="333742" y="181088"/>
                  </a:lnTo>
                  <a:lnTo>
                    <a:pt x="334099" y="175810"/>
                  </a:lnTo>
                  <a:lnTo>
                    <a:pt x="334289" y="170523"/>
                  </a:lnTo>
                  <a:lnTo>
                    <a:pt x="334312" y="165233"/>
                  </a:lnTo>
                  <a:lnTo>
                    <a:pt x="334167" y="159945"/>
                  </a:lnTo>
                  <a:lnTo>
                    <a:pt x="333856" y="154664"/>
                  </a:lnTo>
                  <a:lnTo>
                    <a:pt x="333377" y="149396"/>
                  </a:lnTo>
                  <a:lnTo>
                    <a:pt x="332731" y="144145"/>
                  </a:lnTo>
                  <a:lnTo>
                    <a:pt x="331920" y="138918"/>
                  </a:lnTo>
                  <a:lnTo>
                    <a:pt x="330944" y="133719"/>
                  </a:lnTo>
                  <a:lnTo>
                    <a:pt x="329804" y="128553"/>
                  </a:lnTo>
                  <a:lnTo>
                    <a:pt x="328501" y="123426"/>
                  </a:lnTo>
                  <a:lnTo>
                    <a:pt x="327036" y="118343"/>
                  </a:lnTo>
                  <a:lnTo>
                    <a:pt x="325411" y="113308"/>
                  </a:lnTo>
                  <a:lnTo>
                    <a:pt x="323628" y="108328"/>
                  </a:lnTo>
                  <a:lnTo>
                    <a:pt x="321688" y="103406"/>
                  </a:lnTo>
                  <a:lnTo>
                    <a:pt x="319594" y="98549"/>
                  </a:lnTo>
                  <a:lnTo>
                    <a:pt x="317346" y="93760"/>
                  </a:lnTo>
                  <a:lnTo>
                    <a:pt x="314949" y="89044"/>
                  </a:lnTo>
                  <a:lnTo>
                    <a:pt x="312403" y="84407"/>
                  </a:lnTo>
                  <a:lnTo>
                    <a:pt x="309712" y="79852"/>
                  </a:lnTo>
                  <a:lnTo>
                    <a:pt x="306878" y="75386"/>
                  </a:lnTo>
                  <a:lnTo>
                    <a:pt x="303904" y="71011"/>
                  </a:lnTo>
                  <a:lnTo>
                    <a:pt x="300793" y="66732"/>
                  </a:lnTo>
                  <a:lnTo>
                    <a:pt x="297549" y="62554"/>
                  </a:lnTo>
                  <a:lnTo>
                    <a:pt x="294173" y="58480"/>
                  </a:lnTo>
                  <a:lnTo>
                    <a:pt x="290671" y="54516"/>
                  </a:lnTo>
                  <a:lnTo>
                    <a:pt x="287045" y="50664"/>
                  </a:lnTo>
                  <a:lnTo>
                    <a:pt x="283299" y="46929"/>
                  </a:lnTo>
                  <a:lnTo>
                    <a:pt x="279436" y="43314"/>
                  </a:lnTo>
                  <a:lnTo>
                    <a:pt x="275462" y="39823"/>
                  </a:lnTo>
                  <a:lnTo>
                    <a:pt x="271378" y="36460"/>
                  </a:lnTo>
                  <a:lnTo>
                    <a:pt x="267190" y="33228"/>
                  </a:lnTo>
                  <a:lnTo>
                    <a:pt x="262903" y="30130"/>
                  </a:lnTo>
                  <a:lnTo>
                    <a:pt x="258519" y="27169"/>
                  </a:lnTo>
                  <a:lnTo>
                    <a:pt x="254043" y="24348"/>
                  </a:lnTo>
                  <a:lnTo>
                    <a:pt x="249481" y="21670"/>
                  </a:lnTo>
                  <a:lnTo>
                    <a:pt x="244836" y="19138"/>
                  </a:lnTo>
                  <a:lnTo>
                    <a:pt x="240114" y="16754"/>
                  </a:lnTo>
                  <a:lnTo>
                    <a:pt x="235318" y="14521"/>
                  </a:lnTo>
                  <a:lnTo>
                    <a:pt x="230455" y="12441"/>
                  </a:lnTo>
                  <a:lnTo>
                    <a:pt x="225527" y="10516"/>
                  </a:lnTo>
                  <a:lnTo>
                    <a:pt x="220542" y="8747"/>
                  </a:lnTo>
                  <a:lnTo>
                    <a:pt x="215503" y="7137"/>
                  </a:lnTo>
                  <a:lnTo>
                    <a:pt x="210415" y="5688"/>
                  </a:lnTo>
                  <a:lnTo>
                    <a:pt x="205284" y="4400"/>
                  </a:lnTo>
                  <a:lnTo>
                    <a:pt x="200115" y="3275"/>
                  </a:lnTo>
                  <a:lnTo>
                    <a:pt x="194913" y="2314"/>
                  </a:lnTo>
                  <a:lnTo>
                    <a:pt x="189683" y="1518"/>
                  </a:lnTo>
                  <a:lnTo>
                    <a:pt x="184431" y="888"/>
                  </a:lnTo>
                  <a:lnTo>
                    <a:pt x="179161" y="425"/>
                  </a:lnTo>
                  <a:lnTo>
                    <a:pt x="173879" y="129"/>
                  </a:lnTo>
                  <a:lnTo>
                    <a:pt x="168591" y="0"/>
                  </a:lnTo>
                  <a:lnTo>
                    <a:pt x="167156" y="16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1434" cy="167167"/>
            </a:xfrm>
            <a:custGeom>
              <a:avLst/>
              <a:pathLst>
                <a:path w="1434" h="167167">
                  <a:moveTo>
                    <a:pt x="1434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335" y="5269756"/>
              <a:ext cx="167165" cy="167884"/>
            </a:xfrm>
            <a:custGeom>
              <a:avLst/>
              <a:pathLst>
                <a:path w="167165" h="167884">
                  <a:moveTo>
                    <a:pt x="167165" y="0"/>
                  </a:moveTo>
                  <a:lnTo>
                    <a:pt x="161793" y="86"/>
                  </a:lnTo>
                  <a:lnTo>
                    <a:pt x="156426" y="345"/>
                  </a:lnTo>
                  <a:lnTo>
                    <a:pt x="151070" y="776"/>
                  </a:lnTo>
                  <a:lnTo>
                    <a:pt x="145730" y="1379"/>
                  </a:lnTo>
                  <a:lnTo>
                    <a:pt x="140413" y="2154"/>
                  </a:lnTo>
                  <a:lnTo>
                    <a:pt x="135124" y="3099"/>
                  </a:lnTo>
                  <a:lnTo>
                    <a:pt x="129867" y="4214"/>
                  </a:lnTo>
                  <a:lnTo>
                    <a:pt x="124649" y="5496"/>
                  </a:lnTo>
                  <a:lnTo>
                    <a:pt x="119475" y="6946"/>
                  </a:lnTo>
                  <a:lnTo>
                    <a:pt x="114351" y="8562"/>
                  </a:lnTo>
                  <a:lnTo>
                    <a:pt x="109280" y="10341"/>
                  </a:lnTo>
                  <a:lnTo>
                    <a:pt x="104270" y="12283"/>
                  </a:lnTo>
                  <a:lnTo>
                    <a:pt x="99325" y="14384"/>
                  </a:lnTo>
                  <a:lnTo>
                    <a:pt x="94450" y="16643"/>
                  </a:lnTo>
                  <a:lnTo>
                    <a:pt x="89649" y="19058"/>
                  </a:lnTo>
                  <a:lnTo>
                    <a:pt x="84929" y="21626"/>
                  </a:lnTo>
                  <a:lnTo>
                    <a:pt x="80294" y="24344"/>
                  </a:lnTo>
                  <a:lnTo>
                    <a:pt x="75749" y="27210"/>
                  </a:lnTo>
                  <a:lnTo>
                    <a:pt x="71298" y="30220"/>
                  </a:lnTo>
                  <a:lnTo>
                    <a:pt x="66946" y="33372"/>
                  </a:lnTo>
                  <a:lnTo>
                    <a:pt x="62698" y="36662"/>
                  </a:lnTo>
                  <a:lnTo>
                    <a:pt x="58558" y="40087"/>
                  </a:lnTo>
                  <a:lnTo>
                    <a:pt x="54530" y="43643"/>
                  </a:lnTo>
                  <a:lnTo>
                    <a:pt x="50618" y="47327"/>
                  </a:lnTo>
                  <a:lnTo>
                    <a:pt x="46826" y="51135"/>
                  </a:lnTo>
                  <a:lnTo>
                    <a:pt x="43159" y="55062"/>
                  </a:lnTo>
                  <a:lnTo>
                    <a:pt x="39621" y="59106"/>
                  </a:lnTo>
                  <a:lnTo>
                    <a:pt x="36213" y="63261"/>
                  </a:lnTo>
                  <a:lnTo>
                    <a:pt x="32942" y="67523"/>
                  </a:lnTo>
                  <a:lnTo>
                    <a:pt x="29808" y="71888"/>
                  </a:lnTo>
                  <a:lnTo>
                    <a:pt x="26817" y="76352"/>
                  </a:lnTo>
                  <a:lnTo>
                    <a:pt x="23971" y="80910"/>
                  </a:lnTo>
                  <a:lnTo>
                    <a:pt x="21273" y="85556"/>
                  </a:lnTo>
                  <a:lnTo>
                    <a:pt x="18725" y="90287"/>
                  </a:lnTo>
                  <a:lnTo>
                    <a:pt x="16331" y="95098"/>
                  </a:lnTo>
                  <a:lnTo>
                    <a:pt x="14093" y="99983"/>
                  </a:lnTo>
                  <a:lnTo>
                    <a:pt x="12013" y="104937"/>
                  </a:lnTo>
                  <a:lnTo>
                    <a:pt x="10093" y="109956"/>
                  </a:lnTo>
                  <a:lnTo>
                    <a:pt x="8335" y="115033"/>
                  </a:lnTo>
                  <a:lnTo>
                    <a:pt x="6742" y="120165"/>
                  </a:lnTo>
                  <a:lnTo>
                    <a:pt x="5314" y="125345"/>
                  </a:lnTo>
                  <a:lnTo>
                    <a:pt x="4053" y="130568"/>
                  </a:lnTo>
                  <a:lnTo>
                    <a:pt x="2961" y="135830"/>
                  </a:lnTo>
                  <a:lnTo>
                    <a:pt x="2039" y="141123"/>
                  </a:lnTo>
                  <a:lnTo>
                    <a:pt x="1287" y="146444"/>
                  </a:lnTo>
                  <a:lnTo>
                    <a:pt x="707" y="151786"/>
                  </a:lnTo>
                  <a:lnTo>
                    <a:pt x="299" y="157143"/>
                  </a:lnTo>
                  <a:lnTo>
                    <a:pt x="63" y="162511"/>
                  </a:lnTo>
                  <a:lnTo>
                    <a:pt x="0" y="167884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797335" y="5269756"/>
              <a:ext cx="334321" cy="334329"/>
            </a:xfrm>
            <a:custGeom>
              <a:avLst/>
              <a:pathLst>
                <a:path w="334321" h="334329">
                  <a:moveTo>
                    <a:pt x="0" y="167884"/>
                  </a:moveTo>
                  <a:lnTo>
                    <a:pt x="107" y="173201"/>
                  </a:lnTo>
                  <a:lnTo>
                    <a:pt x="383" y="178511"/>
                  </a:lnTo>
                  <a:lnTo>
                    <a:pt x="829" y="183810"/>
                  </a:lnTo>
                  <a:lnTo>
                    <a:pt x="1442" y="189092"/>
                  </a:lnTo>
                  <a:lnTo>
                    <a:pt x="2223" y="194352"/>
                  </a:lnTo>
                  <a:lnTo>
                    <a:pt x="3171" y="199585"/>
                  </a:lnTo>
                  <a:lnTo>
                    <a:pt x="4285" y="204784"/>
                  </a:lnTo>
                  <a:lnTo>
                    <a:pt x="5564" y="209946"/>
                  </a:lnTo>
                  <a:lnTo>
                    <a:pt x="7007" y="215064"/>
                  </a:lnTo>
                  <a:lnTo>
                    <a:pt x="8611" y="220134"/>
                  </a:lnTo>
                  <a:lnTo>
                    <a:pt x="10376" y="225150"/>
                  </a:lnTo>
                  <a:lnTo>
                    <a:pt x="12300" y="230108"/>
                  </a:lnTo>
                  <a:lnTo>
                    <a:pt x="14380" y="235001"/>
                  </a:lnTo>
                  <a:lnTo>
                    <a:pt x="16615" y="239827"/>
                  </a:lnTo>
                  <a:lnTo>
                    <a:pt x="19002" y="244578"/>
                  </a:lnTo>
                  <a:lnTo>
                    <a:pt x="21539" y="249252"/>
                  </a:lnTo>
                  <a:lnTo>
                    <a:pt x="24223" y="253842"/>
                  </a:lnTo>
                  <a:lnTo>
                    <a:pt x="27053" y="258345"/>
                  </a:lnTo>
                  <a:lnTo>
                    <a:pt x="30023" y="262755"/>
                  </a:lnTo>
                  <a:lnTo>
                    <a:pt x="33133" y="267068"/>
                  </a:lnTo>
                  <a:lnTo>
                    <a:pt x="36378" y="271281"/>
                  </a:lnTo>
                  <a:lnTo>
                    <a:pt x="39756" y="275388"/>
                  </a:lnTo>
                  <a:lnTo>
                    <a:pt x="43263" y="279386"/>
                  </a:lnTo>
                  <a:lnTo>
                    <a:pt x="46895" y="283270"/>
                  </a:lnTo>
                  <a:lnTo>
                    <a:pt x="50648" y="287036"/>
                  </a:lnTo>
                  <a:lnTo>
                    <a:pt x="54520" y="290682"/>
                  </a:lnTo>
                  <a:lnTo>
                    <a:pt x="58505" y="294202"/>
                  </a:lnTo>
                  <a:lnTo>
                    <a:pt x="62601" y="297594"/>
                  </a:lnTo>
                  <a:lnTo>
                    <a:pt x="66802" y="300854"/>
                  </a:lnTo>
                  <a:lnTo>
                    <a:pt x="71105" y="303978"/>
                  </a:lnTo>
                  <a:lnTo>
                    <a:pt x="75505" y="306964"/>
                  </a:lnTo>
                  <a:lnTo>
                    <a:pt x="79998" y="309809"/>
                  </a:lnTo>
                  <a:lnTo>
                    <a:pt x="84579" y="312509"/>
                  </a:lnTo>
                  <a:lnTo>
                    <a:pt x="89243" y="315062"/>
                  </a:lnTo>
                  <a:lnTo>
                    <a:pt x="93987" y="317466"/>
                  </a:lnTo>
                  <a:lnTo>
                    <a:pt x="98804" y="319718"/>
                  </a:lnTo>
                  <a:lnTo>
                    <a:pt x="103691" y="321815"/>
                  </a:lnTo>
                  <a:lnTo>
                    <a:pt x="108642" y="323755"/>
                  </a:lnTo>
                  <a:lnTo>
                    <a:pt x="113652" y="325537"/>
                  </a:lnTo>
                  <a:lnTo>
                    <a:pt x="118716" y="327159"/>
                  </a:lnTo>
                  <a:lnTo>
                    <a:pt x="123829" y="328619"/>
                  </a:lnTo>
                  <a:lnTo>
                    <a:pt x="128986" y="329916"/>
                  </a:lnTo>
                  <a:lnTo>
                    <a:pt x="134182" y="331048"/>
                  </a:lnTo>
                  <a:lnTo>
                    <a:pt x="139411" y="332014"/>
                  </a:lnTo>
                  <a:lnTo>
                    <a:pt x="144668" y="332814"/>
                  </a:lnTo>
                  <a:lnTo>
                    <a:pt x="149948" y="333445"/>
                  </a:lnTo>
                  <a:lnTo>
                    <a:pt x="155246" y="333909"/>
                  </a:lnTo>
                  <a:lnTo>
                    <a:pt x="160555" y="334204"/>
                  </a:lnTo>
                  <a:lnTo>
                    <a:pt x="165871" y="334329"/>
                  </a:lnTo>
                  <a:lnTo>
                    <a:pt x="171189" y="334286"/>
                  </a:lnTo>
                  <a:lnTo>
                    <a:pt x="176502" y="334073"/>
                  </a:lnTo>
                  <a:lnTo>
                    <a:pt x="181806" y="333692"/>
                  </a:lnTo>
                  <a:lnTo>
                    <a:pt x="187095" y="333142"/>
                  </a:lnTo>
                  <a:lnTo>
                    <a:pt x="192364" y="332424"/>
                  </a:lnTo>
                  <a:lnTo>
                    <a:pt x="197607" y="331539"/>
                  </a:lnTo>
                  <a:lnTo>
                    <a:pt x="202820" y="330488"/>
                  </a:lnTo>
                  <a:lnTo>
                    <a:pt x="207997" y="329271"/>
                  </a:lnTo>
                  <a:lnTo>
                    <a:pt x="213132" y="327890"/>
                  </a:lnTo>
                  <a:lnTo>
                    <a:pt x="218221" y="326347"/>
                  </a:lnTo>
                  <a:lnTo>
                    <a:pt x="223258" y="324643"/>
                  </a:lnTo>
                  <a:lnTo>
                    <a:pt x="228238" y="322779"/>
                  </a:lnTo>
                  <a:lnTo>
                    <a:pt x="233156" y="320758"/>
                  </a:lnTo>
                  <a:lnTo>
                    <a:pt x="238008" y="318581"/>
                  </a:lnTo>
                  <a:lnTo>
                    <a:pt x="242788" y="316251"/>
                  </a:lnTo>
                  <a:lnTo>
                    <a:pt x="247492" y="313771"/>
                  </a:lnTo>
                  <a:lnTo>
                    <a:pt x="252114" y="311142"/>
                  </a:lnTo>
                  <a:lnTo>
                    <a:pt x="256650" y="308367"/>
                  </a:lnTo>
                  <a:lnTo>
                    <a:pt x="261096" y="305449"/>
                  </a:lnTo>
                  <a:lnTo>
                    <a:pt x="265447" y="302392"/>
                  </a:lnTo>
                  <a:lnTo>
                    <a:pt x="269698" y="299197"/>
                  </a:lnTo>
                  <a:lnTo>
                    <a:pt x="273845" y="295869"/>
                  </a:lnTo>
                  <a:lnTo>
                    <a:pt x="277885" y="292411"/>
                  </a:lnTo>
                  <a:lnTo>
                    <a:pt x="281813" y="288826"/>
                  </a:lnTo>
                  <a:lnTo>
                    <a:pt x="285624" y="285118"/>
                  </a:lnTo>
                  <a:lnTo>
                    <a:pt x="289316" y="281291"/>
                  </a:lnTo>
                  <a:lnTo>
                    <a:pt x="292884" y="277348"/>
                  </a:lnTo>
                  <a:lnTo>
                    <a:pt x="296325" y="273294"/>
                  </a:lnTo>
                  <a:lnTo>
                    <a:pt x="299635" y="269132"/>
                  </a:lnTo>
                  <a:lnTo>
                    <a:pt x="302811" y="264867"/>
                  </a:lnTo>
                  <a:lnTo>
                    <a:pt x="305850" y="260503"/>
                  </a:lnTo>
                  <a:lnTo>
                    <a:pt x="308748" y="256045"/>
                  </a:lnTo>
                  <a:lnTo>
                    <a:pt x="311503" y="251497"/>
                  </a:lnTo>
                  <a:lnTo>
                    <a:pt x="314112" y="246863"/>
                  </a:lnTo>
                  <a:lnTo>
                    <a:pt x="316573" y="242149"/>
                  </a:lnTo>
                  <a:lnTo>
                    <a:pt x="318882" y="237359"/>
                  </a:lnTo>
                  <a:lnTo>
                    <a:pt x="321038" y="232498"/>
                  </a:lnTo>
                  <a:lnTo>
                    <a:pt x="323038" y="227571"/>
                  </a:lnTo>
                  <a:lnTo>
                    <a:pt x="324880" y="222583"/>
                  </a:lnTo>
                  <a:lnTo>
                    <a:pt x="326563" y="217538"/>
                  </a:lnTo>
                  <a:lnTo>
                    <a:pt x="328085" y="212443"/>
                  </a:lnTo>
                  <a:lnTo>
                    <a:pt x="329443" y="207302"/>
                  </a:lnTo>
                  <a:lnTo>
                    <a:pt x="330638" y="202120"/>
                  </a:lnTo>
                  <a:lnTo>
                    <a:pt x="331667" y="196903"/>
                  </a:lnTo>
                  <a:lnTo>
                    <a:pt x="332529" y="191656"/>
                  </a:lnTo>
                  <a:lnTo>
                    <a:pt x="333225" y="186384"/>
                  </a:lnTo>
                  <a:lnTo>
                    <a:pt x="333752" y="181093"/>
                  </a:lnTo>
                  <a:lnTo>
                    <a:pt x="334110" y="175787"/>
                  </a:lnTo>
                  <a:lnTo>
                    <a:pt x="334300" y="170473"/>
                  </a:lnTo>
                  <a:lnTo>
                    <a:pt x="334321" y="165155"/>
                  </a:lnTo>
                  <a:lnTo>
                    <a:pt x="334172" y="159840"/>
                  </a:lnTo>
                  <a:lnTo>
                    <a:pt x="333855" y="154532"/>
                  </a:lnTo>
                  <a:lnTo>
                    <a:pt x="333368" y="149236"/>
                  </a:lnTo>
                  <a:lnTo>
                    <a:pt x="332714" y="143959"/>
                  </a:lnTo>
                  <a:lnTo>
                    <a:pt x="331892" y="138705"/>
                  </a:lnTo>
                  <a:lnTo>
                    <a:pt x="330904" y="133480"/>
                  </a:lnTo>
                  <a:lnTo>
                    <a:pt x="329749" y="128290"/>
                  </a:lnTo>
                  <a:lnTo>
                    <a:pt x="328430" y="123138"/>
                  </a:lnTo>
                  <a:lnTo>
                    <a:pt x="326948" y="118031"/>
                  </a:lnTo>
                  <a:lnTo>
                    <a:pt x="325305" y="112974"/>
                  </a:lnTo>
                  <a:lnTo>
                    <a:pt x="323501" y="107972"/>
                  </a:lnTo>
                  <a:lnTo>
                    <a:pt x="321539" y="103029"/>
                  </a:lnTo>
                  <a:lnTo>
                    <a:pt x="319421" y="98151"/>
                  </a:lnTo>
                  <a:lnTo>
                    <a:pt x="317149" y="93344"/>
                  </a:lnTo>
                  <a:lnTo>
                    <a:pt x="314725" y="88611"/>
                  </a:lnTo>
                  <a:lnTo>
                    <a:pt x="312152" y="83957"/>
                  </a:lnTo>
                  <a:lnTo>
                    <a:pt x="309432" y="79388"/>
                  </a:lnTo>
                  <a:lnTo>
                    <a:pt x="306568" y="74907"/>
                  </a:lnTo>
                  <a:lnTo>
                    <a:pt x="303563" y="70520"/>
                  </a:lnTo>
                  <a:lnTo>
                    <a:pt x="300420" y="66231"/>
                  </a:lnTo>
                  <a:lnTo>
                    <a:pt x="297142" y="62043"/>
                  </a:lnTo>
                  <a:lnTo>
                    <a:pt x="293733" y="57963"/>
                  </a:lnTo>
                  <a:lnTo>
                    <a:pt x="290196" y="53992"/>
                  </a:lnTo>
                  <a:lnTo>
                    <a:pt x="286534" y="50136"/>
                  </a:lnTo>
                  <a:lnTo>
                    <a:pt x="282751" y="46399"/>
                  </a:lnTo>
                  <a:lnTo>
                    <a:pt x="278851" y="42784"/>
                  </a:lnTo>
                  <a:lnTo>
                    <a:pt x="274839" y="39294"/>
                  </a:lnTo>
                  <a:lnTo>
                    <a:pt x="270717" y="35934"/>
                  </a:lnTo>
                  <a:lnTo>
                    <a:pt x="266491" y="32707"/>
                  </a:lnTo>
                  <a:lnTo>
                    <a:pt x="262164" y="29616"/>
                  </a:lnTo>
                  <a:lnTo>
                    <a:pt x="257741" y="26664"/>
                  </a:lnTo>
                  <a:lnTo>
                    <a:pt x="253226" y="23854"/>
                  </a:lnTo>
                  <a:lnTo>
                    <a:pt x="248624" y="21190"/>
                  </a:lnTo>
                  <a:lnTo>
                    <a:pt x="243940" y="18673"/>
                  </a:lnTo>
                  <a:lnTo>
                    <a:pt x="239178" y="16306"/>
                  </a:lnTo>
                  <a:lnTo>
                    <a:pt x="234344" y="14092"/>
                  </a:lnTo>
                  <a:lnTo>
                    <a:pt x="229441" y="12032"/>
                  </a:lnTo>
                  <a:lnTo>
                    <a:pt x="224475" y="10130"/>
                  </a:lnTo>
                  <a:lnTo>
                    <a:pt x="219451" y="8387"/>
                  </a:lnTo>
                  <a:lnTo>
                    <a:pt x="214375" y="6804"/>
                  </a:lnTo>
                  <a:lnTo>
                    <a:pt x="209250" y="5384"/>
                  </a:lnTo>
                  <a:lnTo>
                    <a:pt x="204083" y="4127"/>
                  </a:lnTo>
                  <a:lnTo>
                    <a:pt x="198879" y="3035"/>
                  </a:lnTo>
                  <a:lnTo>
                    <a:pt x="193643" y="2110"/>
                  </a:lnTo>
                  <a:lnTo>
                    <a:pt x="188379" y="1351"/>
                  </a:lnTo>
                  <a:lnTo>
                    <a:pt x="183095" y="760"/>
                  </a:lnTo>
                  <a:lnTo>
                    <a:pt x="177794" y="338"/>
                  </a:lnTo>
                  <a:lnTo>
                    <a:pt x="172482" y="84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57658" y="5399291"/>
              <a:ext cx="28557" cy="167167"/>
            </a:xfrm>
            <a:custGeom>
              <a:avLst/>
              <a:pathLst>
                <a:path w="28557" h="167167">
                  <a:moveTo>
                    <a:pt x="28557" y="0"/>
                  </a:moveTo>
                  <a:lnTo>
                    <a:pt x="21384" y="153"/>
                  </a:lnTo>
                  <a:lnTo>
                    <a:pt x="14225" y="615"/>
                  </a:lnTo>
                  <a:lnTo>
                    <a:pt x="7093" y="1383"/>
                  </a:lnTo>
                  <a:lnTo>
                    <a:pt x="0" y="2457"/>
                  </a:lnTo>
                  <a:lnTo>
                    <a:pt x="2855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57658" y="5401749"/>
              <a:ext cx="28557" cy="164710"/>
            </a:xfrm>
            <a:custGeom>
              <a:avLst/>
              <a:pathLst>
                <a:path w="28557" h="164710">
                  <a:moveTo>
                    <a:pt x="0" y="0"/>
                  </a:moveTo>
                  <a:lnTo>
                    <a:pt x="28557" y="1647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57658" y="5401749"/>
              <a:ext cx="28557" cy="164710"/>
            </a:xfrm>
            <a:custGeom>
              <a:avLst/>
              <a:pathLst>
                <a:path w="28557" h="164710">
                  <a:moveTo>
                    <a:pt x="0" y="0"/>
                  </a:moveTo>
                  <a:lnTo>
                    <a:pt x="28557" y="1647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57658" y="5401749"/>
              <a:ext cx="28557" cy="164710"/>
            </a:xfrm>
            <a:custGeom>
              <a:avLst/>
              <a:pathLst>
                <a:path w="28557" h="164710">
                  <a:moveTo>
                    <a:pt x="0" y="0"/>
                  </a:moveTo>
                  <a:lnTo>
                    <a:pt x="28557" y="1647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7658" y="5401749"/>
              <a:ext cx="28557" cy="164710"/>
            </a:xfrm>
            <a:custGeom>
              <a:avLst/>
              <a:pathLst>
                <a:path w="28557" h="164710">
                  <a:moveTo>
                    <a:pt x="0" y="0"/>
                  </a:moveTo>
                  <a:lnTo>
                    <a:pt x="28557" y="1647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7658" y="5401749"/>
              <a:ext cx="28557" cy="164710"/>
            </a:xfrm>
            <a:custGeom>
              <a:avLst/>
              <a:pathLst>
                <a:path w="28557" h="164710">
                  <a:moveTo>
                    <a:pt x="0" y="0"/>
                  </a:moveTo>
                  <a:lnTo>
                    <a:pt x="28557" y="1647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57658" y="5401749"/>
              <a:ext cx="28557" cy="164710"/>
            </a:xfrm>
            <a:custGeom>
              <a:avLst/>
              <a:pathLst>
                <a:path w="28557" h="164710">
                  <a:moveTo>
                    <a:pt x="0" y="0"/>
                  </a:moveTo>
                  <a:lnTo>
                    <a:pt x="28557" y="1647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319050" y="5401749"/>
              <a:ext cx="334328" cy="331869"/>
            </a:xfrm>
            <a:custGeom>
              <a:avLst/>
              <a:pathLst>
                <a:path w="334328" h="331869">
                  <a:moveTo>
                    <a:pt x="138608" y="0"/>
                  </a:moveTo>
                  <a:lnTo>
                    <a:pt x="133402" y="987"/>
                  </a:lnTo>
                  <a:lnTo>
                    <a:pt x="128230" y="2140"/>
                  </a:lnTo>
                  <a:lnTo>
                    <a:pt x="123098" y="3455"/>
                  </a:lnTo>
                  <a:lnTo>
                    <a:pt x="118009" y="4933"/>
                  </a:lnTo>
                  <a:lnTo>
                    <a:pt x="112970" y="6571"/>
                  </a:lnTo>
                  <a:lnTo>
                    <a:pt x="107985" y="8368"/>
                  </a:lnTo>
                  <a:lnTo>
                    <a:pt x="103060" y="10322"/>
                  </a:lnTo>
                  <a:lnTo>
                    <a:pt x="98199" y="12432"/>
                  </a:lnTo>
                  <a:lnTo>
                    <a:pt x="93407" y="14694"/>
                  </a:lnTo>
                  <a:lnTo>
                    <a:pt x="88690" y="17107"/>
                  </a:lnTo>
                  <a:lnTo>
                    <a:pt x="84051" y="19668"/>
                  </a:lnTo>
                  <a:lnTo>
                    <a:pt x="79496" y="22375"/>
                  </a:lnTo>
                  <a:lnTo>
                    <a:pt x="75029" y="25225"/>
                  </a:lnTo>
                  <a:lnTo>
                    <a:pt x="70655" y="28215"/>
                  </a:lnTo>
                  <a:lnTo>
                    <a:pt x="66377" y="31343"/>
                  </a:lnTo>
                  <a:lnTo>
                    <a:pt x="62201" y="34604"/>
                  </a:lnTo>
                  <a:lnTo>
                    <a:pt x="58130" y="37996"/>
                  </a:lnTo>
                  <a:lnTo>
                    <a:pt x="54169" y="41515"/>
                  </a:lnTo>
                  <a:lnTo>
                    <a:pt x="50322" y="45158"/>
                  </a:lnTo>
                  <a:lnTo>
                    <a:pt x="46591" y="48922"/>
                  </a:lnTo>
                  <a:lnTo>
                    <a:pt x="42982" y="52801"/>
                  </a:lnTo>
                  <a:lnTo>
                    <a:pt x="39498" y="56793"/>
                  </a:lnTo>
                  <a:lnTo>
                    <a:pt x="36142" y="60894"/>
                  </a:lnTo>
                  <a:lnTo>
                    <a:pt x="32917" y="65098"/>
                  </a:lnTo>
                  <a:lnTo>
                    <a:pt x="29828" y="69403"/>
                  </a:lnTo>
                  <a:lnTo>
                    <a:pt x="26876" y="73804"/>
                  </a:lnTo>
                  <a:lnTo>
                    <a:pt x="24065" y="78296"/>
                  </a:lnTo>
                  <a:lnTo>
                    <a:pt x="21399" y="82874"/>
                  </a:lnTo>
                  <a:lnTo>
                    <a:pt x="18878" y="87535"/>
                  </a:lnTo>
                  <a:lnTo>
                    <a:pt x="16507" y="92274"/>
                  </a:lnTo>
                  <a:lnTo>
                    <a:pt x="14287" y="97085"/>
                  </a:lnTo>
                  <a:lnTo>
                    <a:pt x="12220" y="101964"/>
                  </a:lnTo>
                  <a:lnTo>
                    <a:pt x="10310" y="106907"/>
                  </a:lnTo>
                  <a:lnTo>
                    <a:pt x="8556" y="111907"/>
                  </a:lnTo>
                  <a:lnTo>
                    <a:pt x="6963" y="116960"/>
                  </a:lnTo>
                  <a:lnTo>
                    <a:pt x="5530" y="122062"/>
                  </a:lnTo>
                  <a:lnTo>
                    <a:pt x="4259" y="127206"/>
                  </a:lnTo>
                  <a:lnTo>
                    <a:pt x="3152" y="132388"/>
                  </a:lnTo>
                  <a:lnTo>
                    <a:pt x="2210" y="137602"/>
                  </a:lnTo>
                  <a:lnTo>
                    <a:pt x="1434" y="142844"/>
                  </a:lnTo>
                  <a:lnTo>
                    <a:pt x="824" y="148107"/>
                  </a:lnTo>
                  <a:lnTo>
                    <a:pt x="382" y="153387"/>
                  </a:lnTo>
                  <a:lnTo>
                    <a:pt x="107" y="158679"/>
                  </a:lnTo>
                  <a:lnTo>
                    <a:pt x="0" y="163977"/>
                  </a:lnTo>
                  <a:lnTo>
                    <a:pt x="60" y="169275"/>
                  </a:lnTo>
                  <a:lnTo>
                    <a:pt x="289" y="174569"/>
                  </a:lnTo>
                  <a:lnTo>
                    <a:pt x="685" y="179853"/>
                  </a:lnTo>
                  <a:lnTo>
                    <a:pt x="1249" y="185121"/>
                  </a:lnTo>
                  <a:lnTo>
                    <a:pt x="1979" y="190370"/>
                  </a:lnTo>
                  <a:lnTo>
                    <a:pt x="2875" y="195592"/>
                  </a:lnTo>
                  <a:lnTo>
                    <a:pt x="3937" y="200783"/>
                  </a:lnTo>
                  <a:lnTo>
                    <a:pt x="5162" y="205939"/>
                  </a:lnTo>
                  <a:lnTo>
                    <a:pt x="6550" y="211052"/>
                  </a:lnTo>
                  <a:lnTo>
                    <a:pt x="8099" y="216119"/>
                  </a:lnTo>
                  <a:lnTo>
                    <a:pt x="9809" y="221135"/>
                  </a:lnTo>
                  <a:lnTo>
                    <a:pt x="11676" y="226094"/>
                  </a:lnTo>
                  <a:lnTo>
                    <a:pt x="13700" y="230991"/>
                  </a:lnTo>
                  <a:lnTo>
                    <a:pt x="15877" y="235821"/>
                  </a:lnTo>
                  <a:lnTo>
                    <a:pt x="18207" y="240581"/>
                  </a:lnTo>
                  <a:lnTo>
                    <a:pt x="20687" y="245263"/>
                  </a:lnTo>
                  <a:lnTo>
                    <a:pt x="23313" y="249865"/>
                  </a:lnTo>
                  <a:lnTo>
                    <a:pt x="26084" y="254382"/>
                  </a:lnTo>
                  <a:lnTo>
                    <a:pt x="28997" y="258808"/>
                  </a:lnTo>
                  <a:lnTo>
                    <a:pt x="32049" y="263140"/>
                  </a:lnTo>
                  <a:lnTo>
                    <a:pt x="35236" y="267373"/>
                  </a:lnTo>
                  <a:lnTo>
                    <a:pt x="38556" y="271502"/>
                  </a:lnTo>
                  <a:lnTo>
                    <a:pt x="42005" y="275525"/>
                  </a:lnTo>
                  <a:lnTo>
                    <a:pt x="45580" y="279436"/>
                  </a:lnTo>
                  <a:lnTo>
                    <a:pt x="49278" y="283232"/>
                  </a:lnTo>
                  <a:lnTo>
                    <a:pt x="53093" y="286908"/>
                  </a:lnTo>
                  <a:lnTo>
                    <a:pt x="57023" y="290462"/>
                  </a:lnTo>
                  <a:lnTo>
                    <a:pt x="61064" y="293890"/>
                  </a:lnTo>
                  <a:lnTo>
                    <a:pt x="65212" y="297188"/>
                  </a:lnTo>
                  <a:lnTo>
                    <a:pt x="69462" y="300352"/>
                  </a:lnTo>
                  <a:lnTo>
                    <a:pt x="73810" y="303381"/>
                  </a:lnTo>
                  <a:lnTo>
                    <a:pt x="78251" y="306270"/>
                  </a:lnTo>
                  <a:lnTo>
                    <a:pt x="82783" y="309017"/>
                  </a:lnTo>
                  <a:lnTo>
                    <a:pt x="87399" y="311619"/>
                  </a:lnTo>
                  <a:lnTo>
                    <a:pt x="92095" y="314073"/>
                  </a:lnTo>
                  <a:lnTo>
                    <a:pt x="96866" y="316377"/>
                  </a:lnTo>
                  <a:lnTo>
                    <a:pt x="101708" y="318529"/>
                  </a:lnTo>
                  <a:lnTo>
                    <a:pt x="106616" y="320526"/>
                  </a:lnTo>
                  <a:lnTo>
                    <a:pt x="111585" y="322367"/>
                  </a:lnTo>
                  <a:lnTo>
                    <a:pt x="116610" y="324049"/>
                  </a:lnTo>
                  <a:lnTo>
                    <a:pt x="121685" y="325571"/>
                  </a:lnTo>
                  <a:lnTo>
                    <a:pt x="126806" y="326932"/>
                  </a:lnTo>
                  <a:lnTo>
                    <a:pt x="131968" y="328130"/>
                  </a:lnTo>
                  <a:lnTo>
                    <a:pt x="137165" y="329163"/>
                  </a:lnTo>
                  <a:lnTo>
                    <a:pt x="142392" y="330031"/>
                  </a:lnTo>
                  <a:lnTo>
                    <a:pt x="147644" y="330733"/>
                  </a:lnTo>
                  <a:lnTo>
                    <a:pt x="152916" y="331269"/>
                  </a:lnTo>
                  <a:lnTo>
                    <a:pt x="158202" y="331637"/>
                  </a:lnTo>
                  <a:lnTo>
                    <a:pt x="163497" y="331837"/>
                  </a:lnTo>
                  <a:lnTo>
                    <a:pt x="168795" y="331869"/>
                  </a:lnTo>
                  <a:lnTo>
                    <a:pt x="174092" y="331734"/>
                  </a:lnTo>
                  <a:lnTo>
                    <a:pt x="179382" y="331430"/>
                  </a:lnTo>
                  <a:lnTo>
                    <a:pt x="184660" y="330959"/>
                  </a:lnTo>
                  <a:lnTo>
                    <a:pt x="189920" y="330321"/>
                  </a:lnTo>
                  <a:lnTo>
                    <a:pt x="195158" y="329517"/>
                  </a:lnTo>
                  <a:lnTo>
                    <a:pt x="200367" y="328547"/>
                  </a:lnTo>
                  <a:lnTo>
                    <a:pt x="205543" y="327412"/>
                  </a:lnTo>
                  <a:lnTo>
                    <a:pt x="210680" y="326114"/>
                  </a:lnTo>
                  <a:lnTo>
                    <a:pt x="215774" y="324654"/>
                  </a:lnTo>
                  <a:lnTo>
                    <a:pt x="220818" y="323033"/>
                  </a:lnTo>
                  <a:lnTo>
                    <a:pt x="225809" y="321253"/>
                  </a:lnTo>
                  <a:lnTo>
                    <a:pt x="230741" y="319316"/>
                  </a:lnTo>
                  <a:lnTo>
                    <a:pt x="235609" y="317223"/>
                  </a:lnTo>
                  <a:lnTo>
                    <a:pt x="240408" y="314977"/>
                  </a:lnTo>
                  <a:lnTo>
                    <a:pt x="245134" y="312581"/>
                  </a:lnTo>
                  <a:lnTo>
                    <a:pt x="249781" y="310035"/>
                  </a:lnTo>
                  <a:lnTo>
                    <a:pt x="254346" y="307344"/>
                  </a:lnTo>
                  <a:lnTo>
                    <a:pt x="258823" y="304509"/>
                  </a:lnTo>
                  <a:lnTo>
                    <a:pt x="263207" y="301534"/>
                  </a:lnTo>
                  <a:lnTo>
                    <a:pt x="267495" y="298421"/>
                  </a:lnTo>
                  <a:lnTo>
                    <a:pt x="271683" y="295174"/>
                  </a:lnTo>
                  <a:lnTo>
                    <a:pt x="275765" y="291796"/>
                  </a:lnTo>
                  <a:lnTo>
                    <a:pt x="279738" y="288291"/>
                  </a:lnTo>
                  <a:lnTo>
                    <a:pt x="283598" y="284661"/>
                  </a:lnTo>
                  <a:lnTo>
                    <a:pt x="287342" y="280910"/>
                  </a:lnTo>
                  <a:lnTo>
                    <a:pt x="290964" y="277043"/>
                  </a:lnTo>
                  <a:lnTo>
                    <a:pt x="294462" y="273063"/>
                  </a:lnTo>
                  <a:lnTo>
                    <a:pt x="297832" y="268974"/>
                  </a:lnTo>
                  <a:lnTo>
                    <a:pt x="301071" y="264781"/>
                  </a:lnTo>
                  <a:lnTo>
                    <a:pt x="304175" y="260486"/>
                  </a:lnTo>
                  <a:lnTo>
                    <a:pt x="307142" y="256096"/>
                  </a:lnTo>
                  <a:lnTo>
                    <a:pt x="309968" y="251614"/>
                  </a:lnTo>
                  <a:lnTo>
                    <a:pt x="312651" y="247044"/>
                  </a:lnTo>
                  <a:lnTo>
                    <a:pt x="315187" y="242392"/>
                  </a:lnTo>
                  <a:lnTo>
                    <a:pt x="317575" y="237662"/>
                  </a:lnTo>
                  <a:lnTo>
                    <a:pt x="319811" y="232858"/>
                  </a:lnTo>
                  <a:lnTo>
                    <a:pt x="321894" y="227986"/>
                  </a:lnTo>
                  <a:lnTo>
                    <a:pt x="323822" y="223050"/>
                  </a:lnTo>
                  <a:lnTo>
                    <a:pt x="325592" y="218056"/>
                  </a:lnTo>
                  <a:lnTo>
                    <a:pt x="327203" y="213008"/>
                  </a:lnTo>
                  <a:lnTo>
                    <a:pt x="328654" y="207912"/>
                  </a:lnTo>
                  <a:lnTo>
                    <a:pt x="329942" y="202772"/>
                  </a:lnTo>
                  <a:lnTo>
                    <a:pt x="331066" y="197594"/>
                  </a:lnTo>
                  <a:lnTo>
                    <a:pt x="332026" y="192383"/>
                  </a:lnTo>
                  <a:lnTo>
                    <a:pt x="332821" y="187144"/>
                  </a:lnTo>
                  <a:lnTo>
                    <a:pt x="333448" y="181882"/>
                  </a:lnTo>
                  <a:lnTo>
                    <a:pt x="333909" y="176604"/>
                  </a:lnTo>
                  <a:lnTo>
                    <a:pt x="334202" y="171313"/>
                  </a:lnTo>
                  <a:lnTo>
                    <a:pt x="334328" y="166016"/>
                  </a:lnTo>
                  <a:lnTo>
                    <a:pt x="334285" y="160717"/>
                  </a:lnTo>
                  <a:lnTo>
                    <a:pt x="334075" y="155423"/>
                  </a:lnTo>
                  <a:lnTo>
                    <a:pt x="333696" y="150137"/>
                  </a:lnTo>
                  <a:lnTo>
                    <a:pt x="333151" y="144867"/>
                  </a:lnTo>
                  <a:lnTo>
                    <a:pt x="332439" y="139616"/>
                  </a:lnTo>
                  <a:lnTo>
                    <a:pt x="331560" y="134391"/>
                  </a:lnTo>
                  <a:lnTo>
                    <a:pt x="330517" y="129196"/>
                  </a:lnTo>
                  <a:lnTo>
                    <a:pt x="329309" y="124036"/>
                  </a:lnTo>
                  <a:lnTo>
                    <a:pt x="327939" y="118918"/>
                  </a:lnTo>
                  <a:lnTo>
                    <a:pt x="326407" y="113846"/>
                  </a:lnTo>
                  <a:lnTo>
                    <a:pt x="324715" y="108824"/>
                  </a:lnTo>
                  <a:lnTo>
                    <a:pt x="322864" y="103859"/>
                  </a:lnTo>
                  <a:lnTo>
                    <a:pt x="320857" y="98955"/>
                  </a:lnTo>
                  <a:lnTo>
                    <a:pt x="318696" y="94117"/>
                  </a:lnTo>
                  <a:lnTo>
                    <a:pt x="316383" y="89350"/>
                  </a:lnTo>
                  <a:lnTo>
                    <a:pt x="313919" y="84659"/>
                  </a:lnTo>
                  <a:lnTo>
                    <a:pt x="311309" y="80048"/>
                  </a:lnTo>
                  <a:lnTo>
                    <a:pt x="308553" y="75522"/>
                  </a:lnTo>
                  <a:lnTo>
                    <a:pt x="305655" y="71086"/>
                  </a:lnTo>
                  <a:lnTo>
                    <a:pt x="302619" y="66743"/>
                  </a:lnTo>
                  <a:lnTo>
                    <a:pt x="299446" y="62500"/>
                  </a:lnTo>
                  <a:lnTo>
                    <a:pt x="296140" y="58359"/>
                  </a:lnTo>
                  <a:lnTo>
                    <a:pt x="292704" y="54324"/>
                  </a:lnTo>
                  <a:lnTo>
                    <a:pt x="289143" y="50401"/>
                  </a:lnTo>
                  <a:lnTo>
                    <a:pt x="285459" y="46593"/>
                  </a:lnTo>
                  <a:lnTo>
                    <a:pt x="281656" y="42903"/>
                  </a:lnTo>
                  <a:lnTo>
                    <a:pt x="277738" y="39336"/>
                  </a:lnTo>
                  <a:lnTo>
                    <a:pt x="273709" y="35894"/>
                  </a:lnTo>
                  <a:lnTo>
                    <a:pt x="269573" y="32582"/>
                  </a:lnTo>
                  <a:lnTo>
                    <a:pt x="265334" y="29403"/>
                  </a:lnTo>
                  <a:lnTo>
                    <a:pt x="260996" y="26360"/>
                  </a:lnTo>
                  <a:lnTo>
                    <a:pt x="256564" y="23455"/>
                  </a:lnTo>
                  <a:lnTo>
                    <a:pt x="252042" y="20693"/>
                  </a:lnTo>
                  <a:lnTo>
                    <a:pt x="247435" y="18075"/>
                  </a:lnTo>
                  <a:lnTo>
                    <a:pt x="242748" y="15605"/>
                  </a:lnTo>
                  <a:lnTo>
                    <a:pt x="237984" y="13284"/>
                  </a:lnTo>
                  <a:lnTo>
                    <a:pt x="233149" y="11116"/>
                  </a:lnTo>
                  <a:lnTo>
                    <a:pt x="228248" y="9102"/>
                  </a:lnTo>
                  <a:lnTo>
                    <a:pt x="223286" y="7244"/>
                  </a:lnTo>
                  <a:lnTo>
                    <a:pt x="218267" y="5544"/>
                  </a:lnTo>
                  <a:lnTo>
                    <a:pt x="213197" y="4005"/>
                  </a:lnTo>
                  <a:lnTo>
                    <a:pt x="167165" y="1647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86215" y="5399291"/>
              <a:ext cx="46031" cy="167167"/>
            </a:xfrm>
            <a:custGeom>
              <a:avLst/>
              <a:pathLst>
                <a:path w="46031" h="167167">
                  <a:moveTo>
                    <a:pt x="46031" y="6462"/>
                  </a:moveTo>
                  <a:lnTo>
                    <a:pt x="39592" y="4756"/>
                  </a:lnTo>
                  <a:lnTo>
                    <a:pt x="33090" y="3307"/>
                  </a:lnTo>
                  <a:lnTo>
                    <a:pt x="26535" y="2119"/>
                  </a:lnTo>
                  <a:lnTo>
                    <a:pt x="19938" y="1193"/>
                  </a:lnTo>
                  <a:lnTo>
                    <a:pt x="13309" y="530"/>
                  </a:lnTo>
                  <a:lnTo>
                    <a:pt x="6660" y="1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856393" y="5399291"/>
              <a:ext cx="167150" cy="330346"/>
            </a:xfrm>
            <a:custGeom>
              <a:avLst/>
              <a:pathLst>
                <a:path w="167150" h="330346">
                  <a:moveTo>
                    <a:pt x="167150" y="0"/>
                  </a:moveTo>
                  <a:lnTo>
                    <a:pt x="161840" y="84"/>
                  </a:lnTo>
                  <a:lnTo>
                    <a:pt x="156536" y="337"/>
                  </a:lnTo>
                  <a:lnTo>
                    <a:pt x="151242" y="758"/>
                  </a:lnTo>
                  <a:lnTo>
                    <a:pt x="145965" y="1347"/>
                  </a:lnTo>
                  <a:lnTo>
                    <a:pt x="140708" y="2104"/>
                  </a:lnTo>
                  <a:lnTo>
                    <a:pt x="135479" y="3027"/>
                  </a:lnTo>
                  <a:lnTo>
                    <a:pt x="130281" y="4116"/>
                  </a:lnTo>
                  <a:lnTo>
                    <a:pt x="125121" y="5369"/>
                  </a:lnTo>
                  <a:lnTo>
                    <a:pt x="120003" y="6786"/>
                  </a:lnTo>
                  <a:lnTo>
                    <a:pt x="114932" y="8364"/>
                  </a:lnTo>
                  <a:lnTo>
                    <a:pt x="109915" y="10103"/>
                  </a:lnTo>
                  <a:lnTo>
                    <a:pt x="104955" y="12000"/>
                  </a:lnTo>
                  <a:lnTo>
                    <a:pt x="100057" y="14054"/>
                  </a:lnTo>
                  <a:lnTo>
                    <a:pt x="95228" y="16263"/>
                  </a:lnTo>
                  <a:lnTo>
                    <a:pt x="90471" y="18623"/>
                  </a:lnTo>
                  <a:lnTo>
                    <a:pt x="85791" y="21134"/>
                  </a:lnTo>
                  <a:lnTo>
                    <a:pt x="81194" y="23792"/>
                  </a:lnTo>
                  <a:lnTo>
                    <a:pt x="76683" y="26594"/>
                  </a:lnTo>
                  <a:lnTo>
                    <a:pt x="72264" y="29539"/>
                  </a:lnTo>
                  <a:lnTo>
                    <a:pt x="67940" y="32622"/>
                  </a:lnTo>
                  <a:lnTo>
                    <a:pt x="63717" y="35841"/>
                  </a:lnTo>
                  <a:lnTo>
                    <a:pt x="59598" y="39193"/>
                  </a:lnTo>
                  <a:lnTo>
                    <a:pt x="55587" y="42674"/>
                  </a:lnTo>
                  <a:lnTo>
                    <a:pt x="51689" y="46280"/>
                  </a:lnTo>
                  <a:lnTo>
                    <a:pt x="47907" y="50008"/>
                  </a:lnTo>
                  <a:lnTo>
                    <a:pt x="44246" y="53855"/>
                  </a:lnTo>
                  <a:lnTo>
                    <a:pt x="40709" y="57816"/>
                  </a:lnTo>
                  <a:lnTo>
                    <a:pt x="37300" y="61888"/>
                  </a:lnTo>
                  <a:lnTo>
                    <a:pt x="34021" y="66065"/>
                  </a:lnTo>
                  <a:lnTo>
                    <a:pt x="30877" y="70345"/>
                  </a:lnTo>
                  <a:lnTo>
                    <a:pt x="27870" y="74722"/>
                  </a:lnTo>
                  <a:lnTo>
                    <a:pt x="25004" y="79193"/>
                  </a:lnTo>
                  <a:lnTo>
                    <a:pt x="22282" y="83752"/>
                  </a:lnTo>
                  <a:lnTo>
                    <a:pt x="19705" y="88396"/>
                  </a:lnTo>
                  <a:lnTo>
                    <a:pt x="17278" y="93119"/>
                  </a:lnTo>
                  <a:lnTo>
                    <a:pt x="15001" y="97917"/>
                  </a:lnTo>
                  <a:lnTo>
                    <a:pt x="12878" y="102784"/>
                  </a:lnTo>
                  <a:lnTo>
                    <a:pt x="10911" y="107717"/>
                  </a:lnTo>
                  <a:lnTo>
                    <a:pt x="9102" y="112710"/>
                  </a:lnTo>
                  <a:lnTo>
                    <a:pt x="7452" y="117757"/>
                  </a:lnTo>
                  <a:lnTo>
                    <a:pt x="5963" y="122855"/>
                  </a:lnTo>
                  <a:lnTo>
                    <a:pt x="4637" y="127997"/>
                  </a:lnTo>
                  <a:lnTo>
                    <a:pt x="3475" y="133179"/>
                  </a:lnTo>
                  <a:lnTo>
                    <a:pt x="2478" y="138395"/>
                  </a:lnTo>
                  <a:lnTo>
                    <a:pt x="1647" y="143640"/>
                  </a:lnTo>
                  <a:lnTo>
                    <a:pt x="983" y="148909"/>
                  </a:lnTo>
                  <a:lnTo>
                    <a:pt x="487" y="154196"/>
                  </a:lnTo>
                  <a:lnTo>
                    <a:pt x="159" y="159496"/>
                  </a:lnTo>
                  <a:lnTo>
                    <a:pt x="0" y="164804"/>
                  </a:lnTo>
                  <a:lnTo>
                    <a:pt x="9" y="170115"/>
                  </a:lnTo>
                  <a:lnTo>
                    <a:pt x="187" y="175422"/>
                  </a:lnTo>
                  <a:lnTo>
                    <a:pt x="533" y="180721"/>
                  </a:lnTo>
                  <a:lnTo>
                    <a:pt x="1048" y="186007"/>
                  </a:lnTo>
                  <a:lnTo>
                    <a:pt x="1730" y="191273"/>
                  </a:lnTo>
                  <a:lnTo>
                    <a:pt x="2579" y="196515"/>
                  </a:lnTo>
                  <a:lnTo>
                    <a:pt x="3594" y="201728"/>
                  </a:lnTo>
                  <a:lnTo>
                    <a:pt x="4775" y="206905"/>
                  </a:lnTo>
                  <a:lnTo>
                    <a:pt x="6119" y="212043"/>
                  </a:lnTo>
                  <a:lnTo>
                    <a:pt x="7626" y="217135"/>
                  </a:lnTo>
                  <a:lnTo>
                    <a:pt x="9293" y="222177"/>
                  </a:lnTo>
                  <a:lnTo>
                    <a:pt x="11120" y="227163"/>
                  </a:lnTo>
                  <a:lnTo>
                    <a:pt x="13105" y="232089"/>
                  </a:lnTo>
                  <a:lnTo>
                    <a:pt x="15244" y="236949"/>
                  </a:lnTo>
                  <a:lnTo>
                    <a:pt x="17538" y="241739"/>
                  </a:lnTo>
                  <a:lnTo>
                    <a:pt x="19982" y="246454"/>
                  </a:lnTo>
                  <a:lnTo>
                    <a:pt x="22574" y="251088"/>
                  </a:lnTo>
                  <a:lnTo>
                    <a:pt x="25313" y="255638"/>
                  </a:lnTo>
                  <a:lnTo>
                    <a:pt x="28195" y="260099"/>
                  </a:lnTo>
                  <a:lnTo>
                    <a:pt x="31217" y="264465"/>
                  </a:lnTo>
                  <a:lnTo>
                    <a:pt x="34376" y="268734"/>
                  </a:lnTo>
                  <a:lnTo>
                    <a:pt x="37669" y="272900"/>
                  </a:lnTo>
                  <a:lnTo>
                    <a:pt x="41092" y="276959"/>
                  </a:lnTo>
                  <a:lnTo>
                    <a:pt x="44643" y="280908"/>
                  </a:lnTo>
                  <a:lnTo>
                    <a:pt x="48318" y="284742"/>
                  </a:lnTo>
                  <a:lnTo>
                    <a:pt x="52113" y="288457"/>
                  </a:lnTo>
                  <a:lnTo>
                    <a:pt x="56023" y="292050"/>
                  </a:lnTo>
                  <a:lnTo>
                    <a:pt x="60046" y="295517"/>
                  </a:lnTo>
                  <a:lnTo>
                    <a:pt x="64177" y="298854"/>
                  </a:lnTo>
                  <a:lnTo>
                    <a:pt x="68412" y="302058"/>
                  </a:lnTo>
                  <a:lnTo>
                    <a:pt x="72746" y="305126"/>
                  </a:lnTo>
                  <a:lnTo>
                    <a:pt x="77176" y="308055"/>
                  </a:lnTo>
                  <a:lnTo>
                    <a:pt x="81696" y="310842"/>
                  </a:lnTo>
                  <a:lnTo>
                    <a:pt x="86303" y="313484"/>
                  </a:lnTo>
                  <a:lnTo>
                    <a:pt x="90991" y="315978"/>
                  </a:lnTo>
                  <a:lnTo>
                    <a:pt x="95756" y="318322"/>
                  </a:lnTo>
                  <a:lnTo>
                    <a:pt x="100593" y="320513"/>
                  </a:lnTo>
                  <a:lnTo>
                    <a:pt x="105498" y="322550"/>
                  </a:lnTo>
                  <a:lnTo>
                    <a:pt x="110464" y="324430"/>
                  </a:lnTo>
                  <a:lnTo>
                    <a:pt x="115488" y="326151"/>
                  </a:lnTo>
                  <a:lnTo>
                    <a:pt x="120564" y="327712"/>
                  </a:lnTo>
                  <a:lnTo>
                    <a:pt x="125687" y="329111"/>
                  </a:lnTo>
                  <a:lnTo>
                    <a:pt x="130852" y="330346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87245" y="5566459"/>
              <a:ext cx="36298" cy="163178"/>
            </a:xfrm>
            <a:custGeom>
              <a:avLst/>
              <a:pathLst>
                <a:path w="36298" h="163178">
                  <a:moveTo>
                    <a:pt x="0" y="163178"/>
                  </a:moveTo>
                  <a:lnTo>
                    <a:pt x="362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87245" y="5566459"/>
              <a:ext cx="36298" cy="163178"/>
            </a:xfrm>
            <a:custGeom>
              <a:avLst/>
              <a:pathLst>
                <a:path w="36298" h="163178">
                  <a:moveTo>
                    <a:pt x="0" y="163178"/>
                  </a:moveTo>
                  <a:lnTo>
                    <a:pt x="362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87245" y="5566459"/>
              <a:ext cx="36298" cy="163178"/>
            </a:xfrm>
            <a:custGeom>
              <a:avLst/>
              <a:pathLst>
                <a:path w="36298" h="163178">
                  <a:moveTo>
                    <a:pt x="0" y="163178"/>
                  </a:moveTo>
                  <a:lnTo>
                    <a:pt x="362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87245" y="5566459"/>
              <a:ext cx="36298" cy="163178"/>
            </a:xfrm>
            <a:custGeom>
              <a:avLst/>
              <a:pathLst>
                <a:path w="36298" h="163178">
                  <a:moveTo>
                    <a:pt x="0" y="163178"/>
                  </a:moveTo>
                  <a:lnTo>
                    <a:pt x="3629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87245" y="5566459"/>
              <a:ext cx="36298" cy="163178"/>
            </a:xfrm>
            <a:custGeom>
              <a:avLst/>
              <a:pathLst>
                <a:path w="36298" h="163178">
                  <a:moveTo>
                    <a:pt x="0" y="163178"/>
                  </a:moveTo>
                  <a:lnTo>
                    <a:pt x="3629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987245" y="5566459"/>
              <a:ext cx="84395" cy="167149"/>
            </a:xfrm>
            <a:custGeom>
              <a:avLst/>
              <a:pathLst>
                <a:path w="84395" h="167149">
                  <a:moveTo>
                    <a:pt x="0" y="163178"/>
                  </a:moveTo>
                  <a:lnTo>
                    <a:pt x="5575" y="164320"/>
                  </a:lnTo>
                  <a:lnTo>
                    <a:pt x="11187" y="165270"/>
                  </a:lnTo>
                  <a:lnTo>
                    <a:pt x="16828" y="166029"/>
                  </a:lnTo>
                  <a:lnTo>
                    <a:pt x="22491" y="166596"/>
                  </a:lnTo>
                  <a:lnTo>
                    <a:pt x="28170" y="166969"/>
                  </a:lnTo>
                  <a:lnTo>
                    <a:pt x="33859" y="167149"/>
                  </a:lnTo>
                  <a:lnTo>
                    <a:pt x="39550" y="167135"/>
                  </a:lnTo>
                  <a:lnTo>
                    <a:pt x="45238" y="166928"/>
                  </a:lnTo>
                  <a:lnTo>
                    <a:pt x="50915" y="166527"/>
                  </a:lnTo>
                  <a:lnTo>
                    <a:pt x="56576" y="165933"/>
                  </a:lnTo>
                  <a:lnTo>
                    <a:pt x="62212" y="165146"/>
                  </a:lnTo>
                  <a:lnTo>
                    <a:pt x="67819" y="164168"/>
                  </a:lnTo>
                  <a:lnTo>
                    <a:pt x="73390" y="163000"/>
                  </a:lnTo>
                  <a:lnTo>
                    <a:pt x="78917" y="161643"/>
                  </a:lnTo>
                  <a:lnTo>
                    <a:pt x="84395" y="160098"/>
                  </a:lnTo>
                  <a:lnTo>
                    <a:pt x="3629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023544" y="5399291"/>
              <a:ext cx="167167" cy="327266"/>
            </a:xfrm>
            <a:custGeom>
              <a:avLst/>
              <a:pathLst>
                <a:path w="167167" h="327266">
                  <a:moveTo>
                    <a:pt x="48096" y="327266"/>
                  </a:moveTo>
                  <a:lnTo>
                    <a:pt x="53197" y="325644"/>
                  </a:lnTo>
                  <a:lnTo>
                    <a:pt x="58243" y="323860"/>
                  </a:lnTo>
                  <a:lnTo>
                    <a:pt x="63230" y="321915"/>
                  </a:lnTo>
                  <a:lnTo>
                    <a:pt x="68152" y="319811"/>
                  </a:lnTo>
                  <a:lnTo>
                    <a:pt x="73004" y="317551"/>
                  </a:lnTo>
                  <a:lnTo>
                    <a:pt x="77781" y="315137"/>
                  </a:lnTo>
                  <a:lnTo>
                    <a:pt x="82478" y="312571"/>
                  </a:lnTo>
                  <a:lnTo>
                    <a:pt x="87090" y="309856"/>
                  </a:lnTo>
                  <a:lnTo>
                    <a:pt x="91614" y="306995"/>
                  </a:lnTo>
                  <a:lnTo>
                    <a:pt x="96043" y="303990"/>
                  </a:lnTo>
                  <a:lnTo>
                    <a:pt x="100374" y="300845"/>
                  </a:lnTo>
                  <a:lnTo>
                    <a:pt x="104603" y="297563"/>
                  </a:lnTo>
                  <a:lnTo>
                    <a:pt x="108724" y="294147"/>
                  </a:lnTo>
                  <a:lnTo>
                    <a:pt x="112733" y="290602"/>
                  </a:lnTo>
                  <a:lnTo>
                    <a:pt x="116627" y="286929"/>
                  </a:lnTo>
                  <a:lnTo>
                    <a:pt x="120401" y="283134"/>
                  </a:lnTo>
                  <a:lnTo>
                    <a:pt x="124052" y="279220"/>
                  </a:lnTo>
                  <a:lnTo>
                    <a:pt x="127576" y="275191"/>
                  </a:lnTo>
                  <a:lnTo>
                    <a:pt x="130969" y="271052"/>
                  </a:lnTo>
                  <a:lnTo>
                    <a:pt x="134227" y="266806"/>
                  </a:lnTo>
                  <a:lnTo>
                    <a:pt x="137348" y="262457"/>
                  </a:lnTo>
                  <a:lnTo>
                    <a:pt x="140329" y="258011"/>
                  </a:lnTo>
                  <a:lnTo>
                    <a:pt x="143165" y="253472"/>
                  </a:lnTo>
                  <a:lnTo>
                    <a:pt x="145855" y="248845"/>
                  </a:lnTo>
                  <a:lnTo>
                    <a:pt x="148395" y="244133"/>
                  </a:lnTo>
                  <a:lnTo>
                    <a:pt x="150783" y="239343"/>
                  </a:lnTo>
                  <a:lnTo>
                    <a:pt x="153016" y="234479"/>
                  </a:lnTo>
                  <a:lnTo>
                    <a:pt x="155093" y="229546"/>
                  </a:lnTo>
                  <a:lnTo>
                    <a:pt x="157010" y="224549"/>
                  </a:lnTo>
                  <a:lnTo>
                    <a:pt x="158767" y="219493"/>
                  </a:lnTo>
                  <a:lnTo>
                    <a:pt x="160360" y="214383"/>
                  </a:lnTo>
                  <a:lnTo>
                    <a:pt x="161790" y="209225"/>
                  </a:lnTo>
                  <a:lnTo>
                    <a:pt x="163053" y="204024"/>
                  </a:lnTo>
                  <a:lnTo>
                    <a:pt x="164150" y="198785"/>
                  </a:lnTo>
                  <a:lnTo>
                    <a:pt x="165078" y="193514"/>
                  </a:lnTo>
                  <a:lnTo>
                    <a:pt x="165837" y="188215"/>
                  </a:lnTo>
                  <a:lnTo>
                    <a:pt x="166425" y="182895"/>
                  </a:lnTo>
                  <a:lnTo>
                    <a:pt x="166844" y="177559"/>
                  </a:lnTo>
                  <a:lnTo>
                    <a:pt x="167091" y="172212"/>
                  </a:lnTo>
                  <a:lnTo>
                    <a:pt x="167167" y="166861"/>
                  </a:lnTo>
                  <a:lnTo>
                    <a:pt x="167071" y="161509"/>
                  </a:lnTo>
                  <a:lnTo>
                    <a:pt x="166804" y="156163"/>
                  </a:lnTo>
                  <a:lnTo>
                    <a:pt x="166367" y="150829"/>
                  </a:lnTo>
                  <a:lnTo>
                    <a:pt x="165758" y="145511"/>
                  </a:lnTo>
                  <a:lnTo>
                    <a:pt x="164980" y="140216"/>
                  </a:lnTo>
                  <a:lnTo>
                    <a:pt x="164033" y="134948"/>
                  </a:lnTo>
                  <a:lnTo>
                    <a:pt x="162917" y="129713"/>
                  </a:lnTo>
                  <a:lnTo>
                    <a:pt x="161635" y="124516"/>
                  </a:lnTo>
                  <a:lnTo>
                    <a:pt x="160186" y="119364"/>
                  </a:lnTo>
                  <a:lnTo>
                    <a:pt x="158574" y="114260"/>
                  </a:lnTo>
                  <a:lnTo>
                    <a:pt x="156799" y="109210"/>
                  </a:lnTo>
                  <a:lnTo>
                    <a:pt x="154863" y="104220"/>
                  </a:lnTo>
                  <a:lnTo>
                    <a:pt x="152768" y="99295"/>
                  </a:lnTo>
                  <a:lnTo>
                    <a:pt x="150517" y="94439"/>
                  </a:lnTo>
                  <a:lnTo>
                    <a:pt x="148112" y="89657"/>
                  </a:lnTo>
                  <a:lnTo>
                    <a:pt x="145554" y="84955"/>
                  </a:lnTo>
                  <a:lnTo>
                    <a:pt x="142848" y="80338"/>
                  </a:lnTo>
                  <a:lnTo>
                    <a:pt x="139995" y="75809"/>
                  </a:lnTo>
                  <a:lnTo>
                    <a:pt x="136998" y="71374"/>
                  </a:lnTo>
                  <a:lnTo>
                    <a:pt x="133861" y="67037"/>
                  </a:lnTo>
                  <a:lnTo>
                    <a:pt x="130587" y="62803"/>
                  </a:lnTo>
                  <a:lnTo>
                    <a:pt x="127179" y="58676"/>
                  </a:lnTo>
                  <a:lnTo>
                    <a:pt x="123641" y="54660"/>
                  </a:lnTo>
                  <a:lnTo>
                    <a:pt x="119975" y="50759"/>
                  </a:lnTo>
                  <a:lnTo>
                    <a:pt x="116187" y="46978"/>
                  </a:lnTo>
                  <a:lnTo>
                    <a:pt x="112280" y="43320"/>
                  </a:lnTo>
                  <a:lnTo>
                    <a:pt x="108257" y="39789"/>
                  </a:lnTo>
                  <a:lnTo>
                    <a:pt x="104124" y="36388"/>
                  </a:lnTo>
                  <a:lnTo>
                    <a:pt x="99884" y="33122"/>
                  </a:lnTo>
                  <a:lnTo>
                    <a:pt x="95541" y="29993"/>
                  </a:lnTo>
                  <a:lnTo>
                    <a:pt x="91101" y="27005"/>
                  </a:lnTo>
                  <a:lnTo>
                    <a:pt x="86567" y="24160"/>
                  </a:lnTo>
                  <a:lnTo>
                    <a:pt x="81944" y="21462"/>
                  </a:lnTo>
                  <a:lnTo>
                    <a:pt x="77238" y="18913"/>
                  </a:lnTo>
                  <a:lnTo>
                    <a:pt x="72452" y="16516"/>
                  </a:lnTo>
                  <a:lnTo>
                    <a:pt x="67592" y="14274"/>
                  </a:lnTo>
                  <a:lnTo>
                    <a:pt x="62662" y="12189"/>
                  </a:lnTo>
                  <a:lnTo>
                    <a:pt x="57669" y="10262"/>
                  </a:lnTo>
                  <a:lnTo>
                    <a:pt x="52616" y="8496"/>
                  </a:lnTo>
                  <a:lnTo>
                    <a:pt x="47509" y="6893"/>
                  </a:lnTo>
                  <a:lnTo>
                    <a:pt x="42354" y="5454"/>
                  </a:lnTo>
                  <a:lnTo>
                    <a:pt x="37155" y="4181"/>
                  </a:lnTo>
                  <a:lnTo>
                    <a:pt x="31918" y="3075"/>
                  </a:lnTo>
                  <a:lnTo>
                    <a:pt x="26649" y="2137"/>
                  </a:lnTo>
                  <a:lnTo>
                    <a:pt x="21352" y="1369"/>
                  </a:lnTo>
                  <a:lnTo>
                    <a:pt x="16033" y="770"/>
                  </a:lnTo>
                  <a:lnTo>
                    <a:pt x="10697" y="342"/>
                  </a:lnTo>
                  <a:lnTo>
                    <a:pt x="535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03823" y="5269756"/>
              <a:ext cx="141435" cy="167167"/>
            </a:xfrm>
            <a:custGeom>
              <a:avLst/>
              <a:pathLst>
                <a:path w="141435" h="167167">
                  <a:moveTo>
                    <a:pt x="141435" y="0"/>
                  </a:moveTo>
                  <a:lnTo>
                    <a:pt x="135997" y="88"/>
                  </a:lnTo>
                  <a:lnTo>
                    <a:pt x="130565" y="353"/>
                  </a:lnTo>
                  <a:lnTo>
                    <a:pt x="125145" y="795"/>
                  </a:lnTo>
                  <a:lnTo>
                    <a:pt x="119742" y="1413"/>
                  </a:lnTo>
                  <a:lnTo>
                    <a:pt x="114361" y="2206"/>
                  </a:lnTo>
                  <a:lnTo>
                    <a:pt x="109010" y="3174"/>
                  </a:lnTo>
                  <a:lnTo>
                    <a:pt x="103692" y="4316"/>
                  </a:lnTo>
                  <a:lnTo>
                    <a:pt x="98415" y="5630"/>
                  </a:lnTo>
                  <a:lnTo>
                    <a:pt x="93183" y="7115"/>
                  </a:lnTo>
                  <a:lnTo>
                    <a:pt x="88002" y="8769"/>
                  </a:lnTo>
                  <a:lnTo>
                    <a:pt x="82878" y="10591"/>
                  </a:lnTo>
                  <a:lnTo>
                    <a:pt x="77816" y="12579"/>
                  </a:lnTo>
                  <a:lnTo>
                    <a:pt x="72821" y="14730"/>
                  </a:lnTo>
                  <a:lnTo>
                    <a:pt x="67899" y="17043"/>
                  </a:lnTo>
                  <a:lnTo>
                    <a:pt x="63054" y="19514"/>
                  </a:lnTo>
                  <a:lnTo>
                    <a:pt x="58293" y="22142"/>
                  </a:lnTo>
                  <a:lnTo>
                    <a:pt x="53619" y="24923"/>
                  </a:lnTo>
                  <a:lnTo>
                    <a:pt x="49039" y="27855"/>
                  </a:lnTo>
                  <a:lnTo>
                    <a:pt x="44556" y="30934"/>
                  </a:lnTo>
                  <a:lnTo>
                    <a:pt x="40176" y="34158"/>
                  </a:lnTo>
                  <a:lnTo>
                    <a:pt x="35903" y="37522"/>
                  </a:lnTo>
                  <a:lnTo>
                    <a:pt x="31741" y="41023"/>
                  </a:lnTo>
                  <a:lnTo>
                    <a:pt x="27696" y="44658"/>
                  </a:lnTo>
                  <a:lnTo>
                    <a:pt x="23771" y="48423"/>
                  </a:lnTo>
                  <a:lnTo>
                    <a:pt x="19971" y="52313"/>
                  </a:lnTo>
                  <a:lnTo>
                    <a:pt x="16299" y="56325"/>
                  </a:lnTo>
                  <a:lnTo>
                    <a:pt x="12760" y="60454"/>
                  </a:lnTo>
                  <a:lnTo>
                    <a:pt x="9357" y="64696"/>
                  </a:lnTo>
                  <a:lnTo>
                    <a:pt x="6093" y="69047"/>
                  </a:lnTo>
                  <a:lnTo>
                    <a:pt x="2973" y="73501"/>
                  </a:lnTo>
                  <a:lnTo>
                    <a:pt x="0" y="78055"/>
                  </a:lnTo>
                  <a:lnTo>
                    <a:pt x="14143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03823" y="5347811"/>
              <a:ext cx="141435" cy="89111"/>
            </a:xfrm>
            <a:custGeom>
              <a:avLst/>
              <a:pathLst>
                <a:path w="141435" h="89111">
                  <a:moveTo>
                    <a:pt x="0" y="0"/>
                  </a:moveTo>
                  <a:lnTo>
                    <a:pt x="141435" y="891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03823" y="5347811"/>
              <a:ext cx="141435" cy="89111"/>
            </a:xfrm>
            <a:custGeom>
              <a:avLst/>
              <a:pathLst>
                <a:path w="141435" h="89111">
                  <a:moveTo>
                    <a:pt x="0" y="0"/>
                  </a:moveTo>
                  <a:lnTo>
                    <a:pt x="141435" y="891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03823" y="5347811"/>
              <a:ext cx="141435" cy="89111"/>
            </a:xfrm>
            <a:custGeom>
              <a:avLst/>
              <a:pathLst>
                <a:path w="141435" h="89111">
                  <a:moveTo>
                    <a:pt x="0" y="0"/>
                  </a:moveTo>
                  <a:lnTo>
                    <a:pt x="141435" y="891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03823" y="5347811"/>
              <a:ext cx="141435" cy="89111"/>
            </a:xfrm>
            <a:custGeom>
              <a:avLst/>
              <a:pathLst>
                <a:path w="141435" h="89111">
                  <a:moveTo>
                    <a:pt x="0" y="0"/>
                  </a:moveTo>
                  <a:lnTo>
                    <a:pt x="141435" y="891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84553" y="5347811"/>
              <a:ext cx="160704" cy="89111"/>
            </a:xfrm>
            <a:custGeom>
              <a:avLst/>
              <a:pathLst>
                <a:path w="160704" h="89111">
                  <a:moveTo>
                    <a:pt x="19269" y="0"/>
                  </a:moveTo>
                  <a:lnTo>
                    <a:pt x="16203" y="5062"/>
                  </a:lnTo>
                  <a:lnTo>
                    <a:pt x="13318" y="10230"/>
                  </a:lnTo>
                  <a:lnTo>
                    <a:pt x="10618" y="15497"/>
                  </a:lnTo>
                  <a:lnTo>
                    <a:pt x="8106" y="20856"/>
                  </a:lnTo>
                  <a:lnTo>
                    <a:pt x="5786" y="26301"/>
                  </a:lnTo>
                  <a:lnTo>
                    <a:pt x="3659" y="31824"/>
                  </a:lnTo>
                  <a:lnTo>
                    <a:pt x="1730" y="37420"/>
                  </a:lnTo>
                  <a:lnTo>
                    <a:pt x="0" y="43080"/>
                  </a:lnTo>
                  <a:lnTo>
                    <a:pt x="160704" y="891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378095" y="5269756"/>
              <a:ext cx="334316" cy="334332"/>
            </a:xfrm>
            <a:custGeom>
              <a:avLst/>
              <a:pathLst>
                <a:path w="334316" h="334332">
                  <a:moveTo>
                    <a:pt x="6458" y="121135"/>
                  </a:moveTo>
                  <a:lnTo>
                    <a:pt x="5076" y="126267"/>
                  </a:lnTo>
                  <a:lnTo>
                    <a:pt x="3858" y="131440"/>
                  </a:lnTo>
                  <a:lnTo>
                    <a:pt x="2805" y="136649"/>
                  </a:lnTo>
                  <a:lnTo>
                    <a:pt x="1918" y="141889"/>
                  </a:lnTo>
                  <a:lnTo>
                    <a:pt x="1197" y="147154"/>
                  </a:lnTo>
                  <a:lnTo>
                    <a:pt x="645" y="152440"/>
                  </a:lnTo>
                  <a:lnTo>
                    <a:pt x="261" y="157740"/>
                  </a:lnTo>
                  <a:lnTo>
                    <a:pt x="46" y="163050"/>
                  </a:lnTo>
                  <a:lnTo>
                    <a:pt x="0" y="168364"/>
                  </a:lnTo>
                  <a:lnTo>
                    <a:pt x="122" y="173677"/>
                  </a:lnTo>
                  <a:lnTo>
                    <a:pt x="413" y="178984"/>
                  </a:lnTo>
                  <a:lnTo>
                    <a:pt x="873" y="184278"/>
                  </a:lnTo>
                  <a:lnTo>
                    <a:pt x="1501" y="189555"/>
                  </a:lnTo>
                  <a:lnTo>
                    <a:pt x="2297" y="194810"/>
                  </a:lnTo>
                  <a:lnTo>
                    <a:pt x="3259" y="200036"/>
                  </a:lnTo>
                  <a:lnTo>
                    <a:pt x="4386" y="205230"/>
                  </a:lnTo>
                  <a:lnTo>
                    <a:pt x="5678" y="210385"/>
                  </a:lnTo>
                  <a:lnTo>
                    <a:pt x="7134" y="215496"/>
                  </a:lnTo>
                  <a:lnTo>
                    <a:pt x="8751" y="220558"/>
                  </a:lnTo>
                  <a:lnTo>
                    <a:pt x="10528" y="225567"/>
                  </a:lnTo>
                  <a:lnTo>
                    <a:pt x="12463" y="230516"/>
                  </a:lnTo>
                  <a:lnTo>
                    <a:pt x="14555" y="235401"/>
                  </a:lnTo>
                  <a:lnTo>
                    <a:pt x="16801" y="240218"/>
                  </a:lnTo>
                  <a:lnTo>
                    <a:pt x="19199" y="244960"/>
                  </a:lnTo>
                  <a:lnTo>
                    <a:pt x="21747" y="249624"/>
                  </a:lnTo>
                  <a:lnTo>
                    <a:pt x="24441" y="254205"/>
                  </a:lnTo>
                  <a:lnTo>
                    <a:pt x="27280" y="258698"/>
                  </a:lnTo>
                  <a:lnTo>
                    <a:pt x="30260" y="263098"/>
                  </a:lnTo>
                  <a:lnTo>
                    <a:pt x="33379" y="267401"/>
                  </a:lnTo>
                  <a:lnTo>
                    <a:pt x="36633" y="271603"/>
                  </a:lnTo>
                  <a:lnTo>
                    <a:pt x="40018" y="275699"/>
                  </a:lnTo>
                  <a:lnTo>
                    <a:pt x="43532" y="279686"/>
                  </a:lnTo>
                  <a:lnTo>
                    <a:pt x="47171" y="283559"/>
                  </a:lnTo>
                  <a:lnTo>
                    <a:pt x="50932" y="287314"/>
                  </a:lnTo>
                  <a:lnTo>
                    <a:pt x="54810" y="290948"/>
                  </a:lnTo>
                  <a:lnTo>
                    <a:pt x="58801" y="294457"/>
                  </a:lnTo>
                  <a:lnTo>
                    <a:pt x="62902" y="297837"/>
                  </a:lnTo>
                  <a:lnTo>
                    <a:pt x="67108" y="301085"/>
                  </a:lnTo>
                  <a:lnTo>
                    <a:pt x="71415" y="304198"/>
                  </a:lnTo>
                  <a:lnTo>
                    <a:pt x="75820" y="307172"/>
                  </a:lnTo>
                  <a:lnTo>
                    <a:pt x="80316" y="310005"/>
                  </a:lnTo>
                  <a:lnTo>
                    <a:pt x="84900" y="312693"/>
                  </a:lnTo>
                  <a:lnTo>
                    <a:pt x="89568" y="315234"/>
                  </a:lnTo>
                  <a:lnTo>
                    <a:pt x="94313" y="317626"/>
                  </a:lnTo>
                  <a:lnTo>
                    <a:pt x="99133" y="319866"/>
                  </a:lnTo>
                  <a:lnTo>
                    <a:pt x="104021" y="321951"/>
                  </a:lnTo>
                  <a:lnTo>
                    <a:pt x="108973" y="323880"/>
                  </a:lnTo>
                  <a:lnTo>
                    <a:pt x="113984" y="325650"/>
                  </a:lnTo>
                  <a:lnTo>
                    <a:pt x="119048" y="327261"/>
                  </a:lnTo>
                  <a:lnTo>
                    <a:pt x="124161" y="328709"/>
                  </a:lnTo>
                  <a:lnTo>
                    <a:pt x="129318" y="329994"/>
                  </a:lnTo>
                  <a:lnTo>
                    <a:pt x="134513" y="331115"/>
                  </a:lnTo>
                  <a:lnTo>
                    <a:pt x="139741" y="332070"/>
                  </a:lnTo>
                  <a:lnTo>
                    <a:pt x="144996" y="332858"/>
                  </a:lnTo>
                  <a:lnTo>
                    <a:pt x="150274" y="333479"/>
                  </a:lnTo>
                  <a:lnTo>
                    <a:pt x="155569" y="333932"/>
                  </a:lnTo>
                  <a:lnTo>
                    <a:pt x="160876" y="334216"/>
                  </a:lnTo>
                  <a:lnTo>
                    <a:pt x="166189" y="334332"/>
                  </a:lnTo>
                  <a:lnTo>
                    <a:pt x="171503" y="334278"/>
                  </a:lnTo>
                  <a:lnTo>
                    <a:pt x="176813" y="334056"/>
                  </a:lnTo>
                  <a:lnTo>
                    <a:pt x="182113" y="333665"/>
                  </a:lnTo>
                  <a:lnTo>
                    <a:pt x="187398" y="333105"/>
                  </a:lnTo>
                  <a:lnTo>
                    <a:pt x="192662" y="332378"/>
                  </a:lnTo>
                  <a:lnTo>
                    <a:pt x="197901" y="331484"/>
                  </a:lnTo>
                  <a:lnTo>
                    <a:pt x="203109" y="330424"/>
                  </a:lnTo>
                  <a:lnTo>
                    <a:pt x="208280" y="329199"/>
                  </a:lnTo>
                  <a:lnTo>
                    <a:pt x="213409" y="327810"/>
                  </a:lnTo>
                  <a:lnTo>
                    <a:pt x="218492" y="326259"/>
                  </a:lnTo>
                  <a:lnTo>
                    <a:pt x="223523" y="324547"/>
                  </a:lnTo>
                  <a:lnTo>
                    <a:pt x="228498" y="322676"/>
                  </a:lnTo>
                  <a:lnTo>
                    <a:pt x="233410" y="320647"/>
                  </a:lnTo>
                  <a:lnTo>
                    <a:pt x="238255" y="318464"/>
                  </a:lnTo>
                  <a:lnTo>
                    <a:pt x="243028" y="316128"/>
                  </a:lnTo>
                  <a:lnTo>
                    <a:pt x="247725" y="313641"/>
                  </a:lnTo>
                  <a:lnTo>
                    <a:pt x="252340" y="311006"/>
                  </a:lnTo>
                  <a:lnTo>
                    <a:pt x="256869" y="308226"/>
                  </a:lnTo>
                  <a:lnTo>
                    <a:pt x="261308" y="305303"/>
                  </a:lnTo>
                  <a:lnTo>
                    <a:pt x="265651" y="302241"/>
                  </a:lnTo>
                  <a:lnTo>
                    <a:pt x="269895" y="299042"/>
                  </a:lnTo>
                  <a:lnTo>
                    <a:pt x="274035" y="295710"/>
                  </a:lnTo>
                  <a:lnTo>
                    <a:pt x="278067" y="292248"/>
                  </a:lnTo>
                  <a:lnTo>
                    <a:pt x="281987" y="288659"/>
                  </a:lnTo>
                  <a:lnTo>
                    <a:pt x="285790" y="284948"/>
                  </a:lnTo>
                  <a:lnTo>
                    <a:pt x="289474" y="281118"/>
                  </a:lnTo>
                  <a:lnTo>
                    <a:pt x="293035" y="277172"/>
                  </a:lnTo>
                  <a:lnTo>
                    <a:pt x="296468" y="273116"/>
                  </a:lnTo>
                  <a:lnTo>
                    <a:pt x="299770" y="268952"/>
                  </a:lnTo>
                  <a:lnTo>
                    <a:pt x="302939" y="264685"/>
                  </a:lnTo>
                  <a:lnTo>
                    <a:pt x="305970" y="260320"/>
                  </a:lnTo>
                  <a:lnTo>
                    <a:pt x="308861" y="255861"/>
                  </a:lnTo>
                  <a:lnTo>
                    <a:pt x="311608" y="251312"/>
                  </a:lnTo>
                  <a:lnTo>
                    <a:pt x="314210" y="246678"/>
                  </a:lnTo>
                  <a:lnTo>
                    <a:pt x="316663" y="241964"/>
                  </a:lnTo>
                  <a:lnTo>
                    <a:pt x="318965" y="237174"/>
                  </a:lnTo>
                  <a:lnTo>
                    <a:pt x="321114" y="232313"/>
                  </a:lnTo>
                  <a:lnTo>
                    <a:pt x="323107" y="227387"/>
                  </a:lnTo>
                  <a:lnTo>
                    <a:pt x="324942" y="222399"/>
                  </a:lnTo>
                  <a:lnTo>
                    <a:pt x="326618" y="217356"/>
                  </a:lnTo>
                  <a:lnTo>
                    <a:pt x="328133" y="212262"/>
                  </a:lnTo>
                  <a:lnTo>
                    <a:pt x="329485" y="207123"/>
                  </a:lnTo>
                  <a:lnTo>
                    <a:pt x="330673" y="201943"/>
                  </a:lnTo>
                  <a:lnTo>
                    <a:pt x="331696" y="196728"/>
                  </a:lnTo>
                  <a:lnTo>
                    <a:pt x="332552" y="191483"/>
                  </a:lnTo>
                  <a:lnTo>
                    <a:pt x="333242" y="186213"/>
                  </a:lnTo>
                  <a:lnTo>
                    <a:pt x="333763" y="180925"/>
                  </a:lnTo>
                  <a:lnTo>
                    <a:pt x="334116" y="175622"/>
                  </a:lnTo>
                  <a:lnTo>
                    <a:pt x="334301" y="170311"/>
                  </a:lnTo>
                  <a:lnTo>
                    <a:pt x="334316" y="164996"/>
                  </a:lnTo>
                  <a:lnTo>
                    <a:pt x="334163" y="159684"/>
                  </a:lnTo>
                  <a:lnTo>
                    <a:pt x="333840" y="154380"/>
                  </a:lnTo>
                  <a:lnTo>
                    <a:pt x="333350" y="149088"/>
                  </a:lnTo>
                  <a:lnTo>
                    <a:pt x="332691" y="143815"/>
                  </a:lnTo>
                  <a:lnTo>
                    <a:pt x="331865" y="138565"/>
                  </a:lnTo>
                  <a:lnTo>
                    <a:pt x="330873" y="133344"/>
                  </a:lnTo>
                  <a:lnTo>
                    <a:pt x="329715" y="128157"/>
                  </a:lnTo>
                  <a:lnTo>
                    <a:pt x="328393" y="123010"/>
                  </a:lnTo>
                  <a:lnTo>
                    <a:pt x="326908" y="117907"/>
                  </a:lnTo>
                  <a:lnTo>
                    <a:pt x="325261" y="112854"/>
                  </a:lnTo>
                  <a:lnTo>
                    <a:pt x="323455" y="107856"/>
                  </a:lnTo>
                  <a:lnTo>
                    <a:pt x="321490" y="102918"/>
                  </a:lnTo>
                  <a:lnTo>
                    <a:pt x="319370" y="98045"/>
                  </a:lnTo>
                  <a:lnTo>
                    <a:pt x="317096" y="93242"/>
                  </a:lnTo>
                  <a:lnTo>
                    <a:pt x="314671" y="88513"/>
                  </a:lnTo>
                  <a:lnTo>
                    <a:pt x="312096" y="83864"/>
                  </a:lnTo>
                  <a:lnTo>
                    <a:pt x="309375" y="79300"/>
                  </a:lnTo>
                  <a:lnTo>
                    <a:pt x="306510" y="74823"/>
                  </a:lnTo>
                  <a:lnTo>
                    <a:pt x="303504" y="70441"/>
                  </a:lnTo>
                  <a:lnTo>
                    <a:pt x="300361" y="66156"/>
                  </a:lnTo>
                  <a:lnTo>
                    <a:pt x="297082" y="61973"/>
                  </a:lnTo>
                  <a:lnTo>
                    <a:pt x="293673" y="57896"/>
                  </a:lnTo>
                  <a:lnTo>
                    <a:pt x="290136" y="53930"/>
                  </a:lnTo>
                  <a:lnTo>
                    <a:pt x="286474" y="50078"/>
                  </a:lnTo>
                  <a:lnTo>
                    <a:pt x="282692" y="46345"/>
                  </a:lnTo>
                  <a:lnTo>
                    <a:pt x="278793" y="42734"/>
                  </a:lnTo>
                  <a:lnTo>
                    <a:pt x="274781" y="39248"/>
                  </a:lnTo>
                  <a:lnTo>
                    <a:pt x="270661" y="35892"/>
                  </a:lnTo>
                  <a:lnTo>
                    <a:pt x="266436" y="32669"/>
                  </a:lnTo>
                  <a:lnTo>
                    <a:pt x="262110" y="29581"/>
                  </a:lnTo>
                  <a:lnTo>
                    <a:pt x="257689" y="26632"/>
                  </a:lnTo>
                  <a:lnTo>
                    <a:pt x="253176" y="23826"/>
                  </a:lnTo>
                  <a:lnTo>
                    <a:pt x="248576" y="21164"/>
                  </a:lnTo>
                  <a:lnTo>
                    <a:pt x="243894" y="18650"/>
                  </a:lnTo>
                  <a:lnTo>
                    <a:pt x="239135" y="16286"/>
                  </a:lnTo>
                  <a:lnTo>
                    <a:pt x="234302" y="14075"/>
                  </a:lnTo>
                  <a:lnTo>
                    <a:pt x="229402" y="12018"/>
                  </a:lnTo>
                  <a:lnTo>
                    <a:pt x="224439" y="10118"/>
                  </a:lnTo>
                  <a:lnTo>
                    <a:pt x="219418" y="8377"/>
                  </a:lnTo>
                  <a:lnTo>
                    <a:pt x="214344" y="6796"/>
                  </a:lnTo>
                  <a:lnTo>
                    <a:pt x="209223" y="5377"/>
                  </a:lnTo>
                  <a:lnTo>
                    <a:pt x="204059" y="4122"/>
                  </a:lnTo>
                  <a:lnTo>
                    <a:pt x="198857" y="3032"/>
                  </a:lnTo>
                  <a:lnTo>
                    <a:pt x="193624" y="2107"/>
                  </a:lnTo>
                  <a:lnTo>
                    <a:pt x="188364" y="1349"/>
                  </a:lnTo>
                  <a:lnTo>
                    <a:pt x="183082" y="759"/>
                  </a:lnTo>
                  <a:lnTo>
                    <a:pt x="177785" y="337"/>
                  </a:lnTo>
                  <a:lnTo>
                    <a:pt x="172476" y="84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9567" y="5018213"/>
              <a:ext cx="161471" cy="167167"/>
            </a:xfrm>
            <a:custGeom>
              <a:avLst/>
              <a:pathLst>
                <a:path w="161471" h="167167">
                  <a:moveTo>
                    <a:pt x="161471" y="0"/>
                  </a:moveTo>
                  <a:lnTo>
                    <a:pt x="156001" y="89"/>
                  </a:lnTo>
                  <a:lnTo>
                    <a:pt x="150538" y="357"/>
                  </a:lnTo>
                  <a:lnTo>
                    <a:pt x="145086" y="804"/>
                  </a:lnTo>
                  <a:lnTo>
                    <a:pt x="139651" y="1430"/>
                  </a:lnTo>
                  <a:lnTo>
                    <a:pt x="134240" y="2232"/>
                  </a:lnTo>
                  <a:lnTo>
                    <a:pt x="128858" y="3212"/>
                  </a:lnTo>
                  <a:lnTo>
                    <a:pt x="123511" y="4366"/>
                  </a:lnTo>
                  <a:lnTo>
                    <a:pt x="118205" y="5696"/>
                  </a:lnTo>
                  <a:lnTo>
                    <a:pt x="112945" y="7198"/>
                  </a:lnTo>
                  <a:lnTo>
                    <a:pt x="107737" y="8871"/>
                  </a:lnTo>
                  <a:lnTo>
                    <a:pt x="102586" y="10714"/>
                  </a:lnTo>
                  <a:lnTo>
                    <a:pt x="97499" y="12724"/>
                  </a:lnTo>
                  <a:lnTo>
                    <a:pt x="92480" y="14900"/>
                  </a:lnTo>
                  <a:lnTo>
                    <a:pt x="87535" y="17239"/>
                  </a:lnTo>
                  <a:lnTo>
                    <a:pt x="82669" y="19738"/>
                  </a:lnTo>
                  <a:lnTo>
                    <a:pt x="77887" y="22396"/>
                  </a:lnTo>
                  <a:lnTo>
                    <a:pt x="73195" y="25208"/>
                  </a:lnTo>
                  <a:lnTo>
                    <a:pt x="68598" y="28172"/>
                  </a:lnTo>
                  <a:lnTo>
                    <a:pt x="64100" y="31285"/>
                  </a:lnTo>
                  <a:lnTo>
                    <a:pt x="59706" y="34544"/>
                  </a:lnTo>
                  <a:lnTo>
                    <a:pt x="55421" y="37945"/>
                  </a:lnTo>
                  <a:lnTo>
                    <a:pt x="51250" y="41484"/>
                  </a:lnTo>
                  <a:lnTo>
                    <a:pt x="47196" y="45157"/>
                  </a:lnTo>
                  <a:lnTo>
                    <a:pt x="43266" y="48962"/>
                  </a:lnTo>
                  <a:lnTo>
                    <a:pt x="39461" y="52893"/>
                  </a:lnTo>
                  <a:lnTo>
                    <a:pt x="35788" y="56946"/>
                  </a:lnTo>
                  <a:lnTo>
                    <a:pt x="32249" y="61117"/>
                  </a:lnTo>
                  <a:lnTo>
                    <a:pt x="28848" y="65402"/>
                  </a:lnTo>
                  <a:lnTo>
                    <a:pt x="25589" y="69796"/>
                  </a:lnTo>
                  <a:lnTo>
                    <a:pt x="22476" y="74294"/>
                  </a:lnTo>
                  <a:lnTo>
                    <a:pt x="19512" y="78891"/>
                  </a:lnTo>
                  <a:lnTo>
                    <a:pt x="16700" y="83583"/>
                  </a:lnTo>
                  <a:lnTo>
                    <a:pt x="14042" y="88365"/>
                  </a:lnTo>
                  <a:lnTo>
                    <a:pt x="11543" y="93231"/>
                  </a:lnTo>
                  <a:lnTo>
                    <a:pt x="9204" y="98176"/>
                  </a:lnTo>
                  <a:lnTo>
                    <a:pt x="7028" y="103195"/>
                  </a:lnTo>
                  <a:lnTo>
                    <a:pt x="5018" y="108282"/>
                  </a:lnTo>
                  <a:lnTo>
                    <a:pt x="3175" y="113433"/>
                  </a:lnTo>
                  <a:lnTo>
                    <a:pt x="1502" y="118641"/>
                  </a:lnTo>
                  <a:lnTo>
                    <a:pt x="0" y="123901"/>
                  </a:lnTo>
                  <a:lnTo>
                    <a:pt x="16147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9567" y="5142114"/>
              <a:ext cx="161471" cy="43266"/>
            </a:xfrm>
            <a:custGeom>
              <a:avLst/>
              <a:pathLst>
                <a:path w="161471" h="43266">
                  <a:moveTo>
                    <a:pt x="0" y="0"/>
                  </a:moveTo>
                  <a:lnTo>
                    <a:pt x="161471" y="432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9567" y="5142114"/>
              <a:ext cx="161471" cy="43266"/>
            </a:xfrm>
            <a:custGeom>
              <a:avLst/>
              <a:pathLst>
                <a:path w="161471" h="43266">
                  <a:moveTo>
                    <a:pt x="0" y="0"/>
                  </a:moveTo>
                  <a:lnTo>
                    <a:pt x="161471" y="432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9567" y="5142114"/>
              <a:ext cx="161471" cy="43266"/>
            </a:xfrm>
            <a:custGeom>
              <a:avLst/>
              <a:pathLst>
                <a:path w="161471" h="43266">
                  <a:moveTo>
                    <a:pt x="0" y="0"/>
                  </a:moveTo>
                  <a:lnTo>
                    <a:pt x="161471" y="432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3947" y="5142114"/>
              <a:ext cx="167092" cy="43266"/>
            </a:xfrm>
            <a:custGeom>
              <a:avLst/>
              <a:pathLst>
                <a:path w="167092" h="43266">
                  <a:moveTo>
                    <a:pt x="5620" y="0"/>
                  </a:moveTo>
                  <a:lnTo>
                    <a:pt x="4070" y="6267"/>
                  </a:lnTo>
                  <a:lnTo>
                    <a:pt x="2763" y="12590"/>
                  </a:lnTo>
                  <a:lnTo>
                    <a:pt x="1701" y="18959"/>
                  </a:lnTo>
                  <a:lnTo>
                    <a:pt x="885" y="25364"/>
                  </a:lnTo>
                  <a:lnTo>
                    <a:pt x="318" y="31795"/>
                  </a:lnTo>
                  <a:lnTo>
                    <a:pt x="0" y="38244"/>
                  </a:lnTo>
                  <a:lnTo>
                    <a:pt x="167092" y="432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53871" y="5018213"/>
              <a:ext cx="334324" cy="334327"/>
            </a:xfrm>
            <a:custGeom>
              <a:avLst/>
              <a:pathLst>
                <a:path w="334324" h="334327">
                  <a:moveTo>
                    <a:pt x="75" y="162146"/>
                  </a:moveTo>
                  <a:lnTo>
                    <a:pt x="0" y="167465"/>
                  </a:lnTo>
                  <a:lnTo>
                    <a:pt x="94" y="172785"/>
                  </a:lnTo>
                  <a:lnTo>
                    <a:pt x="357" y="178099"/>
                  </a:lnTo>
                  <a:lnTo>
                    <a:pt x="789" y="183402"/>
                  </a:lnTo>
                  <a:lnTo>
                    <a:pt x="1390" y="188688"/>
                  </a:lnTo>
                  <a:lnTo>
                    <a:pt x="2159" y="193953"/>
                  </a:lnTo>
                  <a:lnTo>
                    <a:pt x="3095" y="199190"/>
                  </a:lnTo>
                  <a:lnTo>
                    <a:pt x="4197" y="204395"/>
                  </a:lnTo>
                  <a:lnTo>
                    <a:pt x="5465" y="209563"/>
                  </a:lnTo>
                  <a:lnTo>
                    <a:pt x="6896" y="214687"/>
                  </a:lnTo>
                  <a:lnTo>
                    <a:pt x="8489" y="219763"/>
                  </a:lnTo>
                  <a:lnTo>
                    <a:pt x="10243" y="224786"/>
                  </a:lnTo>
                  <a:lnTo>
                    <a:pt x="12156" y="229751"/>
                  </a:lnTo>
                  <a:lnTo>
                    <a:pt x="14226" y="234652"/>
                  </a:lnTo>
                  <a:lnTo>
                    <a:pt x="16451" y="239485"/>
                  </a:lnTo>
                  <a:lnTo>
                    <a:pt x="18829" y="244244"/>
                  </a:lnTo>
                  <a:lnTo>
                    <a:pt x="21357" y="248926"/>
                  </a:lnTo>
                  <a:lnTo>
                    <a:pt x="24033" y="253525"/>
                  </a:lnTo>
                  <a:lnTo>
                    <a:pt x="26854" y="258036"/>
                  </a:lnTo>
                  <a:lnTo>
                    <a:pt x="29816" y="262455"/>
                  </a:lnTo>
                  <a:lnTo>
                    <a:pt x="32918" y="266778"/>
                  </a:lnTo>
                  <a:lnTo>
                    <a:pt x="36156" y="270999"/>
                  </a:lnTo>
                  <a:lnTo>
                    <a:pt x="39527" y="275116"/>
                  </a:lnTo>
                  <a:lnTo>
                    <a:pt x="43027" y="279123"/>
                  </a:lnTo>
                  <a:lnTo>
                    <a:pt x="46652" y="283017"/>
                  </a:lnTo>
                  <a:lnTo>
                    <a:pt x="50400" y="286793"/>
                  </a:lnTo>
                  <a:lnTo>
                    <a:pt x="54266" y="290449"/>
                  </a:lnTo>
                  <a:lnTo>
                    <a:pt x="58246" y="293979"/>
                  </a:lnTo>
                  <a:lnTo>
                    <a:pt x="62337" y="297381"/>
                  </a:lnTo>
                  <a:lnTo>
                    <a:pt x="66534" y="300651"/>
                  </a:lnTo>
                  <a:lnTo>
                    <a:pt x="70833" y="303786"/>
                  </a:lnTo>
                  <a:lnTo>
                    <a:pt x="75229" y="306782"/>
                  </a:lnTo>
                  <a:lnTo>
                    <a:pt x="79719" y="309637"/>
                  </a:lnTo>
                  <a:lnTo>
                    <a:pt x="84297" y="312348"/>
                  </a:lnTo>
                  <a:lnTo>
                    <a:pt x="88959" y="314912"/>
                  </a:lnTo>
                  <a:lnTo>
                    <a:pt x="93700" y="317326"/>
                  </a:lnTo>
                  <a:lnTo>
                    <a:pt x="98516" y="319588"/>
                  </a:lnTo>
                  <a:lnTo>
                    <a:pt x="103401" y="321695"/>
                  </a:lnTo>
                  <a:lnTo>
                    <a:pt x="108351" y="323646"/>
                  </a:lnTo>
                  <a:lnTo>
                    <a:pt x="113361" y="325438"/>
                  </a:lnTo>
                  <a:lnTo>
                    <a:pt x="118425" y="327071"/>
                  </a:lnTo>
                  <a:lnTo>
                    <a:pt x="123538" y="328541"/>
                  </a:lnTo>
                  <a:lnTo>
                    <a:pt x="128695" y="329847"/>
                  </a:lnTo>
                  <a:lnTo>
                    <a:pt x="133892" y="330989"/>
                  </a:lnTo>
                  <a:lnTo>
                    <a:pt x="139122" y="331965"/>
                  </a:lnTo>
                  <a:lnTo>
                    <a:pt x="144381" y="332774"/>
                  </a:lnTo>
                  <a:lnTo>
                    <a:pt x="149662" y="333415"/>
                  </a:lnTo>
                  <a:lnTo>
                    <a:pt x="154962" y="333888"/>
                  </a:lnTo>
                  <a:lnTo>
                    <a:pt x="160273" y="334192"/>
                  </a:lnTo>
                  <a:lnTo>
                    <a:pt x="165592" y="334327"/>
                  </a:lnTo>
                  <a:lnTo>
                    <a:pt x="170913" y="334292"/>
                  </a:lnTo>
                  <a:lnTo>
                    <a:pt x="176229" y="334089"/>
                  </a:lnTo>
                  <a:lnTo>
                    <a:pt x="181536" y="333716"/>
                  </a:lnTo>
                  <a:lnTo>
                    <a:pt x="186829" y="333174"/>
                  </a:lnTo>
                  <a:lnTo>
                    <a:pt x="192102" y="332464"/>
                  </a:lnTo>
                  <a:lnTo>
                    <a:pt x="197350" y="331587"/>
                  </a:lnTo>
                  <a:lnTo>
                    <a:pt x="202567" y="330543"/>
                  </a:lnTo>
                  <a:lnTo>
                    <a:pt x="207748" y="329334"/>
                  </a:lnTo>
                  <a:lnTo>
                    <a:pt x="212888" y="327960"/>
                  </a:lnTo>
                  <a:lnTo>
                    <a:pt x="217982" y="326424"/>
                  </a:lnTo>
                  <a:lnTo>
                    <a:pt x="223024" y="324726"/>
                  </a:lnTo>
                  <a:lnTo>
                    <a:pt x="228010" y="322869"/>
                  </a:lnTo>
                  <a:lnTo>
                    <a:pt x="232934" y="320854"/>
                  </a:lnTo>
                  <a:lnTo>
                    <a:pt x="237791" y="318683"/>
                  </a:lnTo>
                  <a:lnTo>
                    <a:pt x="242577" y="316359"/>
                  </a:lnTo>
                  <a:lnTo>
                    <a:pt x="247287" y="313883"/>
                  </a:lnTo>
                  <a:lnTo>
                    <a:pt x="251915" y="311259"/>
                  </a:lnTo>
                  <a:lnTo>
                    <a:pt x="256458" y="308489"/>
                  </a:lnTo>
                  <a:lnTo>
                    <a:pt x="260910" y="305576"/>
                  </a:lnTo>
                  <a:lnTo>
                    <a:pt x="265267" y="302523"/>
                  </a:lnTo>
                  <a:lnTo>
                    <a:pt x="269525" y="299333"/>
                  </a:lnTo>
                  <a:lnTo>
                    <a:pt x="273679" y="296008"/>
                  </a:lnTo>
                  <a:lnTo>
                    <a:pt x="277725" y="292554"/>
                  </a:lnTo>
                  <a:lnTo>
                    <a:pt x="281659" y="288972"/>
                  </a:lnTo>
                  <a:lnTo>
                    <a:pt x="285477" y="285267"/>
                  </a:lnTo>
                  <a:lnTo>
                    <a:pt x="289176" y="281442"/>
                  </a:lnTo>
                  <a:lnTo>
                    <a:pt x="292751" y="277501"/>
                  </a:lnTo>
                  <a:lnTo>
                    <a:pt x="296198" y="273449"/>
                  </a:lnTo>
                  <a:lnTo>
                    <a:pt x="299515" y="269289"/>
                  </a:lnTo>
                  <a:lnTo>
                    <a:pt x="302698" y="265025"/>
                  </a:lnTo>
                  <a:lnTo>
                    <a:pt x="305743" y="260663"/>
                  </a:lnTo>
                  <a:lnTo>
                    <a:pt x="308648" y="256206"/>
                  </a:lnTo>
                  <a:lnTo>
                    <a:pt x="311410" y="251658"/>
                  </a:lnTo>
                  <a:lnTo>
                    <a:pt x="314026" y="247025"/>
                  </a:lnTo>
                  <a:lnTo>
                    <a:pt x="316493" y="242311"/>
                  </a:lnTo>
                  <a:lnTo>
                    <a:pt x="318809" y="237521"/>
                  </a:lnTo>
                  <a:lnTo>
                    <a:pt x="320971" y="232660"/>
                  </a:lnTo>
                  <a:lnTo>
                    <a:pt x="322977" y="227732"/>
                  </a:lnTo>
                  <a:lnTo>
                    <a:pt x="324825" y="222743"/>
                  </a:lnTo>
                  <a:lnTo>
                    <a:pt x="326514" y="217698"/>
                  </a:lnTo>
                  <a:lnTo>
                    <a:pt x="328041" y="212601"/>
                  </a:lnTo>
                  <a:lnTo>
                    <a:pt x="329406" y="207459"/>
                  </a:lnTo>
                  <a:lnTo>
                    <a:pt x="330606" y="202275"/>
                  </a:lnTo>
                  <a:lnTo>
                    <a:pt x="331640" y="197056"/>
                  </a:lnTo>
                  <a:lnTo>
                    <a:pt x="332508" y="191807"/>
                  </a:lnTo>
                  <a:lnTo>
                    <a:pt x="333209" y="186533"/>
                  </a:lnTo>
                  <a:lnTo>
                    <a:pt x="333741" y="181239"/>
                  </a:lnTo>
                  <a:lnTo>
                    <a:pt x="334104" y="175931"/>
                  </a:lnTo>
                  <a:lnTo>
                    <a:pt x="334299" y="170614"/>
                  </a:lnTo>
                  <a:lnTo>
                    <a:pt x="334324" y="165294"/>
                  </a:lnTo>
                  <a:lnTo>
                    <a:pt x="334179" y="159975"/>
                  </a:lnTo>
                  <a:lnTo>
                    <a:pt x="333866" y="154664"/>
                  </a:lnTo>
                  <a:lnTo>
                    <a:pt x="333384" y="149366"/>
                  </a:lnTo>
                  <a:lnTo>
                    <a:pt x="332733" y="144085"/>
                  </a:lnTo>
                  <a:lnTo>
                    <a:pt x="331915" y="138828"/>
                  </a:lnTo>
                  <a:lnTo>
                    <a:pt x="330929" y="133600"/>
                  </a:lnTo>
                  <a:lnTo>
                    <a:pt x="329778" y="128405"/>
                  </a:lnTo>
                  <a:lnTo>
                    <a:pt x="328462" y="123250"/>
                  </a:lnTo>
                  <a:lnTo>
                    <a:pt x="326983" y="118139"/>
                  </a:lnTo>
                  <a:lnTo>
                    <a:pt x="325342" y="113078"/>
                  </a:lnTo>
                  <a:lnTo>
                    <a:pt x="323540" y="108072"/>
                  </a:lnTo>
                  <a:lnTo>
                    <a:pt x="321581" y="103126"/>
                  </a:lnTo>
                  <a:lnTo>
                    <a:pt x="319464" y="98244"/>
                  </a:lnTo>
                  <a:lnTo>
                    <a:pt x="317194" y="93433"/>
                  </a:lnTo>
                  <a:lnTo>
                    <a:pt x="314772" y="88696"/>
                  </a:lnTo>
                  <a:lnTo>
                    <a:pt x="312200" y="84038"/>
                  </a:lnTo>
                  <a:lnTo>
                    <a:pt x="309481" y="79465"/>
                  </a:lnTo>
                  <a:lnTo>
                    <a:pt x="306618" y="74980"/>
                  </a:lnTo>
                  <a:lnTo>
                    <a:pt x="303613" y="70589"/>
                  </a:lnTo>
                  <a:lnTo>
                    <a:pt x="300471" y="66296"/>
                  </a:lnTo>
                  <a:lnTo>
                    <a:pt x="297193" y="62105"/>
                  </a:lnTo>
                  <a:lnTo>
                    <a:pt x="293784" y="58020"/>
                  </a:lnTo>
                  <a:lnTo>
                    <a:pt x="290247" y="54046"/>
                  </a:lnTo>
                  <a:lnTo>
                    <a:pt x="286585" y="50187"/>
                  </a:lnTo>
                  <a:lnTo>
                    <a:pt x="282801" y="46446"/>
                  </a:lnTo>
                  <a:lnTo>
                    <a:pt x="278901" y="42827"/>
                  </a:lnTo>
                  <a:lnTo>
                    <a:pt x="274888" y="39334"/>
                  </a:lnTo>
                  <a:lnTo>
                    <a:pt x="270765" y="35971"/>
                  </a:lnTo>
                  <a:lnTo>
                    <a:pt x="266538" y="32741"/>
                  </a:lnTo>
                  <a:lnTo>
                    <a:pt x="262209" y="29647"/>
                  </a:lnTo>
                  <a:lnTo>
                    <a:pt x="257785" y="26692"/>
                  </a:lnTo>
                  <a:lnTo>
                    <a:pt x="253269" y="23879"/>
                  </a:lnTo>
                  <a:lnTo>
                    <a:pt x="248665" y="21212"/>
                  </a:lnTo>
                  <a:lnTo>
                    <a:pt x="243979" y="18692"/>
                  </a:lnTo>
                  <a:lnTo>
                    <a:pt x="239215" y="16323"/>
                  </a:lnTo>
                  <a:lnTo>
                    <a:pt x="234379" y="14106"/>
                  </a:lnTo>
                  <a:lnTo>
                    <a:pt x="229474" y="12045"/>
                  </a:lnTo>
                  <a:lnTo>
                    <a:pt x="224506" y="10141"/>
                  </a:lnTo>
                  <a:lnTo>
                    <a:pt x="219480" y="8396"/>
                  </a:lnTo>
                  <a:lnTo>
                    <a:pt x="214401" y="6811"/>
                  </a:lnTo>
                  <a:lnTo>
                    <a:pt x="209274" y="5389"/>
                  </a:lnTo>
                  <a:lnTo>
                    <a:pt x="204104" y="4131"/>
                  </a:lnTo>
                  <a:lnTo>
                    <a:pt x="198897" y="3039"/>
                  </a:lnTo>
                  <a:lnTo>
                    <a:pt x="193658" y="2112"/>
                  </a:lnTo>
                  <a:lnTo>
                    <a:pt x="188392" y="1352"/>
                  </a:lnTo>
                  <a:lnTo>
                    <a:pt x="183104" y="761"/>
                  </a:lnTo>
                  <a:lnTo>
                    <a:pt x="177801" y="338"/>
                  </a:lnTo>
                  <a:lnTo>
                    <a:pt x="172486" y="84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256085" y="4659281"/>
              <a:ext cx="334095" cy="334334"/>
            </a:xfrm>
            <a:custGeom>
              <a:avLst/>
              <a:pathLst>
                <a:path w="33409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2" y="755"/>
                  </a:lnTo>
                  <a:lnTo>
                    <a:pt x="146005" y="1342"/>
                  </a:lnTo>
                  <a:lnTo>
                    <a:pt x="140758" y="2096"/>
                  </a:lnTo>
                  <a:lnTo>
                    <a:pt x="135539" y="3015"/>
                  </a:lnTo>
                  <a:lnTo>
                    <a:pt x="130351" y="4100"/>
                  </a:lnTo>
                  <a:lnTo>
                    <a:pt x="125200" y="5349"/>
                  </a:lnTo>
                  <a:lnTo>
                    <a:pt x="120091" y="6760"/>
                  </a:lnTo>
                  <a:lnTo>
                    <a:pt x="115030" y="8332"/>
                  </a:lnTo>
                  <a:lnTo>
                    <a:pt x="110021" y="10064"/>
                  </a:lnTo>
                  <a:lnTo>
                    <a:pt x="105069" y="11954"/>
                  </a:lnTo>
                  <a:lnTo>
                    <a:pt x="100180" y="14000"/>
                  </a:lnTo>
                  <a:lnTo>
                    <a:pt x="95358" y="16200"/>
                  </a:lnTo>
                  <a:lnTo>
                    <a:pt x="90608" y="18552"/>
                  </a:lnTo>
                  <a:lnTo>
                    <a:pt x="85935" y="21053"/>
                  </a:lnTo>
                  <a:lnTo>
                    <a:pt x="81344" y="23701"/>
                  </a:lnTo>
                  <a:lnTo>
                    <a:pt x="76839" y="26494"/>
                  </a:lnTo>
                  <a:lnTo>
                    <a:pt x="72425" y="29427"/>
                  </a:lnTo>
                  <a:lnTo>
                    <a:pt x="68106" y="32499"/>
                  </a:lnTo>
                  <a:lnTo>
                    <a:pt x="63886" y="35707"/>
                  </a:lnTo>
                  <a:lnTo>
                    <a:pt x="59771" y="39047"/>
                  </a:lnTo>
                  <a:lnTo>
                    <a:pt x="55763" y="42515"/>
                  </a:lnTo>
                  <a:lnTo>
                    <a:pt x="51868" y="46109"/>
                  </a:lnTo>
                  <a:lnTo>
                    <a:pt x="48088" y="49824"/>
                  </a:lnTo>
                  <a:lnTo>
                    <a:pt x="44428" y="53658"/>
                  </a:lnTo>
                  <a:lnTo>
                    <a:pt x="40891" y="57605"/>
                  </a:lnTo>
                  <a:lnTo>
                    <a:pt x="37481" y="61663"/>
                  </a:lnTo>
                  <a:lnTo>
                    <a:pt x="34202" y="65826"/>
                  </a:lnTo>
                  <a:lnTo>
                    <a:pt x="31056" y="70092"/>
                  </a:lnTo>
                  <a:lnTo>
                    <a:pt x="28047" y="74455"/>
                  </a:lnTo>
                  <a:lnTo>
                    <a:pt x="25178" y="78911"/>
                  </a:lnTo>
                  <a:lnTo>
                    <a:pt x="22451" y="83456"/>
                  </a:lnTo>
                  <a:lnTo>
                    <a:pt x="19870" y="88086"/>
                  </a:lnTo>
                  <a:lnTo>
                    <a:pt x="17437" y="92794"/>
                  </a:lnTo>
                  <a:lnTo>
                    <a:pt x="15155" y="97578"/>
                  </a:lnTo>
                  <a:lnTo>
                    <a:pt x="13025" y="102431"/>
                  </a:lnTo>
                  <a:lnTo>
                    <a:pt x="11050" y="107350"/>
                  </a:lnTo>
                  <a:lnTo>
                    <a:pt x="9233" y="112328"/>
                  </a:lnTo>
                  <a:lnTo>
                    <a:pt x="7573" y="117362"/>
                  </a:lnTo>
                  <a:lnTo>
                    <a:pt x="6075" y="122446"/>
                  </a:lnTo>
                  <a:lnTo>
                    <a:pt x="4738" y="127575"/>
                  </a:lnTo>
                  <a:lnTo>
                    <a:pt x="3565" y="132743"/>
                  </a:lnTo>
                  <a:lnTo>
                    <a:pt x="2555" y="137946"/>
                  </a:lnTo>
                  <a:lnTo>
                    <a:pt x="1712" y="143179"/>
                  </a:lnTo>
                  <a:lnTo>
                    <a:pt x="1035" y="148436"/>
                  </a:lnTo>
                  <a:lnTo>
                    <a:pt x="524" y="153711"/>
                  </a:lnTo>
                  <a:lnTo>
                    <a:pt x="181" y="159000"/>
                  </a:lnTo>
                  <a:lnTo>
                    <a:pt x="6" y="164297"/>
                  </a:lnTo>
                  <a:lnTo>
                    <a:pt x="0" y="169597"/>
                  </a:lnTo>
                  <a:lnTo>
                    <a:pt x="161" y="174895"/>
                  </a:lnTo>
                  <a:lnTo>
                    <a:pt x="489" y="180185"/>
                  </a:lnTo>
                  <a:lnTo>
                    <a:pt x="986" y="185462"/>
                  </a:lnTo>
                  <a:lnTo>
                    <a:pt x="1649" y="190720"/>
                  </a:lnTo>
                  <a:lnTo>
                    <a:pt x="2479" y="195955"/>
                  </a:lnTo>
                  <a:lnTo>
                    <a:pt x="3475" y="201161"/>
                  </a:lnTo>
                  <a:lnTo>
                    <a:pt x="4635" y="206332"/>
                  </a:lnTo>
                  <a:lnTo>
                    <a:pt x="5958" y="211465"/>
                  </a:lnTo>
                  <a:lnTo>
                    <a:pt x="7443" y="216552"/>
                  </a:lnTo>
                  <a:lnTo>
                    <a:pt x="9089" y="221590"/>
                  </a:lnTo>
                  <a:lnTo>
                    <a:pt x="10894" y="226574"/>
                  </a:lnTo>
                  <a:lnTo>
                    <a:pt x="12856" y="231497"/>
                  </a:lnTo>
                  <a:lnTo>
                    <a:pt x="14973" y="236356"/>
                  </a:lnTo>
                  <a:lnTo>
                    <a:pt x="17242" y="241146"/>
                  </a:lnTo>
                  <a:lnTo>
                    <a:pt x="19663" y="245861"/>
                  </a:lnTo>
                  <a:lnTo>
                    <a:pt x="22232" y="250497"/>
                  </a:lnTo>
                  <a:lnTo>
                    <a:pt x="24946" y="255049"/>
                  </a:lnTo>
                  <a:lnTo>
                    <a:pt x="27804" y="259513"/>
                  </a:lnTo>
                  <a:lnTo>
                    <a:pt x="30801" y="263884"/>
                  </a:lnTo>
                  <a:lnTo>
                    <a:pt x="33936" y="268158"/>
                  </a:lnTo>
                  <a:lnTo>
                    <a:pt x="37204" y="272330"/>
                  </a:lnTo>
                  <a:lnTo>
                    <a:pt x="40604" y="276397"/>
                  </a:lnTo>
                  <a:lnTo>
                    <a:pt x="44130" y="280353"/>
                  </a:lnTo>
                  <a:lnTo>
                    <a:pt x="47780" y="284196"/>
                  </a:lnTo>
                  <a:lnTo>
                    <a:pt x="51550" y="287922"/>
                  </a:lnTo>
                  <a:lnTo>
                    <a:pt x="55436" y="291526"/>
                  </a:lnTo>
                  <a:lnTo>
                    <a:pt x="59435" y="295005"/>
                  </a:lnTo>
                  <a:lnTo>
                    <a:pt x="63541" y="298355"/>
                  </a:lnTo>
                  <a:lnTo>
                    <a:pt x="67752" y="301574"/>
                  </a:lnTo>
                  <a:lnTo>
                    <a:pt x="72063" y="304657"/>
                  </a:lnTo>
                  <a:lnTo>
                    <a:pt x="76470" y="307603"/>
                  </a:lnTo>
                  <a:lnTo>
                    <a:pt x="80967" y="310407"/>
                  </a:lnTo>
                  <a:lnTo>
                    <a:pt x="85551" y="313067"/>
                  </a:lnTo>
                  <a:lnTo>
                    <a:pt x="90218" y="315580"/>
                  </a:lnTo>
                  <a:lnTo>
                    <a:pt x="94961" y="317944"/>
                  </a:lnTo>
                  <a:lnTo>
                    <a:pt x="99777" y="320157"/>
                  </a:lnTo>
                  <a:lnTo>
                    <a:pt x="104661" y="322216"/>
                  </a:lnTo>
                  <a:lnTo>
                    <a:pt x="109608" y="324119"/>
                  </a:lnTo>
                  <a:lnTo>
                    <a:pt x="114612" y="325864"/>
                  </a:lnTo>
                  <a:lnTo>
                    <a:pt x="119670" y="327450"/>
                  </a:lnTo>
                  <a:lnTo>
                    <a:pt x="124775" y="328875"/>
                  </a:lnTo>
                  <a:lnTo>
                    <a:pt x="129922" y="330137"/>
                  </a:lnTo>
                  <a:lnTo>
                    <a:pt x="135108" y="331235"/>
                  </a:lnTo>
                  <a:lnTo>
                    <a:pt x="140325" y="332168"/>
                  </a:lnTo>
                  <a:lnTo>
                    <a:pt x="145569" y="332936"/>
                  </a:lnTo>
                  <a:lnTo>
                    <a:pt x="150835" y="333536"/>
                  </a:lnTo>
                  <a:lnTo>
                    <a:pt x="156117" y="333970"/>
                  </a:lnTo>
                  <a:lnTo>
                    <a:pt x="161411" y="334236"/>
                  </a:lnTo>
                  <a:lnTo>
                    <a:pt x="166710" y="334334"/>
                  </a:lnTo>
                  <a:lnTo>
                    <a:pt x="172010" y="334264"/>
                  </a:lnTo>
                  <a:lnTo>
                    <a:pt x="177304" y="334026"/>
                  </a:lnTo>
                  <a:lnTo>
                    <a:pt x="182589" y="333620"/>
                  </a:lnTo>
                  <a:lnTo>
                    <a:pt x="187858" y="333047"/>
                  </a:lnTo>
                  <a:lnTo>
                    <a:pt x="193106" y="332307"/>
                  </a:lnTo>
                  <a:lnTo>
                    <a:pt x="198328" y="331401"/>
                  </a:lnTo>
                  <a:lnTo>
                    <a:pt x="203519" y="330330"/>
                  </a:lnTo>
                  <a:lnTo>
                    <a:pt x="208673" y="329095"/>
                  </a:lnTo>
                  <a:lnTo>
                    <a:pt x="213786" y="327697"/>
                  </a:lnTo>
                  <a:lnTo>
                    <a:pt x="218851" y="326138"/>
                  </a:lnTo>
                  <a:lnTo>
                    <a:pt x="223865" y="324419"/>
                  </a:lnTo>
                  <a:lnTo>
                    <a:pt x="228822" y="322542"/>
                  </a:lnTo>
                  <a:lnTo>
                    <a:pt x="233716" y="320509"/>
                  </a:lnTo>
                  <a:lnTo>
                    <a:pt x="238544" y="318322"/>
                  </a:lnTo>
                  <a:lnTo>
                    <a:pt x="243300" y="315982"/>
                  </a:lnTo>
                  <a:lnTo>
                    <a:pt x="247979" y="313494"/>
                  </a:lnTo>
                  <a:lnTo>
                    <a:pt x="252577" y="310858"/>
                  </a:lnTo>
                  <a:lnTo>
                    <a:pt x="257090" y="308077"/>
                  </a:lnTo>
                  <a:lnTo>
                    <a:pt x="261512" y="305155"/>
                  </a:lnTo>
                  <a:lnTo>
                    <a:pt x="265839" y="302094"/>
                  </a:lnTo>
                  <a:lnTo>
                    <a:pt x="270066" y="298898"/>
                  </a:lnTo>
                  <a:lnTo>
                    <a:pt x="274191" y="295569"/>
                  </a:lnTo>
                  <a:lnTo>
                    <a:pt x="278207" y="292111"/>
                  </a:lnTo>
                  <a:lnTo>
                    <a:pt x="282112" y="288528"/>
                  </a:lnTo>
                  <a:lnTo>
                    <a:pt x="285902" y="284822"/>
                  </a:lnTo>
                  <a:lnTo>
                    <a:pt x="289572" y="280998"/>
                  </a:lnTo>
                  <a:lnTo>
                    <a:pt x="293119" y="277060"/>
                  </a:lnTo>
                  <a:lnTo>
                    <a:pt x="296540" y="273012"/>
                  </a:lnTo>
                  <a:lnTo>
                    <a:pt x="299830" y="268857"/>
                  </a:lnTo>
                  <a:lnTo>
                    <a:pt x="302987" y="264599"/>
                  </a:lnTo>
                  <a:lnTo>
                    <a:pt x="306008" y="260244"/>
                  </a:lnTo>
                  <a:lnTo>
                    <a:pt x="308888" y="255795"/>
                  </a:lnTo>
                  <a:lnTo>
                    <a:pt x="311627" y="251257"/>
                  </a:lnTo>
                  <a:lnTo>
                    <a:pt x="314220" y="246635"/>
                  </a:lnTo>
                  <a:lnTo>
                    <a:pt x="316665" y="241933"/>
                  </a:lnTo>
                  <a:lnTo>
                    <a:pt x="318960" y="237155"/>
                  </a:lnTo>
                  <a:lnTo>
                    <a:pt x="321103" y="232307"/>
                  </a:lnTo>
                  <a:lnTo>
                    <a:pt x="323090" y="227394"/>
                  </a:lnTo>
                  <a:lnTo>
                    <a:pt x="324921" y="222420"/>
                  </a:lnTo>
                  <a:lnTo>
                    <a:pt x="326594" y="217391"/>
                  </a:lnTo>
                  <a:lnTo>
                    <a:pt x="328106" y="212311"/>
                  </a:lnTo>
                  <a:lnTo>
                    <a:pt x="329456" y="207186"/>
                  </a:lnTo>
                  <a:lnTo>
                    <a:pt x="330643" y="202020"/>
                  </a:lnTo>
                  <a:lnTo>
                    <a:pt x="331666" y="196820"/>
                  </a:lnTo>
                  <a:lnTo>
                    <a:pt x="332523" y="191590"/>
                  </a:lnTo>
                  <a:lnTo>
                    <a:pt x="333214" y="186335"/>
                  </a:lnTo>
                  <a:lnTo>
                    <a:pt x="333738" y="181061"/>
                  </a:lnTo>
                  <a:lnTo>
                    <a:pt x="334095" y="175773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826449"/>
              <a:ext cx="166945" cy="8605"/>
            </a:xfrm>
            <a:custGeom>
              <a:avLst/>
              <a:pathLst>
                <a:path w="166945" h="8605">
                  <a:moveTo>
                    <a:pt x="166945" y="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826449"/>
              <a:ext cx="166945" cy="8605"/>
            </a:xfrm>
            <a:custGeom>
              <a:avLst/>
              <a:pathLst>
                <a:path w="166945" h="8605">
                  <a:moveTo>
                    <a:pt x="166945" y="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741625"/>
              <a:ext cx="167142" cy="93428"/>
            </a:xfrm>
            <a:custGeom>
              <a:avLst/>
              <a:pathLst>
                <a:path w="167142" h="93428">
                  <a:moveTo>
                    <a:pt x="166945" y="93428"/>
                  </a:moveTo>
                  <a:lnTo>
                    <a:pt x="167142" y="87692"/>
                  </a:lnTo>
                  <a:lnTo>
                    <a:pt x="167142" y="81953"/>
                  </a:lnTo>
                  <a:lnTo>
                    <a:pt x="166945" y="76217"/>
                  </a:lnTo>
                  <a:lnTo>
                    <a:pt x="166551" y="70491"/>
                  </a:lnTo>
                  <a:lnTo>
                    <a:pt x="165961" y="64783"/>
                  </a:lnTo>
                  <a:lnTo>
                    <a:pt x="165176" y="59097"/>
                  </a:lnTo>
                  <a:lnTo>
                    <a:pt x="164195" y="53442"/>
                  </a:lnTo>
                  <a:lnTo>
                    <a:pt x="163021" y="47824"/>
                  </a:lnTo>
                  <a:lnTo>
                    <a:pt x="161655" y="42250"/>
                  </a:lnTo>
                  <a:lnTo>
                    <a:pt x="160098" y="36726"/>
                  </a:lnTo>
                  <a:lnTo>
                    <a:pt x="158353" y="31258"/>
                  </a:lnTo>
                  <a:lnTo>
                    <a:pt x="156421" y="25854"/>
                  </a:lnTo>
                  <a:lnTo>
                    <a:pt x="154304" y="20519"/>
                  </a:lnTo>
                  <a:lnTo>
                    <a:pt x="152006" y="15260"/>
                  </a:lnTo>
                  <a:lnTo>
                    <a:pt x="149529" y="10083"/>
                  </a:lnTo>
                  <a:lnTo>
                    <a:pt x="146875" y="4994"/>
                  </a:lnTo>
                  <a:lnTo>
                    <a:pt x="144048" y="0"/>
                  </a:lnTo>
                  <a:lnTo>
                    <a:pt x="0" y="848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144048" cy="167167"/>
            </a:xfrm>
            <a:custGeom>
              <a:avLst/>
              <a:pathLst>
                <a:path w="144048" h="167167">
                  <a:moveTo>
                    <a:pt x="144048" y="82344"/>
                  </a:moveTo>
                  <a:lnTo>
                    <a:pt x="141220" y="77714"/>
                  </a:lnTo>
                  <a:lnTo>
                    <a:pt x="138242" y="73178"/>
                  </a:lnTo>
                  <a:lnTo>
                    <a:pt x="135119" y="68742"/>
                  </a:lnTo>
                  <a:lnTo>
                    <a:pt x="131854" y="64409"/>
                  </a:lnTo>
                  <a:lnTo>
                    <a:pt x="128450" y="60184"/>
                  </a:lnTo>
                  <a:lnTo>
                    <a:pt x="124911" y="56072"/>
                  </a:lnTo>
                  <a:lnTo>
                    <a:pt x="121240" y="52077"/>
                  </a:lnTo>
                  <a:lnTo>
                    <a:pt x="117441" y="48203"/>
                  </a:lnTo>
                  <a:lnTo>
                    <a:pt x="113519" y="44455"/>
                  </a:lnTo>
                  <a:lnTo>
                    <a:pt x="109477" y="40836"/>
                  </a:lnTo>
                  <a:lnTo>
                    <a:pt x="105320" y="37349"/>
                  </a:lnTo>
                  <a:lnTo>
                    <a:pt x="101052" y="34000"/>
                  </a:lnTo>
                  <a:lnTo>
                    <a:pt x="96677" y="30791"/>
                  </a:lnTo>
                  <a:lnTo>
                    <a:pt x="92201" y="27725"/>
                  </a:lnTo>
                  <a:lnTo>
                    <a:pt x="87627" y="24807"/>
                  </a:lnTo>
                  <a:lnTo>
                    <a:pt x="82961" y="22038"/>
                  </a:lnTo>
                  <a:lnTo>
                    <a:pt x="78208" y="19423"/>
                  </a:lnTo>
                  <a:lnTo>
                    <a:pt x="73372" y="16962"/>
                  </a:lnTo>
                  <a:lnTo>
                    <a:pt x="68459" y="14661"/>
                  </a:lnTo>
                  <a:lnTo>
                    <a:pt x="63474" y="12519"/>
                  </a:lnTo>
                  <a:lnTo>
                    <a:pt x="58422" y="10541"/>
                  </a:lnTo>
                  <a:lnTo>
                    <a:pt x="53309" y="8727"/>
                  </a:lnTo>
                  <a:lnTo>
                    <a:pt x="48139" y="7081"/>
                  </a:lnTo>
                  <a:lnTo>
                    <a:pt x="42919" y="5603"/>
                  </a:lnTo>
                  <a:lnTo>
                    <a:pt x="37654" y="4295"/>
                  </a:lnTo>
                  <a:lnTo>
                    <a:pt x="32348" y="3159"/>
                  </a:lnTo>
                  <a:lnTo>
                    <a:pt x="27009" y="2196"/>
                  </a:lnTo>
                  <a:lnTo>
                    <a:pt x="21641" y="1406"/>
                  </a:lnTo>
                  <a:lnTo>
                    <a:pt x="16251" y="791"/>
                  </a:lnTo>
                  <a:lnTo>
                    <a:pt x="10843" y="352"/>
                  </a:lnTo>
                  <a:lnTo>
                    <a:pt x="5424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561313" y="4213821"/>
              <a:ext cx="320337" cy="334322"/>
            </a:xfrm>
            <a:custGeom>
              <a:avLst/>
              <a:pathLst>
                <a:path w="320337" h="334322">
                  <a:moveTo>
                    <a:pt x="167159" y="0"/>
                  </a:moveTo>
                  <a:lnTo>
                    <a:pt x="161835" y="84"/>
                  </a:lnTo>
                  <a:lnTo>
                    <a:pt x="156516" y="339"/>
                  </a:lnTo>
                  <a:lnTo>
                    <a:pt x="151208" y="762"/>
                  </a:lnTo>
                  <a:lnTo>
                    <a:pt x="145916" y="1355"/>
                  </a:lnTo>
                  <a:lnTo>
                    <a:pt x="140646" y="2115"/>
                  </a:lnTo>
                  <a:lnTo>
                    <a:pt x="135403" y="3044"/>
                  </a:lnTo>
                  <a:lnTo>
                    <a:pt x="130191" y="4138"/>
                  </a:lnTo>
                  <a:lnTo>
                    <a:pt x="125018" y="5398"/>
                  </a:lnTo>
                  <a:lnTo>
                    <a:pt x="119887" y="6823"/>
                  </a:lnTo>
                  <a:lnTo>
                    <a:pt x="114804" y="8409"/>
                  </a:lnTo>
                  <a:lnTo>
                    <a:pt x="109774" y="10157"/>
                  </a:lnTo>
                  <a:lnTo>
                    <a:pt x="104803" y="12065"/>
                  </a:lnTo>
                  <a:lnTo>
                    <a:pt x="99895" y="14129"/>
                  </a:lnTo>
                  <a:lnTo>
                    <a:pt x="95055" y="16349"/>
                  </a:lnTo>
                  <a:lnTo>
                    <a:pt x="90288" y="18722"/>
                  </a:lnTo>
                  <a:lnTo>
                    <a:pt x="85599" y="21246"/>
                  </a:lnTo>
                  <a:lnTo>
                    <a:pt x="80993" y="23918"/>
                  </a:lnTo>
                  <a:lnTo>
                    <a:pt x="76474" y="26735"/>
                  </a:lnTo>
                  <a:lnTo>
                    <a:pt x="72047" y="29694"/>
                  </a:lnTo>
                  <a:lnTo>
                    <a:pt x="67717" y="32793"/>
                  </a:lnTo>
                  <a:lnTo>
                    <a:pt x="63488" y="36028"/>
                  </a:lnTo>
                  <a:lnTo>
                    <a:pt x="59364" y="39397"/>
                  </a:lnTo>
                  <a:lnTo>
                    <a:pt x="55349" y="42895"/>
                  </a:lnTo>
                  <a:lnTo>
                    <a:pt x="51448" y="46519"/>
                  </a:lnTo>
                  <a:lnTo>
                    <a:pt x="47664" y="50265"/>
                  </a:lnTo>
                  <a:lnTo>
                    <a:pt x="44002" y="54130"/>
                  </a:lnTo>
                  <a:lnTo>
                    <a:pt x="40464" y="58110"/>
                  </a:lnTo>
                  <a:lnTo>
                    <a:pt x="37055" y="62201"/>
                  </a:lnTo>
                  <a:lnTo>
                    <a:pt x="33778" y="66398"/>
                  </a:lnTo>
                  <a:lnTo>
                    <a:pt x="30636" y="70697"/>
                  </a:lnTo>
                  <a:lnTo>
                    <a:pt x="27633" y="75094"/>
                  </a:lnTo>
                  <a:lnTo>
                    <a:pt x="24771" y="79584"/>
                  </a:lnTo>
                  <a:lnTo>
                    <a:pt x="22054" y="84164"/>
                  </a:lnTo>
                  <a:lnTo>
                    <a:pt x="19484" y="88827"/>
                  </a:lnTo>
                  <a:lnTo>
                    <a:pt x="17064" y="93570"/>
                  </a:lnTo>
                  <a:lnTo>
                    <a:pt x="14796" y="98388"/>
                  </a:lnTo>
                  <a:lnTo>
                    <a:pt x="12683" y="103276"/>
                  </a:lnTo>
                  <a:lnTo>
                    <a:pt x="10726" y="108228"/>
                  </a:lnTo>
                  <a:lnTo>
                    <a:pt x="8928" y="113240"/>
                  </a:lnTo>
                  <a:lnTo>
                    <a:pt x="7291" y="118307"/>
                  </a:lnTo>
                  <a:lnTo>
                    <a:pt x="5816" y="123424"/>
                  </a:lnTo>
                  <a:lnTo>
                    <a:pt x="4505" y="128584"/>
                  </a:lnTo>
                  <a:lnTo>
                    <a:pt x="3358" y="133784"/>
                  </a:lnTo>
                  <a:lnTo>
                    <a:pt x="2378" y="139018"/>
                  </a:lnTo>
                  <a:lnTo>
                    <a:pt x="1565" y="144281"/>
                  </a:lnTo>
                  <a:lnTo>
                    <a:pt x="920" y="149566"/>
                  </a:lnTo>
                  <a:lnTo>
                    <a:pt x="444" y="154870"/>
                  </a:lnTo>
                  <a:lnTo>
                    <a:pt x="137" y="160186"/>
                  </a:lnTo>
                  <a:lnTo>
                    <a:pt x="0" y="165509"/>
                  </a:lnTo>
                  <a:lnTo>
                    <a:pt x="31" y="170834"/>
                  </a:lnTo>
                  <a:lnTo>
                    <a:pt x="233" y="176155"/>
                  </a:lnTo>
                  <a:lnTo>
                    <a:pt x="604" y="181467"/>
                  </a:lnTo>
                  <a:lnTo>
                    <a:pt x="1144" y="186764"/>
                  </a:lnTo>
                  <a:lnTo>
                    <a:pt x="1852" y="192041"/>
                  </a:lnTo>
                  <a:lnTo>
                    <a:pt x="2728" y="197294"/>
                  </a:lnTo>
                  <a:lnTo>
                    <a:pt x="3771" y="202515"/>
                  </a:lnTo>
                  <a:lnTo>
                    <a:pt x="4980" y="207701"/>
                  </a:lnTo>
                  <a:lnTo>
                    <a:pt x="6353" y="212846"/>
                  </a:lnTo>
                  <a:lnTo>
                    <a:pt x="7890" y="217944"/>
                  </a:lnTo>
                  <a:lnTo>
                    <a:pt x="9588" y="222991"/>
                  </a:lnTo>
                  <a:lnTo>
                    <a:pt x="11446" y="227981"/>
                  </a:lnTo>
                  <a:lnTo>
                    <a:pt x="13462" y="232910"/>
                  </a:lnTo>
                  <a:lnTo>
                    <a:pt x="15633" y="237772"/>
                  </a:lnTo>
                  <a:lnTo>
                    <a:pt x="17959" y="242562"/>
                  </a:lnTo>
                  <a:lnTo>
                    <a:pt x="20436" y="247275"/>
                  </a:lnTo>
                  <a:lnTo>
                    <a:pt x="23062" y="251908"/>
                  </a:lnTo>
                  <a:lnTo>
                    <a:pt x="25834" y="256454"/>
                  </a:lnTo>
                  <a:lnTo>
                    <a:pt x="28749" y="260910"/>
                  </a:lnTo>
                  <a:lnTo>
                    <a:pt x="31805" y="265271"/>
                  </a:lnTo>
                  <a:lnTo>
                    <a:pt x="34998" y="269532"/>
                  </a:lnTo>
                  <a:lnTo>
                    <a:pt x="38326" y="273689"/>
                  </a:lnTo>
                  <a:lnTo>
                    <a:pt x="41784" y="277738"/>
                  </a:lnTo>
                  <a:lnTo>
                    <a:pt x="45369" y="281675"/>
                  </a:lnTo>
                  <a:lnTo>
                    <a:pt x="49078" y="285496"/>
                  </a:lnTo>
                  <a:lnTo>
                    <a:pt x="52906" y="289197"/>
                  </a:lnTo>
                  <a:lnTo>
                    <a:pt x="56851" y="292774"/>
                  </a:lnTo>
                  <a:lnTo>
                    <a:pt x="60907" y="296223"/>
                  </a:lnTo>
                  <a:lnTo>
                    <a:pt x="65071" y="299542"/>
                  </a:lnTo>
                  <a:lnTo>
                    <a:pt x="69339" y="302726"/>
                  </a:lnTo>
                  <a:lnTo>
                    <a:pt x="73706" y="305773"/>
                  </a:lnTo>
                  <a:lnTo>
                    <a:pt x="78168" y="308679"/>
                  </a:lnTo>
                  <a:lnTo>
                    <a:pt x="82720" y="311441"/>
                  </a:lnTo>
                  <a:lnTo>
                    <a:pt x="87358" y="314058"/>
                  </a:lnTo>
                  <a:lnTo>
                    <a:pt x="92077" y="316525"/>
                  </a:lnTo>
                  <a:lnTo>
                    <a:pt x="96872" y="318840"/>
                  </a:lnTo>
                  <a:lnTo>
                    <a:pt x="101738" y="321002"/>
                  </a:lnTo>
                  <a:lnTo>
                    <a:pt x="106671" y="323007"/>
                  </a:lnTo>
                  <a:lnTo>
                    <a:pt x="111665" y="324855"/>
                  </a:lnTo>
                  <a:lnTo>
                    <a:pt x="116716" y="326542"/>
                  </a:lnTo>
                  <a:lnTo>
                    <a:pt x="121817" y="328068"/>
                  </a:lnTo>
                  <a:lnTo>
                    <a:pt x="126965" y="329430"/>
                  </a:lnTo>
                  <a:lnTo>
                    <a:pt x="132153" y="330628"/>
                  </a:lnTo>
                  <a:lnTo>
                    <a:pt x="137377" y="331660"/>
                  </a:lnTo>
                  <a:lnTo>
                    <a:pt x="142631" y="332525"/>
                  </a:lnTo>
                  <a:lnTo>
                    <a:pt x="147910" y="333222"/>
                  </a:lnTo>
                  <a:lnTo>
                    <a:pt x="153209" y="333751"/>
                  </a:lnTo>
                  <a:lnTo>
                    <a:pt x="158521" y="334111"/>
                  </a:lnTo>
                  <a:lnTo>
                    <a:pt x="163843" y="334301"/>
                  </a:lnTo>
                  <a:lnTo>
                    <a:pt x="169168" y="334322"/>
                  </a:lnTo>
                  <a:lnTo>
                    <a:pt x="174490" y="334174"/>
                  </a:lnTo>
                  <a:lnTo>
                    <a:pt x="179806" y="333855"/>
                  </a:lnTo>
                  <a:lnTo>
                    <a:pt x="185108" y="333368"/>
                  </a:lnTo>
                  <a:lnTo>
                    <a:pt x="190392" y="332712"/>
                  </a:lnTo>
                  <a:lnTo>
                    <a:pt x="195653" y="331888"/>
                  </a:lnTo>
                  <a:lnTo>
                    <a:pt x="200885" y="330897"/>
                  </a:lnTo>
                  <a:lnTo>
                    <a:pt x="206082" y="329740"/>
                  </a:lnTo>
                  <a:lnTo>
                    <a:pt x="211240" y="328418"/>
                  </a:lnTo>
                  <a:lnTo>
                    <a:pt x="216354" y="326932"/>
                  </a:lnTo>
                  <a:lnTo>
                    <a:pt x="221417" y="325284"/>
                  </a:lnTo>
                  <a:lnTo>
                    <a:pt x="226426" y="323476"/>
                  </a:lnTo>
                  <a:lnTo>
                    <a:pt x="231374" y="321509"/>
                  </a:lnTo>
                  <a:lnTo>
                    <a:pt x="236257" y="319385"/>
                  </a:lnTo>
                  <a:lnTo>
                    <a:pt x="241070" y="317107"/>
                  </a:lnTo>
                  <a:lnTo>
                    <a:pt x="245808" y="314677"/>
                  </a:lnTo>
                  <a:lnTo>
                    <a:pt x="250466" y="312097"/>
                  </a:lnTo>
                  <a:lnTo>
                    <a:pt x="255040" y="309371"/>
                  </a:lnTo>
                  <a:lnTo>
                    <a:pt x="259524" y="306499"/>
                  </a:lnTo>
                  <a:lnTo>
                    <a:pt x="263915" y="303487"/>
                  </a:lnTo>
                  <a:lnTo>
                    <a:pt x="268208" y="300336"/>
                  </a:lnTo>
                  <a:lnTo>
                    <a:pt x="272398" y="297050"/>
                  </a:lnTo>
                  <a:lnTo>
                    <a:pt x="276481" y="293633"/>
                  </a:lnTo>
                  <a:lnTo>
                    <a:pt x="280453" y="290087"/>
                  </a:lnTo>
                  <a:lnTo>
                    <a:pt x="284311" y="286416"/>
                  </a:lnTo>
                  <a:lnTo>
                    <a:pt x="288049" y="282624"/>
                  </a:lnTo>
                  <a:lnTo>
                    <a:pt x="291665" y="278715"/>
                  </a:lnTo>
                  <a:lnTo>
                    <a:pt x="295155" y="274693"/>
                  </a:lnTo>
                  <a:lnTo>
                    <a:pt x="298515" y="270562"/>
                  </a:lnTo>
                  <a:lnTo>
                    <a:pt x="301741" y="266326"/>
                  </a:lnTo>
                  <a:lnTo>
                    <a:pt x="304831" y="261990"/>
                  </a:lnTo>
                  <a:lnTo>
                    <a:pt x="307781" y="257557"/>
                  </a:lnTo>
                  <a:lnTo>
                    <a:pt x="310589" y="253032"/>
                  </a:lnTo>
                  <a:lnTo>
                    <a:pt x="313251" y="248420"/>
                  </a:lnTo>
                  <a:lnTo>
                    <a:pt x="315764" y="243726"/>
                  </a:lnTo>
                  <a:lnTo>
                    <a:pt x="318127" y="238954"/>
                  </a:lnTo>
                  <a:lnTo>
                    <a:pt x="320337" y="23411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80988"/>
              <a:ext cx="153178" cy="66942"/>
            </a:xfrm>
            <a:custGeom>
              <a:avLst/>
              <a:pathLst>
                <a:path w="153178" h="66942">
                  <a:moveTo>
                    <a:pt x="153178" y="6694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354554"/>
              <a:ext cx="167160" cy="93377"/>
            </a:xfrm>
            <a:custGeom>
              <a:avLst/>
              <a:pathLst>
                <a:path w="167160" h="93377">
                  <a:moveTo>
                    <a:pt x="153178" y="93377"/>
                  </a:moveTo>
                  <a:lnTo>
                    <a:pt x="155339" y="88196"/>
                  </a:lnTo>
                  <a:lnTo>
                    <a:pt x="157325" y="82947"/>
                  </a:lnTo>
                  <a:lnTo>
                    <a:pt x="159133" y="77633"/>
                  </a:lnTo>
                  <a:lnTo>
                    <a:pt x="160762" y="72262"/>
                  </a:lnTo>
                  <a:lnTo>
                    <a:pt x="162210" y="66840"/>
                  </a:lnTo>
                  <a:lnTo>
                    <a:pt x="163475" y="61371"/>
                  </a:lnTo>
                  <a:lnTo>
                    <a:pt x="164556" y="55864"/>
                  </a:lnTo>
                  <a:lnTo>
                    <a:pt x="165451" y="50323"/>
                  </a:lnTo>
                  <a:lnTo>
                    <a:pt x="166160" y="44755"/>
                  </a:lnTo>
                  <a:lnTo>
                    <a:pt x="166681" y="39167"/>
                  </a:lnTo>
                  <a:lnTo>
                    <a:pt x="167015" y="33564"/>
                  </a:lnTo>
                  <a:lnTo>
                    <a:pt x="167160" y="27953"/>
                  </a:lnTo>
                  <a:lnTo>
                    <a:pt x="167117" y="22340"/>
                  </a:lnTo>
                  <a:lnTo>
                    <a:pt x="166885" y="16732"/>
                  </a:lnTo>
                  <a:lnTo>
                    <a:pt x="166465" y="11135"/>
                  </a:lnTo>
                  <a:lnTo>
                    <a:pt x="165858" y="5556"/>
                  </a:lnTo>
                  <a:lnTo>
                    <a:pt x="165064" y="0"/>
                  </a:lnTo>
                  <a:lnTo>
                    <a:pt x="0" y="264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165064" cy="167167"/>
            </a:xfrm>
            <a:custGeom>
              <a:avLst/>
              <a:pathLst>
                <a:path w="165064" h="167167">
                  <a:moveTo>
                    <a:pt x="165064" y="140733"/>
                  </a:moveTo>
                  <a:lnTo>
                    <a:pt x="164107" y="135328"/>
                  </a:lnTo>
                  <a:lnTo>
                    <a:pt x="162973" y="129957"/>
                  </a:lnTo>
                  <a:lnTo>
                    <a:pt x="161664" y="124626"/>
                  </a:lnTo>
                  <a:lnTo>
                    <a:pt x="160180" y="119342"/>
                  </a:lnTo>
                  <a:lnTo>
                    <a:pt x="158523" y="114109"/>
                  </a:lnTo>
                  <a:lnTo>
                    <a:pt x="156696" y="108933"/>
                  </a:lnTo>
                  <a:lnTo>
                    <a:pt x="154699" y="103820"/>
                  </a:lnTo>
                  <a:lnTo>
                    <a:pt x="152536" y="98775"/>
                  </a:lnTo>
                  <a:lnTo>
                    <a:pt x="150209" y="93804"/>
                  </a:lnTo>
                  <a:lnTo>
                    <a:pt x="147719" y="88912"/>
                  </a:lnTo>
                  <a:lnTo>
                    <a:pt x="145070" y="84104"/>
                  </a:lnTo>
                  <a:lnTo>
                    <a:pt x="142265" y="79386"/>
                  </a:lnTo>
                  <a:lnTo>
                    <a:pt x="139306" y="74762"/>
                  </a:lnTo>
                  <a:lnTo>
                    <a:pt x="136197" y="70239"/>
                  </a:lnTo>
                  <a:lnTo>
                    <a:pt x="132942" y="65819"/>
                  </a:lnTo>
                  <a:lnTo>
                    <a:pt x="129543" y="61509"/>
                  </a:lnTo>
                  <a:lnTo>
                    <a:pt x="126004" y="57313"/>
                  </a:lnTo>
                  <a:lnTo>
                    <a:pt x="122329" y="53236"/>
                  </a:lnTo>
                  <a:lnTo>
                    <a:pt x="118523" y="49281"/>
                  </a:lnTo>
                  <a:lnTo>
                    <a:pt x="114589" y="45453"/>
                  </a:lnTo>
                  <a:lnTo>
                    <a:pt x="110531" y="41756"/>
                  </a:lnTo>
                  <a:lnTo>
                    <a:pt x="106354" y="38195"/>
                  </a:lnTo>
                  <a:lnTo>
                    <a:pt x="102062" y="34773"/>
                  </a:lnTo>
                  <a:lnTo>
                    <a:pt x="97660" y="31493"/>
                  </a:lnTo>
                  <a:lnTo>
                    <a:pt x="93153" y="28360"/>
                  </a:lnTo>
                  <a:lnTo>
                    <a:pt x="88546" y="25377"/>
                  </a:lnTo>
                  <a:lnTo>
                    <a:pt x="83843" y="22546"/>
                  </a:lnTo>
                  <a:lnTo>
                    <a:pt x="79050" y="19871"/>
                  </a:lnTo>
                  <a:lnTo>
                    <a:pt x="74171" y="17355"/>
                  </a:lnTo>
                  <a:lnTo>
                    <a:pt x="69213" y="15001"/>
                  </a:lnTo>
                  <a:lnTo>
                    <a:pt x="64180" y="12811"/>
                  </a:lnTo>
                  <a:lnTo>
                    <a:pt x="59077" y="10787"/>
                  </a:lnTo>
                  <a:lnTo>
                    <a:pt x="53911" y="8931"/>
                  </a:lnTo>
                  <a:lnTo>
                    <a:pt x="48687" y="7247"/>
                  </a:lnTo>
                  <a:lnTo>
                    <a:pt x="43411" y="5735"/>
                  </a:lnTo>
                  <a:lnTo>
                    <a:pt x="38087" y="4396"/>
                  </a:lnTo>
                  <a:lnTo>
                    <a:pt x="32723" y="3234"/>
                  </a:lnTo>
                  <a:lnTo>
                    <a:pt x="27323" y="2248"/>
                  </a:lnTo>
                  <a:lnTo>
                    <a:pt x="21894" y="1439"/>
                  </a:lnTo>
                  <a:lnTo>
                    <a:pt x="16441" y="810"/>
                  </a:lnTo>
                  <a:lnTo>
                    <a:pt x="10970" y="360"/>
                  </a:lnTo>
                  <a:lnTo>
                    <a:pt x="5488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751845" y="3707720"/>
              <a:ext cx="202763" cy="334327"/>
            </a:xfrm>
            <a:custGeom>
              <a:avLst/>
              <a:pathLst>
                <a:path w="202763" h="334327">
                  <a:moveTo>
                    <a:pt x="167165" y="0"/>
                  </a:moveTo>
                  <a:lnTo>
                    <a:pt x="161823" y="85"/>
                  </a:lnTo>
                  <a:lnTo>
                    <a:pt x="156486" y="341"/>
                  </a:lnTo>
                  <a:lnTo>
                    <a:pt x="151160" y="767"/>
                  </a:lnTo>
                  <a:lnTo>
                    <a:pt x="145850" y="1364"/>
                  </a:lnTo>
                  <a:lnTo>
                    <a:pt x="140562" y="2130"/>
                  </a:lnTo>
                  <a:lnTo>
                    <a:pt x="135302" y="3064"/>
                  </a:lnTo>
                  <a:lnTo>
                    <a:pt x="130074" y="4166"/>
                  </a:lnTo>
                  <a:lnTo>
                    <a:pt x="124883" y="5435"/>
                  </a:lnTo>
                  <a:lnTo>
                    <a:pt x="119736" y="6869"/>
                  </a:lnTo>
                  <a:lnTo>
                    <a:pt x="114638" y="8467"/>
                  </a:lnTo>
                  <a:lnTo>
                    <a:pt x="109593" y="10226"/>
                  </a:lnTo>
                  <a:lnTo>
                    <a:pt x="104607" y="12146"/>
                  </a:lnTo>
                  <a:lnTo>
                    <a:pt x="99684" y="14225"/>
                  </a:lnTo>
                  <a:lnTo>
                    <a:pt x="94831" y="16460"/>
                  </a:lnTo>
                  <a:lnTo>
                    <a:pt x="90052" y="18848"/>
                  </a:lnTo>
                  <a:lnTo>
                    <a:pt x="85351" y="21388"/>
                  </a:lnTo>
                  <a:lnTo>
                    <a:pt x="80734" y="24077"/>
                  </a:lnTo>
                  <a:lnTo>
                    <a:pt x="76205" y="26913"/>
                  </a:lnTo>
                  <a:lnTo>
                    <a:pt x="71769" y="29891"/>
                  </a:lnTo>
                  <a:lnTo>
                    <a:pt x="67431" y="33010"/>
                  </a:lnTo>
                  <a:lnTo>
                    <a:pt x="63195" y="36266"/>
                  </a:lnTo>
                  <a:lnTo>
                    <a:pt x="59064" y="39656"/>
                  </a:lnTo>
                  <a:lnTo>
                    <a:pt x="55045" y="43175"/>
                  </a:lnTo>
                  <a:lnTo>
                    <a:pt x="51139" y="46822"/>
                  </a:lnTo>
                  <a:lnTo>
                    <a:pt x="47353" y="50591"/>
                  </a:lnTo>
                  <a:lnTo>
                    <a:pt x="43688" y="54480"/>
                  </a:lnTo>
                  <a:lnTo>
                    <a:pt x="40150" y="58484"/>
                  </a:lnTo>
                  <a:lnTo>
                    <a:pt x="36742" y="62598"/>
                  </a:lnTo>
                  <a:lnTo>
                    <a:pt x="33466" y="66820"/>
                  </a:lnTo>
                  <a:lnTo>
                    <a:pt x="30328" y="71144"/>
                  </a:lnTo>
                  <a:lnTo>
                    <a:pt x="27329" y="75566"/>
                  </a:lnTo>
                  <a:lnTo>
                    <a:pt x="24473" y="80082"/>
                  </a:lnTo>
                  <a:lnTo>
                    <a:pt x="21763" y="84686"/>
                  </a:lnTo>
                  <a:lnTo>
                    <a:pt x="19201" y="89375"/>
                  </a:lnTo>
                  <a:lnTo>
                    <a:pt x="16791" y="94144"/>
                  </a:lnTo>
                  <a:lnTo>
                    <a:pt x="14534" y="98987"/>
                  </a:lnTo>
                  <a:lnTo>
                    <a:pt x="12433" y="103899"/>
                  </a:lnTo>
                  <a:lnTo>
                    <a:pt x="10490" y="108877"/>
                  </a:lnTo>
                  <a:lnTo>
                    <a:pt x="8707" y="113913"/>
                  </a:lnTo>
                  <a:lnTo>
                    <a:pt x="7086" y="119005"/>
                  </a:lnTo>
                  <a:lnTo>
                    <a:pt x="5629" y="124145"/>
                  </a:lnTo>
                  <a:lnTo>
                    <a:pt x="4336" y="129329"/>
                  </a:lnTo>
                  <a:lnTo>
                    <a:pt x="3210" y="134553"/>
                  </a:lnTo>
                  <a:lnTo>
                    <a:pt x="2252" y="139809"/>
                  </a:lnTo>
                  <a:lnTo>
                    <a:pt x="1462" y="145093"/>
                  </a:lnTo>
                  <a:lnTo>
                    <a:pt x="841" y="150400"/>
                  </a:lnTo>
                  <a:lnTo>
                    <a:pt x="390" y="155724"/>
                  </a:lnTo>
                  <a:lnTo>
                    <a:pt x="109" y="161060"/>
                  </a:lnTo>
                  <a:lnTo>
                    <a:pt x="0" y="166402"/>
                  </a:lnTo>
                  <a:lnTo>
                    <a:pt x="60" y="171744"/>
                  </a:lnTo>
                  <a:lnTo>
                    <a:pt x="292" y="177082"/>
                  </a:lnTo>
                  <a:lnTo>
                    <a:pt x="694" y="182410"/>
                  </a:lnTo>
                  <a:lnTo>
                    <a:pt x="1266" y="187723"/>
                  </a:lnTo>
                  <a:lnTo>
                    <a:pt x="2008" y="193014"/>
                  </a:lnTo>
                  <a:lnTo>
                    <a:pt x="2918" y="198279"/>
                  </a:lnTo>
                  <a:lnTo>
                    <a:pt x="3997" y="203512"/>
                  </a:lnTo>
                  <a:lnTo>
                    <a:pt x="5241" y="208708"/>
                  </a:lnTo>
                  <a:lnTo>
                    <a:pt x="6652" y="213862"/>
                  </a:lnTo>
                  <a:lnTo>
                    <a:pt x="8226" y="218967"/>
                  </a:lnTo>
                  <a:lnTo>
                    <a:pt x="9963" y="224020"/>
                  </a:lnTo>
                  <a:lnTo>
                    <a:pt x="11860" y="229015"/>
                  </a:lnTo>
                  <a:lnTo>
                    <a:pt x="13916" y="233947"/>
                  </a:lnTo>
                  <a:lnTo>
                    <a:pt x="16128" y="238810"/>
                  </a:lnTo>
                  <a:lnTo>
                    <a:pt x="18495" y="243601"/>
                  </a:lnTo>
                  <a:lnTo>
                    <a:pt x="21014" y="248313"/>
                  </a:lnTo>
                  <a:lnTo>
                    <a:pt x="23682" y="252942"/>
                  </a:lnTo>
                  <a:lnTo>
                    <a:pt x="26496" y="257484"/>
                  </a:lnTo>
                  <a:lnTo>
                    <a:pt x="29454" y="261933"/>
                  </a:lnTo>
                  <a:lnTo>
                    <a:pt x="32553" y="266286"/>
                  </a:lnTo>
                  <a:lnTo>
                    <a:pt x="35790" y="270537"/>
                  </a:lnTo>
                  <a:lnTo>
                    <a:pt x="39160" y="274683"/>
                  </a:lnTo>
                  <a:lnTo>
                    <a:pt x="42662" y="278719"/>
                  </a:lnTo>
                  <a:lnTo>
                    <a:pt x="46290" y="282641"/>
                  </a:lnTo>
                  <a:lnTo>
                    <a:pt x="50042" y="286445"/>
                  </a:lnTo>
                  <a:lnTo>
                    <a:pt x="53914" y="290127"/>
                  </a:lnTo>
                  <a:lnTo>
                    <a:pt x="57901" y="293683"/>
                  </a:lnTo>
                  <a:lnTo>
                    <a:pt x="62000" y="297111"/>
                  </a:lnTo>
                  <a:lnTo>
                    <a:pt x="66207" y="300405"/>
                  </a:lnTo>
                  <a:lnTo>
                    <a:pt x="70517" y="303563"/>
                  </a:lnTo>
                  <a:lnTo>
                    <a:pt x="74925" y="306582"/>
                  </a:lnTo>
                  <a:lnTo>
                    <a:pt x="79428" y="309459"/>
                  </a:lnTo>
                  <a:lnTo>
                    <a:pt x="84020" y="312190"/>
                  </a:lnTo>
                  <a:lnTo>
                    <a:pt x="88697" y="314773"/>
                  </a:lnTo>
                  <a:lnTo>
                    <a:pt x="93454" y="317206"/>
                  </a:lnTo>
                  <a:lnTo>
                    <a:pt x="98287" y="319485"/>
                  </a:lnTo>
                  <a:lnTo>
                    <a:pt x="103190" y="321608"/>
                  </a:lnTo>
                  <a:lnTo>
                    <a:pt x="108158" y="323574"/>
                  </a:lnTo>
                  <a:lnTo>
                    <a:pt x="113187" y="325380"/>
                  </a:lnTo>
                  <a:lnTo>
                    <a:pt x="118271" y="327024"/>
                  </a:lnTo>
                  <a:lnTo>
                    <a:pt x="123404" y="328505"/>
                  </a:lnTo>
                  <a:lnTo>
                    <a:pt x="128583" y="329821"/>
                  </a:lnTo>
                  <a:lnTo>
                    <a:pt x="133801" y="330971"/>
                  </a:lnTo>
                  <a:lnTo>
                    <a:pt x="139052" y="331954"/>
                  </a:lnTo>
                  <a:lnTo>
                    <a:pt x="144333" y="332768"/>
                  </a:lnTo>
                  <a:lnTo>
                    <a:pt x="149637" y="333413"/>
                  </a:lnTo>
                  <a:lnTo>
                    <a:pt x="154959" y="333888"/>
                  </a:lnTo>
                  <a:lnTo>
                    <a:pt x="160293" y="334193"/>
                  </a:lnTo>
                  <a:lnTo>
                    <a:pt x="165635" y="334327"/>
                  </a:lnTo>
                  <a:lnTo>
                    <a:pt x="170978" y="334291"/>
                  </a:lnTo>
                  <a:lnTo>
                    <a:pt x="176317" y="334084"/>
                  </a:lnTo>
                  <a:lnTo>
                    <a:pt x="181646" y="333706"/>
                  </a:lnTo>
                  <a:lnTo>
                    <a:pt x="186961" y="333158"/>
                  </a:lnTo>
                  <a:lnTo>
                    <a:pt x="192256" y="332441"/>
                  </a:lnTo>
                  <a:lnTo>
                    <a:pt x="197525" y="331554"/>
                  </a:lnTo>
                  <a:lnTo>
                    <a:pt x="202763" y="33050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8606"/>
              <a:ext cx="167161" cy="329614"/>
            </a:xfrm>
            <a:custGeom>
              <a:avLst/>
              <a:pathLst>
                <a:path w="167161" h="329614">
                  <a:moveTo>
                    <a:pt x="35597" y="329614"/>
                  </a:moveTo>
                  <a:lnTo>
                    <a:pt x="40820" y="328388"/>
                  </a:lnTo>
                  <a:lnTo>
                    <a:pt x="46000" y="326995"/>
                  </a:lnTo>
                  <a:lnTo>
                    <a:pt x="51133" y="325436"/>
                  </a:lnTo>
                  <a:lnTo>
                    <a:pt x="56213" y="323713"/>
                  </a:lnTo>
                  <a:lnTo>
                    <a:pt x="61235" y="321829"/>
                  </a:lnTo>
                  <a:lnTo>
                    <a:pt x="66195" y="319784"/>
                  </a:lnTo>
                  <a:lnTo>
                    <a:pt x="71086" y="317581"/>
                  </a:lnTo>
                  <a:lnTo>
                    <a:pt x="75904" y="315222"/>
                  </a:lnTo>
                  <a:lnTo>
                    <a:pt x="80643" y="312710"/>
                  </a:lnTo>
                  <a:lnTo>
                    <a:pt x="85300" y="310047"/>
                  </a:lnTo>
                  <a:lnTo>
                    <a:pt x="89869" y="307236"/>
                  </a:lnTo>
                  <a:lnTo>
                    <a:pt x="94345" y="304280"/>
                  </a:lnTo>
                  <a:lnTo>
                    <a:pt x="98724" y="301182"/>
                  </a:lnTo>
                  <a:lnTo>
                    <a:pt x="103002" y="297945"/>
                  </a:lnTo>
                  <a:lnTo>
                    <a:pt x="107173" y="294572"/>
                  </a:lnTo>
                  <a:lnTo>
                    <a:pt x="111235" y="291068"/>
                  </a:lnTo>
                  <a:lnTo>
                    <a:pt x="115181" y="287434"/>
                  </a:lnTo>
                  <a:lnTo>
                    <a:pt x="119009" y="283676"/>
                  </a:lnTo>
                  <a:lnTo>
                    <a:pt x="122714" y="279797"/>
                  </a:lnTo>
                  <a:lnTo>
                    <a:pt x="126294" y="275802"/>
                  </a:lnTo>
                  <a:lnTo>
                    <a:pt x="129742" y="271693"/>
                  </a:lnTo>
                  <a:lnTo>
                    <a:pt x="133058" y="267476"/>
                  </a:lnTo>
                  <a:lnTo>
                    <a:pt x="136236" y="263155"/>
                  </a:lnTo>
                  <a:lnTo>
                    <a:pt x="139274" y="258733"/>
                  </a:lnTo>
                  <a:lnTo>
                    <a:pt x="142169" y="254217"/>
                  </a:lnTo>
                  <a:lnTo>
                    <a:pt x="144917" y="249610"/>
                  </a:lnTo>
                  <a:lnTo>
                    <a:pt x="147516" y="244918"/>
                  </a:lnTo>
                  <a:lnTo>
                    <a:pt x="149963" y="240144"/>
                  </a:lnTo>
                  <a:lnTo>
                    <a:pt x="152256" y="235294"/>
                  </a:lnTo>
                  <a:lnTo>
                    <a:pt x="154392" y="230374"/>
                  </a:lnTo>
                  <a:lnTo>
                    <a:pt x="156369" y="225387"/>
                  </a:lnTo>
                  <a:lnTo>
                    <a:pt x="158185" y="220339"/>
                  </a:lnTo>
                  <a:lnTo>
                    <a:pt x="159838" y="215236"/>
                  </a:lnTo>
                  <a:lnTo>
                    <a:pt x="161326" y="210082"/>
                  </a:lnTo>
                  <a:lnTo>
                    <a:pt x="162649" y="204884"/>
                  </a:lnTo>
                  <a:lnTo>
                    <a:pt x="163804" y="199645"/>
                  </a:lnTo>
                  <a:lnTo>
                    <a:pt x="164790" y="194372"/>
                  </a:lnTo>
                  <a:lnTo>
                    <a:pt x="165606" y="189070"/>
                  </a:lnTo>
                  <a:lnTo>
                    <a:pt x="166252" y="183745"/>
                  </a:lnTo>
                  <a:lnTo>
                    <a:pt x="166727" y="178402"/>
                  </a:lnTo>
                  <a:lnTo>
                    <a:pt x="167030" y="173046"/>
                  </a:lnTo>
                  <a:lnTo>
                    <a:pt x="167161" y="167683"/>
                  </a:lnTo>
                  <a:lnTo>
                    <a:pt x="167120" y="162319"/>
                  </a:lnTo>
                  <a:lnTo>
                    <a:pt x="166907" y="156959"/>
                  </a:lnTo>
                  <a:lnTo>
                    <a:pt x="166522" y="151608"/>
                  </a:lnTo>
                  <a:lnTo>
                    <a:pt x="165965" y="146273"/>
                  </a:lnTo>
                  <a:lnTo>
                    <a:pt x="165238" y="140958"/>
                  </a:lnTo>
                  <a:lnTo>
                    <a:pt x="164340" y="135670"/>
                  </a:lnTo>
                  <a:lnTo>
                    <a:pt x="163274" y="130412"/>
                  </a:lnTo>
                  <a:lnTo>
                    <a:pt x="162039" y="125192"/>
                  </a:lnTo>
                  <a:lnTo>
                    <a:pt x="160637" y="120014"/>
                  </a:lnTo>
                  <a:lnTo>
                    <a:pt x="159070" y="114884"/>
                  </a:lnTo>
                  <a:lnTo>
                    <a:pt x="157339" y="109807"/>
                  </a:lnTo>
                  <a:lnTo>
                    <a:pt x="155446" y="104787"/>
                  </a:lnTo>
                  <a:lnTo>
                    <a:pt x="153393" y="99831"/>
                  </a:lnTo>
                  <a:lnTo>
                    <a:pt x="151182" y="94944"/>
                  </a:lnTo>
                  <a:lnTo>
                    <a:pt x="148815" y="90130"/>
                  </a:lnTo>
                  <a:lnTo>
                    <a:pt x="146295" y="85394"/>
                  </a:lnTo>
                  <a:lnTo>
                    <a:pt x="143624" y="80742"/>
                  </a:lnTo>
                  <a:lnTo>
                    <a:pt x="140806" y="76178"/>
                  </a:lnTo>
                  <a:lnTo>
                    <a:pt x="137842" y="71706"/>
                  </a:lnTo>
                  <a:lnTo>
                    <a:pt x="134737" y="67332"/>
                  </a:lnTo>
                  <a:lnTo>
                    <a:pt x="131493" y="63060"/>
                  </a:lnTo>
                  <a:lnTo>
                    <a:pt x="128113" y="58894"/>
                  </a:lnTo>
                  <a:lnTo>
                    <a:pt x="124602" y="54839"/>
                  </a:lnTo>
                  <a:lnTo>
                    <a:pt x="120962" y="50899"/>
                  </a:lnTo>
                  <a:lnTo>
                    <a:pt x="117197" y="47077"/>
                  </a:lnTo>
                  <a:lnTo>
                    <a:pt x="113312" y="43378"/>
                  </a:lnTo>
                  <a:lnTo>
                    <a:pt x="109311" y="39805"/>
                  </a:lnTo>
                  <a:lnTo>
                    <a:pt x="105196" y="36363"/>
                  </a:lnTo>
                  <a:lnTo>
                    <a:pt x="100974" y="33055"/>
                  </a:lnTo>
                  <a:lnTo>
                    <a:pt x="96647" y="29884"/>
                  </a:lnTo>
                  <a:lnTo>
                    <a:pt x="92221" y="26853"/>
                  </a:lnTo>
                  <a:lnTo>
                    <a:pt x="87700" y="23966"/>
                  </a:lnTo>
                  <a:lnTo>
                    <a:pt x="83088" y="21225"/>
                  </a:lnTo>
                  <a:lnTo>
                    <a:pt x="78392" y="18634"/>
                  </a:lnTo>
                  <a:lnTo>
                    <a:pt x="73614" y="16195"/>
                  </a:lnTo>
                  <a:lnTo>
                    <a:pt x="68760" y="13910"/>
                  </a:lnTo>
                  <a:lnTo>
                    <a:pt x="63836" y="11782"/>
                  </a:lnTo>
                  <a:lnTo>
                    <a:pt x="58846" y="9814"/>
                  </a:lnTo>
                  <a:lnTo>
                    <a:pt x="53795" y="8006"/>
                  </a:lnTo>
                  <a:lnTo>
                    <a:pt x="48689" y="6361"/>
                  </a:lnTo>
                  <a:lnTo>
                    <a:pt x="43533" y="4882"/>
                  </a:lnTo>
                  <a:lnTo>
                    <a:pt x="38332" y="3568"/>
                  </a:lnTo>
                  <a:lnTo>
                    <a:pt x="33092" y="2422"/>
                  </a:lnTo>
                  <a:lnTo>
                    <a:pt x="27817" y="1444"/>
                  </a:lnTo>
                  <a:lnTo>
                    <a:pt x="22514" y="637"/>
                  </a:lnTo>
                  <a:lnTo>
                    <a:pt x="17188" y="0"/>
                  </a:lnTo>
                  <a:lnTo>
                    <a:pt x="0" y="1662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17188" cy="167167"/>
            </a:xfrm>
            <a:custGeom>
              <a:avLst/>
              <a:pathLst>
                <a:path w="17188" h="167167">
                  <a:moveTo>
                    <a:pt x="17188" y="886"/>
                  </a:moveTo>
                  <a:lnTo>
                    <a:pt x="8605" y="2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tx81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2025-06-05T11:52:49Z</dcterms:modified>
  <cp:category/>
</cp:coreProperties>
</file>