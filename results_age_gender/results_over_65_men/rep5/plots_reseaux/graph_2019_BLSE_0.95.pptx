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8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4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21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21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76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32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28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72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1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8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2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9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097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76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28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25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09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8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00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76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24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28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8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2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00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197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09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199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8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4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1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97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09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10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8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00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76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09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2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21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8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4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21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2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21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99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21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76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32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8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4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00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217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76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32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46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79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8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4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21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76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83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4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1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73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8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4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21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73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8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4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8232" y="3170392"/>
              <a:ext cx="45546" cy="167167"/>
            </a:xfrm>
            <a:custGeom>
              <a:avLst/>
              <a:pathLst>
                <a:path w="45546" h="167167">
                  <a:moveTo>
                    <a:pt x="45546" y="0"/>
                  </a:moveTo>
                  <a:lnTo>
                    <a:pt x="38958" y="129"/>
                  </a:lnTo>
                  <a:lnTo>
                    <a:pt x="32380" y="519"/>
                  </a:lnTo>
                  <a:lnTo>
                    <a:pt x="25822" y="1167"/>
                  </a:lnTo>
                  <a:lnTo>
                    <a:pt x="19295" y="2073"/>
                  </a:lnTo>
                  <a:lnTo>
                    <a:pt x="12809" y="3236"/>
                  </a:lnTo>
                  <a:lnTo>
                    <a:pt x="6374" y="4654"/>
                  </a:lnTo>
                  <a:lnTo>
                    <a:pt x="0" y="6324"/>
                  </a:lnTo>
                  <a:lnTo>
                    <a:pt x="4554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8232" y="3176717"/>
              <a:ext cx="45546" cy="160842"/>
            </a:xfrm>
            <a:custGeom>
              <a:avLst/>
              <a:pathLst>
                <a:path w="45546" h="160842">
                  <a:moveTo>
                    <a:pt x="0" y="0"/>
                  </a:moveTo>
                  <a:lnTo>
                    <a:pt x="45546" y="1608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816612" y="3171530"/>
              <a:ext cx="334333" cy="333177"/>
            </a:xfrm>
            <a:custGeom>
              <a:avLst/>
              <a:pathLst>
                <a:path w="334333" h="333177">
                  <a:moveTo>
                    <a:pt x="121619" y="5186"/>
                  </a:moveTo>
                  <a:lnTo>
                    <a:pt x="116549" y="6709"/>
                  </a:lnTo>
                  <a:lnTo>
                    <a:pt x="111530" y="8392"/>
                  </a:lnTo>
                  <a:lnTo>
                    <a:pt x="106566" y="10232"/>
                  </a:lnTo>
                  <a:lnTo>
                    <a:pt x="101663" y="12229"/>
                  </a:lnTo>
                  <a:lnTo>
                    <a:pt x="96826" y="14380"/>
                  </a:lnTo>
                  <a:lnTo>
                    <a:pt x="92060" y="16684"/>
                  </a:lnTo>
                  <a:lnTo>
                    <a:pt x="87369" y="19137"/>
                  </a:lnTo>
                  <a:lnTo>
                    <a:pt x="82757" y="21737"/>
                  </a:lnTo>
                  <a:lnTo>
                    <a:pt x="78231" y="24482"/>
                  </a:lnTo>
                  <a:lnTo>
                    <a:pt x="73794" y="27369"/>
                  </a:lnTo>
                  <a:lnTo>
                    <a:pt x="69450" y="30395"/>
                  </a:lnTo>
                  <a:lnTo>
                    <a:pt x="65204" y="33557"/>
                  </a:lnTo>
                  <a:lnTo>
                    <a:pt x="61061" y="36852"/>
                  </a:lnTo>
                  <a:lnTo>
                    <a:pt x="57024" y="40277"/>
                  </a:lnTo>
                  <a:lnTo>
                    <a:pt x="53097" y="43827"/>
                  </a:lnTo>
                  <a:lnTo>
                    <a:pt x="49285" y="47500"/>
                  </a:lnTo>
                  <a:lnTo>
                    <a:pt x="45591" y="51292"/>
                  </a:lnTo>
                  <a:lnTo>
                    <a:pt x="42019" y="55200"/>
                  </a:lnTo>
                  <a:lnTo>
                    <a:pt x="38572" y="59218"/>
                  </a:lnTo>
                  <a:lnTo>
                    <a:pt x="35255" y="63343"/>
                  </a:lnTo>
                  <a:lnTo>
                    <a:pt x="32069" y="67571"/>
                  </a:lnTo>
                  <a:lnTo>
                    <a:pt x="29020" y="71898"/>
                  </a:lnTo>
                  <a:lnTo>
                    <a:pt x="26108" y="76320"/>
                  </a:lnTo>
                  <a:lnTo>
                    <a:pt x="23338" y="80831"/>
                  </a:lnTo>
                  <a:lnTo>
                    <a:pt x="20713" y="85428"/>
                  </a:lnTo>
                  <a:lnTo>
                    <a:pt x="18234" y="90106"/>
                  </a:lnTo>
                  <a:lnTo>
                    <a:pt x="15905" y="94860"/>
                  </a:lnTo>
                  <a:lnTo>
                    <a:pt x="13727" y="99685"/>
                  </a:lnTo>
                  <a:lnTo>
                    <a:pt x="11703" y="104577"/>
                  </a:lnTo>
                  <a:lnTo>
                    <a:pt x="9836" y="109530"/>
                  </a:lnTo>
                  <a:lnTo>
                    <a:pt x="8125" y="114540"/>
                  </a:lnTo>
                  <a:lnTo>
                    <a:pt x="6575" y="119602"/>
                  </a:lnTo>
                  <a:lnTo>
                    <a:pt x="5185" y="124710"/>
                  </a:lnTo>
                  <a:lnTo>
                    <a:pt x="3958" y="129860"/>
                  </a:lnTo>
                  <a:lnTo>
                    <a:pt x="2895" y="135046"/>
                  </a:lnTo>
                  <a:lnTo>
                    <a:pt x="1996" y="140263"/>
                  </a:lnTo>
                  <a:lnTo>
                    <a:pt x="1263" y="145506"/>
                  </a:lnTo>
                  <a:lnTo>
                    <a:pt x="696" y="150769"/>
                  </a:lnTo>
                  <a:lnTo>
                    <a:pt x="297" y="156048"/>
                  </a:lnTo>
                  <a:lnTo>
                    <a:pt x="64" y="161336"/>
                  </a:lnTo>
                  <a:lnTo>
                    <a:pt x="0" y="166630"/>
                  </a:lnTo>
                  <a:lnTo>
                    <a:pt x="102" y="171923"/>
                  </a:lnTo>
                  <a:lnTo>
                    <a:pt x="373" y="177210"/>
                  </a:lnTo>
                  <a:lnTo>
                    <a:pt x="810" y="182485"/>
                  </a:lnTo>
                  <a:lnTo>
                    <a:pt x="1415" y="187745"/>
                  </a:lnTo>
                  <a:lnTo>
                    <a:pt x="2186" y="192982"/>
                  </a:lnTo>
                  <a:lnTo>
                    <a:pt x="3122" y="198193"/>
                  </a:lnTo>
                  <a:lnTo>
                    <a:pt x="4222" y="203371"/>
                  </a:lnTo>
                  <a:lnTo>
                    <a:pt x="5487" y="208511"/>
                  </a:lnTo>
                  <a:lnTo>
                    <a:pt x="6913" y="213610"/>
                  </a:lnTo>
                  <a:lnTo>
                    <a:pt x="8500" y="218660"/>
                  </a:lnTo>
                  <a:lnTo>
                    <a:pt x="10246" y="223658"/>
                  </a:lnTo>
                  <a:lnTo>
                    <a:pt x="12149" y="228597"/>
                  </a:lnTo>
                  <a:lnTo>
                    <a:pt x="14208" y="233474"/>
                  </a:lnTo>
                  <a:lnTo>
                    <a:pt x="16420" y="238284"/>
                  </a:lnTo>
                  <a:lnTo>
                    <a:pt x="18784" y="243021"/>
                  </a:lnTo>
                  <a:lnTo>
                    <a:pt x="21296" y="247681"/>
                  </a:lnTo>
                  <a:lnTo>
                    <a:pt x="23955" y="252258"/>
                  </a:lnTo>
                  <a:lnTo>
                    <a:pt x="26757" y="256750"/>
                  </a:lnTo>
                  <a:lnTo>
                    <a:pt x="29700" y="261150"/>
                  </a:lnTo>
                  <a:lnTo>
                    <a:pt x="32781" y="265455"/>
                  </a:lnTo>
                  <a:lnTo>
                    <a:pt x="35996" y="269661"/>
                  </a:lnTo>
                  <a:lnTo>
                    <a:pt x="39344" y="273762"/>
                  </a:lnTo>
                  <a:lnTo>
                    <a:pt x="42819" y="277755"/>
                  </a:lnTo>
                  <a:lnTo>
                    <a:pt x="46419" y="281637"/>
                  </a:lnTo>
                  <a:lnTo>
                    <a:pt x="50140" y="285402"/>
                  </a:lnTo>
                  <a:lnTo>
                    <a:pt x="53979" y="289048"/>
                  </a:lnTo>
                  <a:lnTo>
                    <a:pt x="57931" y="292570"/>
                  </a:lnTo>
                  <a:lnTo>
                    <a:pt x="61992" y="295965"/>
                  </a:lnTo>
                  <a:lnTo>
                    <a:pt x="66159" y="299230"/>
                  </a:lnTo>
                  <a:lnTo>
                    <a:pt x="70428" y="302362"/>
                  </a:lnTo>
                  <a:lnTo>
                    <a:pt x="74793" y="305357"/>
                  </a:lnTo>
                  <a:lnTo>
                    <a:pt x="79251" y="308212"/>
                  </a:lnTo>
                  <a:lnTo>
                    <a:pt x="83797" y="310924"/>
                  </a:lnTo>
                  <a:lnTo>
                    <a:pt x="88427" y="313491"/>
                  </a:lnTo>
                  <a:lnTo>
                    <a:pt x="93136" y="315910"/>
                  </a:lnTo>
                  <a:lnTo>
                    <a:pt x="97918" y="318179"/>
                  </a:lnTo>
                  <a:lnTo>
                    <a:pt x="102771" y="320296"/>
                  </a:lnTo>
                  <a:lnTo>
                    <a:pt x="107688" y="322257"/>
                  </a:lnTo>
                  <a:lnTo>
                    <a:pt x="112665" y="324062"/>
                  </a:lnTo>
                  <a:lnTo>
                    <a:pt x="117696" y="325709"/>
                  </a:lnTo>
                  <a:lnTo>
                    <a:pt x="122777" y="327195"/>
                  </a:lnTo>
                  <a:lnTo>
                    <a:pt x="127902" y="328520"/>
                  </a:lnTo>
                  <a:lnTo>
                    <a:pt x="133067" y="329682"/>
                  </a:lnTo>
                  <a:lnTo>
                    <a:pt x="138266" y="330679"/>
                  </a:lnTo>
                  <a:lnTo>
                    <a:pt x="143494" y="331512"/>
                  </a:lnTo>
                  <a:lnTo>
                    <a:pt x="148746" y="332178"/>
                  </a:lnTo>
                  <a:lnTo>
                    <a:pt x="154016" y="332678"/>
                  </a:lnTo>
                  <a:lnTo>
                    <a:pt x="159299" y="333011"/>
                  </a:lnTo>
                  <a:lnTo>
                    <a:pt x="164590" y="333177"/>
                  </a:lnTo>
                  <a:lnTo>
                    <a:pt x="169884" y="333174"/>
                  </a:lnTo>
                  <a:lnTo>
                    <a:pt x="175175" y="333004"/>
                  </a:lnTo>
                  <a:lnTo>
                    <a:pt x="180459" y="332667"/>
                  </a:lnTo>
                  <a:lnTo>
                    <a:pt x="185728" y="332163"/>
                  </a:lnTo>
                  <a:lnTo>
                    <a:pt x="190979" y="331492"/>
                  </a:lnTo>
                  <a:lnTo>
                    <a:pt x="196207" y="330655"/>
                  </a:lnTo>
                  <a:lnTo>
                    <a:pt x="201405" y="329652"/>
                  </a:lnTo>
                  <a:lnTo>
                    <a:pt x="206569" y="328486"/>
                  </a:lnTo>
                  <a:lnTo>
                    <a:pt x="211693" y="327157"/>
                  </a:lnTo>
                  <a:lnTo>
                    <a:pt x="216773" y="325666"/>
                  </a:lnTo>
                  <a:lnTo>
                    <a:pt x="221802" y="324016"/>
                  </a:lnTo>
                  <a:lnTo>
                    <a:pt x="226778" y="322206"/>
                  </a:lnTo>
                  <a:lnTo>
                    <a:pt x="231693" y="320241"/>
                  </a:lnTo>
                  <a:lnTo>
                    <a:pt x="236543" y="318120"/>
                  </a:lnTo>
                  <a:lnTo>
                    <a:pt x="241324" y="315847"/>
                  </a:lnTo>
                  <a:lnTo>
                    <a:pt x="246031" y="313424"/>
                  </a:lnTo>
                  <a:lnTo>
                    <a:pt x="250659" y="310853"/>
                  </a:lnTo>
                  <a:lnTo>
                    <a:pt x="255203" y="308136"/>
                  </a:lnTo>
                  <a:lnTo>
                    <a:pt x="259658" y="305277"/>
                  </a:lnTo>
                  <a:lnTo>
                    <a:pt x="264021" y="302279"/>
                  </a:lnTo>
                  <a:lnTo>
                    <a:pt x="268287" y="299144"/>
                  </a:lnTo>
                  <a:lnTo>
                    <a:pt x="272451" y="295875"/>
                  </a:lnTo>
                  <a:lnTo>
                    <a:pt x="276509" y="292476"/>
                  </a:lnTo>
                  <a:lnTo>
                    <a:pt x="280458" y="288951"/>
                  </a:lnTo>
                  <a:lnTo>
                    <a:pt x="284294" y="285302"/>
                  </a:lnTo>
                  <a:lnTo>
                    <a:pt x="288012" y="281533"/>
                  </a:lnTo>
                  <a:lnTo>
                    <a:pt x="291608" y="277649"/>
                  </a:lnTo>
                  <a:lnTo>
                    <a:pt x="295080" y="273653"/>
                  </a:lnTo>
                  <a:lnTo>
                    <a:pt x="298424" y="269548"/>
                  </a:lnTo>
                  <a:lnTo>
                    <a:pt x="301636" y="265340"/>
                  </a:lnTo>
                  <a:lnTo>
                    <a:pt x="304713" y="261033"/>
                  </a:lnTo>
                  <a:lnTo>
                    <a:pt x="307652" y="256630"/>
                  </a:lnTo>
                  <a:lnTo>
                    <a:pt x="310451" y="252136"/>
                  </a:lnTo>
                  <a:lnTo>
                    <a:pt x="313105" y="247556"/>
                  </a:lnTo>
                  <a:lnTo>
                    <a:pt x="315614" y="242894"/>
                  </a:lnTo>
                  <a:lnTo>
                    <a:pt x="317973" y="238155"/>
                  </a:lnTo>
                  <a:lnTo>
                    <a:pt x="320181" y="233343"/>
                  </a:lnTo>
                  <a:lnTo>
                    <a:pt x="322236" y="228465"/>
                  </a:lnTo>
                  <a:lnTo>
                    <a:pt x="324135" y="223523"/>
                  </a:lnTo>
                  <a:lnTo>
                    <a:pt x="325877" y="218524"/>
                  </a:lnTo>
                  <a:lnTo>
                    <a:pt x="327460" y="213472"/>
                  </a:lnTo>
                  <a:lnTo>
                    <a:pt x="328881" y="208373"/>
                  </a:lnTo>
                  <a:lnTo>
                    <a:pt x="330141" y="203231"/>
                  </a:lnTo>
                  <a:lnTo>
                    <a:pt x="331237" y="198052"/>
                  </a:lnTo>
                  <a:lnTo>
                    <a:pt x="332169" y="192841"/>
                  </a:lnTo>
                  <a:lnTo>
                    <a:pt x="332935" y="187603"/>
                  </a:lnTo>
                  <a:lnTo>
                    <a:pt x="333535" y="182343"/>
                  </a:lnTo>
                  <a:lnTo>
                    <a:pt x="333968" y="177067"/>
                  </a:lnTo>
                  <a:lnTo>
                    <a:pt x="334234" y="171780"/>
                  </a:lnTo>
                  <a:lnTo>
                    <a:pt x="334333" y="166487"/>
                  </a:lnTo>
                  <a:lnTo>
                    <a:pt x="334263" y="161193"/>
                  </a:lnTo>
                  <a:lnTo>
                    <a:pt x="334026" y="155905"/>
                  </a:lnTo>
                  <a:lnTo>
                    <a:pt x="333622" y="150626"/>
                  </a:lnTo>
                  <a:lnTo>
                    <a:pt x="333051" y="145364"/>
                  </a:lnTo>
                  <a:lnTo>
                    <a:pt x="332314" y="140121"/>
                  </a:lnTo>
                  <a:lnTo>
                    <a:pt x="331410" y="134905"/>
                  </a:lnTo>
                  <a:lnTo>
                    <a:pt x="330343" y="129720"/>
                  </a:lnTo>
                  <a:lnTo>
                    <a:pt x="329111" y="124571"/>
                  </a:lnTo>
                  <a:lnTo>
                    <a:pt x="327717" y="119464"/>
                  </a:lnTo>
                  <a:lnTo>
                    <a:pt x="326162" y="114404"/>
                  </a:lnTo>
                  <a:lnTo>
                    <a:pt x="324448" y="109395"/>
                  </a:lnTo>
                  <a:lnTo>
                    <a:pt x="322576" y="104444"/>
                  </a:lnTo>
                  <a:lnTo>
                    <a:pt x="320548" y="99554"/>
                  </a:lnTo>
                  <a:lnTo>
                    <a:pt x="318366" y="94730"/>
                  </a:lnTo>
                  <a:lnTo>
                    <a:pt x="316033" y="89979"/>
                  </a:lnTo>
                  <a:lnTo>
                    <a:pt x="313550" y="85303"/>
                  </a:lnTo>
                  <a:lnTo>
                    <a:pt x="310920" y="80708"/>
                  </a:lnTo>
                  <a:lnTo>
                    <a:pt x="308147" y="76199"/>
                  </a:lnTo>
                  <a:lnTo>
                    <a:pt x="305232" y="71780"/>
                  </a:lnTo>
                  <a:lnTo>
                    <a:pt x="302178" y="67456"/>
                  </a:lnTo>
                  <a:lnTo>
                    <a:pt x="298989" y="63230"/>
                  </a:lnTo>
                  <a:lnTo>
                    <a:pt x="295668" y="59108"/>
                  </a:lnTo>
                  <a:lnTo>
                    <a:pt x="292218" y="55092"/>
                  </a:lnTo>
                  <a:lnTo>
                    <a:pt x="288643" y="51188"/>
                  </a:lnTo>
                  <a:lnTo>
                    <a:pt x="284945" y="47400"/>
                  </a:lnTo>
                  <a:lnTo>
                    <a:pt x="281130" y="43730"/>
                  </a:lnTo>
                  <a:lnTo>
                    <a:pt x="277200" y="40182"/>
                  </a:lnTo>
                  <a:lnTo>
                    <a:pt x="273160" y="36761"/>
                  </a:lnTo>
                  <a:lnTo>
                    <a:pt x="269014" y="33470"/>
                  </a:lnTo>
                  <a:lnTo>
                    <a:pt x="264766" y="30312"/>
                  </a:lnTo>
                  <a:lnTo>
                    <a:pt x="260419" y="27289"/>
                  </a:lnTo>
                  <a:lnTo>
                    <a:pt x="255980" y="24406"/>
                  </a:lnTo>
                  <a:lnTo>
                    <a:pt x="251451" y="21665"/>
                  </a:lnTo>
                  <a:lnTo>
                    <a:pt x="246837" y="19068"/>
                  </a:lnTo>
                  <a:lnTo>
                    <a:pt x="242144" y="16619"/>
                  </a:lnTo>
                  <a:lnTo>
                    <a:pt x="237376" y="14320"/>
                  </a:lnTo>
                  <a:lnTo>
                    <a:pt x="232537" y="12173"/>
                  </a:lnTo>
                  <a:lnTo>
                    <a:pt x="227632" y="10180"/>
                  </a:lnTo>
                  <a:lnTo>
                    <a:pt x="222667" y="8344"/>
                  </a:lnTo>
                  <a:lnTo>
                    <a:pt x="217646" y="6666"/>
                  </a:lnTo>
                  <a:lnTo>
                    <a:pt x="212575" y="5147"/>
                  </a:lnTo>
                  <a:lnTo>
                    <a:pt x="207458" y="3790"/>
                  </a:lnTo>
                  <a:lnTo>
                    <a:pt x="202301" y="2596"/>
                  </a:lnTo>
                  <a:lnTo>
                    <a:pt x="197108" y="1565"/>
                  </a:lnTo>
                  <a:lnTo>
                    <a:pt x="191885" y="699"/>
                  </a:lnTo>
                  <a:lnTo>
                    <a:pt x="186638" y="0"/>
                  </a:lnTo>
                  <a:lnTo>
                    <a:pt x="167166" y="1660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83779" y="3170392"/>
              <a:ext cx="19472" cy="167167"/>
            </a:xfrm>
            <a:custGeom>
              <a:avLst/>
              <a:pathLst>
                <a:path w="19472" h="167167">
                  <a:moveTo>
                    <a:pt x="19472" y="1137"/>
                  </a:moveTo>
                  <a:lnTo>
                    <a:pt x="9752" y="2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1844" y="2633064"/>
              <a:ext cx="167167" cy="167167"/>
            </a:xfrm>
            <a:custGeom>
              <a:avLst/>
              <a:pathLst>
                <a:path w="167167" h="167167">
                  <a:moveTo>
                    <a:pt x="167167" y="0"/>
                  </a:moveTo>
                  <a:lnTo>
                    <a:pt x="161809" y="85"/>
                  </a:lnTo>
                  <a:lnTo>
                    <a:pt x="156456" y="343"/>
                  </a:lnTo>
                  <a:lnTo>
                    <a:pt x="151115" y="772"/>
                  </a:lnTo>
                  <a:lnTo>
                    <a:pt x="145790" y="1372"/>
                  </a:lnTo>
                  <a:lnTo>
                    <a:pt x="140487" y="2142"/>
                  </a:lnTo>
                  <a:lnTo>
                    <a:pt x="135211" y="3082"/>
                  </a:lnTo>
                  <a:lnTo>
                    <a:pt x="129969" y="4191"/>
                  </a:lnTo>
                  <a:lnTo>
                    <a:pt x="124764" y="5467"/>
                  </a:lnTo>
                  <a:lnTo>
                    <a:pt x="119603" y="6909"/>
                  </a:lnTo>
                  <a:lnTo>
                    <a:pt x="114491" y="8516"/>
                  </a:lnTo>
                  <a:lnTo>
                    <a:pt x="109433" y="10286"/>
                  </a:lnTo>
                  <a:lnTo>
                    <a:pt x="104435" y="12217"/>
                  </a:lnTo>
                  <a:lnTo>
                    <a:pt x="99500" y="14307"/>
                  </a:lnTo>
                  <a:lnTo>
                    <a:pt x="94636" y="16554"/>
                  </a:lnTo>
                  <a:lnTo>
                    <a:pt x="89846" y="18956"/>
                  </a:lnTo>
                  <a:lnTo>
                    <a:pt x="85135" y="21511"/>
                  </a:lnTo>
                  <a:lnTo>
                    <a:pt x="80509" y="24215"/>
                  </a:lnTo>
                  <a:lnTo>
                    <a:pt x="75971" y="27066"/>
                  </a:lnTo>
                  <a:lnTo>
                    <a:pt x="71528" y="30061"/>
                  </a:lnTo>
                  <a:lnTo>
                    <a:pt x="67182" y="33197"/>
                  </a:lnTo>
                  <a:lnTo>
                    <a:pt x="62940" y="36470"/>
                  </a:lnTo>
                  <a:lnTo>
                    <a:pt x="58804" y="39878"/>
                  </a:lnTo>
                  <a:lnTo>
                    <a:pt x="54780" y="43417"/>
                  </a:lnTo>
                  <a:lnTo>
                    <a:pt x="50871" y="47082"/>
                  </a:lnTo>
                  <a:lnTo>
                    <a:pt x="47082" y="50871"/>
                  </a:lnTo>
                  <a:lnTo>
                    <a:pt x="43417" y="54780"/>
                  </a:lnTo>
                  <a:lnTo>
                    <a:pt x="39878" y="58804"/>
                  </a:lnTo>
                  <a:lnTo>
                    <a:pt x="36470" y="62940"/>
                  </a:lnTo>
                  <a:lnTo>
                    <a:pt x="33197" y="67182"/>
                  </a:lnTo>
                  <a:lnTo>
                    <a:pt x="30061" y="71528"/>
                  </a:lnTo>
                  <a:lnTo>
                    <a:pt x="27066" y="75971"/>
                  </a:lnTo>
                  <a:lnTo>
                    <a:pt x="24215" y="80509"/>
                  </a:lnTo>
                  <a:lnTo>
                    <a:pt x="21511" y="85135"/>
                  </a:lnTo>
                  <a:lnTo>
                    <a:pt x="18956" y="89846"/>
                  </a:lnTo>
                  <a:lnTo>
                    <a:pt x="16554" y="94636"/>
                  </a:lnTo>
                  <a:lnTo>
                    <a:pt x="14307" y="99500"/>
                  </a:lnTo>
                  <a:lnTo>
                    <a:pt x="12217" y="104435"/>
                  </a:lnTo>
                  <a:lnTo>
                    <a:pt x="10286" y="109433"/>
                  </a:lnTo>
                  <a:lnTo>
                    <a:pt x="8516" y="114491"/>
                  </a:lnTo>
                  <a:lnTo>
                    <a:pt x="6909" y="119603"/>
                  </a:lnTo>
                  <a:lnTo>
                    <a:pt x="5467" y="124764"/>
                  </a:lnTo>
                  <a:lnTo>
                    <a:pt x="4191" y="129969"/>
                  </a:lnTo>
                  <a:lnTo>
                    <a:pt x="3082" y="135211"/>
                  </a:lnTo>
                  <a:lnTo>
                    <a:pt x="2142" y="140487"/>
                  </a:lnTo>
                  <a:lnTo>
                    <a:pt x="1372" y="145790"/>
                  </a:lnTo>
                  <a:lnTo>
                    <a:pt x="772" y="151115"/>
                  </a:lnTo>
                  <a:lnTo>
                    <a:pt x="343" y="156456"/>
                  </a:lnTo>
                  <a:lnTo>
                    <a:pt x="85" y="161809"/>
                  </a:lnTo>
                  <a:lnTo>
                    <a:pt x="0" y="16716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844" y="2800231"/>
              <a:ext cx="167167" cy="0"/>
            </a:xfrm>
            <a:custGeom>
              <a:avLst/>
              <a:pathLst>
                <a:path w="167167" h="0">
                  <a:moveTo>
                    <a:pt x="0" y="0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844" y="2727358"/>
              <a:ext cx="334331" cy="240027"/>
            </a:xfrm>
            <a:custGeom>
              <a:avLst/>
              <a:pathLst>
                <a:path w="334331" h="240027">
                  <a:moveTo>
                    <a:pt x="0" y="72873"/>
                  </a:moveTo>
                  <a:lnTo>
                    <a:pt x="84" y="78187"/>
                  </a:lnTo>
                  <a:lnTo>
                    <a:pt x="337" y="83496"/>
                  </a:lnTo>
                  <a:lnTo>
                    <a:pt x="759" y="88793"/>
                  </a:lnTo>
                  <a:lnTo>
                    <a:pt x="1349" y="94075"/>
                  </a:lnTo>
                  <a:lnTo>
                    <a:pt x="2107" y="99335"/>
                  </a:lnTo>
                  <a:lnTo>
                    <a:pt x="3032" y="104569"/>
                  </a:lnTo>
                  <a:lnTo>
                    <a:pt x="4122" y="109771"/>
                  </a:lnTo>
                  <a:lnTo>
                    <a:pt x="5378" y="114935"/>
                  </a:lnTo>
                  <a:lnTo>
                    <a:pt x="6797" y="120057"/>
                  </a:lnTo>
                  <a:lnTo>
                    <a:pt x="8377" y="125131"/>
                  </a:lnTo>
                  <a:lnTo>
                    <a:pt x="10119" y="130152"/>
                  </a:lnTo>
                  <a:lnTo>
                    <a:pt x="12019" y="135115"/>
                  </a:lnTo>
                  <a:lnTo>
                    <a:pt x="14076" y="140016"/>
                  </a:lnTo>
                  <a:lnTo>
                    <a:pt x="16288" y="144848"/>
                  </a:lnTo>
                  <a:lnTo>
                    <a:pt x="18652" y="149608"/>
                  </a:lnTo>
                  <a:lnTo>
                    <a:pt x="21166" y="154290"/>
                  </a:lnTo>
                  <a:lnTo>
                    <a:pt x="23828" y="158890"/>
                  </a:lnTo>
                  <a:lnTo>
                    <a:pt x="26635" y="163403"/>
                  </a:lnTo>
                  <a:lnTo>
                    <a:pt x="29584" y="167825"/>
                  </a:lnTo>
                  <a:lnTo>
                    <a:pt x="32671" y="172150"/>
                  </a:lnTo>
                  <a:lnTo>
                    <a:pt x="35895" y="176375"/>
                  </a:lnTo>
                  <a:lnTo>
                    <a:pt x="39252" y="180496"/>
                  </a:lnTo>
                  <a:lnTo>
                    <a:pt x="42738" y="184508"/>
                  </a:lnTo>
                  <a:lnTo>
                    <a:pt x="46349" y="188407"/>
                  </a:lnTo>
                  <a:lnTo>
                    <a:pt x="50083" y="192189"/>
                  </a:lnTo>
                  <a:lnTo>
                    <a:pt x="53935" y="195850"/>
                  </a:lnTo>
                  <a:lnTo>
                    <a:pt x="57901" y="199388"/>
                  </a:lnTo>
                  <a:lnTo>
                    <a:pt x="61978" y="202797"/>
                  </a:lnTo>
                  <a:lnTo>
                    <a:pt x="66161" y="206075"/>
                  </a:lnTo>
                  <a:lnTo>
                    <a:pt x="70447" y="209219"/>
                  </a:lnTo>
                  <a:lnTo>
                    <a:pt x="74830" y="212224"/>
                  </a:lnTo>
                  <a:lnTo>
                    <a:pt x="79306" y="215089"/>
                  </a:lnTo>
                  <a:lnTo>
                    <a:pt x="83871" y="217810"/>
                  </a:lnTo>
                  <a:lnTo>
                    <a:pt x="88521" y="220385"/>
                  </a:lnTo>
                  <a:lnTo>
                    <a:pt x="93249" y="222810"/>
                  </a:lnTo>
                  <a:lnTo>
                    <a:pt x="98053" y="225084"/>
                  </a:lnTo>
                  <a:lnTo>
                    <a:pt x="102926" y="227204"/>
                  </a:lnTo>
                  <a:lnTo>
                    <a:pt x="107865" y="229168"/>
                  </a:lnTo>
                  <a:lnTo>
                    <a:pt x="112863" y="230974"/>
                  </a:lnTo>
                  <a:lnTo>
                    <a:pt x="117916" y="232621"/>
                  </a:lnTo>
                  <a:lnTo>
                    <a:pt x="123019" y="234106"/>
                  </a:lnTo>
                  <a:lnTo>
                    <a:pt x="128167" y="235428"/>
                  </a:lnTo>
                  <a:lnTo>
                    <a:pt x="133354" y="236585"/>
                  </a:lnTo>
                  <a:lnTo>
                    <a:pt x="138575" y="237577"/>
                  </a:lnTo>
                  <a:lnTo>
                    <a:pt x="143825" y="238403"/>
                  </a:lnTo>
                  <a:lnTo>
                    <a:pt x="149099" y="239061"/>
                  </a:lnTo>
                  <a:lnTo>
                    <a:pt x="154391" y="239552"/>
                  </a:lnTo>
                  <a:lnTo>
                    <a:pt x="159696" y="239873"/>
                  </a:lnTo>
                  <a:lnTo>
                    <a:pt x="165008" y="240027"/>
                  </a:lnTo>
                  <a:lnTo>
                    <a:pt x="170323" y="240011"/>
                  </a:lnTo>
                  <a:lnTo>
                    <a:pt x="175634" y="239826"/>
                  </a:lnTo>
                  <a:lnTo>
                    <a:pt x="180937" y="239472"/>
                  </a:lnTo>
                  <a:lnTo>
                    <a:pt x="186226" y="238951"/>
                  </a:lnTo>
                  <a:lnTo>
                    <a:pt x="191496" y="238261"/>
                  </a:lnTo>
                  <a:lnTo>
                    <a:pt x="196741" y="237404"/>
                  </a:lnTo>
                  <a:lnTo>
                    <a:pt x="201956" y="236381"/>
                  </a:lnTo>
                  <a:lnTo>
                    <a:pt x="207136" y="235192"/>
                  </a:lnTo>
                  <a:lnTo>
                    <a:pt x="212275" y="233839"/>
                  </a:lnTo>
                  <a:lnTo>
                    <a:pt x="217369" y="232324"/>
                  </a:lnTo>
                  <a:lnTo>
                    <a:pt x="222413" y="230648"/>
                  </a:lnTo>
                  <a:lnTo>
                    <a:pt x="227400" y="228812"/>
                  </a:lnTo>
                  <a:lnTo>
                    <a:pt x="232327" y="226818"/>
                  </a:lnTo>
                  <a:lnTo>
                    <a:pt x="237187" y="224669"/>
                  </a:lnTo>
                  <a:lnTo>
                    <a:pt x="241977" y="222367"/>
                  </a:lnTo>
                  <a:lnTo>
                    <a:pt x="246692" y="219913"/>
                  </a:lnTo>
                  <a:lnTo>
                    <a:pt x="251326" y="217311"/>
                  </a:lnTo>
                  <a:lnTo>
                    <a:pt x="255875" y="214563"/>
                  </a:lnTo>
                  <a:lnTo>
                    <a:pt x="260334" y="211671"/>
                  </a:lnTo>
                  <a:lnTo>
                    <a:pt x="264699" y="208639"/>
                  </a:lnTo>
                  <a:lnTo>
                    <a:pt x="268965" y="205470"/>
                  </a:lnTo>
                  <a:lnTo>
                    <a:pt x="273129" y="202167"/>
                  </a:lnTo>
                  <a:lnTo>
                    <a:pt x="277185" y="198734"/>
                  </a:lnTo>
                  <a:lnTo>
                    <a:pt x="281131" y="195173"/>
                  </a:lnTo>
                  <a:lnTo>
                    <a:pt x="284961" y="191488"/>
                  </a:lnTo>
                  <a:lnTo>
                    <a:pt x="288672" y="187684"/>
                  </a:lnTo>
                  <a:lnTo>
                    <a:pt x="292260" y="183764"/>
                  </a:lnTo>
                  <a:lnTo>
                    <a:pt x="295722" y="179731"/>
                  </a:lnTo>
                  <a:lnTo>
                    <a:pt x="299054" y="175591"/>
                  </a:lnTo>
                  <a:lnTo>
                    <a:pt x="302252" y="171346"/>
                  </a:lnTo>
                  <a:lnTo>
                    <a:pt x="305314" y="167002"/>
                  </a:lnTo>
                  <a:lnTo>
                    <a:pt x="308236" y="162563"/>
                  </a:lnTo>
                  <a:lnTo>
                    <a:pt x="311016" y="158034"/>
                  </a:lnTo>
                  <a:lnTo>
                    <a:pt x="313651" y="153418"/>
                  </a:lnTo>
                  <a:lnTo>
                    <a:pt x="316137" y="148721"/>
                  </a:lnTo>
                  <a:lnTo>
                    <a:pt x="318473" y="143947"/>
                  </a:lnTo>
                  <a:lnTo>
                    <a:pt x="320656" y="139101"/>
                  </a:lnTo>
                  <a:lnTo>
                    <a:pt x="322683" y="134189"/>
                  </a:lnTo>
                  <a:lnTo>
                    <a:pt x="324554" y="129214"/>
                  </a:lnTo>
                  <a:lnTo>
                    <a:pt x="326265" y="124183"/>
                  </a:lnTo>
                  <a:lnTo>
                    <a:pt x="327816" y="119099"/>
                  </a:lnTo>
                  <a:lnTo>
                    <a:pt x="329204" y="113969"/>
                  </a:lnTo>
                  <a:lnTo>
                    <a:pt x="330429" y="108798"/>
                  </a:lnTo>
                  <a:lnTo>
                    <a:pt x="331488" y="103590"/>
                  </a:lnTo>
                  <a:lnTo>
                    <a:pt x="332382" y="98351"/>
                  </a:lnTo>
                  <a:lnTo>
                    <a:pt x="333108" y="93086"/>
                  </a:lnTo>
                  <a:lnTo>
                    <a:pt x="333667" y="87801"/>
                  </a:lnTo>
                  <a:lnTo>
                    <a:pt x="334057" y="82500"/>
                  </a:lnTo>
                  <a:lnTo>
                    <a:pt x="334279" y="77190"/>
                  </a:lnTo>
                  <a:lnTo>
                    <a:pt x="334331" y="71876"/>
                  </a:lnTo>
                  <a:lnTo>
                    <a:pt x="334215" y="66563"/>
                  </a:lnTo>
                  <a:lnTo>
                    <a:pt x="333930" y="61256"/>
                  </a:lnTo>
                  <a:lnTo>
                    <a:pt x="333477" y="55961"/>
                  </a:lnTo>
                  <a:lnTo>
                    <a:pt x="332855" y="50682"/>
                  </a:lnTo>
                  <a:lnTo>
                    <a:pt x="332066" y="45427"/>
                  </a:lnTo>
                  <a:lnTo>
                    <a:pt x="331110" y="40199"/>
                  </a:lnTo>
                  <a:lnTo>
                    <a:pt x="329989" y="35004"/>
                  </a:lnTo>
                  <a:lnTo>
                    <a:pt x="328702" y="29847"/>
                  </a:lnTo>
                  <a:lnTo>
                    <a:pt x="327253" y="24734"/>
                  </a:lnTo>
                  <a:lnTo>
                    <a:pt x="325642" y="19669"/>
                  </a:lnTo>
                  <a:lnTo>
                    <a:pt x="323871" y="14659"/>
                  </a:lnTo>
                  <a:lnTo>
                    <a:pt x="321941" y="9707"/>
                  </a:lnTo>
                  <a:lnTo>
                    <a:pt x="319855" y="4819"/>
                  </a:lnTo>
                  <a:lnTo>
                    <a:pt x="317614" y="0"/>
                  </a:lnTo>
                  <a:lnTo>
                    <a:pt x="167167" y="728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919011" y="2633064"/>
              <a:ext cx="150447" cy="167167"/>
            </a:xfrm>
            <a:custGeom>
              <a:avLst/>
              <a:pathLst>
                <a:path w="150447" h="167167">
                  <a:moveTo>
                    <a:pt x="150447" y="94293"/>
                  </a:moveTo>
                  <a:lnTo>
                    <a:pt x="147966" y="89379"/>
                  </a:lnTo>
                  <a:lnTo>
                    <a:pt x="145324" y="84549"/>
                  </a:lnTo>
                  <a:lnTo>
                    <a:pt x="142525" y="79809"/>
                  </a:lnTo>
                  <a:lnTo>
                    <a:pt x="139571" y="75163"/>
                  </a:lnTo>
                  <a:lnTo>
                    <a:pt x="136466" y="70617"/>
                  </a:lnTo>
                  <a:lnTo>
                    <a:pt x="133213" y="66176"/>
                  </a:lnTo>
                  <a:lnTo>
                    <a:pt x="129816" y="61845"/>
                  </a:lnTo>
                  <a:lnTo>
                    <a:pt x="126277" y="57627"/>
                  </a:lnTo>
                  <a:lnTo>
                    <a:pt x="122602" y="53529"/>
                  </a:lnTo>
                  <a:lnTo>
                    <a:pt x="118794" y="49554"/>
                  </a:lnTo>
                  <a:lnTo>
                    <a:pt x="114857" y="45706"/>
                  </a:lnTo>
                  <a:lnTo>
                    <a:pt x="110795" y="41990"/>
                  </a:lnTo>
                  <a:lnTo>
                    <a:pt x="106613" y="38409"/>
                  </a:lnTo>
                  <a:lnTo>
                    <a:pt x="102316" y="34969"/>
                  </a:lnTo>
                  <a:lnTo>
                    <a:pt x="97907" y="31672"/>
                  </a:lnTo>
                  <a:lnTo>
                    <a:pt x="93393" y="28521"/>
                  </a:lnTo>
                  <a:lnTo>
                    <a:pt x="88777" y="25521"/>
                  </a:lnTo>
                  <a:lnTo>
                    <a:pt x="84065" y="22675"/>
                  </a:lnTo>
                  <a:lnTo>
                    <a:pt x="79262" y="19985"/>
                  </a:lnTo>
                  <a:lnTo>
                    <a:pt x="74372" y="17455"/>
                  </a:lnTo>
                  <a:lnTo>
                    <a:pt x="69402" y="15087"/>
                  </a:lnTo>
                  <a:lnTo>
                    <a:pt x="64357" y="12885"/>
                  </a:lnTo>
                  <a:lnTo>
                    <a:pt x="59242" y="10849"/>
                  </a:lnTo>
                  <a:lnTo>
                    <a:pt x="54063" y="8983"/>
                  </a:lnTo>
                  <a:lnTo>
                    <a:pt x="48825" y="7289"/>
                  </a:lnTo>
                  <a:lnTo>
                    <a:pt x="43534" y="5768"/>
                  </a:lnTo>
                  <a:lnTo>
                    <a:pt x="38196" y="4422"/>
                  </a:lnTo>
                  <a:lnTo>
                    <a:pt x="32817" y="3252"/>
                  </a:lnTo>
                  <a:lnTo>
                    <a:pt x="27402" y="2261"/>
                  </a:lnTo>
                  <a:lnTo>
                    <a:pt x="21957" y="1448"/>
                  </a:lnTo>
                  <a:lnTo>
                    <a:pt x="16489" y="815"/>
                  </a:lnTo>
                  <a:lnTo>
                    <a:pt x="11002" y="362"/>
                  </a:lnTo>
                  <a:lnTo>
                    <a:pt x="550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43866" y="2126963"/>
              <a:ext cx="84605" cy="167167"/>
            </a:xfrm>
            <a:custGeom>
              <a:avLst/>
              <a:pathLst>
                <a:path w="84605" h="167167">
                  <a:moveTo>
                    <a:pt x="84605" y="0"/>
                  </a:moveTo>
                  <a:lnTo>
                    <a:pt x="78693" y="104"/>
                  </a:lnTo>
                  <a:lnTo>
                    <a:pt x="72787" y="418"/>
                  </a:lnTo>
                  <a:lnTo>
                    <a:pt x="66896" y="940"/>
                  </a:lnTo>
                  <a:lnTo>
                    <a:pt x="61028" y="1671"/>
                  </a:lnTo>
                  <a:lnTo>
                    <a:pt x="55189" y="2608"/>
                  </a:lnTo>
                  <a:lnTo>
                    <a:pt x="49387" y="3752"/>
                  </a:lnTo>
                  <a:lnTo>
                    <a:pt x="43629" y="5100"/>
                  </a:lnTo>
                  <a:lnTo>
                    <a:pt x="37922" y="6650"/>
                  </a:lnTo>
                  <a:lnTo>
                    <a:pt x="32273" y="8402"/>
                  </a:lnTo>
                  <a:lnTo>
                    <a:pt x="26690" y="10352"/>
                  </a:lnTo>
                  <a:lnTo>
                    <a:pt x="21180" y="12499"/>
                  </a:lnTo>
                  <a:lnTo>
                    <a:pt x="15749" y="14839"/>
                  </a:lnTo>
                  <a:lnTo>
                    <a:pt x="10404" y="17370"/>
                  </a:lnTo>
                  <a:lnTo>
                    <a:pt x="5152" y="20088"/>
                  </a:lnTo>
                  <a:lnTo>
                    <a:pt x="0" y="22991"/>
                  </a:lnTo>
                  <a:lnTo>
                    <a:pt x="8460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43866" y="214995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561311" y="2149954"/>
              <a:ext cx="213560" cy="311341"/>
            </a:xfrm>
            <a:custGeom>
              <a:avLst/>
              <a:pathLst>
                <a:path w="213560" h="311341">
                  <a:moveTo>
                    <a:pt x="82555" y="0"/>
                  </a:moveTo>
                  <a:lnTo>
                    <a:pt x="78016" y="2761"/>
                  </a:lnTo>
                  <a:lnTo>
                    <a:pt x="73567" y="5665"/>
                  </a:lnTo>
                  <a:lnTo>
                    <a:pt x="69213" y="8709"/>
                  </a:lnTo>
                  <a:lnTo>
                    <a:pt x="64958" y="11890"/>
                  </a:lnTo>
                  <a:lnTo>
                    <a:pt x="60806" y="15204"/>
                  </a:lnTo>
                  <a:lnTo>
                    <a:pt x="56761" y="18649"/>
                  </a:lnTo>
                  <a:lnTo>
                    <a:pt x="52828" y="22221"/>
                  </a:lnTo>
                  <a:lnTo>
                    <a:pt x="49011" y="25915"/>
                  </a:lnTo>
                  <a:lnTo>
                    <a:pt x="45312" y="29730"/>
                  </a:lnTo>
                  <a:lnTo>
                    <a:pt x="41737" y="33659"/>
                  </a:lnTo>
                  <a:lnTo>
                    <a:pt x="38289" y="37701"/>
                  </a:lnTo>
                  <a:lnTo>
                    <a:pt x="34970" y="41850"/>
                  </a:lnTo>
                  <a:lnTo>
                    <a:pt x="31785" y="46102"/>
                  </a:lnTo>
                  <a:lnTo>
                    <a:pt x="28737" y="50453"/>
                  </a:lnTo>
                  <a:lnTo>
                    <a:pt x="25829" y="54899"/>
                  </a:lnTo>
                  <a:lnTo>
                    <a:pt x="23063" y="59435"/>
                  </a:lnTo>
                  <a:lnTo>
                    <a:pt x="20443" y="64057"/>
                  </a:lnTo>
                  <a:lnTo>
                    <a:pt x="17972" y="68760"/>
                  </a:lnTo>
                  <a:lnTo>
                    <a:pt x="15650" y="73539"/>
                  </a:lnTo>
                  <a:lnTo>
                    <a:pt x="13482" y="78389"/>
                  </a:lnTo>
                  <a:lnTo>
                    <a:pt x="11469" y="83305"/>
                  </a:lnTo>
                  <a:lnTo>
                    <a:pt x="9614" y="88283"/>
                  </a:lnTo>
                  <a:lnTo>
                    <a:pt x="7917" y="93318"/>
                  </a:lnTo>
                  <a:lnTo>
                    <a:pt x="6382" y="98404"/>
                  </a:lnTo>
                  <a:lnTo>
                    <a:pt x="5008" y="103536"/>
                  </a:lnTo>
                  <a:lnTo>
                    <a:pt x="3799" y="108709"/>
                  </a:lnTo>
                  <a:lnTo>
                    <a:pt x="2754" y="113918"/>
                  </a:lnTo>
                  <a:lnTo>
                    <a:pt x="1876" y="119158"/>
                  </a:lnTo>
                  <a:lnTo>
                    <a:pt x="1164" y="124423"/>
                  </a:lnTo>
                  <a:lnTo>
                    <a:pt x="620" y="129708"/>
                  </a:lnTo>
                  <a:lnTo>
                    <a:pt x="245" y="135007"/>
                  </a:lnTo>
                  <a:lnTo>
                    <a:pt x="38" y="140316"/>
                  </a:lnTo>
                  <a:lnTo>
                    <a:pt x="0" y="145628"/>
                  </a:lnTo>
                  <a:lnTo>
                    <a:pt x="130" y="150939"/>
                  </a:lnTo>
                  <a:lnTo>
                    <a:pt x="429" y="156244"/>
                  </a:lnTo>
                  <a:lnTo>
                    <a:pt x="897" y="161536"/>
                  </a:lnTo>
                  <a:lnTo>
                    <a:pt x="1533" y="166810"/>
                  </a:lnTo>
                  <a:lnTo>
                    <a:pt x="2336" y="172062"/>
                  </a:lnTo>
                  <a:lnTo>
                    <a:pt x="3305" y="177286"/>
                  </a:lnTo>
                  <a:lnTo>
                    <a:pt x="4440" y="182476"/>
                  </a:lnTo>
                  <a:lnTo>
                    <a:pt x="5739" y="187627"/>
                  </a:lnTo>
                  <a:lnTo>
                    <a:pt x="7201" y="192735"/>
                  </a:lnTo>
                  <a:lnTo>
                    <a:pt x="8825" y="197793"/>
                  </a:lnTo>
                  <a:lnTo>
                    <a:pt x="10609" y="202797"/>
                  </a:lnTo>
                  <a:lnTo>
                    <a:pt x="12551" y="207742"/>
                  </a:lnTo>
                  <a:lnTo>
                    <a:pt x="14649" y="212623"/>
                  </a:lnTo>
                  <a:lnTo>
                    <a:pt x="16901" y="217435"/>
                  </a:lnTo>
                  <a:lnTo>
                    <a:pt x="19305" y="222173"/>
                  </a:lnTo>
                  <a:lnTo>
                    <a:pt x="21858" y="226832"/>
                  </a:lnTo>
                  <a:lnTo>
                    <a:pt x="24558" y="231407"/>
                  </a:lnTo>
                  <a:lnTo>
                    <a:pt x="27402" y="235895"/>
                  </a:lnTo>
                  <a:lnTo>
                    <a:pt x="30387" y="240290"/>
                  </a:lnTo>
                  <a:lnTo>
                    <a:pt x="33510" y="244587"/>
                  </a:lnTo>
                  <a:lnTo>
                    <a:pt x="36768" y="248784"/>
                  </a:lnTo>
                  <a:lnTo>
                    <a:pt x="40158" y="252874"/>
                  </a:lnTo>
                  <a:lnTo>
                    <a:pt x="43677" y="256855"/>
                  </a:lnTo>
                  <a:lnTo>
                    <a:pt x="47319" y="260722"/>
                  </a:lnTo>
                  <a:lnTo>
                    <a:pt x="51083" y="264471"/>
                  </a:lnTo>
                  <a:lnTo>
                    <a:pt x="54965" y="268099"/>
                  </a:lnTo>
                  <a:lnTo>
                    <a:pt x="58959" y="271602"/>
                  </a:lnTo>
                  <a:lnTo>
                    <a:pt x="63063" y="274976"/>
                  </a:lnTo>
                  <a:lnTo>
                    <a:pt x="67272" y="278218"/>
                  </a:lnTo>
                  <a:lnTo>
                    <a:pt x="71582" y="281324"/>
                  </a:lnTo>
                  <a:lnTo>
                    <a:pt x="75988" y="284292"/>
                  </a:lnTo>
                  <a:lnTo>
                    <a:pt x="80487" y="287118"/>
                  </a:lnTo>
                  <a:lnTo>
                    <a:pt x="85073" y="289800"/>
                  </a:lnTo>
                  <a:lnTo>
                    <a:pt x="89742" y="292335"/>
                  </a:lnTo>
                  <a:lnTo>
                    <a:pt x="94489" y="294721"/>
                  </a:lnTo>
                  <a:lnTo>
                    <a:pt x="99309" y="296954"/>
                  </a:lnTo>
                  <a:lnTo>
                    <a:pt x="104199" y="299033"/>
                  </a:lnTo>
                  <a:lnTo>
                    <a:pt x="109151" y="300955"/>
                  </a:lnTo>
                  <a:lnTo>
                    <a:pt x="114162" y="302720"/>
                  </a:lnTo>
                  <a:lnTo>
                    <a:pt x="119227" y="304324"/>
                  </a:lnTo>
                  <a:lnTo>
                    <a:pt x="124340" y="305766"/>
                  </a:lnTo>
                  <a:lnTo>
                    <a:pt x="129497" y="307045"/>
                  </a:lnTo>
                  <a:lnTo>
                    <a:pt x="134691" y="308160"/>
                  </a:lnTo>
                  <a:lnTo>
                    <a:pt x="139919" y="309109"/>
                  </a:lnTo>
                  <a:lnTo>
                    <a:pt x="145173" y="309891"/>
                  </a:lnTo>
                  <a:lnTo>
                    <a:pt x="150450" y="310506"/>
                  </a:lnTo>
                  <a:lnTo>
                    <a:pt x="155744" y="310953"/>
                  </a:lnTo>
                  <a:lnTo>
                    <a:pt x="161050" y="311231"/>
                  </a:lnTo>
                  <a:lnTo>
                    <a:pt x="166361" y="311341"/>
                  </a:lnTo>
                  <a:lnTo>
                    <a:pt x="171674" y="311282"/>
                  </a:lnTo>
                  <a:lnTo>
                    <a:pt x="176981" y="311054"/>
                  </a:lnTo>
                  <a:lnTo>
                    <a:pt x="182279" y="310658"/>
                  </a:lnTo>
                  <a:lnTo>
                    <a:pt x="187562" y="310094"/>
                  </a:lnTo>
                  <a:lnTo>
                    <a:pt x="192824" y="309362"/>
                  </a:lnTo>
                  <a:lnTo>
                    <a:pt x="198060" y="308463"/>
                  </a:lnTo>
                  <a:lnTo>
                    <a:pt x="203265" y="307398"/>
                  </a:lnTo>
                  <a:lnTo>
                    <a:pt x="208434" y="306168"/>
                  </a:lnTo>
                  <a:lnTo>
                    <a:pt x="213560" y="304775"/>
                  </a:lnTo>
                  <a:lnTo>
                    <a:pt x="167161" y="144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728472" y="2126963"/>
              <a:ext cx="167152" cy="327766"/>
            </a:xfrm>
            <a:custGeom>
              <a:avLst/>
              <a:pathLst>
                <a:path w="167152" h="327766">
                  <a:moveTo>
                    <a:pt x="46399" y="327766"/>
                  </a:moveTo>
                  <a:lnTo>
                    <a:pt x="51479" y="326210"/>
                  </a:lnTo>
                  <a:lnTo>
                    <a:pt x="56507" y="324494"/>
                  </a:lnTo>
                  <a:lnTo>
                    <a:pt x="61477" y="322619"/>
                  </a:lnTo>
                  <a:lnTo>
                    <a:pt x="66386" y="320587"/>
                  </a:lnTo>
                  <a:lnTo>
                    <a:pt x="71228" y="318400"/>
                  </a:lnTo>
                  <a:lnTo>
                    <a:pt x="75997" y="316060"/>
                  </a:lnTo>
                  <a:lnTo>
                    <a:pt x="80690" y="313570"/>
                  </a:lnTo>
                  <a:lnTo>
                    <a:pt x="85302" y="310932"/>
                  </a:lnTo>
                  <a:lnTo>
                    <a:pt x="89827" y="308149"/>
                  </a:lnTo>
                  <a:lnTo>
                    <a:pt x="94261" y="305224"/>
                  </a:lnTo>
                  <a:lnTo>
                    <a:pt x="98601" y="302159"/>
                  </a:lnTo>
                  <a:lnTo>
                    <a:pt x="102840" y="298957"/>
                  </a:lnTo>
                  <a:lnTo>
                    <a:pt x="106976" y="295623"/>
                  </a:lnTo>
                  <a:lnTo>
                    <a:pt x="111004" y="292159"/>
                  </a:lnTo>
                  <a:lnTo>
                    <a:pt x="114920" y="288568"/>
                  </a:lnTo>
                  <a:lnTo>
                    <a:pt x="118719" y="284855"/>
                  </a:lnTo>
                  <a:lnTo>
                    <a:pt x="122399" y="281023"/>
                  </a:lnTo>
                  <a:lnTo>
                    <a:pt x="125955" y="277077"/>
                  </a:lnTo>
                  <a:lnTo>
                    <a:pt x="129384" y="273019"/>
                  </a:lnTo>
                  <a:lnTo>
                    <a:pt x="132682" y="268854"/>
                  </a:lnTo>
                  <a:lnTo>
                    <a:pt x="135847" y="264586"/>
                  </a:lnTo>
                  <a:lnTo>
                    <a:pt x="138874" y="260220"/>
                  </a:lnTo>
                  <a:lnTo>
                    <a:pt x="141760" y="255761"/>
                  </a:lnTo>
                  <a:lnTo>
                    <a:pt x="144504" y="251211"/>
                  </a:lnTo>
                  <a:lnTo>
                    <a:pt x="147102" y="246577"/>
                  </a:lnTo>
                  <a:lnTo>
                    <a:pt x="149551" y="241863"/>
                  </a:lnTo>
                  <a:lnTo>
                    <a:pt x="151849" y="237073"/>
                  </a:lnTo>
                  <a:lnTo>
                    <a:pt x="153993" y="232212"/>
                  </a:lnTo>
                  <a:lnTo>
                    <a:pt x="155982" y="227286"/>
                  </a:lnTo>
                  <a:lnTo>
                    <a:pt x="157814" y="222299"/>
                  </a:lnTo>
                  <a:lnTo>
                    <a:pt x="159486" y="217257"/>
                  </a:lnTo>
                  <a:lnTo>
                    <a:pt x="160997" y="212163"/>
                  </a:lnTo>
                  <a:lnTo>
                    <a:pt x="162346" y="207025"/>
                  </a:lnTo>
                  <a:lnTo>
                    <a:pt x="163530" y="201846"/>
                  </a:lnTo>
                  <a:lnTo>
                    <a:pt x="164550" y="196632"/>
                  </a:lnTo>
                  <a:lnTo>
                    <a:pt x="165403" y="191388"/>
                  </a:lnTo>
                  <a:lnTo>
                    <a:pt x="166089" y="186120"/>
                  </a:lnTo>
                  <a:lnTo>
                    <a:pt x="166607" y="180833"/>
                  </a:lnTo>
                  <a:lnTo>
                    <a:pt x="166958" y="175532"/>
                  </a:lnTo>
                  <a:lnTo>
                    <a:pt x="167139" y="170222"/>
                  </a:lnTo>
                  <a:lnTo>
                    <a:pt x="167152" y="164910"/>
                  </a:lnTo>
                  <a:lnTo>
                    <a:pt x="166996" y="159599"/>
                  </a:lnTo>
                  <a:lnTo>
                    <a:pt x="166671" y="154297"/>
                  </a:lnTo>
                  <a:lnTo>
                    <a:pt x="166178" y="149007"/>
                  </a:lnTo>
                  <a:lnTo>
                    <a:pt x="165517" y="143736"/>
                  </a:lnTo>
                  <a:lnTo>
                    <a:pt x="164689" y="138488"/>
                  </a:lnTo>
                  <a:lnTo>
                    <a:pt x="163694" y="133269"/>
                  </a:lnTo>
                  <a:lnTo>
                    <a:pt x="162534" y="128085"/>
                  </a:lnTo>
                  <a:lnTo>
                    <a:pt x="161210" y="122940"/>
                  </a:lnTo>
                  <a:lnTo>
                    <a:pt x="159724" y="117840"/>
                  </a:lnTo>
                  <a:lnTo>
                    <a:pt x="158075" y="112789"/>
                  </a:lnTo>
                  <a:lnTo>
                    <a:pt x="156268" y="107794"/>
                  </a:lnTo>
                  <a:lnTo>
                    <a:pt x="154302" y="102858"/>
                  </a:lnTo>
                  <a:lnTo>
                    <a:pt x="152181" y="97987"/>
                  </a:lnTo>
                  <a:lnTo>
                    <a:pt x="149906" y="93186"/>
                  </a:lnTo>
                  <a:lnTo>
                    <a:pt x="147479" y="88460"/>
                  </a:lnTo>
                  <a:lnTo>
                    <a:pt x="144904" y="83814"/>
                  </a:lnTo>
                  <a:lnTo>
                    <a:pt x="142182" y="79251"/>
                  </a:lnTo>
                  <a:lnTo>
                    <a:pt x="139316" y="74778"/>
                  </a:lnTo>
                  <a:lnTo>
                    <a:pt x="136310" y="70397"/>
                  </a:lnTo>
                  <a:lnTo>
                    <a:pt x="133166" y="66115"/>
                  </a:lnTo>
                  <a:lnTo>
                    <a:pt x="129888" y="61934"/>
                  </a:lnTo>
                  <a:lnTo>
                    <a:pt x="126479" y="57860"/>
                  </a:lnTo>
                  <a:lnTo>
                    <a:pt x="122941" y="53896"/>
                  </a:lnTo>
                  <a:lnTo>
                    <a:pt x="119280" y="50047"/>
                  </a:lnTo>
                  <a:lnTo>
                    <a:pt x="115498" y="46316"/>
                  </a:lnTo>
                  <a:lnTo>
                    <a:pt x="111600" y="42707"/>
                  </a:lnTo>
                  <a:lnTo>
                    <a:pt x="107589" y="39223"/>
                  </a:lnTo>
                  <a:lnTo>
                    <a:pt x="103469" y="35869"/>
                  </a:lnTo>
                  <a:lnTo>
                    <a:pt x="99244" y="32648"/>
                  </a:lnTo>
                  <a:lnTo>
                    <a:pt x="94920" y="29562"/>
                  </a:lnTo>
                  <a:lnTo>
                    <a:pt x="90499" y="26615"/>
                  </a:lnTo>
                  <a:lnTo>
                    <a:pt x="85987" y="23811"/>
                  </a:lnTo>
                  <a:lnTo>
                    <a:pt x="81388" y="21151"/>
                  </a:lnTo>
                  <a:lnTo>
                    <a:pt x="76708" y="18638"/>
                  </a:lnTo>
                  <a:lnTo>
                    <a:pt x="71949" y="16276"/>
                  </a:lnTo>
                  <a:lnTo>
                    <a:pt x="67118" y="14065"/>
                  </a:lnTo>
                  <a:lnTo>
                    <a:pt x="62219" y="12010"/>
                  </a:lnTo>
                  <a:lnTo>
                    <a:pt x="57257" y="10111"/>
                  </a:lnTo>
                  <a:lnTo>
                    <a:pt x="52238" y="8371"/>
                  </a:lnTo>
                  <a:lnTo>
                    <a:pt x="47166" y="6791"/>
                  </a:lnTo>
                  <a:lnTo>
                    <a:pt x="42046" y="5374"/>
                  </a:lnTo>
                  <a:lnTo>
                    <a:pt x="36883" y="4119"/>
                  </a:lnTo>
                  <a:lnTo>
                    <a:pt x="31684" y="3030"/>
                  </a:lnTo>
                  <a:lnTo>
                    <a:pt x="26452" y="2106"/>
                  </a:lnTo>
                  <a:lnTo>
                    <a:pt x="21194" y="1348"/>
                  </a:lnTo>
                  <a:lnTo>
                    <a:pt x="15914" y="759"/>
                  </a:lnTo>
                  <a:lnTo>
                    <a:pt x="10618" y="337"/>
                  </a:lnTo>
                  <a:lnTo>
                    <a:pt x="531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0902" y="1681503"/>
              <a:ext cx="52332" cy="167167"/>
            </a:xfrm>
            <a:custGeom>
              <a:avLst/>
              <a:pathLst>
                <a:path w="52332" h="167167">
                  <a:moveTo>
                    <a:pt x="52332" y="0"/>
                  </a:moveTo>
                  <a:lnTo>
                    <a:pt x="46419" y="104"/>
                  </a:lnTo>
                  <a:lnTo>
                    <a:pt x="40513" y="418"/>
                  </a:lnTo>
                  <a:lnTo>
                    <a:pt x="34623" y="940"/>
                  </a:lnTo>
                  <a:lnTo>
                    <a:pt x="28754" y="1671"/>
                  </a:lnTo>
                  <a:lnTo>
                    <a:pt x="22915" y="2608"/>
                  </a:lnTo>
                  <a:lnTo>
                    <a:pt x="17113" y="3752"/>
                  </a:lnTo>
                  <a:lnTo>
                    <a:pt x="11355" y="5100"/>
                  </a:lnTo>
                  <a:lnTo>
                    <a:pt x="5648" y="6650"/>
                  </a:lnTo>
                  <a:lnTo>
                    <a:pt x="0" y="8402"/>
                  </a:lnTo>
                  <a:lnTo>
                    <a:pt x="5233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256087" y="1689905"/>
              <a:ext cx="334298" cy="325932"/>
            </a:xfrm>
            <a:custGeom>
              <a:avLst/>
              <a:pathLst>
                <a:path w="334298" h="325932">
                  <a:moveTo>
                    <a:pt x="114815" y="0"/>
                  </a:moveTo>
                  <a:lnTo>
                    <a:pt x="109807" y="1739"/>
                  </a:lnTo>
                  <a:lnTo>
                    <a:pt x="104857" y="3636"/>
                  </a:lnTo>
                  <a:lnTo>
                    <a:pt x="99969" y="5689"/>
                  </a:lnTo>
                  <a:lnTo>
                    <a:pt x="95150" y="7896"/>
                  </a:lnTo>
                  <a:lnTo>
                    <a:pt x="90402" y="10254"/>
                  </a:lnTo>
                  <a:lnTo>
                    <a:pt x="85732" y="12762"/>
                  </a:lnTo>
                  <a:lnTo>
                    <a:pt x="81143" y="15417"/>
                  </a:lnTo>
                  <a:lnTo>
                    <a:pt x="76642" y="18216"/>
                  </a:lnTo>
                  <a:lnTo>
                    <a:pt x="72231" y="21157"/>
                  </a:lnTo>
                  <a:lnTo>
                    <a:pt x="67915" y="24235"/>
                  </a:lnTo>
                  <a:lnTo>
                    <a:pt x="63700" y="27449"/>
                  </a:lnTo>
                  <a:lnTo>
                    <a:pt x="59588" y="30795"/>
                  </a:lnTo>
                  <a:lnTo>
                    <a:pt x="55584" y="34270"/>
                  </a:lnTo>
                  <a:lnTo>
                    <a:pt x="51693" y="37870"/>
                  </a:lnTo>
                  <a:lnTo>
                    <a:pt x="47918" y="41592"/>
                  </a:lnTo>
                  <a:lnTo>
                    <a:pt x="44263" y="45431"/>
                  </a:lnTo>
                  <a:lnTo>
                    <a:pt x="40731" y="49384"/>
                  </a:lnTo>
                  <a:lnTo>
                    <a:pt x="37326" y="53447"/>
                  </a:lnTo>
                  <a:lnTo>
                    <a:pt x="34052" y="57617"/>
                  </a:lnTo>
                  <a:lnTo>
                    <a:pt x="30912" y="61888"/>
                  </a:lnTo>
                  <a:lnTo>
                    <a:pt x="27909" y="66256"/>
                  </a:lnTo>
                  <a:lnTo>
                    <a:pt x="25046" y="70717"/>
                  </a:lnTo>
                  <a:lnTo>
                    <a:pt x="22325" y="75267"/>
                  </a:lnTo>
                  <a:lnTo>
                    <a:pt x="19751" y="79901"/>
                  </a:lnTo>
                  <a:lnTo>
                    <a:pt x="17324" y="84614"/>
                  </a:lnTo>
                  <a:lnTo>
                    <a:pt x="15049" y="89402"/>
                  </a:lnTo>
                  <a:lnTo>
                    <a:pt x="12926" y="94259"/>
                  </a:lnTo>
                  <a:lnTo>
                    <a:pt x="10958" y="99182"/>
                  </a:lnTo>
                  <a:lnTo>
                    <a:pt x="9147" y="104164"/>
                  </a:lnTo>
                  <a:lnTo>
                    <a:pt x="7496" y="109201"/>
                  </a:lnTo>
                  <a:lnTo>
                    <a:pt x="6004" y="114288"/>
                  </a:lnTo>
                  <a:lnTo>
                    <a:pt x="4675" y="119420"/>
                  </a:lnTo>
                  <a:lnTo>
                    <a:pt x="3509" y="124591"/>
                  </a:lnTo>
                  <a:lnTo>
                    <a:pt x="2508" y="129797"/>
                  </a:lnTo>
                  <a:lnTo>
                    <a:pt x="1672" y="135032"/>
                  </a:lnTo>
                  <a:lnTo>
                    <a:pt x="1003" y="140290"/>
                  </a:lnTo>
                  <a:lnTo>
                    <a:pt x="501" y="145568"/>
                  </a:lnTo>
                  <a:lnTo>
                    <a:pt x="166" y="150858"/>
                  </a:lnTo>
                  <a:lnTo>
                    <a:pt x="0" y="156157"/>
                  </a:lnTo>
                  <a:lnTo>
                    <a:pt x="1" y="161458"/>
                  </a:lnTo>
                  <a:lnTo>
                    <a:pt x="170" y="166756"/>
                  </a:lnTo>
                  <a:lnTo>
                    <a:pt x="508" y="172046"/>
                  </a:lnTo>
                  <a:lnTo>
                    <a:pt x="1013" y="177323"/>
                  </a:lnTo>
                  <a:lnTo>
                    <a:pt x="1685" y="182582"/>
                  </a:lnTo>
                  <a:lnTo>
                    <a:pt x="2523" y="187816"/>
                  </a:lnTo>
                  <a:lnTo>
                    <a:pt x="3527" y="193021"/>
                  </a:lnTo>
                  <a:lnTo>
                    <a:pt x="4695" y="198192"/>
                  </a:lnTo>
                  <a:lnTo>
                    <a:pt x="6027" y="203323"/>
                  </a:lnTo>
                  <a:lnTo>
                    <a:pt x="7521" y="208409"/>
                  </a:lnTo>
                  <a:lnTo>
                    <a:pt x="9175" y="213446"/>
                  </a:lnTo>
                  <a:lnTo>
                    <a:pt x="10989" y="218427"/>
                  </a:lnTo>
                  <a:lnTo>
                    <a:pt x="12959" y="223348"/>
                  </a:lnTo>
                  <a:lnTo>
                    <a:pt x="15084" y="228205"/>
                  </a:lnTo>
                  <a:lnTo>
                    <a:pt x="17362" y="232991"/>
                  </a:lnTo>
                  <a:lnTo>
                    <a:pt x="19791" y="237703"/>
                  </a:lnTo>
                  <a:lnTo>
                    <a:pt x="22368" y="242336"/>
                  </a:lnTo>
                  <a:lnTo>
                    <a:pt x="25091" y="246884"/>
                  </a:lnTo>
                  <a:lnTo>
                    <a:pt x="27956" y="251344"/>
                  </a:lnTo>
                  <a:lnTo>
                    <a:pt x="30962" y="255711"/>
                  </a:lnTo>
                  <a:lnTo>
                    <a:pt x="34104" y="259980"/>
                  </a:lnTo>
                  <a:lnTo>
                    <a:pt x="37380" y="264148"/>
                  </a:lnTo>
                  <a:lnTo>
                    <a:pt x="40787" y="268209"/>
                  </a:lnTo>
                  <a:lnTo>
                    <a:pt x="44321" y="272161"/>
                  </a:lnTo>
                  <a:lnTo>
                    <a:pt x="47978" y="275998"/>
                  </a:lnTo>
                  <a:lnTo>
                    <a:pt x="51755" y="279718"/>
                  </a:lnTo>
                  <a:lnTo>
                    <a:pt x="55648" y="283316"/>
                  </a:lnTo>
                  <a:lnTo>
                    <a:pt x="59653" y="286789"/>
                  </a:lnTo>
                  <a:lnTo>
                    <a:pt x="63767" y="290132"/>
                  </a:lnTo>
                  <a:lnTo>
                    <a:pt x="67984" y="293344"/>
                  </a:lnTo>
                  <a:lnTo>
                    <a:pt x="72301" y="296421"/>
                  </a:lnTo>
                  <a:lnTo>
                    <a:pt x="76713" y="299359"/>
                  </a:lnTo>
                  <a:lnTo>
                    <a:pt x="81217" y="302156"/>
                  </a:lnTo>
                  <a:lnTo>
                    <a:pt x="85807" y="304808"/>
                  </a:lnTo>
                  <a:lnTo>
                    <a:pt x="90478" y="307314"/>
                  </a:lnTo>
                  <a:lnTo>
                    <a:pt x="95227" y="309670"/>
                  </a:lnTo>
                  <a:lnTo>
                    <a:pt x="100048" y="311875"/>
                  </a:lnTo>
                  <a:lnTo>
                    <a:pt x="104936" y="313925"/>
                  </a:lnTo>
                  <a:lnTo>
                    <a:pt x="109887" y="315820"/>
                  </a:lnTo>
                  <a:lnTo>
                    <a:pt x="114896" y="317556"/>
                  </a:lnTo>
                  <a:lnTo>
                    <a:pt x="119957" y="319133"/>
                  </a:lnTo>
                  <a:lnTo>
                    <a:pt x="125065" y="320549"/>
                  </a:lnTo>
                  <a:lnTo>
                    <a:pt x="130216" y="321802"/>
                  </a:lnTo>
                  <a:lnTo>
                    <a:pt x="135404" y="322891"/>
                  </a:lnTo>
                  <a:lnTo>
                    <a:pt x="140624" y="323815"/>
                  </a:lnTo>
                  <a:lnTo>
                    <a:pt x="145871" y="324572"/>
                  </a:lnTo>
                  <a:lnTo>
                    <a:pt x="151139" y="325164"/>
                  </a:lnTo>
                  <a:lnTo>
                    <a:pt x="156423" y="325588"/>
                  </a:lnTo>
                  <a:lnTo>
                    <a:pt x="161718" y="325844"/>
                  </a:lnTo>
                  <a:lnTo>
                    <a:pt x="167018" y="325932"/>
                  </a:lnTo>
                  <a:lnTo>
                    <a:pt x="172319" y="325852"/>
                  </a:lnTo>
                  <a:lnTo>
                    <a:pt x="177614" y="325604"/>
                  </a:lnTo>
                  <a:lnTo>
                    <a:pt x="182899" y="325188"/>
                  </a:lnTo>
                  <a:lnTo>
                    <a:pt x="188168" y="324605"/>
                  </a:lnTo>
                  <a:lnTo>
                    <a:pt x="193416" y="323855"/>
                  </a:lnTo>
                  <a:lnTo>
                    <a:pt x="198637" y="322939"/>
                  </a:lnTo>
                  <a:lnTo>
                    <a:pt x="203827" y="321858"/>
                  </a:lnTo>
                  <a:lnTo>
                    <a:pt x="208979" y="320613"/>
                  </a:lnTo>
                  <a:lnTo>
                    <a:pt x="214090" y="319205"/>
                  </a:lnTo>
                  <a:lnTo>
                    <a:pt x="219154" y="317636"/>
                  </a:lnTo>
                  <a:lnTo>
                    <a:pt x="224165" y="315907"/>
                  </a:lnTo>
                  <a:lnTo>
                    <a:pt x="229119" y="314020"/>
                  </a:lnTo>
                  <a:lnTo>
                    <a:pt x="234010" y="311977"/>
                  </a:lnTo>
                  <a:lnTo>
                    <a:pt x="238835" y="309780"/>
                  </a:lnTo>
                  <a:lnTo>
                    <a:pt x="243587" y="307431"/>
                  </a:lnTo>
                  <a:lnTo>
                    <a:pt x="248262" y="304933"/>
                  </a:lnTo>
                  <a:lnTo>
                    <a:pt x="252856" y="302287"/>
                  </a:lnTo>
                  <a:lnTo>
                    <a:pt x="257364" y="299498"/>
                  </a:lnTo>
                  <a:lnTo>
                    <a:pt x="261781" y="296566"/>
                  </a:lnTo>
                  <a:lnTo>
                    <a:pt x="266103" y="293496"/>
                  </a:lnTo>
                  <a:lnTo>
                    <a:pt x="270325" y="290291"/>
                  </a:lnTo>
                  <a:lnTo>
                    <a:pt x="274443" y="286953"/>
                  </a:lnTo>
                  <a:lnTo>
                    <a:pt x="278454" y="283487"/>
                  </a:lnTo>
                  <a:lnTo>
                    <a:pt x="282352" y="279895"/>
                  </a:lnTo>
                  <a:lnTo>
                    <a:pt x="286135" y="276181"/>
                  </a:lnTo>
                  <a:lnTo>
                    <a:pt x="289798" y="272349"/>
                  </a:lnTo>
                  <a:lnTo>
                    <a:pt x="293338" y="268403"/>
                  </a:lnTo>
                  <a:lnTo>
                    <a:pt x="296751" y="264347"/>
                  </a:lnTo>
                  <a:lnTo>
                    <a:pt x="300034" y="260184"/>
                  </a:lnTo>
                  <a:lnTo>
                    <a:pt x="303183" y="255920"/>
                  </a:lnTo>
                  <a:lnTo>
                    <a:pt x="306195" y="251558"/>
                  </a:lnTo>
                  <a:lnTo>
                    <a:pt x="309067" y="247102"/>
                  </a:lnTo>
                  <a:lnTo>
                    <a:pt x="311797" y="242558"/>
                  </a:lnTo>
                  <a:lnTo>
                    <a:pt x="314381" y="237929"/>
                  </a:lnTo>
                  <a:lnTo>
                    <a:pt x="316817" y="233221"/>
                  </a:lnTo>
                  <a:lnTo>
                    <a:pt x="319102" y="228438"/>
                  </a:lnTo>
                  <a:lnTo>
                    <a:pt x="321235" y="223585"/>
                  </a:lnTo>
                  <a:lnTo>
                    <a:pt x="323213" y="218667"/>
                  </a:lnTo>
                  <a:lnTo>
                    <a:pt x="325034" y="213688"/>
                  </a:lnTo>
                  <a:lnTo>
                    <a:pt x="326696" y="208654"/>
                  </a:lnTo>
                  <a:lnTo>
                    <a:pt x="328197" y="203570"/>
                  </a:lnTo>
                  <a:lnTo>
                    <a:pt x="329537" y="198441"/>
                  </a:lnTo>
                  <a:lnTo>
                    <a:pt x="330714" y="193272"/>
                  </a:lnTo>
                  <a:lnTo>
                    <a:pt x="331725" y="188069"/>
                  </a:lnTo>
                  <a:lnTo>
                    <a:pt x="332572" y="182836"/>
                  </a:lnTo>
                  <a:lnTo>
                    <a:pt x="333252" y="177578"/>
                  </a:lnTo>
                  <a:lnTo>
                    <a:pt x="333765" y="172302"/>
                  </a:lnTo>
                  <a:lnTo>
                    <a:pt x="334110" y="167012"/>
                  </a:lnTo>
                  <a:lnTo>
                    <a:pt x="334288" y="161714"/>
                  </a:lnTo>
                  <a:lnTo>
                    <a:pt x="334298" y="156413"/>
                  </a:lnTo>
                  <a:lnTo>
                    <a:pt x="334139" y="151114"/>
                  </a:lnTo>
                  <a:lnTo>
                    <a:pt x="333812" y="145823"/>
                  </a:lnTo>
                  <a:lnTo>
                    <a:pt x="333318" y="140545"/>
                  </a:lnTo>
                  <a:lnTo>
                    <a:pt x="332657" y="135286"/>
                  </a:lnTo>
                  <a:lnTo>
                    <a:pt x="331829" y="130050"/>
                  </a:lnTo>
                  <a:lnTo>
                    <a:pt x="330836" y="124842"/>
                  </a:lnTo>
                  <a:lnTo>
                    <a:pt x="329678" y="119669"/>
                  </a:lnTo>
                  <a:lnTo>
                    <a:pt x="328357" y="114536"/>
                  </a:lnTo>
                  <a:lnTo>
                    <a:pt x="326873" y="109446"/>
                  </a:lnTo>
                  <a:lnTo>
                    <a:pt x="325229" y="104407"/>
                  </a:lnTo>
                  <a:lnTo>
                    <a:pt x="323426" y="99421"/>
                  </a:lnTo>
                  <a:lnTo>
                    <a:pt x="321466" y="94496"/>
                  </a:lnTo>
                  <a:lnTo>
                    <a:pt x="319351" y="89635"/>
                  </a:lnTo>
                  <a:lnTo>
                    <a:pt x="317082" y="84844"/>
                  </a:lnTo>
                  <a:lnTo>
                    <a:pt x="314663" y="80127"/>
                  </a:lnTo>
                  <a:lnTo>
                    <a:pt x="312096" y="75489"/>
                  </a:lnTo>
                  <a:lnTo>
                    <a:pt x="309382" y="70935"/>
                  </a:lnTo>
                  <a:lnTo>
                    <a:pt x="306526" y="66470"/>
                  </a:lnTo>
                  <a:lnTo>
                    <a:pt x="303530" y="62097"/>
                  </a:lnTo>
                  <a:lnTo>
                    <a:pt x="300396" y="57821"/>
                  </a:lnTo>
                  <a:lnTo>
                    <a:pt x="297128" y="53647"/>
                  </a:lnTo>
                  <a:lnTo>
                    <a:pt x="293730" y="49578"/>
                  </a:lnTo>
                  <a:lnTo>
                    <a:pt x="290204" y="45620"/>
                  </a:lnTo>
                  <a:lnTo>
                    <a:pt x="286555" y="41775"/>
                  </a:lnTo>
                  <a:lnTo>
                    <a:pt x="282785" y="38047"/>
                  </a:lnTo>
                  <a:lnTo>
                    <a:pt x="278900" y="34441"/>
                  </a:lnTo>
                  <a:lnTo>
                    <a:pt x="274901" y="30961"/>
                  </a:lnTo>
                  <a:lnTo>
                    <a:pt x="167147" y="1587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423235" y="1681503"/>
              <a:ext cx="107754" cy="167167"/>
            </a:xfrm>
            <a:custGeom>
              <a:avLst/>
              <a:pathLst>
                <a:path w="107754" h="167167">
                  <a:moveTo>
                    <a:pt x="107754" y="39363"/>
                  </a:moveTo>
                  <a:lnTo>
                    <a:pt x="103432" y="35840"/>
                  </a:lnTo>
                  <a:lnTo>
                    <a:pt x="98995" y="32464"/>
                  </a:lnTo>
                  <a:lnTo>
                    <a:pt x="94447" y="29237"/>
                  </a:lnTo>
                  <a:lnTo>
                    <a:pt x="89795" y="26164"/>
                  </a:lnTo>
                  <a:lnTo>
                    <a:pt x="85042" y="23248"/>
                  </a:lnTo>
                  <a:lnTo>
                    <a:pt x="80195" y="20492"/>
                  </a:lnTo>
                  <a:lnTo>
                    <a:pt x="75259" y="17899"/>
                  </a:lnTo>
                  <a:lnTo>
                    <a:pt x="70239" y="15472"/>
                  </a:lnTo>
                  <a:lnTo>
                    <a:pt x="65141" y="13214"/>
                  </a:lnTo>
                  <a:lnTo>
                    <a:pt x="59970" y="11127"/>
                  </a:lnTo>
                  <a:lnTo>
                    <a:pt x="54733" y="9214"/>
                  </a:lnTo>
                  <a:lnTo>
                    <a:pt x="49434" y="7476"/>
                  </a:lnTo>
                  <a:lnTo>
                    <a:pt x="44081" y="5916"/>
                  </a:lnTo>
                  <a:lnTo>
                    <a:pt x="38679" y="4536"/>
                  </a:lnTo>
                  <a:lnTo>
                    <a:pt x="33233" y="3336"/>
                  </a:lnTo>
                  <a:lnTo>
                    <a:pt x="27751" y="2319"/>
                  </a:lnTo>
                  <a:lnTo>
                    <a:pt x="22238" y="1485"/>
                  </a:lnTo>
                  <a:lnTo>
                    <a:pt x="16700" y="836"/>
                  </a:lnTo>
                  <a:lnTo>
                    <a:pt x="11144" y="371"/>
                  </a:lnTo>
                  <a:lnTo>
                    <a:pt x="557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853879" y="1322571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6" y="83"/>
                  </a:lnTo>
                  <a:lnTo>
                    <a:pt x="156598" y="333"/>
                  </a:lnTo>
                  <a:lnTo>
                    <a:pt x="151330" y="751"/>
                  </a:lnTo>
                  <a:lnTo>
                    <a:pt x="146079" y="1334"/>
                  </a:lnTo>
                  <a:lnTo>
                    <a:pt x="140848" y="2083"/>
                  </a:lnTo>
                  <a:lnTo>
                    <a:pt x="135644" y="2997"/>
                  </a:lnTo>
                  <a:lnTo>
                    <a:pt x="130471" y="4075"/>
                  </a:lnTo>
                  <a:lnTo>
                    <a:pt x="125335" y="5316"/>
                  </a:lnTo>
                  <a:lnTo>
                    <a:pt x="120241" y="6719"/>
                  </a:lnTo>
                  <a:lnTo>
                    <a:pt x="115193" y="8282"/>
                  </a:lnTo>
                  <a:lnTo>
                    <a:pt x="110198" y="10003"/>
                  </a:lnTo>
                  <a:lnTo>
                    <a:pt x="105259" y="11882"/>
                  </a:lnTo>
                  <a:lnTo>
                    <a:pt x="100383" y="13916"/>
                  </a:lnTo>
                  <a:lnTo>
                    <a:pt x="95573" y="16103"/>
                  </a:lnTo>
                  <a:lnTo>
                    <a:pt x="90834" y="18441"/>
                  </a:lnTo>
                  <a:lnTo>
                    <a:pt x="86172" y="20927"/>
                  </a:lnTo>
                  <a:lnTo>
                    <a:pt x="81590" y="23560"/>
                  </a:lnTo>
                  <a:lnTo>
                    <a:pt x="77094" y="26336"/>
                  </a:lnTo>
                  <a:lnTo>
                    <a:pt x="72689" y="29253"/>
                  </a:lnTo>
                  <a:lnTo>
                    <a:pt x="68377" y="32308"/>
                  </a:lnTo>
                  <a:lnTo>
                    <a:pt x="64164" y="35497"/>
                  </a:lnTo>
                  <a:lnTo>
                    <a:pt x="60054" y="38818"/>
                  </a:lnTo>
                  <a:lnTo>
                    <a:pt x="56051" y="42267"/>
                  </a:lnTo>
                  <a:lnTo>
                    <a:pt x="52160" y="45841"/>
                  </a:lnTo>
                  <a:lnTo>
                    <a:pt x="48383" y="49536"/>
                  </a:lnTo>
                  <a:lnTo>
                    <a:pt x="44724" y="53348"/>
                  </a:lnTo>
                  <a:lnTo>
                    <a:pt x="41188" y="57275"/>
                  </a:lnTo>
                  <a:lnTo>
                    <a:pt x="37778" y="61311"/>
                  </a:lnTo>
                  <a:lnTo>
                    <a:pt x="34497" y="65453"/>
                  </a:lnTo>
                  <a:lnTo>
                    <a:pt x="31349" y="69696"/>
                  </a:lnTo>
                  <a:lnTo>
                    <a:pt x="28336" y="74037"/>
                  </a:lnTo>
                  <a:lnTo>
                    <a:pt x="25462" y="78471"/>
                  </a:lnTo>
                  <a:lnTo>
                    <a:pt x="22730" y="82994"/>
                  </a:lnTo>
                  <a:lnTo>
                    <a:pt x="20142" y="87600"/>
                  </a:lnTo>
                  <a:lnTo>
                    <a:pt x="17700" y="92287"/>
                  </a:lnTo>
                  <a:lnTo>
                    <a:pt x="15409" y="97048"/>
                  </a:lnTo>
                  <a:lnTo>
                    <a:pt x="13268" y="101879"/>
                  </a:lnTo>
                  <a:lnTo>
                    <a:pt x="11282" y="106775"/>
                  </a:lnTo>
                  <a:lnTo>
                    <a:pt x="9451" y="111731"/>
                  </a:lnTo>
                  <a:lnTo>
                    <a:pt x="7778" y="116743"/>
                  </a:lnTo>
                  <a:lnTo>
                    <a:pt x="6264" y="121806"/>
                  </a:lnTo>
                  <a:lnTo>
                    <a:pt x="4910" y="126913"/>
                  </a:lnTo>
                  <a:lnTo>
                    <a:pt x="3719" y="132061"/>
                  </a:lnTo>
                  <a:lnTo>
                    <a:pt x="2691" y="137244"/>
                  </a:lnTo>
                  <a:lnTo>
                    <a:pt x="1828" y="142457"/>
                  </a:lnTo>
                  <a:lnTo>
                    <a:pt x="1130" y="147695"/>
                  </a:lnTo>
                  <a:lnTo>
                    <a:pt x="597" y="152952"/>
                  </a:lnTo>
                  <a:lnTo>
                    <a:pt x="231" y="158223"/>
                  </a:lnTo>
                  <a:lnTo>
                    <a:pt x="32" y="163503"/>
                  </a:lnTo>
                  <a:lnTo>
                    <a:pt x="0" y="168787"/>
                  </a:lnTo>
                  <a:lnTo>
                    <a:pt x="134" y="174069"/>
                  </a:lnTo>
                  <a:lnTo>
                    <a:pt x="436" y="179344"/>
                  </a:lnTo>
                  <a:lnTo>
                    <a:pt x="904" y="184607"/>
                  </a:lnTo>
                  <a:lnTo>
                    <a:pt x="1538" y="189853"/>
                  </a:lnTo>
                  <a:lnTo>
                    <a:pt x="2338" y="195076"/>
                  </a:lnTo>
                  <a:lnTo>
                    <a:pt x="3302" y="200271"/>
                  </a:lnTo>
                  <a:lnTo>
                    <a:pt x="4430" y="205433"/>
                  </a:lnTo>
                  <a:lnTo>
                    <a:pt x="5721" y="210557"/>
                  </a:lnTo>
                  <a:lnTo>
                    <a:pt x="7173" y="215638"/>
                  </a:lnTo>
                  <a:lnTo>
                    <a:pt x="8785" y="220670"/>
                  </a:lnTo>
                  <a:lnTo>
                    <a:pt x="10555" y="225648"/>
                  </a:lnTo>
                  <a:lnTo>
                    <a:pt x="12481" y="230569"/>
                  </a:lnTo>
                  <a:lnTo>
                    <a:pt x="14562" y="235425"/>
                  </a:lnTo>
                  <a:lnTo>
                    <a:pt x="16796" y="240214"/>
                  </a:lnTo>
                  <a:lnTo>
                    <a:pt x="19180" y="244930"/>
                  </a:lnTo>
                  <a:lnTo>
                    <a:pt x="21711" y="249568"/>
                  </a:lnTo>
                  <a:lnTo>
                    <a:pt x="24388" y="254123"/>
                  </a:lnTo>
                  <a:lnTo>
                    <a:pt x="27208" y="258592"/>
                  </a:lnTo>
                  <a:lnTo>
                    <a:pt x="30167" y="262969"/>
                  </a:lnTo>
                  <a:lnTo>
                    <a:pt x="33263" y="267251"/>
                  </a:lnTo>
                  <a:lnTo>
                    <a:pt x="36493" y="271433"/>
                  </a:lnTo>
                  <a:lnTo>
                    <a:pt x="39854" y="275510"/>
                  </a:lnTo>
                  <a:lnTo>
                    <a:pt x="43342" y="279480"/>
                  </a:lnTo>
                  <a:lnTo>
                    <a:pt x="46953" y="283337"/>
                  </a:lnTo>
                  <a:lnTo>
                    <a:pt x="50685" y="287078"/>
                  </a:lnTo>
                  <a:lnTo>
                    <a:pt x="54532" y="290699"/>
                  </a:lnTo>
                  <a:lnTo>
                    <a:pt x="58493" y="294197"/>
                  </a:lnTo>
                  <a:lnTo>
                    <a:pt x="62562" y="297568"/>
                  </a:lnTo>
                  <a:lnTo>
                    <a:pt x="66735" y="300808"/>
                  </a:lnTo>
                  <a:lnTo>
                    <a:pt x="71009" y="303915"/>
                  </a:lnTo>
                  <a:lnTo>
                    <a:pt x="75379" y="306886"/>
                  </a:lnTo>
                  <a:lnTo>
                    <a:pt x="79841" y="309717"/>
                  </a:lnTo>
                  <a:lnTo>
                    <a:pt x="84389" y="312405"/>
                  </a:lnTo>
                  <a:lnTo>
                    <a:pt x="89021" y="314949"/>
                  </a:lnTo>
                  <a:lnTo>
                    <a:pt x="93731" y="317344"/>
                  </a:lnTo>
                  <a:lnTo>
                    <a:pt x="98514" y="319590"/>
                  </a:lnTo>
                  <a:lnTo>
                    <a:pt x="103365" y="321683"/>
                  </a:lnTo>
                  <a:lnTo>
                    <a:pt x="108280" y="323622"/>
                  </a:lnTo>
                  <a:lnTo>
                    <a:pt x="113254" y="325405"/>
                  </a:lnTo>
                  <a:lnTo>
                    <a:pt x="118282" y="327029"/>
                  </a:lnTo>
                  <a:lnTo>
                    <a:pt x="123359" y="328494"/>
                  </a:lnTo>
                  <a:lnTo>
                    <a:pt x="128480" y="329798"/>
                  </a:lnTo>
                  <a:lnTo>
                    <a:pt x="133639" y="330939"/>
                  </a:lnTo>
                  <a:lnTo>
                    <a:pt x="138832" y="331917"/>
                  </a:lnTo>
                  <a:lnTo>
                    <a:pt x="144053" y="332730"/>
                  </a:lnTo>
                  <a:lnTo>
                    <a:pt x="149297" y="333377"/>
                  </a:lnTo>
                  <a:lnTo>
                    <a:pt x="154559" y="333859"/>
                  </a:lnTo>
                  <a:lnTo>
                    <a:pt x="159833" y="334174"/>
                  </a:lnTo>
                  <a:lnTo>
                    <a:pt x="165115" y="334322"/>
                  </a:lnTo>
                  <a:lnTo>
                    <a:pt x="170399" y="334303"/>
                  </a:lnTo>
                  <a:lnTo>
                    <a:pt x="175679" y="334117"/>
                  </a:lnTo>
                  <a:lnTo>
                    <a:pt x="180952" y="333764"/>
                  </a:lnTo>
                  <a:lnTo>
                    <a:pt x="186210" y="333245"/>
                  </a:lnTo>
                  <a:lnTo>
                    <a:pt x="191449" y="332560"/>
                  </a:lnTo>
                  <a:lnTo>
                    <a:pt x="196664" y="331710"/>
                  </a:lnTo>
                  <a:lnTo>
                    <a:pt x="201850" y="330695"/>
                  </a:lnTo>
                  <a:lnTo>
                    <a:pt x="207001" y="329517"/>
                  </a:lnTo>
                  <a:lnTo>
                    <a:pt x="212112" y="328177"/>
                  </a:lnTo>
                  <a:lnTo>
                    <a:pt x="217178" y="326676"/>
                  </a:lnTo>
                  <a:lnTo>
                    <a:pt x="222194" y="325015"/>
                  </a:lnTo>
                  <a:lnTo>
                    <a:pt x="227155" y="323197"/>
                  </a:lnTo>
                  <a:lnTo>
                    <a:pt x="232057" y="321223"/>
                  </a:lnTo>
                  <a:lnTo>
                    <a:pt x="236893" y="319095"/>
                  </a:lnTo>
                  <a:lnTo>
                    <a:pt x="241660" y="316815"/>
                  </a:lnTo>
                  <a:lnTo>
                    <a:pt x="246352" y="314386"/>
                  </a:lnTo>
                  <a:lnTo>
                    <a:pt x="250965" y="311809"/>
                  </a:lnTo>
                  <a:lnTo>
                    <a:pt x="255495" y="309089"/>
                  </a:lnTo>
                  <a:lnTo>
                    <a:pt x="259936" y="306226"/>
                  </a:lnTo>
                  <a:lnTo>
                    <a:pt x="264285" y="303224"/>
                  </a:lnTo>
                  <a:lnTo>
                    <a:pt x="268536" y="300087"/>
                  </a:lnTo>
                  <a:lnTo>
                    <a:pt x="272686" y="296816"/>
                  </a:lnTo>
                  <a:lnTo>
                    <a:pt x="276731" y="293416"/>
                  </a:lnTo>
                  <a:lnTo>
                    <a:pt x="280666" y="289890"/>
                  </a:lnTo>
                  <a:lnTo>
                    <a:pt x="284488" y="286242"/>
                  </a:lnTo>
                  <a:lnTo>
                    <a:pt x="288193" y="282474"/>
                  </a:lnTo>
                  <a:lnTo>
                    <a:pt x="291777" y="278591"/>
                  </a:lnTo>
                  <a:lnTo>
                    <a:pt x="295236" y="274597"/>
                  </a:lnTo>
                  <a:lnTo>
                    <a:pt x="298567" y="270496"/>
                  </a:lnTo>
                  <a:lnTo>
                    <a:pt x="301767" y="266291"/>
                  </a:lnTo>
                  <a:lnTo>
                    <a:pt x="304833" y="261987"/>
                  </a:lnTo>
                  <a:lnTo>
                    <a:pt x="307761" y="257589"/>
                  </a:lnTo>
                  <a:lnTo>
                    <a:pt x="310548" y="253100"/>
                  </a:lnTo>
                  <a:lnTo>
                    <a:pt x="313193" y="248525"/>
                  </a:lnTo>
                  <a:lnTo>
                    <a:pt x="315691" y="243869"/>
                  </a:lnTo>
                  <a:lnTo>
                    <a:pt x="318041" y="239137"/>
                  </a:lnTo>
                  <a:lnTo>
                    <a:pt x="320240" y="234332"/>
                  </a:lnTo>
                  <a:lnTo>
                    <a:pt x="322286" y="229461"/>
                  </a:lnTo>
                  <a:lnTo>
                    <a:pt x="324178" y="224527"/>
                  </a:lnTo>
                  <a:lnTo>
                    <a:pt x="325912" y="219536"/>
                  </a:lnTo>
                  <a:lnTo>
                    <a:pt x="327488" y="214492"/>
                  </a:lnTo>
                  <a:lnTo>
                    <a:pt x="328903" y="209401"/>
                  </a:lnTo>
                  <a:lnTo>
                    <a:pt x="330157" y="204268"/>
                  </a:lnTo>
                  <a:lnTo>
                    <a:pt x="331248" y="199098"/>
                  </a:lnTo>
                  <a:lnTo>
                    <a:pt x="332176" y="193897"/>
                  </a:lnTo>
                  <a:lnTo>
                    <a:pt x="332938" y="188668"/>
                  </a:lnTo>
                  <a:lnTo>
                    <a:pt x="333535" y="183418"/>
                  </a:lnTo>
                  <a:lnTo>
                    <a:pt x="333965" y="178152"/>
                  </a:lnTo>
                  <a:lnTo>
                    <a:pt x="334229" y="172874"/>
                  </a:lnTo>
                  <a:lnTo>
                    <a:pt x="334326" y="167591"/>
                  </a:lnTo>
                  <a:lnTo>
                    <a:pt x="334256" y="162308"/>
                  </a:lnTo>
                  <a:lnTo>
                    <a:pt x="334019" y="157029"/>
                  </a:lnTo>
                  <a:lnTo>
                    <a:pt x="333615" y="151761"/>
                  </a:lnTo>
                  <a:lnTo>
                    <a:pt x="333045" y="146508"/>
                  </a:lnTo>
                  <a:lnTo>
                    <a:pt x="332309" y="141275"/>
                  </a:lnTo>
                  <a:lnTo>
                    <a:pt x="331408" y="136069"/>
                  </a:lnTo>
                  <a:lnTo>
                    <a:pt x="330344" y="130893"/>
                  </a:lnTo>
                  <a:lnTo>
                    <a:pt x="329116" y="125754"/>
                  </a:lnTo>
                  <a:lnTo>
                    <a:pt x="327726" y="120656"/>
                  </a:lnTo>
                  <a:lnTo>
                    <a:pt x="326176" y="115605"/>
                  </a:lnTo>
                  <a:lnTo>
                    <a:pt x="324467" y="110605"/>
                  </a:lnTo>
                  <a:lnTo>
                    <a:pt x="322601" y="105661"/>
                  </a:lnTo>
                  <a:lnTo>
                    <a:pt x="320579" y="100780"/>
                  </a:lnTo>
                  <a:lnTo>
                    <a:pt x="318404" y="95964"/>
                  </a:lnTo>
                  <a:lnTo>
                    <a:pt x="316078" y="91220"/>
                  </a:lnTo>
                  <a:lnTo>
                    <a:pt x="313604" y="86551"/>
                  </a:lnTo>
                  <a:lnTo>
                    <a:pt x="310983" y="81963"/>
                  </a:lnTo>
                  <a:lnTo>
                    <a:pt x="308218" y="77460"/>
                  </a:lnTo>
                  <a:lnTo>
                    <a:pt x="305312" y="73047"/>
                  </a:lnTo>
                  <a:lnTo>
                    <a:pt x="302269" y="68727"/>
                  </a:lnTo>
                  <a:lnTo>
                    <a:pt x="299090" y="64507"/>
                  </a:lnTo>
                  <a:lnTo>
                    <a:pt x="295780" y="60388"/>
                  </a:lnTo>
                  <a:lnTo>
                    <a:pt x="292341" y="56377"/>
                  </a:lnTo>
                  <a:lnTo>
                    <a:pt x="288777" y="52476"/>
                  </a:lnTo>
                  <a:lnTo>
                    <a:pt x="285091" y="48689"/>
                  </a:lnTo>
                  <a:lnTo>
                    <a:pt x="281288" y="45021"/>
                  </a:lnTo>
                  <a:lnTo>
                    <a:pt x="277371" y="41475"/>
                  </a:lnTo>
                  <a:lnTo>
                    <a:pt x="273343" y="38055"/>
                  </a:lnTo>
                  <a:lnTo>
                    <a:pt x="269210" y="34764"/>
                  </a:lnTo>
                  <a:lnTo>
                    <a:pt x="264974" y="31604"/>
                  </a:lnTo>
                  <a:lnTo>
                    <a:pt x="260641" y="28581"/>
                  </a:lnTo>
                  <a:lnTo>
                    <a:pt x="256214" y="25696"/>
                  </a:lnTo>
                  <a:lnTo>
                    <a:pt x="251699" y="22952"/>
                  </a:lnTo>
                  <a:lnTo>
                    <a:pt x="247098" y="20352"/>
                  </a:lnTo>
                  <a:lnTo>
                    <a:pt x="242419" y="17899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71"/>
              <a:ext cx="75259" cy="167167"/>
            </a:xfrm>
            <a:custGeom>
              <a:avLst/>
              <a:pathLst>
                <a:path w="75259" h="167167">
                  <a:moveTo>
                    <a:pt x="75259" y="17899"/>
                  </a:moveTo>
                  <a:lnTo>
                    <a:pt x="69849" y="15292"/>
                  </a:lnTo>
                  <a:lnTo>
                    <a:pt x="64350" y="12882"/>
                  </a:lnTo>
                  <a:lnTo>
                    <a:pt x="58767" y="10670"/>
                  </a:lnTo>
                  <a:lnTo>
                    <a:pt x="53109" y="8660"/>
                  </a:lnTo>
                  <a:lnTo>
                    <a:pt x="47382" y="6855"/>
                  </a:lnTo>
                  <a:lnTo>
                    <a:pt x="41594" y="5257"/>
                  </a:lnTo>
                  <a:lnTo>
                    <a:pt x="35752" y="3867"/>
                  </a:lnTo>
                  <a:lnTo>
                    <a:pt x="29864" y="2689"/>
                  </a:lnTo>
                  <a:lnTo>
                    <a:pt x="23937" y="1722"/>
                  </a:lnTo>
                  <a:lnTo>
                    <a:pt x="17980" y="969"/>
                  </a:lnTo>
                  <a:lnTo>
                    <a:pt x="11999" y="431"/>
                  </a:lnTo>
                  <a:lnTo>
                    <a:pt x="6003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378103" y="1071028"/>
              <a:ext cx="334320" cy="334330"/>
            </a:xfrm>
            <a:custGeom>
              <a:avLst/>
              <a:pathLst>
                <a:path w="334320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8" y="338"/>
                  </a:lnTo>
                  <a:lnTo>
                    <a:pt x="151228" y="760"/>
                  </a:lnTo>
                  <a:lnTo>
                    <a:pt x="145944" y="1351"/>
                  </a:lnTo>
                  <a:lnTo>
                    <a:pt x="140682" y="2109"/>
                  </a:lnTo>
                  <a:lnTo>
                    <a:pt x="135446" y="3034"/>
                  </a:lnTo>
                  <a:lnTo>
                    <a:pt x="130243" y="4126"/>
                  </a:lnTo>
                  <a:lnTo>
                    <a:pt x="125077" y="5382"/>
                  </a:lnTo>
                  <a:lnTo>
                    <a:pt x="119953" y="6802"/>
                  </a:lnTo>
                  <a:lnTo>
                    <a:pt x="114877" y="8384"/>
                  </a:lnTo>
                  <a:lnTo>
                    <a:pt x="109854" y="10127"/>
                  </a:lnTo>
                  <a:lnTo>
                    <a:pt x="104889" y="12028"/>
                  </a:lnTo>
                  <a:lnTo>
                    <a:pt x="99987" y="14087"/>
                  </a:lnTo>
                  <a:lnTo>
                    <a:pt x="95153" y="16300"/>
                  </a:lnTo>
                  <a:lnTo>
                    <a:pt x="90392" y="18666"/>
                  </a:lnTo>
                  <a:lnTo>
                    <a:pt x="85709" y="21182"/>
                  </a:lnTo>
                  <a:lnTo>
                    <a:pt x="81107" y="23846"/>
                  </a:lnTo>
                  <a:lnTo>
                    <a:pt x="76593" y="26655"/>
                  </a:lnTo>
                  <a:lnTo>
                    <a:pt x="72171" y="29606"/>
                  </a:lnTo>
                  <a:lnTo>
                    <a:pt x="67844" y="32696"/>
                  </a:lnTo>
                  <a:lnTo>
                    <a:pt x="63618" y="35922"/>
                  </a:lnTo>
                  <a:lnTo>
                    <a:pt x="59497" y="39281"/>
                  </a:lnTo>
                  <a:lnTo>
                    <a:pt x="55485" y="42769"/>
                  </a:lnTo>
                  <a:lnTo>
                    <a:pt x="51585" y="46383"/>
                  </a:lnTo>
                  <a:lnTo>
                    <a:pt x="47803" y="50119"/>
                  </a:lnTo>
                  <a:lnTo>
                    <a:pt x="44141" y="53974"/>
                  </a:lnTo>
                  <a:lnTo>
                    <a:pt x="40603" y="57943"/>
                  </a:lnTo>
                  <a:lnTo>
                    <a:pt x="37194" y="62023"/>
                  </a:lnTo>
                  <a:lnTo>
                    <a:pt x="33916" y="66209"/>
                  </a:lnTo>
                  <a:lnTo>
                    <a:pt x="30773" y="70497"/>
                  </a:lnTo>
                  <a:lnTo>
                    <a:pt x="27768" y="74883"/>
                  </a:lnTo>
                  <a:lnTo>
                    <a:pt x="24904" y="79362"/>
                  </a:lnTo>
                  <a:lnTo>
                    <a:pt x="22183" y="83930"/>
                  </a:lnTo>
                  <a:lnTo>
                    <a:pt x="19610" y="88582"/>
                  </a:lnTo>
                  <a:lnTo>
                    <a:pt x="17185" y="93314"/>
                  </a:lnTo>
                  <a:lnTo>
                    <a:pt x="14913" y="98120"/>
                  </a:lnTo>
                  <a:lnTo>
                    <a:pt x="12794" y="102997"/>
                  </a:lnTo>
                  <a:lnTo>
                    <a:pt x="10831" y="107938"/>
                  </a:lnTo>
                  <a:lnTo>
                    <a:pt x="9027" y="112939"/>
                  </a:lnTo>
                  <a:lnTo>
                    <a:pt x="7382" y="117995"/>
                  </a:lnTo>
                  <a:lnTo>
                    <a:pt x="5900" y="123100"/>
                  </a:lnTo>
                  <a:lnTo>
                    <a:pt x="4580" y="128251"/>
                  </a:lnTo>
                  <a:lnTo>
                    <a:pt x="3424" y="133440"/>
                  </a:lnTo>
                  <a:lnTo>
                    <a:pt x="2435" y="138664"/>
                  </a:lnTo>
                  <a:lnTo>
                    <a:pt x="1612" y="143917"/>
                  </a:lnTo>
                  <a:lnTo>
                    <a:pt x="956" y="149193"/>
                  </a:lnTo>
                  <a:lnTo>
                    <a:pt x="468" y="154487"/>
                  </a:lnTo>
                  <a:lnTo>
                    <a:pt x="149" y="159794"/>
                  </a:lnTo>
                  <a:lnTo>
                    <a:pt x="0" y="165109"/>
                  </a:lnTo>
                  <a:lnTo>
                    <a:pt x="19" y="170425"/>
                  </a:lnTo>
                  <a:lnTo>
                    <a:pt x="207" y="175739"/>
                  </a:lnTo>
                  <a:lnTo>
                    <a:pt x="564" y="181043"/>
                  </a:lnTo>
                  <a:lnTo>
                    <a:pt x="1089" y="186334"/>
                  </a:lnTo>
                  <a:lnTo>
                    <a:pt x="1783" y="191605"/>
                  </a:lnTo>
                  <a:lnTo>
                    <a:pt x="2644" y="196852"/>
                  </a:lnTo>
                  <a:lnTo>
                    <a:pt x="3671" y="202068"/>
                  </a:lnTo>
                  <a:lnTo>
                    <a:pt x="4863" y="207249"/>
                  </a:lnTo>
                  <a:lnTo>
                    <a:pt x="6220" y="212390"/>
                  </a:lnTo>
                  <a:lnTo>
                    <a:pt x="7740" y="217485"/>
                  </a:lnTo>
                  <a:lnTo>
                    <a:pt x="9420" y="222529"/>
                  </a:lnTo>
                  <a:lnTo>
                    <a:pt x="11261" y="227517"/>
                  </a:lnTo>
                  <a:lnTo>
                    <a:pt x="13259" y="232444"/>
                  </a:lnTo>
                  <a:lnTo>
                    <a:pt x="15412" y="237305"/>
                  </a:lnTo>
                  <a:lnTo>
                    <a:pt x="17719" y="242095"/>
                  </a:lnTo>
                  <a:lnTo>
                    <a:pt x="20178" y="246809"/>
                  </a:lnTo>
                  <a:lnTo>
                    <a:pt x="22785" y="251443"/>
                  </a:lnTo>
                  <a:lnTo>
                    <a:pt x="25538" y="255991"/>
                  </a:lnTo>
                  <a:lnTo>
                    <a:pt x="28434" y="260450"/>
                  </a:lnTo>
                  <a:lnTo>
                    <a:pt x="31471" y="264814"/>
                  </a:lnTo>
                  <a:lnTo>
                    <a:pt x="34644" y="269079"/>
                  </a:lnTo>
                  <a:lnTo>
                    <a:pt x="37952" y="273241"/>
                  </a:lnTo>
                  <a:lnTo>
                    <a:pt x="41391" y="277297"/>
                  </a:lnTo>
                  <a:lnTo>
                    <a:pt x="44957" y="281240"/>
                  </a:lnTo>
                  <a:lnTo>
                    <a:pt x="48646" y="285068"/>
                  </a:lnTo>
                  <a:lnTo>
                    <a:pt x="52455" y="288777"/>
                  </a:lnTo>
                  <a:lnTo>
                    <a:pt x="56381" y="292363"/>
                  </a:lnTo>
                  <a:lnTo>
                    <a:pt x="60418" y="295823"/>
                  </a:lnTo>
                  <a:lnTo>
                    <a:pt x="64563" y="299152"/>
                  </a:lnTo>
                  <a:lnTo>
                    <a:pt x="68812" y="302348"/>
                  </a:lnTo>
                  <a:lnTo>
                    <a:pt x="73161" y="305407"/>
                  </a:lnTo>
                  <a:lnTo>
                    <a:pt x="77604" y="308326"/>
                  </a:lnTo>
                  <a:lnTo>
                    <a:pt x="82139" y="311102"/>
                  </a:lnTo>
                  <a:lnTo>
                    <a:pt x="86759" y="313733"/>
                  </a:lnTo>
                  <a:lnTo>
                    <a:pt x="91460" y="316215"/>
                  </a:lnTo>
                  <a:lnTo>
                    <a:pt x="96238" y="318547"/>
                  </a:lnTo>
                  <a:lnTo>
                    <a:pt x="101088" y="320725"/>
                  </a:lnTo>
                  <a:lnTo>
                    <a:pt x="106005" y="322749"/>
                  </a:lnTo>
                  <a:lnTo>
                    <a:pt x="110983" y="324615"/>
                  </a:lnTo>
                  <a:lnTo>
                    <a:pt x="116019" y="326321"/>
                  </a:lnTo>
                  <a:lnTo>
                    <a:pt x="121106" y="327867"/>
                  </a:lnTo>
                  <a:lnTo>
                    <a:pt x="126239" y="329250"/>
                  </a:lnTo>
                  <a:lnTo>
                    <a:pt x="131414" y="330469"/>
                  </a:lnTo>
                  <a:lnTo>
                    <a:pt x="136625" y="331523"/>
                  </a:lnTo>
                  <a:lnTo>
                    <a:pt x="141867" y="332411"/>
                  </a:lnTo>
                  <a:lnTo>
                    <a:pt x="147135" y="333131"/>
                  </a:lnTo>
                  <a:lnTo>
                    <a:pt x="152423" y="333684"/>
                  </a:lnTo>
                  <a:lnTo>
                    <a:pt x="157726" y="334068"/>
                  </a:lnTo>
                  <a:lnTo>
                    <a:pt x="163038" y="334284"/>
                  </a:lnTo>
                  <a:lnTo>
                    <a:pt x="168354" y="334330"/>
                  </a:lnTo>
                  <a:lnTo>
                    <a:pt x="173670" y="334207"/>
                  </a:lnTo>
                  <a:lnTo>
                    <a:pt x="178978" y="333916"/>
                  </a:lnTo>
                  <a:lnTo>
                    <a:pt x="184275" y="333455"/>
                  </a:lnTo>
                  <a:lnTo>
                    <a:pt x="189554" y="332827"/>
                  </a:lnTo>
                  <a:lnTo>
                    <a:pt x="194811" y="332031"/>
                  </a:lnTo>
                  <a:lnTo>
                    <a:pt x="200040" y="331068"/>
                  </a:lnTo>
                  <a:lnTo>
                    <a:pt x="205235" y="329939"/>
                  </a:lnTo>
                  <a:lnTo>
                    <a:pt x="210392" y="328646"/>
                  </a:lnTo>
                  <a:lnTo>
                    <a:pt x="215506" y="327189"/>
                  </a:lnTo>
                  <a:lnTo>
                    <a:pt x="220570" y="325571"/>
                  </a:lnTo>
                  <a:lnTo>
                    <a:pt x="225580" y="323792"/>
                  </a:lnTo>
                  <a:lnTo>
                    <a:pt x="230531" y="321855"/>
                  </a:lnTo>
                  <a:lnTo>
                    <a:pt x="235418" y="319761"/>
                  </a:lnTo>
                  <a:lnTo>
                    <a:pt x="240237" y="317513"/>
                  </a:lnTo>
                  <a:lnTo>
                    <a:pt x="244981" y="315113"/>
                  </a:lnTo>
                  <a:lnTo>
                    <a:pt x="249646" y="312563"/>
                  </a:lnTo>
                  <a:lnTo>
                    <a:pt x="254228" y="309866"/>
                  </a:lnTo>
                  <a:lnTo>
                    <a:pt x="258722" y="307025"/>
                  </a:lnTo>
                  <a:lnTo>
                    <a:pt x="263123" y="304043"/>
                  </a:lnTo>
                  <a:lnTo>
                    <a:pt x="267427" y="300922"/>
                  </a:lnTo>
                  <a:lnTo>
                    <a:pt x="271630" y="297665"/>
                  </a:lnTo>
                  <a:lnTo>
                    <a:pt x="275727" y="294277"/>
                  </a:lnTo>
                  <a:lnTo>
                    <a:pt x="279714" y="290760"/>
                  </a:lnTo>
                  <a:lnTo>
                    <a:pt x="283588" y="287118"/>
                  </a:lnTo>
                  <a:lnTo>
                    <a:pt x="287343" y="283355"/>
                  </a:lnTo>
                  <a:lnTo>
                    <a:pt x="290977" y="279474"/>
                  </a:lnTo>
                  <a:lnTo>
                    <a:pt x="294486" y="275479"/>
                  </a:lnTo>
                  <a:lnTo>
                    <a:pt x="297866" y="271375"/>
                  </a:lnTo>
                  <a:lnTo>
                    <a:pt x="301114" y="267166"/>
                  </a:lnTo>
                  <a:lnTo>
                    <a:pt x="304226" y="262855"/>
                  </a:lnTo>
                  <a:lnTo>
                    <a:pt x="307200" y="258448"/>
                  </a:lnTo>
                  <a:lnTo>
                    <a:pt x="310032" y="253948"/>
                  </a:lnTo>
                  <a:lnTo>
                    <a:pt x="312719" y="249361"/>
                  </a:lnTo>
                  <a:lnTo>
                    <a:pt x="315259" y="244690"/>
                  </a:lnTo>
                  <a:lnTo>
                    <a:pt x="317650" y="239941"/>
                  </a:lnTo>
                  <a:lnTo>
                    <a:pt x="319888" y="235119"/>
                  </a:lnTo>
                  <a:lnTo>
                    <a:pt x="321971" y="230227"/>
                  </a:lnTo>
                  <a:lnTo>
                    <a:pt x="323898" y="225272"/>
                  </a:lnTo>
                  <a:lnTo>
                    <a:pt x="325667" y="220258"/>
                  </a:lnTo>
                  <a:lnTo>
                    <a:pt x="327275" y="215191"/>
                  </a:lnTo>
                  <a:lnTo>
                    <a:pt x="328721" y="210075"/>
                  </a:lnTo>
                  <a:lnTo>
                    <a:pt x="330004" y="204915"/>
                  </a:lnTo>
                  <a:lnTo>
                    <a:pt x="331122" y="199717"/>
                  </a:lnTo>
                  <a:lnTo>
                    <a:pt x="332074" y="194486"/>
                  </a:lnTo>
                  <a:lnTo>
                    <a:pt x="332860" y="189228"/>
                  </a:lnTo>
                  <a:lnTo>
                    <a:pt x="333477" y="183947"/>
                  </a:lnTo>
                  <a:lnTo>
                    <a:pt x="333927" y="178650"/>
                  </a:lnTo>
                  <a:lnTo>
                    <a:pt x="334208" y="173341"/>
                  </a:lnTo>
                  <a:lnTo>
                    <a:pt x="334320" y="168025"/>
                  </a:lnTo>
                  <a:lnTo>
                    <a:pt x="334262" y="162709"/>
                  </a:lnTo>
                  <a:lnTo>
                    <a:pt x="334036" y="157397"/>
                  </a:lnTo>
                  <a:lnTo>
                    <a:pt x="333641" y="152095"/>
                  </a:lnTo>
                  <a:lnTo>
                    <a:pt x="333077" y="146808"/>
                  </a:lnTo>
                  <a:lnTo>
                    <a:pt x="332346" y="141542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12571"/>
              <a:ext cx="165191" cy="25624"/>
            </a:xfrm>
            <a:custGeom>
              <a:avLst/>
              <a:pathLst>
                <a:path w="165191" h="25624">
                  <a:moveTo>
                    <a:pt x="165191" y="0"/>
                  </a:moveTo>
                  <a:lnTo>
                    <a:pt x="0" y="256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11695"/>
              <a:ext cx="165191" cy="26501"/>
            </a:xfrm>
            <a:custGeom>
              <a:avLst/>
              <a:pathLst>
                <a:path w="165191" h="26501">
                  <a:moveTo>
                    <a:pt x="165191" y="876"/>
                  </a:moveTo>
                  <a:lnTo>
                    <a:pt x="165053" y="0"/>
                  </a:lnTo>
                  <a:lnTo>
                    <a:pt x="0" y="265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071028"/>
              <a:ext cx="165053" cy="167167"/>
            </a:xfrm>
            <a:custGeom>
              <a:avLst/>
              <a:pathLst>
                <a:path w="165053" h="167167">
                  <a:moveTo>
                    <a:pt x="165053" y="140666"/>
                  </a:moveTo>
                  <a:lnTo>
                    <a:pt x="164094" y="135263"/>
                  </a:lnTo>
                  <a:lnTo>
                    <a:pt x="162959" y="129894"/>
                  </a:lnTo>
                  <a:lnTo>
                    <a:pt x="161647" y="124565"/>
                  </a:lnTo>
                  <a:lnTo>
                    <a:pt x="160162" y="119283"/>
                  </a:lnTo>
                  <a:lnTo>
                    <a:pt x="158504" y="114052"/>
                  </a:lnTo>
                  <a:lnTo>
                    <a:pt x="156675" y="108878"/>
                  </a:lnTo>
                  <a:lnTo>
                    <a:pt x="154678" y="103767"/>
                  </a:lnTo>
                  <a:lnTo>
                    <a:pt x="152514" y="98724"/>
                  </a:lnTo>
                  <a:lnTo>
                    <a:pt x="150185" y="93755"/>
                  </a:lnTo>
                  <a:lnTo>
                    <a:pt x="147695" y="88866"/>
                  </a:lnTo>
                  <a:lnTo>
                    <a:pt x="145045" y="84060"/>
                  </a:lnTo>
                  <a:lnTo>
                    <a:pt x="142239" y="79344"/>
                  </a:lnTo>
                  <a:lnTo>
                    <a:pt x="139280" y="74723"/>
                  </a:lnTo>
                  <a:lnTo>
                    <a:pt x="136171" y="70201"/>
                  </a:lnTo>
                  <a:lnTo>
                    <a:pt x="132915" y="65784"/>
                  </a:lnTo>
                  <a:lnTo>
                    <a:pt x="129516" y="61476"/>
                  </a:lnTo>
                  <a:lnTo>
                    <a:pt x="125977" y="57282"/>
                  </a:lnTo>
                  <a:lnTo>
                    <a:pt x="122302" y="53207"/>
                  </a:lnTo>
                  <a:lnTo>
                    <a:pt x="118496" y="49254"/>
                  </a:lnTo>
                  <a:lnTo>
                    <a:pt x="114562" y="45428"/>
                  </a:lnTo>
                  <a:lnTo>
                    <a:pt x="110505" y="41734"/>
                  </a:lnTo>
                  <a:lnTo>
                    <a:pt x="106328" y="38174"/>
                  </a:lnTo>
                  <a:lnTo>
                    <a:pt x="102037" y="34754"/>
                  </a:lnTo>
                  <a:lnTo>
                    <a:pt x="97636" y="31476"/>
                  </a:lnTo>
                  <a:lnTo>
                    <a:pt x="93130" y="28344"/>
                  </a:lnTo>
                  <a:lnTo>
                    <a:pt x="88523" y="25363"/>
                  </a:lnTo>
                  <a:lnTo>
                    <a:pt x="83821" y="22533"/>
                  </a:lnTo>
                  <a:lnTo>
                    <a:pt x="79029" y="19860"/>
                  </a:lnTo>
                  <a:lnTo>
                    <a:pt x="74152" y="17346"/>
                  </a:lnTo>
                  <a:lnTo>
                    <a:pt x="69194" y="14993"/>
                  </a:lnTo>
                  <a:lnTo>
                    <a:pt x="64162" y="12803"/>
                  </a:lnTo>
                  <a:lnTo>
                    <a:pt x="59061" y="10781"/>
                  </a:lnTo>
                  <a:lnTo>
                    <a:pt x="53896" y="8926"/>
                  </a:lnTo>
                  <a:lnTo>
                    <a:pt x="48674" y="7243"/>
                  </a:lnTo>
                  <a:lnTo>
                    <a:pt x="43398" y="5731"/>
                  </a:lnTo>
                  <a:lnTo>
                    <a:pt x="38076" y="4394"/>
                  </a:lnTo>
                  <a:lnTo>
                    <a:pt x="32713" y="3232"/>
                  </a:lnTo>
                  <a:lnTo>
                    <a:pt x="27315" y="2246"/>
                  </a:lnTo>
                  <a:lnTo>
                    <a:pt x="21887" y="1439"/>
                  </a:lnTo>
                  <a:lnTo>
                    <a:pt x="16436" y="810"/>
                  </a:lnTo>
                  <a:lnTo>
                    <a:pt x="10967" y="360"/>
                  </a:lnTo>
                  <a:lnTo>
                    <a:pt x="5486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30670" y="941493"/>
              <a:ext cx="92873" cy="167167"/>
            </a:xfrm>
            <a:custGeom>
              <a:avLst/>
              <a:pathLst>
                <a:path w="92873" h="167167">
                  <a:moveTo>
                    <a:pt x="92873" y="0"/>
                  </a:moveTo>
                  <a:lnTo>
                    <a:pt x="87082" y="100"/>
                  </a:lnTo>
                  <a:lnTo>
                    <a:pt x="81297" y="401"/>
                  </a:lnTo>
                  <a:lnTo>
                    <a:pt x="75527" y="902"/>
                  </a:lnTo>
                  <a:lnTo>
                    <a:pt x="69778" y="1603"/>
                  </a:lnTo>
                  <a:lnTo>
                    <a:pt x="64056" y="2502"/>
                  </a:lnTo>
                  <a:lnTo>
                    <a:pt x="58369" y="3599"/>
                  </a:lnTo>
                  <a:lnTo>
                    <a:pt x="52723" y="4893"/>
                  </a:lnTo>
                  <a:lnTo>
                    <a:pt x="47125" y="6381"/>
                  </a:lnTo>
                  <a:lnTo>
                    <a:pt x="41583" y="8062"/>
                  </a:lnTo>
                  <a:lnTo>
                    <a:pt x="36101" y="9935"/>
                  </a:lnTo>
                  <a:lnTo>
                    <a:pt x="30689" y="11996"/>
                  </a:lnTo>
                  <a:lnTo>
                    <a:pt x="25350" y="14243"/>
                  </a:lnTo>
                  <a:lnTo>
                    <a:pt x="20093" y="16674"/>
                  </a:lnTo>
                  <a:lnTo>
                    <a:pt x="14923" y="19286"/>
                  </a:lnTo>
                  <a:lnTo>
                    <a:pt x="9847" y="22075"/>
                  </a:lnTo>
                  <a:lnTo>
                    <a:pt x="4870" y="25038"/>
                  </a:lnTo>
                  <a:lnTo>
                    <a:pt x="0" y="28172"/>
                  </a:lnTo>
                  <a:lnTo>
                    <a:pt x="9287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30670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56376" y="969666"/>
              <a:ext cx="334334" cy="306143"/>
            </a:xfrm>
            <a:custGeom>
              <a:avLst/>
              <a:pathLst>
                <a:path w="334334" h="306143">
                  <a:moveTo>
                    <a:pt x="74294" y="0"/>
                  </a:moveTo>
                  <a:lnTo>
                    <a:pt x="69936" y="3012"/>
                  </a:lnTo>
                  <a:lnTo>
                    <a:pt x="65675" y="6162"/>
                  </a:lnTo>
                  <a:lnTo>
                    <a:pt x="61517" y="9445"/>
                  </a:lnTo>
                  <a:lnTo>
                    <a:pt x="57464" y="12858"/>
                  </a:lnTo>
                  <a:lnTo>
                    <a:pt x="53522" y="16398"/>
                  </a:lnTo>
                  <a:lnTo>
                    <a:pt x="49694" y="20061"/>
                  </a:lnTo>
                  <a:lnTo>
                    <a:pt x="45984" y="23843"/>
                  </a:lnTo>
                  <a:lnTo>
                    <a:pt x="42396" y="27741"/>
                  </a:lnTo>
                  <a:lnTo>
                    <a:pt x="38933" y="31751"/>
                  </a:lnTo>
                  <a:lnTo>
                    <a:pt x="35599" y="35869"/>
                  </a:lnTo>
                  <a:lnTo>
                    <a:pt x="32397" y="40090"/>
                  </a:lnTo>
                  <a:lnTo>
                    <a:pt x="29331" y="44410"/>
                  </a:lnTo>
                  <a:lnTo>
                    <a:pt x="26402" y="48826"/>
                  </a:lnTo>
                  <a:lnTo>
                    <a:pt x="23616" y="53332"/>
                  </a:lnTo>
                  <a:lnTo>
                    <a:pt x="20973" y="57924"/>
                  </a:lnTo>
                  <a:lnTo>
                    <a:pt x="18478" y="62598"/>
                  </a:lnTo>
                  <a:lnTo>
                    <a:pt x="16131" y="67348"/>
                  </a:lnTo>
                  <a:lnTo>
                    <a:pt x="13937" y="72170"/>
                  </a:lnTo>
                  <a:lnTo>
                    <a:pt x="11896" y="77060"/>
                  </a:lnTo>
                  <a:lnTo>
                    <a:pt x="10011" y="82011"/>
                  </a:lnTo>
                  <a:lnTo>
                    <a:pt x="8284" y="87020"/>
                  </a:lnTo>
                  <a:lnTo>
                    <a:pt x="6717" y="92081"/>
                  </a:lnTo>
                  <a:lnTo>
                    <a:pt x="5311" y="97189"/>
                  </a:lnTo>
                  <a:lnTo>
                    <a:pt x="4068" y="102339"/>
                  </a:lnTo>
                  <a:lnTo>
                    <a:pt x="2988" y="107526"/>
                  </a:lnTo>
                  <a:lnTo>
                    <a:pt x="2073" y="112745"/>
                  </a:lnTo>
                  <a:lnTo>
                    <a:pt x="1324" y="117990"/>
                  </a:lnTo>
                  <a:lnTo>
                    <a:pt x="742" y="123256"/>
                  </a:lnTo>
                  <a:lnTo>
                    <a:pt x="327" y="128538"/>
                  </a:lnTo>
                  <a:lnTo>
                    <a:pt x="79" y="133830"/>
                  </a:lnTo>
                  <a:lnTo>
                    <a:pt x="0" y="139128"/>
                  </a:lnTo>
                  <a:lnTo>
                    <a:pt x="88" y="144425"/>
                  </a:lnTo>
                  <a:lnTo>
                    <a:pt x="344" y="149717"/>
                  </a:lnTo>
                  <a:lnTo>
                    <a:pt x="767" y="154998"/>
                  </a:lnTo>
                  <a:lnTo>
                    <a:pt x="1358" y="160264"/>
                  </a:lnTo>
                  <a:lnTo>
                    <a:pt x="2115" y="165507"/>
                  </a:lnTo>
                  <a:lnTo>
                    <a:pt x="3038" y="170724"/>
                  </a:lnTo>
                  <a:lnTo>
                    <a:pt x="4126" y="175910"/>
                  </a:lnTo>
                  <a:lnTo>
                    <a:pt x="5378" y="181058"/>
                  </a:lnTo>
                  <a:lnTo>
                    <a:pt x="6792" y="186164"/>
                  </a:lnTo>
                  <a:lnTo>
                    <a:pt x="8368" y="191222"/>
                  </a:lnTo>
                  <a:lnTo>
                    <a:pt x="10103" y="196228"/>
                  </a:lnTo>
                  <a:lnTo>
                    <a:pt x="11995" y="201177"/>
                  </a:lnTo>
                  <a:lnTo>
                    <a:pt x="14044" y="206063"/>
                  </a:lnTo>
                  <a:lnTo>
                    <a:pt x="16246" y="210882"/>
                  </a:lnTo>
                  <a:lnTo>
                    <a:pt x="18600" y="215628"/>
                  </a:lnTo>
                  <a:lnTo>
                    <a:pt x="21103" y="220298"/>
                  </a:lnTo>
                  <a:lnTo>
                    <a:pt x="23753" y="224886"/>
                  </a:lnTo>
                  <a:lnTo>
                    <a:pt x="26547" y="229387"/>
                  </a:lnTo>
                  <a:lnTo>
                    <a:pt x="29482" y="233798"/>
                  </a:lnTo>
                  <a:lnTo>
                    <a:pt x="32555" y="238114"/>
                  </a:lnTo>
                  <a:lnTo>
                    <a:pt x="35764" y="242330"/>
                  </a:lnTo>
                  <a:lnTo>
                    <a:pt x="39105" y="246442"/>
                  </a:lnTo>
                  <a:lnTo>
                    <a:pt x="42574" y="250446"/>
                  </a:lnTo>
                  <a:lnTo>
                    <a:pt x="46169" y="254339"/>
                  </a:lnTo>
                  <a:lnTo>
                    <a:pt x="49885" y="258115"/>
                  </a:lnTo>
                  <a:lnTo>
                    <a:pt x="53718" y="261772"/>
                  </a:lnTo>
                  <a:lnTo>
                    <a:pt x="57666" y="265306"/>
                  </a:lnTo>
                  <a:lnTo>
                    <a:pt x="61724" y="268712"/>
                  </a:lnTo>
                  <a:lnTo>
                    <a:pt x="65888" y="271988"/>
                  </a:lnTo>
                  <a:lnTo>
                    <a:pt x="70153" y="275131"/>
                  </a:lnTo>
                  <a:lnTo>
                    <a:pt x="74516" y="278137"/>
                  </a:lnTo>
                  <a:lnTo>
                    <a:pt x="78972" y="281003"/>
                  </a:lnTo>
                  <a:lnTo>
                    <a:pt x="83517" y="283727"/>
                  </a:lnTo>
                  <a:lnTo>
                    <a:pt x="88145" y="286305"/>
                  </a:lnTo>
                  <a:lnTo>
                    <a:pt x="92853" y="288735"/>
                  </a:lnTo>
                  <a:lnTo>
                    <a:pt x="97636" y="291015"/>
                  </a:lnTo>
                  <a:lnTo>
                    <a:pt x="102488" y="293142"/>
                  </a:lnTo>
                  <a:lnTo>
                    <a:pt x="107405" y="295114"/>
                  </a:lnTo>
                  <a:lnTo>
                    <a:pt x="112383" y="296930"/>
                  </a:lnTo>
                  <a:lnTo>
                    <a:pt x="117415" y="298587"/>
                  </a:lnTo>
                  <a:lnTo>
                    <a:pt x="122498" y="300083"/>
                  </a:lnTo>
                  <a:lnTo>
                    <a:pt x="127625" y="301418"/>
                  </a:lnTo>
                  <a:lnTo>
                    <a:pt x="132792" y="302589"/>
                  </a:lnTo>
                  <a:lnTo>
                    <a:pt x="137994" y="303596"/>
                  </a:lnTo>
                  <a:lnTo>
                    <a:pt x="143224" y="304438"/>
                  </a:lnTo>
                  <a:lnTo>
                    <a:pt x="148479" y="305114"/>
                  </a:lnTo>
                  <a:lnTo>
                    <a:pt x="153753" y="305623"/>
                  </a:lnTo>
                  <a:lnTo>
                    <a:pt x="159040" y="305964"/>
                  </a:lnTo>
                  <a:lnTo>
                    <a:pt x="164336" y="306138"/>
                  </a:lnTo>
                  <a:lnTo>
                    <a:pt x="169634" y="306143"/>
                  </a:lnTo>
                  <a:lnTo>
                    <a:pt x="174929" y="305981"/>
                  </a:lnTo>
                  <a:lnTo>
                    <a:pt x="180217" y="305651"/>
                  </a:lnTo>
                  <a:lnTo>
                    <a:pt x="185492" y="305154"/>
                  </a:lnTo>
                  <a:lnTo>
                    <a:pt x="190748" y="304490"/>
                  </a:lnTo>
                  <a:lnTo>
                    <a:pt x="195981" y="303660"/>
                  </a:lnTo>
                  <a:lnTo>
                    <a:pt x="201185" y="302664"/>
                  </a:lnTo>
                  <a:lnTo>
                    <a:pt x="206354" y="301504"/>
                  </a:lnTo>
                  <a:lnTo>
                    <a:pt x="211485" y="300180"/>
                  </a:lnTo>
                  <a:lnTo>
                    <a:pt x="216570" y="298695"/>
                  </a:lnTo>
                  <a:lnTo>
                    <a:pt x="221606" y="297049"/>
                  </a:lnTo>
                  <a:lnTo>
                    <a:pt x="226588" y="295244"/>
                  </a:lnTo>
                  <a:lnTo>
                    <a:pt x="231509" y="293283"/>
                  </a:lnTo>
                  <a:lnTo>
                    <a:pt x="236366" y="291166"/>
                  </a:lnTo>
                  <a:lnTo>
                    <a:pt x="241154" y="288897"/>
                  </a:lnTo>
                  <a:lnTo>
                    <a:pt x="245867" y="286477"/>
                  </a:lnTo>
                  <a:lnTo>
                    <a:pt x="250501" y="283909"/>
                  </a:lnTo>
                  <a:lnTo>
                    <a:pt x="255052" y="281195"/>
                  </a:lnTo>
                  <a:lnTo>
                    <a:pt x="259514" y="278339"/>
                  </a:lnTo>
                  <a:lnTo>
                    <a:pt x="263883" y="275342"/>
                  </a:lnTo>
                  <a:lnTo>
                    <a:pt x="268156" y="272209"/>
                  </a:lnTo>
                  <a:lnTo>
                    <a:pt x="272327" y="268942"/>
                  </a:lnTo>
                  <a:lnTo>
                    <a:pt x="276392" y="265544"/>
                  </a:lnTo>
                  <a:lnTo>
                    <a:pt x="280347" y="262019"/>
                  </a:lnTo>
                  <a:lnTo>
                    <a:pt x="284189" y="258371"/>
                  </a:lnTo>
                  <a:lnTo>
                    <a:pt x="287913" y="254602"/>
                  </a:lnTo>
                  <a:lnTo>
                    <a:pt x="291516" y="250718"/>
                  </a:lnTo>
                  <a:lnTo>
                    <a:pt x="294994" y="246721"/>
                  </a:lnTo>
                  <a:lnTo>
                    <a:pt x="298344" y="242616"/>
                  </a:lnTo>
                  <a:lnTo>
                    <a:pt x="301562" y="238407"/>
                  </a:lnTo>
                  <a:lnTo>
                    <a:pt x="304645" y="234098"/>
                  </a:lnTo>
                  <a:lnTo>
                    <a:pt x="307589" y="229694"/>
                  </a:lnTo>
                  <a:lnTo>
                    <a:pt x="310393" y="225198"/>
                  </a:lnTo>
                  <a:lnTo>
                    <a:pt x="313053" y="220616"/>
                  </a:lnTo>
                  <a:lnTo>
                    <a:pt x="315566" y="215952"/>
                  </a:lnTo>
                  <a:lnTo>
                    <a:pt x="317931" y="211211"/>
                  </a:lnTo>
                  <a:lnTo>
                    <a:pt x="320143" y="206397"/>
                  </a:lnTo>
                  <a:lnTo>
                    <a:pt x="322203" y="201515"/>
                  </a:lnTo>
                  <a:lnTo>
                    <a:pt x="324106" y="196571"/>
                  </a:lnTo>
                  <a:lnTo>
                    <a:pt x="325852" y="191569"/>
                  </a:lnTo>
                  <a:lnTo>
                    <a:pt x="327438" y="186513"/>
                  </a:lnTo>
                  <a:lnTo>
                    <a:pt x="328864" y="181411"/>
                  </a:lnTo>
                  <a:lnTo>
                    <a:pt x="330126" y="176265"/>
                  </a:lnTo>
                  <a:lnTo>
                    <a:pt x="331226" y="171082"/>
                  </a:lnTo>
                  <a:lnTo>
                    <a:pt x="332160" y="165867"/>
                  </a:lnTo>
                  <a:lnTo>
                    <a:pt x="332929" y="160625"/>
                  </a:lnTo>
                  <a:lnTo>
                    <a:pt x="333531" y="155361"/>
                  </a:lnTo>
                  <a:lnTo>
                    <a:pt x="333966" y="150081"/>
                  </a:lnTo>
                  <a:lnTo>
                    <a:pt x="334234" y="144790"/>
                  </a:lnTo>
                  <a:lnTo>
                    <a:pt x="334334" y="139492"/>
                  </a:lnTo>
                  <a:lnTo>
                    <a:pt x="334265" y="134195"/>
                  </a:lnTo>
                  <a:lnTo>
                    <a:pt x="334029" y="128902"/>
                  </a:lnTo>
                  <a:lnTo>
                    <a:pt x="333626" y="123619"/>
                  </a:lnTo>
                  <a:lnTo>
                    <a:pt x="333055" y="118352"/>
                  </a:lnTo>
                  <a:lnTo>
                    <a:pt x="332317" y="113105"/>
                  </a:lnTo>
                  <a:lnTo>
                    <a:pt x="331414" y="107885"/>
                  </a:lnTo>
                  <a:lnTo>
                    <a:pt x="330346" y="102695"/>
                  </a:lnTo>
                  <a:lnTo>
                    <a:pt x="329113" y="97542"/>
                  </a:lnTo>
                  <a:lnTo>
                    <a:pt x="327719" y="92431"/>
                  </a:lnTo>
                  <a:lnTo>
                    <a:pt x="326162" y="87367"/>
                  </a:lnTo>
                  <a:lnTo>
                    <a:pt x="324446" y="82354"/>
                  </a:lnTo>
                  <a:lnTo>
                    <a:pt x="322573" y="77398"/>
                  </a:lnTo>
                  <a:lnTo>
                    <a:pt x="320542" y="72504"/>
                  </a:lnTo>
                  <a:lnTo>
                    <a:pt x="318358" y="67677"/>
                  </a:lnTo>
                  <a:lnTo>
                    <a:pt x="316022" y="62922"/>
                  </a:lnTo>
                  <a:lnTo>
                    <a:pt x="313537" y="58243"/>
                  </a:lnTo>
                  <a:lnTo>
                    <a:pt x="167167" y="1389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5023544" y="941493"/>
              <a:ext cx="146370" cy="167167"/>
            </a:xfrm>
            <a:custGeom>
              <a:avLst/>
              <a:pathLst>
                <a:path w="146370" h="167167">
                  <a:moveTo>
                    <a:pt x="146370" y="86416"/>
                  </a:moveTo>
                  <a:lnTo>
                    <a:pt x="143597" y="81583"/>
                  </a:lnTo>
                  <a:lnTo>
                    <a:pt x="140665" y="76845"/>
                  </a:lnTo>
                  <a:lnTo>
                    <a:pt x="137577" y="72207"/>
                  </a:lnTo>
                  <a:lnTo>
                    <a:pt x="134336" y="67675"/>
                  </a:lnTo>
                  <a:lnTo>
                    <a:pt x="130945" y="63253"/>
                  </a:lnTo>
                  <a:lnTo>
                    <a:pt x="127409" y="58946"/>
                  </a:lnTo>
                  <a:lnTo>
                    <a:pt x="123732" y="54760"/>
                  </a:lnTo>
                  <a:lnTo>
                    <a:pt x="119917" y="50699"/>
                  </a:lnTo>
                  <a:lnTo>
                    <a:pt x="115969" y="46767"/>
                  </a:lnTo>
                  <a:lnTo>
                    <a:pt x="111892" y="42969"/>
                  </a:lnTo>
                  <a:lnTo>
                    <a:pt x="107691" y="39309"/>
                  </a:lnTo>
                  <a:lnTo>
                    <a:pt x="103370" y="35791"/>
                  </a:lnTo>
                  <a:lnTo>
                    <a:pt x="98934" y="32419"/>
                  </a:lnTo>
                  <a:lnTo>
                    <a:pt x="94388" y="29197"/>
                  </a:lnTo>
                  <a:lnTo>
                    <a:pt x="89738" y="26128"/>
                  </a:lnTo>
                  <a:lnTo>
                    <a:pt x="84988" y="23216"/>
                  </a:lnTo>
                  <a:lnTo>
                    <a:pt x="80143" y="20463"/>
                  </a:lnTo>
                  <a:lnTo>
                    <a:pt x="75209" y="17874"/>
                  </a:lnTo>
                  <a:lnTo>
                    <a:pt x="70192" y="15450"/>
                  </a:lnTo>
                  <a:lnTo>
                    <a:pt x="65097" y="13195"/>
                  </a:lnTo>
                  <a:lnTo>
                    <a:pt x="59929" y="11111"/>
                  </a:lnTo>
                  <a:lnTo>
                    <a:pt x="54695" y="9201"/>
                  </a:lnTo>
                  <a:lnTo>
                    <a:pt x="49400" y="7466"/>
                  </a:lnTo>
                  <a:lnTo>
                    <a:pt x="44051" y="5908"/>
                  </a:lnTo>
                  <a:lnTo>
                    <a:pt x="38652" y="4529"/>
                  </a:lnTo>
                  <a:lnTo>
                    <a:pt x="33210" y="3332"/>
                  </a:lnTo>
                  <a:lnTo>
                    <a:pt x="27732" y="2316"/>
                  </a:lnTo>
                  <a:lnTo>
                    <a:pt x="22222" y="1483"/>
                  </a:lnTo>
                  <a:lnTo>
                    <a:pt x="16688" y="835"/>
                  </a:lnTo>
                  <a:lnTo>
                    <a:pt x="11136" y="371"/>
                  </a:lnTo>
                  <a:lnTo>
                    <a:pt x="5571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93342" y="941493"/>
              <a:ext cx="92873" cy="167167"/>
            </a:xfrm>
            <a:custGeom>
              <a:avLst/>
              <a:pathLst>
                <a:path w="92873" h="167167">
                  <a:moveTo>
                    <a:pt x="92873" y="0"/>
                  </a:moveTo>
                  <a:lnTo>
                    <a:pt x="87082" y="100"/>
                  </a:lnTo>
                  <a:lnTo>
                    <a:pt x="81297" y="401"/>
                  </a:lnTo>
                  <a:lnTo>
                    <a:pt x="75527" y="902"/>
                  </a:lnTo>
                  <a:lnTo>
                    <a:pt x="69778" y="1603"/>
                  </a:lnTo>
                  <a:lnTo>
                    <a:pt x="64056" y="2502"/>
                  </a:lnTo>
                  <a:lnTo>
                    <a:pt x="58369" y="3599"/>
                  </a:lnTo>
                  <a:lnTo>
                    <a:pt x="52723" y="4893"/>
                  </a:lnTo>
                  <a:lnTo>
                    <a:pt x="47125" y="6381"/>
                  </a:lnTo>
                  <a:lnTo>
                    <a:pt x="41583" y="8062"/>
                  </a:lnTo>
                  <a:lnTo>
                    <a:pt x="36101" y="9935"/>
                  </a:lnTo>
                  <a:lnTo>
                    <a:pt x="30689" y="11996"/>
                  </a:lnTo>
                  <a:lnTo>
                    <a:pt x="25350" y="14243"/>
                  </a:lnTo>
                  <a:lnTo>
                    <a:pt x="20093" y="16674"/>
                  </a:lnTo>
                  <a:lnTo>
                    <a:pt x="14923" y="19286"/>
                  </a:lnTo>
                  <a:lnTo>
                    <a:pt x="9847" y="22075"/>
                  </a:lnTo>
                  <a:lnTo>
                    <a:pt x="4870" y="25038"/>
                  </a:lnTo>
                  <a:lnTo>
                    <a:pt x="0" y="28172"/>
                  </a:lnTo>
                  <a:lnTo>
                    <a:pt x="9287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3342" y="96966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19050" y="969666"/>
              <a:ext cx="167165" cy="198846"/>
            </a:xfrm>
            <a:custGeom>
              <a:avLst/>
              <a:pathLst>
                <a:path w="167165" h="198846">
                  <a:moveTo>
                    <a:pt x="74292" y="0"/>
                  </a:moveTo>
                  <a:lnTo>
                    <a:pt x="69773" y="3127"/>
                  </a:lnTo>
                  <a:lnTo>
                    <a:pt x="65360" y="6402"/>
                  </a:lnTo>
                  <a:lnTo>
                    <a:pt x="61057" y="9820"/>
                  </a:lnTo>
                  <a:lnTo>
                    <a:pt x="56868" y="13378"/>
                  </a:lnTo>
                  <a:lnTo>
                    <a:pt x="52799" y="17071"/>
                  </a:lnTo>
                  <a:lnTo>
                    <a:pt x="48853" y="20896"/>
                  </a:lnTo>
                  <a:lnTo>
                    <a:pt x="45035" y="24849"/>
                  </a:lnTo>
                  <a:lnTo>
                    <a:pt x="41349" y="28925"/>
                  </a:lnTo>
                  <a:lnTo>
                    <a:pt x="37799" y="33120"/>
                  </a:lnTo>
                  <a:lnTo>
                    <a:pt x="34389" y="37429"/>
                  </a:lnTo>
                  <a:lnTo>
                    <a:pt x="31122" y="41849"/>
                  </a:lnTo>
                  <a:lnTo>
                    <a:pt x="28003" y="46373"/>
                  </a:lnTo>
                  <a:lnTo>
                    <a:pt x="25033" y="50997"/>
                  </a:lnTo>
                  <a:lnTo>
                    <a:pt x="22218" y="55717"/>
                  </a:lnTo>
                  <a:lnTo>
                    <a:pt x="19559" y="60526"/>
                  </a:lnTo>
                  <a:lnTo>
                    <a:pt x="17059" y="65420"/>
                  </a:lnTo>
                  <a:lnTo>
                    <a:pt x="14722" y="70394"/>
                  </a:lnTo>
                  <a:lnTo>
                    <a:pt x="12549" y="75442"/>
                  </a:lnTo>
                  <a:lnTo>
                    <a:pt x="10544" y="80559"/>
                  </a:lnTo>
                  <a:lnTo>
                    <a:pt x="8708" y="85738"/>
                  </a:lnTo>
                  <a:lnTo>
                    <a:pt x="7043" y="90976"/>
                  </a:lnTo>
                  <a:lnTo>
                    <a:pt x="5551" y="96265"/>
                  </a:lnTo>
                  <a:lnTo>
                    <a:pt x="4234" y="101600"/>
                  </a:lnTo>
                  <a:lnTo>
                    <a:pt x="3093" y="106976"/>
                  </a:lnTo>
                  <a:lnTo>
                    <a:pt x="2129" y="112386"/>
                  </a:lnTo>
                  <a:lnTo>
                    <a:pt x="1344" y="117825"/>
                  </a:lnTo>
                  <a:lnTo>
                    <a:pt x="737" y="123287"/>
                  </a:lnTo>
                  <a:lnTo>
                    <a:pt x="311" y="128766"/>
                  </a:lnTo>
                  <a:lnTo>
                    <a:pt x="65" y="134256"/>
                  </a:lnTo>
                  <a:lnTo>
                    <a:pt x="0" y="139751"/>
                  </a:lnTo>
                  <a:lnTo>
                    <a:pt x="115" y="145246"/>
                  </a:lnTo>
                  <a:lnTo>
                    <a:pt x="410" y="150733"/>
                  </a:lnTo>
                  <a:lnTo>
                    <a:pt x="886" y="156208"/>
                  </a:lnTo>
                  <a:lnTo>
                    <a:pt x="1542" y="161665"/>
                  </a:lnTo>
                  <a:lnTo>
                    <a:pt x="2377" y="167096"/>
                  </a:lnTo>
                  <a:lnTo>
                    <a:pt x="3390" y="172498"/>
                  </a:lnTo>
                  <a:lnTo>
                    <a:pt x="4579" y="177863"/>
                  </a:lnTo>
                  <a:lnTo>
                    <a:pt x="5945" y="183186"/>
                  </a:lnTo>
                  <a:lnTo>
                    <a:pt x="7485" y="188462"/>
                  </a:lnTo>
                  <a:lnTo>
                    <a:pt x="9197" y="193684"/>
                  </a:lnTo>
                  <a:lnTo>
                    <a:pt x="11080" y="198846"/>
                  </a:lnTo>
                  <a:lnTo>
                    <a:pt x="167165" y="1389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30130" y="941493"/>
              <a:ext cx="323233" cy="334334"/>
            </a:xfrm>
            <a:custGeom>
              <a:avLst/>
              <a:pathLst>
                <a:path w="323233" h="334334">
                  <a:moveTo>
                    <a:pt x="0" y="227019"/>
                  </a:moveTo>
                  <a:lnTo>
                    <a:pt x="1976" y="231940"/>
                  </a:lnTo>
                  <a:lnTo>
                    <a:pt x="4109" y="236795"/>
                  </a:lnTo>
                  <a:lnTo>
                    <a:pt x="6394" y="241581"/>
                  </a:lnTo>
                  <a:lnTo>
                    <a:pt x="8829" y="246292"/>
                  </a:lnTo>
                  <a:lnTo>
                    <a:pt x="11413" y="250923"/>
                  </a:lnTo>
                  <a:lnTo>
                    <a:pt x="14143" y="255469"/>
                  </a:lnTo>
                  <a:lnTo>
                    <a:pt x="17015" y="259927"/>
                  </a:lnTo>
                  <a:lnTo>
                    <a:pt x="20027" y="264292"/>
                  </a:lnTo>
                  <a:lnTo>
                    <a:pt x="23176" y="268558"/>
                  </a:lnTo>
                  <a:lnTo>
                    <a:pt x="26459" y="272723"/>
                  </a:lnTo>
                  <a:lnTo>
                    <a:pt x="29872" y="276782"/>
                  </a:lnTo>
                  <a:lnTo>
                    <a:pt x="33413" y="280730"/>
                  </a:lnTo>
                  <a:lnTo>
                    <a:pt x="37077" y="284564"/>
                  </a:lnTo>
                  <a:lnTo>
                    <a:pt x="40860" y="288279"/>
                  </a:lnTo>
                  <a:lnTo>
                    <a:pt x="44760" y="291873"/>
                  </a:lnTo>
                  <a:lnTo>
                    <a:pt x="48771" y="295342"/>
                  </a:lnTo>
                  <a:lnTo>
                    <a:pt x="52891" y="298681"/>
                  </a:lnTo>
                  <a:lnTo>
                    <a:pt x="57114" y="301888"/>
                  </a:lnTo>
                  <a:lnTo>
                    <a:pt x="61437" y="304959"/>
                  </a:lnTo>
                  <a:lnTo>
                    <a:pt x="65856" y="307892"/>
                  </a:lnTo>
                  <a:lnTo>
                    <a:pt x="70365" y="310683"/>
                  </a:lnTo>
                  <a:lnTo>
                    <a:pt x="74960" y="313330"/>
                  </a:lnTo>
                  <a:lnTo>
                    <a:pt x="79637" y="315830"/>
                  </a:lnTo>
                  <a:lnTo>
                    <a:pt x="84391" y="318180"/>
                  </a:lnTo>
                  <a:lnTo>
                    <a:pt x="89217" y="320378"/>
                  </a:lnTo>
                  <a:lnTo>
                    <a:pt x="94110" y="322422"/>
                  </a:lnTo>
                  <a:lnTo>
                    <a:pt x="99066" y="324309"/>
                  </a:lnTo>
                  <a:lnTo>
                    <a:pt x="104079" y="326039"/>
                  </a:lnTo>
                  <a:lnTo>
                    <a:pt x="109144" y="327609"/>
                  </a:lnTo>
                  <a:lnTo>
                    <a:pt x="114257" y="329017"/>
                  </a:lnTo>
                  <a:lnTo>
                    <a:pt x="119412" y="330262"/>
                  </a:lnTo>
                  <a:lnTo>
                    <a:pt x="124603" y="331343"/>
                  </a:lnTo>
                  <a:lnTo>
                    <a:pt x="129827" y="332259"/>
                  </a:lnTo>
                  <a:lnTo>
                    <a:pt x="135077" y="333009"/>
                  </a:lnTo>
                  <a:lnTo>
                    <a:pt x="140347" y="333592"/>
                  </a:lnTo>
                  <a:lnTo>
                    <a:pt x="145634" y="334007"/>
                  </a:lnTo>
                  <a:lnTo>
                    <a:pt x="150931" y="334255"/>
                  </a:lnTo>
                  <a:lnTo>
                    <a:pt x="156234" y="334334"/>
                  </a:lnTo>
                  <a:lnTo>
                    <a:pt x="161536" y="334245"/>
                  </a:lnTo>
                  <a:lnTo>
                    <a:pt x="166833" y="333989"/>
                  </a:lnTo>
                  <a:lnTo>
                    <a:pt x="172119" y="333564"/>
                  </a:lnTo>
                  <a:lnTo>
                    <a:pt x="177389" y="332971"/>
                  </a:lnTo>
                  <a:lnTo>
                    <a:pt x="182637" y="332212"/>
                  </a:lnTo>
                  <a:lnTo>
                    <a:pt x="187859" y="331287"/>
                  </a:lnTo>
                  <a:lnTo>
                    <a:pt x="193049" y="330196"/>
                  </a:lnTo>
                  <a:lnTo>
                    <a:pt x="198201" y="328942"/>
                  </a:lnTo>
                  <a:lnTo>
                    <a:pt x="203311" y="327525"/>
                  </a:lnTo>
                  <a:lnTo>
                    <a:pt x="208374" y="325946"/>
                  </a:lnTo>
                  <a:lnTo>
                    <a:pt x="213384" y="324208"/>
                  </a:lnTo>
                  <a:lnTo>
                    <a:pt x="218336" y="322311"/>
                  </a:lnTo>
                  <a:lnTo>
                    <a:pt x="223226" y="320259"/>
                  </a:lnTo>
                  <a:lnTo>
                    <a:pt x="228048" y="318052"/>
                  </a:lnTo>
                  <a:lnTo>
                    <a:pt x="232798" y="315693"/>
                  </a:lnTo>
                  <a:lnTo>
                    <a:pt x="237470" y="313185"/>
                  </a:lnTo>
                  <a:lnTo>
                    <a:pt x="242061" y="310530"/>
                  </a:lnTo>
                  <a:lnTo>
                    <a:pt x="246565" y="307731"/>
                  </a:lnTo>
                  <a:lnTo>
                    <a:pt x="250978" y="304791"/>
                  </a:lnTo>
                  <a:lnTo>
                    <a:pt x="255296" y="301711"/>
                  </a:lnTo>
                  <a:lnTo>
                    <a:pt x="259513" y="298497"/>
                  </a:lnTo>
                  <a:lnTo>
                    <a:pt x="263627" y="295150"/>
                  </a:lnTo>
                  <a:lnTo>
                    <a:pt x="267632" y="291675"/>
                  </a:lnTo>
                  <a:lnTo>
                    <a:pt x="271525" y="288074"/>
                  </a:lnTo>
                  <a:lnTo>
                    <a:pt x="275302" y="284351"/>
                  </a:lnTo>
                  <a:lnTo>
                    <a:pt x="278959" y="280511"/>
                  </a:lnTo>
                  <a:lnTo>
                    <a:pt x="282493" y="276556"/>
                  </a:lnTo>
                  <a:lnTo>
                    <a:pt x="285899" y="272492"/>
                  </a:lnTo>
                  <a:lnTo>
                    <a:pt x="289174" y="268321"/>
                  </a:lnTo>
                  <a:lnTo>
                    <a:pt x="292316" y="264049"/>
                  </a:lnTo>
                  <a:lnTo>
                    <a:pt x="295320" y="259679"/>
                  </a:lnTo>
                  <a:lnTo>
                    <a:pt x="298184" y="255216"/>
                  </a:lnTo>
                  <a:lnTo>
                    <a:pt x="300906" y="250665"/>
                  </a:lnTo>
                  <a:lnTo>
                    <a:pt x="303481" y="246029"/>
                  </a:lnTo>
                  <a:lnTo>
                    <a:pt x="305909" y="241314"/>
                  </a:lnTo>
                  <a:lnTo>
                    <a:pt x="308185" y="236525"/>
                  </a:lnTo>
                  <a:lnTo>
                    <a:pt x="310309" y="231665"/>
                  </a:lnTo>
                  <a:lnTo>
                    <a:pt x="312277" y="226741"/>
                  </a:lnTo>
                  <a:lnTo>
                    <a:pt x="314088" y="221757"/>
                  </a:lnTo>
                  <a:lnTo>
                    <a:pt x="315740" y="216718"/>
                  </a:lnTo>
                  <a:lnTo>
                    <a:pt x="317231" y="211629"/>
                  </a:lnTo>
                  <a:lnTo>
                    <a:pt x="318560" y="206495"/>
                  </a:lnTo>
                  <a:lnTo>
                    <a:pt x="319726" y="201321"/>
                  </a:lnTo>
                  <a:lnTo>
                    <a:pt x="320727" y="196114"/>
                  </a:lnTo>
                  <a:lnTo>
                    <a:pt x="321562" y="190877"/>
                  </a:lnTo>
                  <a:lnTo>
                    <a:pt x="322231" y="185616"/>
                  </a:lnTo>
                  <a:lnTo>
                    <a:pt x="322733" y="180337"/>
                  </a:lnTo>
                  <a:lnTo>
                    <a:pt x="323067" y="175044"/>
                  </a:lnTo>
                  <a:lnTo>
                    <a:pt x="323233" y="169744"/>
                  </a:lnTo>
                  <a:lnTo>
                    <a:pt x="323230" y="164441"/>
                  </a:lnTo>
                  <a:lnTo>
                    <a:pt x="323060" y="159141"/>
                  </a:lnTo>
                  <a:lnTo>
                    <a:pt x="322721" y="153848"/>
                  </a:lnTo>
                  <a:lnTo>
                    <a:pt x="322215" y="148570"/>
                  </a:lnTo>
                  <a:lnTo>
                    <a:pt x="321541" y="143310"/>
                  </a:lnTo>
                  <a:lnTo>
                    <a:pt x="320701" y="138073"/>
                  </a:lnTo>
                  <a:lnTo>
                    <a:pt x="319696" y="132867"/>
                  </a:lnTo>
                  <a:lnTo>
                    <a:pt x="318525" y="127694"/>
                  </a:lnTo>
                  <a:lnTo>
                    <a:pt x="317192" y="122562"/>
                  </a:lnTo>
                  <a:lnTo>
                    <a:pt x="315696" y="117474"/>
                  </a:lnTo>
                  <a:lnTo>
                    <a:pt x="314039" y="112436"/>
                  </a:lnTo>
                  <a:lnTo>
                    <a:pt x="312224" y="107454"/>
                  </a:lnTo>
                  <a:lnTo>
                    <a:pt x="310251" y="102531"/>
                  </a:lnTo>
                  <a:lnTo>
                    <a:pt x="308123" y="97674"/>
                  </a:lnTo>
                  <a:lnTo>
                    <a:pt x="305843" y="92886"/>
                  </a:lnTo>
                  <a:lnTo>
                    <a:pt x="303411" y="88174"/>
                  </a:lnTo>
                  <a:lnTo>
                    <a:pt x="300831" y="83540"/>
                  </a:lnTo>
                  <a:lnTo>
                    <a:pt x="298106" y="78991"/>
                  </a:lnTo>
                  <a:lnTo>
                    <a:pt x="295238" y="74531"/>
                  </a:lnTo>
                  <a:lnTo>
                    <a:pt x="292229" y="70164"/>
                  </a:lnTo>
                  <a:lnTo>
                    <a:pt x="289084" y="65894"/>
                  </a:lnTo>
                  <a:lnTo>
                    <a:pt x="285805" y="61726"/>
                  </a:lnTo>
                  <a:lnTo>
                    <a:pt x="282395" y="57665"/>
                  </a:lnTo>
                  <a:lnTo>
                    <a:pt x="278858" y="53714"/>
                  </a:lnTo>
                  <a:lnTo>
                    <a:pt x="275198" y="49876"/>
                  </a:lnTo>
                  <a:lnTo>
                    <a:pt x="271418" y="46157"/>
                  </a:lnTo>
                  <a:lnTo>
                    <a:pt x="267521" y="42560"/>
                  </a:lnTo>
                  <a:lnTo>
                    <a:pt x="263513" y="39088"/>
                  </a:lnTo>
                  <a:lnTo>
                    <a:pt x="259396" y="35745"/>
                  </a:lnTo>
                  <a:lnTo>
                    <a:pt x="255176" y="32534"/>
                  </a:lnTo>
                  <a:lnTo>
                    <a:pt x="250855" y="29459"/>
                  </a:lnTo>
                  <a:lnTo>
                    <a:pt x="246440" y="26522"/>
                  </a:lnTo>
                  <a:lnTo>
                    <a:pt x="241933" y="23727"/>
                  </a:lnTo>
                  <a:lnTo>
                    <a:pt x="237340" y="21076"/>
                  </a:lnTo>
                  <a:lnTo>
                    <a:pt x="232665" y="18572"/>
                  </a:lnTo>
                  <a:lnTo>
                    <a:pt x="227914" y="16218"/>
                  </a:lnTo>
                  <a:lnTo>
                    <a:pt x="223090" y="14016"/>
                  </a:lnTo>
                  <a:lnTo>
                    <a:pt x="218198" y="11967"/>
                  </a:lnTo>
                  <a:lnTo>
                    <a:pt x="213244" y="10075"/>
                  </a:lnTo>
                  <a:lnTo>
                    <a:pt x="208232" y="8341"/>
                  </a:lnTo>
                  <a:lnTo>
                    <a:pt x="203168" y="6767"/>
                  </a:lnTo>
                  <a:lnTo>
                    <a:pt x="198057" y="5354"/>
                  </a:lnTo>
                  <a:lnTo>
                    <a:pt x="192903" y="4105"/>
                  </a:lnTo>
                  <a:lnTo>
                    <a:pt x="187713" y="3019"/>
                  </a:lnTo>
                  <a:lnTo>
                    <a:pt x="182490" y="2098"/>
                  </a:lnTo>
                  <a:lnTo>
                    <a:pt x="177241" y="1344"/>
                  </a:lnTo>
                  <a:lnTo>
                    <a:pt x="171971" y="756"/>
                  </a:lnTo>
                  <a:lnTo>
                    <a:pt x="166684" y="336"/>
                  </a:lnTo>
                  <a:lnTo>
                    <a:pt x="161387" y="84"/>
                  </a:lnTo>
                  <a:lnTo>
                    <a:pt x="156085" y="0"/>
                  </a:lnTo>
                  <a:lnTo>
                    <a:pt x="15608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797353" y="1071028"/>
              <a:ext cx="214398" cy="334334"/>
            </a:xfrm>
            <a:custGeom>
              <a:avLst/>
              <a:pathLst>
                <a:path w="214398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2" y="757"/>
                  </a:lnTo>
                  <a:lnTo>
                    <a:pt x="145979" y="1345"/>
                  </a:lnTo>
                  <a:lnTo>
                    <a:pt x="140727" y="2100"/>
                  </a:lnTo>
                  <a:lnTo>
                    <a:pt x="135502" y="3022"/>
                  </a:lnTo>
                  <a:lnTo>
                    <a:pt x="130308" y="4109"/>
                  </a:lnTo>
                  <a:lnTo>
                    <a:pt x="125152" y="5360"/>
                  </a:lnTo>
                  <a:lnTo>
                    <a:pt x="120038" y="6775"/>
                  </a:lnTo>
                  <a:lnTo>
                    <a:pt x="114971" y="8351"/>
                  </a:lnTo>
                  <a:lnTo>
                    <a:pt x="109957" y="10087"/>
                  </a:lnTo>
                  <a:lnTo>
                    <a:pt x="105001" y="11981"/>
                  </a:lnTo>
                  <a:lnTo>
                    <a:pt x="100107" y="14031"/>
                  </a:lnTo>
                  <a:lnTo>
                    <a:pt x="95280" y="16236"/>
                  </a:lnTo>
                  <a:lnTo>
                    <a:pt x="90527" y="18593"/>
                  </a:lnTo>
                  <a:lnTo>
                    <a:pt x="85850" y="21099"/>
                  </a:lnTo>
                  <a:lnTo>
                    <a:pt x="81255" y="23753"/>
                  </a:lnTo>
                  <a:lnTo>
                    <a:pt x="76747" y="26551"/>
                  </a:lnTo>
                  <a:lnTo>
                    <a:pt x="72330" y="29491"/>
                  </a:lnTo>
                  <a:lnTo>
                    <a:pt x="68008" y="32570"/>
                  </a:lnTo>
                  <a:lnTo>
                    <a:pt x="63786" y="35784"/>
                  </a:lnTo>
                  <a:lnTo>
                    <a:pt x="59669" y="39130"/>
                  </a:lnTo>
                  <a:lnTo>
                    <a:pt x="55659" y="42606"/>
                  </a:lnTo>
                  <a:lnTo>
                    <a:pt x="51762" y="46207"/>
                  </a:lnTo>
                  <a:lnTo>
                    <a:pt x="47982" y="49930"/>
                  </a:lnTo>
                  <a:lnTo>
                    <a:pt x="44321" y="53771"/>
                  </a:lnTo>
                  <a:lnTo>
                    <a:pt x="40784" y="57726"/>
                  </a:lnTo>
                  <a:lnTo>
                    <a:pt x="37374" y="61792"/>
                  </a:lnTo>
                  <a:lnTo>
                    <a:pt x="34095" y="65963"/>
                  </a:lnTo>
                  <a:lnTo>
                    <a:pt x="30950" y="70237"/>
                  </a:lnTo>
                  <a:lnTo>
                    <a:pt x="27943" y="74608"/>
                  </a:lnTo>
                  <a:lnTo>
                    <a:pt x="25075" y="79073"/>
                  </a:lnTo>
                  <a:lnTo>
                    <a:pt x="22351" y="83626"/>
                  </a:lnTo>
                  <a:lnTo>
                    <a:pt x="19773" y="88263"/>
                  </a:lnTo>
                  <a:lnTo>
                    <a:pt x="17343" y="92980"/>
                  </a:lnTo>
                  <a:lnTo>
                    <a:pt x="15064" y="97772"/>
                  </a:lnTo>
                  <a:lnTo>
                    <a:pt x="12938" y="102634"/>
                  </a:lnTo>
                  <a:lnTo>
                    <a:pt x="10968" y="107560"/>
                  </a:lnTo>
                  <a:lnTo>
                    <a:pt x="9155" y="112547"/>
                  </a:lnTo>
                  <a:lnTo>
                    <a:pt x="7501" y="117589"/>
                  </a:lnTo>
                  <a:lnTo>
                    <a:pt x="6008" y="122680"/>
                  </a:lnTo>
                  <a:lnTo>
                    <a:pt x="4677" y="127817"/>
                  </a:lnTo>
                  <a:lnTo>
                    <a:pt x="3510" y="132993"/>
                  </a:lnTo>
                  <a:lnTo>
                    <a:pt x="2508" y="138203"/>
                  </a:lnTo>
                  <a:lnTo>
                    <a:pt x="1672" y="143443"/>
                  </a:lnTo>
                  <a:lnTo>
                    <a:pt x="1002" y="148707"/>
                  </a:lnTo>
                  <a:lnTo>
                    <a:pt x="500" y="153989"/>
                  </a:lnTo>
                  <a:lnTo>
                    <a:pt x="166" y="159284"/>
                  </a:lnTo>
                  <a:lnTo>
                    <a:pt x="0" y="164588"/>
                  </a:lnTo>
                  <a:lnTo>
                    <a:pt x="2" y="169894"/>
                  </a:lnTo>
                  <a:lnTo>
                    <a:pt x="173" y="175197"/>
                  </a:lnTo>
                  <a:lnTo>
                    <a:pt x="512" y="180492"/>
                  </a:lnTo>
                  <a:lnTo>
                    <a:pt x="1018" y="185774"/>
                  </a:lnTo>
                  <a:lnTo>
                    <a:pt x="1693" y="191037"/>
                  </a:lnTo>
                  <a:lnTo>
                    <a:pt x="2534" y="196276"/>
                  </a:lnTo>
                  <a:lnTo>
                    <a:pt x="3540" y="201486"/>
                  </a:lnTo>
                  <a:lnTo>
                    <a:pt x="4712" y="206661"/>
                  </a:lnTo>
                  <a:lnTo>
                    <a:pt x="6047" y="211796"/>
                  </a:lnTo>
                  <a:lnTo>
                    <a:pt x="7545" y="216886"/>
                  </a:lnTo>
                  <a:lnTo>
                    <a:pt x="9203" y="221927"/>
                  </a:lnTo>
                  <a:lnTo>
                    <a:pt x="11020" y="226912"/>
                  </a:lnTo>
                  <a:lnTo>
                    <a:pt x="12995" y="231837"/>
                  </a:lnTo>
                  <a:lnTo>
                    <a:pt x="15125" y="236696"/>
                  </a:lnTo>
                  <a:lnTo>
                    <a:pt x="17409" y="241486"/>
                  </a:lnTo>
                  <a:lnTo>
                    <a:pt x="19843" y="246201"/>
                  </a:lnTo>
                  <a:lnTo>
                    <a:pt x="22425" y="250836"/>
                  </a:lnTo>
                  <a:lnTo>
                    <a:pt x="25153" y="255387"/>
                  </a:lnTo>
                  <a:lnTo>
                    <a:pt x="28025" y="259849"/>
                  </a:lnTo>
                  <a:lnTo>
                    <a:pt x="31036" y="264217"/>
                  </a:lnTo>
                  <a:lnTo>
                    <a:pt x="34185" y="268488"/>
                  </a:lnTo>
                  <a:lnTo>
                    <a:pt x="37468" y="272657"/>
                  </a:lnTo>
                  <a:lnTo>
                    <a:pt x="40881" y="276720"/>
                  </a:lnTo>
                  <a:lnTo>
                    <a:pt x="44421" y="280672"/>
                  </a:lnTo>
                  <a:lnTo>
                    <a:pt x="48085" y="284509"/>
                  </a:lnTo>
                  <a:lnTo>
                    <a:pt x="51869" y="288229"/>
                  </a:lnTo>
                  <a:lnTo>
                    <a:pt x="55770" y="291827"/>
                  </a:lnTo>
                  <a:lnTo>
                    <a:pt x="59782" y="295299"/>
                  </a:lnTo>
                  <a:lnTo>
                    <a:pt x="63903" y="298641"/>
                  </a:lnTo>
                  <a:lnTo>
                    <a:pt x="68127" y="301852"/>
                  </a:lnTo>
                  <a:lnTo>
                    <a:pt x="72452" y="304927"/>
                  </a:lnTo>
                  <a:lnTo>
                    <a:pt x="76871" y="307863"/>
                  </a:lnTo>
                  <a:lnTo>
                    <a:pt x="81382" y="310657"/>
                  </a:lnTo>
                  <a:lnTo>
                    <a:pt x="85979" y="313306"/>
                  </a:lnTo>
                  <a:lnTo>
                    <a:pt x="90658" y="315809"/>
                  </a:lnTo>
                  <a:lnTo>
                    <a:pt x="95414" y="318161"/>
                  </a:lnTo>
                  <a:lnTo>
                    <a:pt x="100242" y="320362"/>
                  </a:lnTo>
                  <a:lnTo>
                    <a:pt x="105138" y="322408"/>
                  </a:lnTo>
                  <a:lnTo>
                    <a:pt x="110096" y="324298"/>
                  </a:lnTo>
                  <a:lnTo>
                    <a:pt x="115112" y="326029"/>
                  </a:lnTo>
                  <a:lnTo>
                    <a:pt x="120180" y="327601"/>
                  </a:lnTo>
                  <a:lnTo>
                    <a:pt x="125295" y="329011"/>
                  </a:lnTo>
                  <a:lnTo>
                    <a:pt x="130452" y="330257"/>
                  </a:lnTo>
                  <a:lnTo>
                    <a:pt x="135647" y="331340"/>
                  </a:lnTo>
                  <a:lnTo>
                    <a:pt x="140873" y="332257"/>
                  </a:lnTo>
                  <a:lnTo>
                    <a:pt x="146126" y="333007"/>
                  </a:lnTo>
                  <a:lnTo>
                    <a:pt x="151399" y="333591"/>
                  </a:lnTo>
                  <a:lnTo>
                    <a:pt x="156689" y="334007"/>
                  </a:lnTo>
                  <a:lnTo>
                    <a:pt x="161989" y="334255"/>
                  </a:lnTo>
                  <a:lnTo>
                    <a:pt x="167295" y="334334"/>
                  </a:lnTo>
                  <a:lnTo>
                    <a:pt x="172600" y="334245"/>
                  </a:lnTo>
                  <a:lnTo>
                    <a:pt x="177900" y="333988"/>
                  </a:lnTo>
                  <a:lnTo>
                    <a:pt x="183189" y="333563"/>
                  </a:lnTo>
                  <a:lnTo>
                    <a:pt x="188462" y="332970"/>
                  </a:lnTo>
                  <a:lnTo>
                    <a:pt x="193713" y="332210"/>
                  </a:lnTo>
                  <a:lnTo>
                    <a:pt x="198938" y="331284"/>
                  </a:lnTo>
                  <a:lnTo>
                    <a:pt x="204130" y="330192"/>
                  </a:lnTo>
                  <a:lnTo>
                    <a:pt x="209285" y="328936"/>
                  </a:lnTo>
                  <a:lnTo>
                    <a:pt x="214398" y="327517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47251" cy="160350"/>
            </a:xfrm>
            <a:custGeom>
              <a:avLst/>
              <a:pathLst>
                <a:path w="47251" h="160350">
                  <a:moveTo>
                    <a:pt x="47251" y="1603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075984"/>
              <a:ext cx="167158" cy="322561"/>
            </a:xfrm>
            <a:custGeom>
              <a:avLst/>
              <a:pathLst>
                <a:path w="167158" h="322561">
                  <a:moveTo>
                    <a:pt x="47251" y="322561"/>
                  </a:moveTo>
                  <a:lnTo>
                    <a:pt x="52332" y="320976"/>
                  </a:lnTo>
                  <a:lnTo>
                    <a:pt x="57359" y="319229"/>
                  </a:lnTo>
                  <a:lnTo>
                    <a:pt x="62329" y="317324"/>
                  </a:lnTo>
                  <a:lnTo>
                    <a:pt x="67235" y="315261"/>
                  </a:lnTo>
                  <a:lnTo>
                    <a:pt x="72074" y="313043"/>
                  </a:lnTo>
                  <a:lnTo>
                    <a:pt x="76839" y="310672"/>
                  </a:lnTo>
                  <a:lnTo>
                    <a:pt x="81526" y="308150"/>
                  </a:lnTo>
                  <a:lnTo>
                    <a:pt x="86131" y="305481"/>
                  </a:lnTo>
                  <a:lnTo>
                    <a:pt x="90648" y="302666"/>
                  </a:lnTo>
                  <a:lnTo>
                    <a:pt x="95074" y="299709"/>
                  </a:lnTo>
                  <a:lnTo>
                    <a:pt x="99403" y="296613"/>
                  </a:lnTo>
                  <a:lnTo>
                    <a:pt x="103631" y="293380"/>
                  </a:lnTo>
                  <a:lnTo>
                    <a:pt x="107754" y="290015"/>
                  </a:lnTo>
                  <a:lnTo>
                    <a:pt x="111768" y="286520"/>
                  </a:lnTo>
                  <a:lnTo>
                    <a:pt x="115669" y="282898"/>
                  </a:lnTo>
                  <a:lnTo>
                    <a:pt x="119453" y="279155"/>
                  </a:lnTo>
                  <a:lnTo>
                    <a:pt x="123115" y="275293"/>
                  </a:lnTo>
                  <a:lnTo>
                    <a:pt x="126653" y="271316"/>
                  </a:lnTo>
                  <a:lnTo>
                    <a:pt x="130062" y="267229"/>
                  </a:lnTo>
                  <a:lnTo>
                    <a:pt x="133339" y="263035"/>
                  </a:lnTo>
                  <a:lnTo>
                    <a:pt x="136481" y="258739"/>
                  </a:lnTo>
                  <a:lnTo>
                    <a:pt x="139485" y="254345"/>
                  </a:lnTo>
                  <a:lnTo>
                    <a:pt x="142347" y="249858"/>
                  </a:lnTo>
                  <a:lnTo>
                    <a:pt x="145066" y="245282"/>
                  </a:lnTo>
                  <a:lnTo>
                    <a:pt x="147637" y="240622"/>
                  </a:lnTo>
                  <a:lnTo>
                    <a:pt x="150058" y="235882"/>
                  </a:lnTo>
                  <a:lnTo>
                    <a:pt x="152327" y="231067"/>
                  </a:lnTo>
                  <a:lnTo>
                    <a:pt x="154442" y="226183"/>
                  </a:lnTo>
                  <a:lnTo>
                    <a:pt x="156400" y="221234"/>
                  </a:lnTo>
                  <a:lnTo>
                    <a:pt x="158200" y="216225"/>
                  </a:lnTo>
                  <a:lnTo>
                    <a:pt x="159839" y="211161"/>
                  </a:lnTo>
                  <a:lnTo>
                    <a:pt x="161317" y="206048"/>
                  </a:lnTo>
                  <a:lnTo>
                    <a:pt x="162631" y="200890"/>
                  </a:lnTo>
                  <a:lnTo>
                    <a:pt x="163779" y="195693"/>
                  </a:lnTo>
                  <a:lnTo>
                    <a:pt x="164762" y="190462"/>
                  </a:lnTo>
                  <a:lnTo>
                    <a:pt x="165578" y="185203"/>
                  </a:lnTo>
                  <a:lnTo>
                    <a:pt x="166226" y="179920"/>
                  </a:lnTo>
                  <a:lnTo>
                    <a:pt x="166706" y="174619"/>
                  </a:lnTo>
                  <a:lnTo>
                    <a:pt x="167016" y="169306"/>
                  </a:lnTo>
                  <a:lnTo>
                    <a:pt x="167158" y="163985"/>
                  </a:lnTo>
                  <a:lnTo>
                    <a:pt x="167129" y="158663"/>
                  </a:lnTo>
                  <a:lnTo>
                    <a:pt x="166932" y="153344"/>
                  </a:lnTo>
                  <a:lnTo>
                    <a:pt x="166565" y="148034"/>
                  </a:lnTo>
                  <a:lnTo>
                    <a:pt x="166029" y="142739"/>
                  </a:lnTo>
                  <a:lnTo>
                    <a:pt x="165325" y="137463"/>
                  </a:lnTo>
                  <a:lnTo>
                    <a:pt x="164453" y="132212"/>
                  </a:lnTo>
                  <a:lnTo>
                    <a:pt x="163415" y="126992"/>
                  </a:lnTo>
                  <a:lnTo>
                    <a:pt x="162211" y="121808"/>
                  </a:lnTo>
                  <a:lnTo>
                    <a:pt x="160842" y="116664"/>
                  </a:lnTo>
                  <a:lnTo>
                    <a:pt x="159311" y="111567"/>
                  </a:lnTo>
                  <a:lnTo>
                    <a:pt x="157618" y="106521"/>
                  </a:lnTo>
                  <a:lnTo>
                    <a:pt x="155765" y="101531"/>
                  </a:lnTo>
                  <a:lnTo>
                    <a:pt x="153754" y="96603"/>
                  </a:lnTo>
                  <a:lnTo>
                    <a:pt x="151588" y="91742"/>
                  </a:lnTo>
                  <a:lnTo>
                    <a:pt x="149268" y="86951"/>
                  </a:lnTo>
                  <a:lnTo>
                    <a:pt x="146796" y="82238"/>
                  </a:lnTo>
                  <a:lnTo>
                    <a:pt x="144176" y="77605"/>
                  </a:lnTo>
                  <a:lnTo>
                    <a:pt x="141409" y="73058"/>
                  </a:lnTo>
                  <a:lnTo>
                    <a:pt x="138499" y="68601"/>
                  </a:lnTo>
                  <a:lnTo>
                    <a:pt x="135449" y="64240"/>
                  </a:lnTo>
                  <a:lnTo>
                    <a:pt x="132261" y="59977"/>
                  </a:lnTo>
                  <a:lnTo>
                    <a:pt x="128940" y="55818"/>
                  </a:lnTo>
                  <a:lnTo>
                    <a:pt x="125487" y="51768"/>
                  </a:lnTo>
                  <a:lnTo>
                    <a:pt x="121908" y="47829"/>
                  </a:lnTo>
                  <a:lnTo>
                    <a:pt x="118205" y="44006"/>
                  </a:lnTo>
                  <a:lnTo>
                    <a:pt x="114382" y="40302"/>
                  </a:lnTo>
                  <a:lnTo>
                    <a:pt x="110443" y="36723"/>
                  </a:lnTo>
                  <a:lnTo>
                    <a:pt x="106392" y="33271"/>
                  </a:lnTo>
                  <a:lnTo>
                    <a:pt x="102233" y="29949"/>
                  </a:lnTo>
                  <a:lnTo>
                    <a:pt x="97971" y="26761"/>
                  </a:lnTo>
                  <a:lnTo>
                    <a:pt x="93609" y="23711"/>
                  </a:lnTo>
                  <a:lnTo>
                    <a:pt x="89152" y="20801"/>
                  </a:lnTo>
                  <a:lnTo>
                    <a:pt x="84605" y="18035"/>
                  </a:lnTo>
                  <a:lnTo>
                    <a:pt x="79973" y="15414"/>
                  </a:lnTo>
                  <a:lnTo>
                    <a:pt x="75259" y="12943"/>
                  </a:lnTo>
                  <a:lnTo>
                    <a:pt x="70469" y="10623"/>
                  </a:lnTo>
                  <a:lnTo>
                    <a:pt x="65607" y="8456"/>
                  </a:lnTo>
                  <a:lnTo>
                    <a:pt x="60679" y="6445"/>
                  </a:lnTo>
                  <a:lnTo>
                    <a:pt x="55690" y="4592"/>
                  </a:lnTo>
                  <a:lnTo>
                    <a:pt x="50644" y="2899"/>
                  </a:lnTo>
                  <a:lnTo>
                    <a:pt x="45546" y="1368"/>
                  </a:lnTo>
                  <a:lnTo>
                    <a:pt x="40403" y="0"/>
                  </a:lnTo>
                  <a:lnTo>
                    <a:pt x="0" y="1622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071028"/>
              <a:ext cx="40403" cy="167167"/>
            </a:xfrm>
            <a:custGeom>
              <a:avLst/>
              <a:pathLst>
                <a:path w="40403" h="167167">
                  <a:moveTo>
                    <a:pt x="40403" y="4956"/>
                  </a:moveTo>
                  <a:lnTo>
                    <a:pt x="33772" y="3446"/>
                  </a:lnTo>
                  <a:lnTo>
                    <a:pt x="27084" y="2208"/>
                  </a:lnTo>
                  <a:lnTo>
                    <a:pt x="20353" y="1243"/>
                  </a:lnTo>
                  <a:lnTo>
                    <a:pt x="13587" y="553"/>
                  </a:lnTo>
                  <a:lnTo>
                    <a:pt x="6799" y="13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4097" y="1322571"/>
              <a:ext cx="144623" cy="167167"/>
            </a:xfrm>
            <a:custGeom>
              <a:avLst/>
              <a:pathLst>
                <a:path w="144623" h="167167">
                  <a:moveTo>
                    <a:pt x="144623" y="0"/>
                  </a:moveTo>
                  <a:lnTo>
                    <a:pt x="139162" y="89"/>
                  </a:lnTo>
                  <a:lnTo>
                    <a:pt x="133708" y="356"/>
                  </a:lnTo>
                  <a:lnTo>
                    <a:pt x="128265" y="802"/>
                  </a:lnTo>
                  <a:lnTo>
                    <a:pt x="122840" y="1425"/>
                  </a:lnTo>
                  <a:lnTo>
                    <a:pt x="117437" y="2225"/>
                  </a:lnTo>
                  <a:lnTo>
                    <a:pt x="112064" y="3201"/>
                  </a:lnTo>
                  <a:lnTo>
                    <a:pt x="106726" y="4352"/>
                  </a:lnTo>
                  <a:lnTo>
                    <a:pt x="101428" y="5676"/>
                  </a:lnTo>
                  <a:lnTo>
                    <a:pt x="96176" y="7174"/>
                  </a:lnTo>
                  <a:lnTo>
                    <a:pt x="90976" y="8841"/>
                  </a:lnTo>
                  <a:lnTo>
                    <a:pt x="85833" y="10678"/>
                  </a:lnTo>
                  <a:lnTo>
                    <a:pt x="80753" y="12682"/>
                  </a:lnTo>
                  <a:lnTo>
                    <a:pt x="75741" y="14851"/>
                  </a:lnTo>
                  <a:lnTo>
                    <a:pt x="70802" y="17182"/>
                  </a:lnTo>
                  <a:lnTo>
                    <a:pt x="65943" y="19673"/>
                  </a:lnTo>
                  <a:lnTo>
                    <a:pt x="61167" y="22322"/>
                  </a:lnTo>
                  <a:lnTo>
                    <a:pt x="56480" y="25125"/>
                  </a:lnTo>
                  <a:lnTo>
                    <a:pt x="51888" y="28080"/>
                  </a:lnTo>
                  <a:lnTo>
                    <a:pt x="47394" y="31183"/>
                  </a:lnTo>
                  <a:lnTo>
                    <a:pt x="43004" y="34432"/>
                  </a:lnTo>
                  <a:lnTo>
                    <a:pt x="38723" y="37822"/>
                  </a:lnTo>
                  <a:lnTo>
                    <a:pt x="34554" y="41350"/>
                  </a:lnTo>
                  <a:lnTo>
                    <a:pt x="30504" y="45012"/>
                  </a:lnTo>
                  <a:lnTo>
                    <a:pt x="26574" y="48805"/>
                  </a:lnTo>
                  <a:lnTo>
                    <a:pt x="22771" y="52724"/>
                  </a:lnTo>
                  <a:lnTo>
                    <a:pt x="19098" y="56765"/>
                  </a:lnTo>
                  <a:lnTo>
                    <a:pt x="15559" y="60924"/>
                  </a:lnTo>
                  <a:lnTo>
                    <a:pt x="12157" y="65197"/>
                  </a:lnTo>
                  <a:lnTo>
                    <a:pt x="8897" y="69578"/>
                  </a:lnTo>
                  <a:lnTo>
                    <a:pt x="5782" y="74063"/>
                  </a:lnTo>
                  <a:lnTo>
                    <a:pt x="2815" y="78648"/>
                  </a:lnTo>
                  <a:lnTo>
                    <a:pt x="0" y="83327"/>
                  </a:lnTo>
                  <a:lnTo>
                    <a:pt x="14462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44097" y="1405899"/>
              <a:ext cx="144623" cy="83839"/>
            </a:xfrm>
            <a:custGeom>
              <a:avLst/>
              <a:pathLst>
                <a:path w="144623" h="83839">
                  <a:moveTo>
                    <a:pt x="0" y="0"/>
                  </a:moveTo>
                  <a:lnTo>
                    <a:pt x="144623" y="838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21569" y="1361935"/>
              <a:ext cx="334302" cy="294970"/>
            </a:xfrm>
            <a:custGeom>
              <a:avLst/>
              <a:pathLst>
                <a:path w="334302" h="294970">
                  <a:moveTo>
                    <a:pt x="22527" y="43964"/>
                  </a:moveTo>
                  <a:lnTo>
                    <a:pt x="19940" y="48594"/>
                  </a:lnTo>
                  <a:lnTo>
                    <a:pt x="17502" y="53304"/>
                  </a:lnTo>
                  <a:lnTo>
                    <a:pt x="15214" y="58089"/>
                  </a:lnTo>
                  <a:lnTo>
                    <a:pt x="13078" y="62944"/>
                  </a:lnTo>
                  <a:lnTo>
                    <a:pt x="11098" y="67864"/>
                  </a:lnTo>
                  <a:lnTo>
                    <a:pt x="9275" y="72845"/>
                  </a:lnTo>
                  <a:lnTo>
                    <a:pt x="7611" y="77881"/>
                  </a:lnTo>
                  <a:lnTo>
                    <a:pt x="6108" y="82967"/>
                  </a:lnTo>
                  <a:lnTo>
                    <a:pt x="4767" y="88099"/>
                  </a:lnTo>
                  <a:lnTo>
                    <a:pt x="3589" y="93270"/>
                  </a:lnTo>
                  <a:lnTo>
                    <a:pt x="2576" y="98476"/>
                  </a:lnTo>
                  <a:lnTo>
                    <a:pt x="1728" y="103712"/>
                  </a:lnTo>
                  <a:lnTo>
                    <a:pt x="1047" y="108972"/>
                  </a:lnTo>
                  <a:lnTo>
                    <a:pt x="533" y="114251"/>
                  </a:lnTo>
                  <a:lnTo>
                    <a:pt x="187" y="119544"/>
                  </a:lnTo>
                  <a:lnTo>
                    <a:pt x="9" y="124844"/>
                  </a:lnTo>
                  <a:lnTo>
                    <a:pt x="0" y="130148"/>
                  </a:lnTo>
                  <a:lnTo>
                    <a:pt x="158" y="135450"/>
                  </a:lnTo>
                  <a:lnTo>
                    <a:pt x="485" y="140744"/>
                  </a:lnTo>
                  <a:lnTo>
                    <a:pt x="979" y="146024"/>
                  </a:lnTo>
                  <a:lnTo>
                    <a:pt x="1641" y="151287"/>
                  </a:lnTo>
                  <a:lnTo>
                    <a:pt x="2469" y="156526"/>
                  </a:lnTo>
                  <a:lnTo>
                    <a:pt x="3463" y="161735"/>
                  </a:lnTo>
                  <a:lnTo>
                    <a:pt x="4622" y="166911"/>
                  </a:lnTo>
                  <a:lnTo>
                    <a:pt x="5944" y="172047"/>
                  </a:lnTo>
                  <a:lnTo>
                    <a:pt x="7429" y="177139"/>
                  </a:lnTo>
                  <a:lnTo>
                    <a:pt x="9075" y="182181"/>
                  </a:lnTo>
                  <a:lnTo>
                    <a:pt x="10879" y="187169"/>
                  </a:lnTo>
                  <a:lnTo>
                    <a:pt x="12841" y="192096"/>
                  </a:lnTo>
                  <a:lnTo>
                    <a:pt x="14958" y="196959"/>
                  </a:lnTo>
                  <a:lnTo>
                    <a:pt x="17229" y="201753"/>
                  </a:lnTo>
                  <a:lnTo>
                    <a:pt x="19650" y="206472"/>
                  </a:lnTo>
                  <a:lnTo>
                    <a:pt x="22220" y="211111"/>
                  </a:lnTo>
                  <a:lnTo>
                    <a:pt x="24936" y="215667"/>
                  </a:lnTo>
                  <a:lnTo>
                    <a:pt x="27795" y="220134"/>
                  </a:lnTo>
                  <a:lnTo>
                    <a:pt x="30794" y="224509"/>
                  </a:lnTo>
                  <a:lnTo>
                    <a:pt x="33931" y="228786"/>
                  </a:lnTo>
                  <a:lnTo>
                    <a:pt x="37201" y="232961"/>
                  </a:lnTo>
                  <a:lnTo>
                    <a:pt x="40603" y="237031"/>
                  </a:lnTo>
                  <a:lnTo>
                    <a:pt x="44132" y="240990"/>
                  </a:lnTo>
                  <a:lnTo>
                    <a:pt x="47784" y="244836"/>
                  </a:lnTo>
                  <a:lnTo>
                    <a:pt x="51557" y="248564"/>
                  </a:lnTo>
                  <a:lnTo>
                    <a:pt x="55446" y="252170"/>
                  </a:lnTo>
                  <a:lnTo>
                    <a:pt x="59448" y="255651"/>
                  </a:lnTo>
                  <a:lnTo>
                    <a:pt x="63558" y="259004"/>
                  </a:lnTo>
                  <a:lnTo>
                    <a:pt x="67772" y="262224"/>
                  </a:lnTo>
                  <a:lnTo>
                    <a:pt x="72086" y="265309"/>
                  </a:lnTo>
                  <a:lnTo>
                    <a:pt x="76497" y="268256"/>
                  </a:lnTo>
                  <a:lnTo>
                    <a:pt x="80998" y="271061"/>
                  </a:lnTo>
                  <a:lnTo>
                    <a:pt x="85586" y="273722"/>
                  </a:lnTo>
                  <a:lnTo>
                    <a:pt x="90256" y="276236"/>
                  </a:lnTo>
                  <a:lnTo>
                    <a:pt x="95004" y="278601"/>
                  </a:lnTo>
                  <a:lnTo>
                    <a:pt x="99824" y="280813"/>
                  </a:lnTo>
                  <a:lnTo>
                    <a:pt x="104712" y="282872"/>
                  </a:lnTo>
                  <a:lnTo>
                    <a:pt x="109662" y="284775"/>
                  </a:lnTo>
                  <a:lnTo>
                    <a:pt x="114671" y="286520"/>
                  </a:lnTo>
                  <a:lnTo>
                    <a:pt x="119733" y="288105"/>
                  </a:lnTo>
                  <a:lnTo>
                    <a:pt x="124842" y="289528"/>
                  </a:lnTo>
                  <a:lnTo>
                    <a:pt x="129994" y="290789"/>
                  </a:lnTo>
                  <a:lnTo>
                    <a:pt x="135183" y="291886"/>
                  </a:lnTo>
                  <a:lnTo>
                    <a:pt x="140404" y="292817"/>
                  </a:lnTo>
                  <a:lnTo>
                    <a:pt x="145653" y="293583"/>
                  </a:lnTo>
                  <a:lnTo>
                    <a:pt x="150923" y="294181"/>
                  </a:lnTo>
                  <a:lnTo>
                    <a:pt x="156209" y="294612"/>
                  </a:lnTo>
                  <a:lnTo>
                    <a:pt x="161506" y="294876"/>
                  </a:lnTo>
                  <a:lnTo>
                    <a:pt x="166809" y="294970"/>
                  </a:lnTo>
                  <a:lnTo>
                    <a:pt x="172113" y="294897"/>
                  </a:lnTo>
                  <a:lnTo>
                    <a:pt x="177411" y="294656"/>
                  </a:lnTo>
                  <a:lnTo>
                    <a:pt x="182699" y="294246"/>
                  </a:lnTo>
                  <a:lnTo>
                    <a:pt x="187971" y="293669"/>
                  </a:lnTo>
                  <a:lnTo>
                    <a:pt x="193223" y="292925"/>
                  </a:lnTo>
                  <a:lnTo>
                    <a:pt x="198448" y="292015"/>
                  </a:lnTo>
                  <a:lnTo>
                    <a:pt x="203642" y="290939"/>
                  </a:lnTo>
                  <a:lnTo>
                    <a:pt x="208799" y="289700"/>
                  </a:lnTo>
                  <a:lnTo>
                    <a:pt x="213914" y="288297"/>
                  </a:lnTo>
                  <a:lnTo>
                    <a:pt x="218982" y="286733"/>
                  </a:lnTo>
                  <a:lnTo>
                    <a:pt x="223997" y="285008"/>
                  </a:lnTo>
                  <a:lnTo>
                    <a:pt x="228956" y="283126"/>
                  </a:lnTo>
                  <a:lnTo>
                    <a:pt x="233852" y="281087"/>
                  </a:lnTo>
                  <a:lnTo>
                    <a:pt x="238681" y="278894"/>
                  </a:lnTo>
                  <a:lnTo>
                    <a:pt x="243438" y="276549"/>
                  </a:lnTo>
                  <a:lnTo>
                    <a:pt x="248119" y="274053"/>
                  </a:lnTo>
                  <a:lnTo>
                    <a:pt x="252718" y="271411"/>
                  </a:lnTo>
                  <a:lnTo>
                    <a:pt x="257230" y="268624"/>
                  </a:lnTo>
                  <a:lnTo>
                    <a:pt x="261652" y="265696"/>
                  </a:lnTo>
                  <a:lnTo>
                    <a:pt x="265979" y="262629"/>
                  </a:lnTo>
                  <a:lnTo>
                    <a:pt x="270207" y="259425"/>
                  </a:lnTo>
                  <a:lnTo>
                    <a:pt x="274330" y="256090"/>
                  </a:lnTo>
                  <a:lnTo>
                    <a:pt x="278346" y="252625"/>
                  </a:lnTo>
                  <a:lnTo>
                    <a:pt x="282250" y="249035"/>
                  </a:lnTo>
                  <a:lnTo>
                    <a:pt x="286038" y="245322"/>
                  </a:lnTo>
                  <a:lnTo>
                    <a:pt x="289706" y="241492"/>
                  </a:lnTo>
                  <a:lnTo>
                    <a:pt x="293251" y="237546"/>
                  </a:lnTo>
                  <a:lnTo>
                    <a:pt x="296669" y="233491"/>
                  </a:lnTo>
                  <a:lnTo>
                    <a:pt x="299957" y="229329"/>
                  </a:lnTo>
                  <a:lnTo>
                    <a:pt x="303111" y="225065"/>
                  </a:lnTo>
                  <a:lnTo>
                    <a:pt x="306128" y="220702"/>
                  </a:lnTo>
                  <a:lnTo>
                    <a:pt x="309005" y="216247"/>
                  </a:lnTo>
                  <a:lnTo>
                    <a:pt x="311739" y="211702"/>
                  </a:lnTo>
                  <a:lnTo>
                    <a:pt x="314328" y="207073"/>
                  </a:lnTo>
                  <a:lnTo>
                    <a:pt x="316769" y="202364"/>
                  </a:lnTo>
                  <a:lnTo>
                    <a:pt x="319059" y="197580"/>
                  </a:lnTo>
                  <a:lnTo>
                    <a:pt x="321196" y="192726"/>
                  </a:lnTo>
                  <a:lnTo>
                    <a:pt x="323178" y="187806"/>
                  </a:lnTo>
                  <a:lnTo>
                    <a:pt x="325003" y="182826"/>
                  </a:lnTo>
                  <a:lnTo>
                    <a:pt x="326669" y="177791"/>
                  </a:lnTo>
                  <a:lnTo>
                    <a:pt x="328175" y="172705"/>
                  </a:lnTo>
                  <a:lnTo>
                    <a:pt x="329518" y="167574"/>
                  </a:lnTo>
                  <a:lnTo>
                    <a:pt x="330698" y="162403"/>
                  </a:lnTo>
                  <a:lnTo>
                    <a:pt x="331713" y="157198"/>
                  </a:lnTo>
                  <a:lnTo>
                    <a:pt x="332563" y="151962"/>
                  </a:lnTo>
                  <a:lnTo>
                    <a:pt x="333246" y="146702"/>
                  </a:lnTo>
                  <a:lnTo>
                    <a:pt x="333762" y="141424"/>
                  </a:lnTo>
                  <a:lnTo>
                    <a:pt x="334110" y="136131"/>
                  </a:lnTo>
                  <a:lnTo>
                    <a:pt x="334291" y="130831"/>
                  </a:lnTo>
                  <a:lnTo>
                    <a:pt x="334302" y="125527"/>
                  </a:lnTo>
                  <a:lnTo>
                    <a:pt x="334146" y="120225"/>
                  </a:lnTo>
                  <a:lnTo>
                    <a:pt x="333822" y="114931"/>
                  </a:lnTo>
                  <a:lnTo>
                    <a:pt x="333329" y="109650"/>
                  </a:lnTo>
                  <a:lnTo>
                    <a:pt x="332670" y="104388"/>
                  </a:lnTo>
                  <a:lnTo>
                    <a:pt x="331844" y="99149"/>
                  </a:lnTo>
                  <a:lnTo>
                    <a:pt x="330852" y="93938"/>
                  </a:lnTo>
                  <a:lnTo>
                    <a:pt x="329695" y="88762"/>
                  </a:lnTo>
                  <a:lnTo>
                    <a:pt x="328375" y="83625"/>
                  </a:lnTo>
                  <a:lnTo>
                    <a:pt x="326892" y="78533"/>
                  </a:lnTo>
                  <a:lnTo>
                    <a:pt x="325249" y="73490"/>
                  </a:lnTo>
                  <a:lnTo>
                    <a:pt x="323446" y="68502"/>
                  </a:lnTo>
                  <a:lnTo>
                    <a:pt x="321486" y="63573"/>
                  </a:lnTo>
                  <a:lnTo>
                    <a:pt x="319371" y="58710"/>
                  </a:lnTo>
                  <a:lnTo>
                    <a:pt x="317102" y="53915"/>
                  </a:lnTo>
                  <a:lnTo>
                    <a:pt x="314683" y="49196"/>
                  </a:lnTo>
                  <a:lnTo>
                    <a:pt x="312115" y="44555"/>
                  </a:lnTo>
                  <a:lnTo>
                    <a:pt x="309401" y="39998"/>
                  </a:lnTo>
                  <a:lnTo>
                    <a:pt x="306544" y="35529"/>
                  </a:lnTo>
                  <a:lnTo>
                    <a:pt x="303546" y="31154"/>
                  </a:lnTo>
                  <a:lnTo>
                    <a:pt x="300411" y="26875"/>
                  </a:lnTo>
                  <a:lnTo>
                    <a:pt x="297143" y="22699"/>
                  </a:lnTo>
                  <a:lnTo>
                    <a:pt x="293743" y="18628"/>
                  </a:lnTo>
                  <a:lnTo>
                    <a:pt x="290216" y="14667"/>
                  </a:lnTo>
                  <a:lnTo>
                    <a:pt x="286565" y="10819"/>
                  </a:lnTo>
                  <a:lnTo>
                    <a:pt x="282793" y="7090"/>
                  </a:lnTo>
                  <a:lnTo>
                    <a:pt x="278906" y="3482"/>
                  </a:lnTo>
                  <a:lnTo>
                    <a:pt x="274905" y="0"/>
                  </a:lnTo>
                  <a:lnTo>
                    <a:pt x="167150" y="1278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488720" y="1322571"/>
              <a:ext cx="107754" cy="167167"/>
            </a:xfrm>
            <a:custGeom>
              <a:avLst/>
              <a:pathLst>
                <a:path w="107754" h="167167">
                  <a:moveTo>
                    <a:pt x="107754" y="39363"/>
                  </a:moveTo>
                  <a:lnTo>
                    <a:pt x="103432" y="35840"/>
                  </a:lnTo>
                  <a:lnTo>
                    <a:pt x="98995" y="32464"/>
                  </a:lnTo>
                  <a:lnTo>
                    <a:pt x="94447" y="29237"/>
                  </a:lnTo>
                  <a:lnTo>
                    <a:pt x="89795" y="26164"/>
                  </a:lnTo>
                  <a:lnTo>
                    <a:pt x="85042" y="23248"/>
                  </a:lnTo>
                  <a:lnTo>
                    <a:pt x="80195" y="20492"/>
                  </a:lnTo>
                  <a:lnTo>
                    <a:pt x="75259" y="17899"/>
                  </a:lnTo>
                  <a:lnTo>
                    <a:pt x="70239" y="15472"/>
                  </a:lnTo>
                  <a:lnTo>
                    <a:pt x="65141" y="13214"/>
                  </a:lnTo>
                  <a:lnTo>
                    <a:pt x="59970" y="11127"/>
                  </a:lnTo>
                  <a:lnTo>
                    <a:pt x="54733" y="9214"/>
                  </a:lnTo>
                  <a:lnTo>
                    <a:pt x="49434" y="7476"/>
                  </a:lnTo>
                  <a:lnTo>
                    <a:pt x="44081" y="5916"/>
                  </a:lnTo>
                  <a:lnTo>
                    <a:pt x="38679" y="4536"/>
                  </a:lnTo>
                  <a:lnTo>
                    <a:pt x="33233" y="3336"/>
                  </a:lnTo>
                  <a:lnTo>
                    <a:pt x="27751" y="2319"/>
                  </a:lnTo>
                  <a:lnTo>
                    <a:pt x="22238" y="1485"/>
                  </a:lnTo>
                  <a:lnTo>
                    <a:pt x="16700" y="836"/>
                  </a:lnTo>
                  <a:lnTo>
                    <a:pt x="11144" y="371"/>
                  </a:lnTo>
                  <a:lnTo>
                    <a:pt x="557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4390" y="1681503"/>
              <a:ext cx="92134" cy="167167"/>
            </a:xfrm>
            <a:custGeom>
              <a:avLst/>
              <a:pathLst>
                <a:path w="92134" h="167167">
                  <a:moveTo>
                    <a:pt x="92134" y="0"/>
                  </a:moveTo>
                  <a:lnTo>
                    <a:pt x="86395" y="98"/>
                  </a:lnTo>
                  <a:lnTo>
                    <a:pt x="80663" y="394"/>
                  </a:lnTo>
                  <a:lnTo>
                    <a:pt x="74944" y="886"/>
                  </a:lnTo>
                  <a:lnTo>
                    <a:pt x="69245" y="1574"/>
                  </a:lnTo>
                  <a:lnTo>
                    <a:pt x="63574" y="2457"/>
                  </a:lnTo>
                  <a:lnTo>
                    <a:pt x="57936" y="3535"/>
                  </a:lnTo>
                  <a:lnTo>
                    <a:pt x="52339" y="4805"/>
                  </a:lnTo>
                  <a:lnTo>
                    <a:pt x="46788" y="6267"/>
                  </a:lnTo>
                  <a:lnTo>
                    <a:pt x="41291" y="7919"/>
                  </a:lnTo>
                  <a:lnTo>
                    <a:pt x="35854" y="9758"/>
                  </a:lnTo>
                  <a:lnTo>
                    <a:pt x="30483" y="11783"/>
                  </a:lnTo>
                  <a:lnTo>
                    <a:pt x="25185" y="13991"/>
                  </a:lnTo>
                  <a:lnTo>
                    <a:pt x="19966" y="16380"/>
                  </a:lnTo>
                  <a:lnTo>
                    <a:pt x="14831" y="18947"/>
                  </a:lnTo>
                  <a:lnTo>
                    <a:pt x="9788" y="21688"/>
                  </a:lnTo>
                  <a:lnTo>
                    <a:pt x="4842" y="24601"/>
                  </a:lnTo>
                  <a:lnTo>
                    <a:pt x="0" y="27681"/>
                  </a:lnTo>
                  <a:lnTo>
                    <a:pt x="9213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4390" y="170918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19360" y="1681503"/>
              <a:ext cx="334319" cy="334330"/>
            </a:xfrm>
            <a:custGeom>
              <a:avLst/>
              <a:pathLst>
                <a:path w="334319" h="334330">
                  <a:moveTo>
                    <a:pt x="75030" y="27681"/>
                  </a:moveTo>
                  <a:lnTo>
                    <a:pt x="70660" y="30668"/>
                  </a:lnTo>
                  <a:lnTo>
                    <a:pt x="66387" y="33792"/>
                  </a:lnTo>
                  <a:lnTo>
                    <a:pt x="62216" y="37049"/>
                  </a:lnTo>
                  <a:lnTo>
                    <a:pt x="58149" y="40437"/>
                  </a:lnTo>
                  <a:lnTo>
                    <a:pt x="54191" y="43951"/>
                  </a:lnTo>
                  <a:lnTo>
                    <a:pt x="50347" y="47590"/>
                  </a:lnTo>
                  <a:lnTo>
                    <a:pt x="46620" y="51348"/>
                  </a:lnTo>
                  <a:lnTo>
                    <a:pt x="43014" y="55222"/>
                  </a:lnTo>
                  <a:lnTo>
                    <a:pt x="39532" y="59209"/>
                  </a:lnTo>
                  <a:lnTo>
                    <a:pt x="36178" y="63303"/>
                  </a:lnTo>
                  <a:lnTo>
                    <a:pt x="32956" y="67502"/>
                  </a:lnTo>
                  <a:lnTo>
                    <a:pt x="29868" y="71801"/>
                  </a:lnTo>
                  <a:lnTo>
                    <a:pt x="26918" y="76195"/>
                  </a:lnTo>
                  <a:lnTo>
                    <a:pt x="24108" y="80681"/>
                  </a:lnTo>
                  <a:lnTo>
                    <a:pt x="21442" y="85253"/>
                  </a:lnTo>
                  <a:lnTo>
                    <a:pt x="18922" y="89908"/>
                  </a:lnTo>
                  <a:lnTo>
                    <a:pt x="16550" y="94640"/>
                  </a:lnTo>
                  <a:lnTo>
                    <a:pt x="14329" y="99444"/>
                  </a:lnTo>
                  <a:lnTo>
                    <a:pt x="12262" y="104317"/>
                  </a:lnTo>
                  <a:lnTo>
                    <a:pt x="10350" y="109252"/>
                  </a:lnTo>
                  <a:lnTo>
                    <a:pt x="8595" y="114245"/>
                  </a:lnTo>
                  <a:lnTo>
                    <a:pt x="6999" y="119292"/>
                  </a:lnTo>
                  <a:lnTo>
                    <a:pt x="5564" y="124387"/>
                  </a:lnTo>
                  <a:lnTo>
                    <a:pt x="4290" y="129524"/>
                  </a:lnTo>
                  <a:lnTo>
                    <a:pt x="3180" y="134699"/>
                  </a:lnTo>
                  <a:lnTo>
                    <a:pt x="2235" y="139907"/>
                  </a:lnTo>
                  <a:lnTo>
                    <a:pt x="1454" y="145142"/>
                  </a:lnTo>
                  <a:lnTo>
                    <a:pt x="840" y="150399"/>
                  </a:lnTo>
                  <a:lnTo>
                    <a:pt x="393" y="155673"/>
                  </a:lnTo>
                  <a:lnTo>
                    <a:pt x="112" y="160959"/>
                  </a:lnTo>
                  <a:lnTo>
                    <a:pt x="0" y="166250"/>
                  </a:lnTo>
                  <a:lnTo>
                    <a:pt x="54" y="171543"/>
                  </a:lnTo>
                  <a:lnTo>
                    <a:pt x="277" y="176831"/>
                  </a:lnTo>
                  <a:lnTo>
                    <a:pt x="666" y="182110"/>
                  </a:lnTo>
                  <a:lnTo>
                    <a:pt x="1223" y="187373"/>
                  </a:lnTo>
                  <a:lnTo>
                    <a:pt x="1946" y="192617"/>
                  </a:lnTo>
                  <a:lnTo>
                    <a:pt x="2834" y="197834"/>
                  </a:lnTo>
                  <a:lnTo>
                    <a:pt x="3887" y="203021"/>
                  </a:lnTo>
                  <a:lnTo>
                    <a:pt x="5104" y="208172"/>
                  </a:lnTo>
                  <a:lnTo>
                    <a:pt x="6484" y="213282"/>
                  </a:lnTo>
                  <a:lnTo>
                    <a:pt x="8024" y="218346"/>
                  </a:lnTo>
                  <a:lnTo>
                    <a:pt x="9724" y="223359"/>
                  </a:lnTo>
                  <a:lnTo>
                    <a:pt x="11582" y="228315"/>
                  </a:lnTo>
                  <a:lnTo>
                    <a:pt x="13596" y="233210"/>
                  </a:lnTo>
                  <a:lnTo>
                    <a:pt x="15764" y="238038"/>
                  </a:lnTo>
                  <a:lnTo>
                    <a:pt x="18083" y="242796"/>
                  </a:lnTo>
                  <a:lnTo>
                    <a:pt x="20552" y="247478"/>
                  </a:lnTo>
                  <a:lnTo>
                    <a:pt x="23168" y="252079"/>
                  </a:lnTo>
                  <a:lnTo>
                    <a:pt x="25928" y="256595"/>
                  </a:lnTo>
                  <a:lnTo>
                    <a:pt x="28830" y="261021"/>
                  </a:lnTo>
                  <a:lnTo>
                    <a:pt x="31871" y="265354"/>
                  </a:lnTo>
                  <a:lnTo>
                    <a:pt x="35047" y="269588"/>
                  </a:lnTo>
                  <a:lnTo>
                    <a:pt x="38356" y="273719"/>
                  </a:lnTo>
                  <a:lnTo>
                    <a:pt x="41794" y="277743"/>
                  </a:lnTo>
                  <a:lnTo>
                    <a:pt x="45357" y="281657"/>
                  </a:lnTo>
                  <a:lnTo>
                    <a:pt x="49043" y="285456"/>
                  </a:lnTo>
                  <a:lnTo>
                    <a:pt x="52847" y="289136"/>
                  </a:lnTo>
                  <a:lnTo>
                    <a:pt x="56766" y="292694"/>
                  </a:lnTo>
                  <a:lnTo>
                    <a:pt x="60795" y="296126"/>
                  </a:lnTo>
                  <a:lnTo>
                    <a:pt x="64931" y="299429"/>
                  </a:lnTo>
                  <a:lnTo>
                    <a:pt x="69169" y="302599"/>
                  </a:lnTo>
                  <a:lnTo>
                    <a:pt x="73506" y="305634"/>
                  </a:lnTo>
                  <a:lnTo>
                    <a:pt x="77936" y="308529"/>
                  </a:lnTo>
                  <a:lnTo>
                    <a:pt x="82456" y="311283"/>
                  </a:lnTo>
                  <a:lnTo>
                    <a:pt x="87061" y="313893"/>
                  </a:lnTo>
                  <a:lnTo>
                    <a:pt x="91747" y="316355"/>
                  </a:lnTo>
                  <a:lnTo>
                    <a:pt x="96507" y="318668"/>
                  </a:lnTo>
                  <a:lnTo>
                    <a:pt x="101339" y="320829"/>
                  </a:lnTo>
                  <a:lnTo>
                    <a:pt x="106237" y="322836"/>
                  </a:lnTo>
                  <a:lnTo>
                    <a:pt x="111196" y="324687"/>
                  </a:lnTo>
                  <a:lnTo>
                    <a:pt x="116210" y="326380"/>
                  </a:lnTo>
                  <a:lnTo>
                    <a:pt x="121276" y="327913"/>
                  </a:lnTo>
                  <a:lnTo>
                    <a:pt x="126388" y="329285"/>
                  </a:lnTo>
                  <a:lnTo>
                    <a:pt x="131541" y="330495"/>
                  </a:lnTo>
                  <a:lnTo>
                    <a:pt x="136730" y="331541"/>
                  </a:lnTo>
                  <a:lnTo>
                    <a:pt x="141949" y="332422"/>
                  </a:lnTo>
                  <a:lnTo>
                    <a:pt x="147193" y="333137"/>
                  </a:lnTo>
                  <a:lnTo>
                    <a:pt x="152457" y="333686"/>
                  </a:lnTo>
                  <a:lnTo>
                    <a:pt x="157736" y="334068"/>
                  </a:lnTo>
                  <a:lnTo>
                    <a:pt x="163025" y="334283"/>
                  </a:lnTo>
                  <a:lnTo>
                    <a:pt x="168318" y="334330"/>
                  </a:lnTo>
                  <a:lnTo>
                    <a:pt x="173609" y="334210"/>
                  </a:lnTo>
                  <a:lnTo>
                    <a:pt x="178894" y="333922"/>
                  </a:lnTo>
                  <a:lnTo>
                    <a:pt x="184168" y="333467"/>
                  </a:lnTo>
                  <a:lnTo>
                    <a:pt x="189424" y="332846"/>
                  </a:lnTo>
                  <a:lnTo>
                    <a:pt x="194658" y="332058"/>
                  </a:lnTo>
                  <a:lnTo>
                    <a:pt x="199864" y="331105"/>
                  </a:lnTo>
                  <a:lnTo>
                    <a:pt x="205038" y="329988"/>
                  </a:lnTo>
                  <a:lnTo>
                    <a:pt x="210173" y="328707"/>
                  </a:lnTo>
                  <a:lnTo>
                    <a:pt x="215266" y="327264"/>
                  </a:lnTo>
                  <a:lnTo>
                    <a:pt x="220310" y="325661"/>
                  </a:lnTo>
                  <a:lnTo>
                    <a:pt x="225301" y="323899"/>
                  </a:lnTo>
                  <a:lnTo>
                    <a:pt x="230234" y="321980"/>
                  </a:lnTo>
                  <a:lnTo>
                    <a:pt x="235104" y="319906"/>
                  </a:lnTo>
                  <a:lnTo>
                    <a:pt x="239905" y="317679"/>
                  </a:lnTo>
                  <a:lnTo>
                    <a:pt x="244633" y="315300"/>
                  </a:lnTo>
                  <a:lnTo>
                    <a:pt x="249284" y="312774"/>
                  </a:lnTo>
                  <a:lnTo>
                    <a:pt x="253853" y="310101"/>
                  </a:lnTo>
                  <a:lnTo>
                    <a:pt x="258334" y="307285"/>
                  </a:lnTo>
                  <a:lnTo>
                    <a:pt x="262724" y="304328"/>
                  </a:lnTo>
                  <a:lnTo>
                    <a:pt x="267019" y="301234"/>
                  </a:lnTo>
                  <a:lnTo>
                    <a:pt x="271213" y="298006"/>
                  </a:lnTo>
                  <a:lnTo>
                    <a:pt x="275303" y="294646"/>
                  </a:lnTo>
                  <a:lnTo>
                    <a:pt x="279285" y="291159"/>
                  </a:lnTo>
                  <a:lnTo>
                    <a:pt x="283154" y="287547"/>
                  </a:lnTo>
                  <a:lnTo>
                    <a:pt x="286907" y="283815"/>
                  </a:lnTo>
                  <a:lnTo>
                    <a:pt x="290540" y="279965"/>
                  </a:lnTo>
                  <a:lnTo>
                    <a:pt x="294049" y="276003"/>
                  </a:lnTo>
                  <a:lnTo>
                    <a:pt x="297431" y="271932"/>
                  </a:lnTo>
                  <a:lnTo>
                    <a:pt x="300682" y="267755"/>
                  </a:lnTo>
                  <a:lnTo>
                    <a:pt x="303800" y="263478"/>
                  </a:lnTo>
                  <a:lnTo>
                    <a:pt x="306780" y="259104"/>
                  </a:lnTo>
                  <a:lnTo>
                    <a:pt x="309621" y="254638"/>
                  </a:lnTo>
                  <a:lnTo>
                    <a:pt x="312319" y="250084"/>
                  </a:lnTo>
                  <a:lnTo>
                    <a:pt x="314871" y="245447"/>
                  </a:lnTo>
                  <a:lnTo>
                    <a:pt x="317275" y="240732"/>
                  </a:lnTo>
                  <a:lnTo>
                    <a:pt x="319529" y="235943"/>
                  </a:lnTo>
                  <a:lnTo>
                    <a:pt x="321630" y="231085"/>
                  </a:lnTo>
                  <a:lnTo>
                    <a:pt x="323576" y="226162"/>
                  </a:lnTo>
                  <a:lnTo>
                    <a:pt x="325365" y="221181"/>
                  </a:lnTo>
                  <a:lnTo>
                    <a:pt x="326996" y="216146"/>
                  </a:lnTo>
                  <a:lnTo>
                    <a:pt x="328466" y="211061"/>
                  </a:lnTo>
                  <a:lnTo>
                    <a:pt x="329775" y="205933"/>
                  </a:lnTo>
                  <a:lnTo>
                    <a:pt x="330921" y="200765"/>
                  </a:lnTo>
                  <a:lnTo>
                    <a:pt x="331902" y="195564"/>
                  </a:lnTo>
                  <a:lnTo>
                    <a:pt x="332719" y="190335"/>
                  </a:lnTo>
                  <a:lnTo>
                    <a:pt x="333369" y="185082"/>
                  </a:lnTo>
                  <a:lnTo>
                    <a:pt x="333853" y="179811"/>
                  </a:lnTo>
                  <a:lnTo>
                    <a:pt x="334170" y="174528"/>
                  </a:lnTo>
                  <a:lnTo>
                    <a:pt x="334319" y="169237"/>
                  </a:lnTo>
                  <a:lnTo>
                    <a:pt x="334301" y="163944"/>
                  </a:lnTo>
                  <a:lnTo>
                    <a:pt x="334115" y="158654"/>
                  </a:lnTo>
                  <a:lnTo>
                    <a:pt x="333762" y="153373"/>
                  </a:lnTo>
                  <a:lnTo>
                    <a:pt x="333242" y="148106"/>
                  </a:lnTo>
                  <a:lnTo>
                    <a:pt x="332555" y="142858"/>
                  </a:lnTo>
                  <a:lnTo>
                    <a:pt x="331702" y="137634"/>
                  </a:lnTo>
                  <a:lnTo>
                    <a:pt x="330685" y="132440"/>
                  </a:lnTo>
                  <a:lnTo>
                    <a:pt x="329504" y="127280"/>
                  </a:lnTo>
                  <a:lnTo>
                    <a:pt x="328160" y="122161"/>
                  </a:lnTo>
                  <a:lnTo>
                    <a:pt x="326654" y="117087"/>
                  </a:lnTo>
                  <a:lnTo>
                    <a:pt x="324989" y="112063"/>
                  </a:lnTo>
                  <a:lnTo>
                    <a:pt x="323165" y="107094"/>
                  </a:lnTo>
                  <a:lnTo>
                    <a:pt x="321185" y="102185"/>
                  </a:lnTo>
                  <a:lnTo>
                    <a:pt x="319051" y="97342"/>
                  </a:lnTo>
                  <a:lnTo>
                    <a:pt x="316764" y="92568"/>
                  </a:lnTo>
                  <a:lnTo>
                    <a:pt x="314327" y="87870"/>
                  </a:lnTo>
                  <a:lnTo>
                    <a:pt x="311743" y="83251"/>
                  </a:lnTo>
                  <a:lnTo>
                    <a:pt x="309014" y="78715"/>
                  </a:lnTo>
                  <a:lnTo>
                    <a:pt x="306143" y="74269"/>
                  </a:lnTo>
                  <a:lnTo>
                    <a:pt x="303132" y="69916"/>
                  </a:lnTo>
                  <a:lnTo>
                    <a:pt x="299985" y="65660"/>
                  </a:lnTo>
                  <a:lnTo>
                    <a:pt x="296705" y="61506"/>
                  </a:lnTo>
                  <a:lnTo>
                    <a:pt x="293295" y="57458"/>
                  </a:lnTo>
                  <a:lnTo>
                    <a:pt x="289759" y="53520"/>
                  </a:lnTo>
                  <a:lnTo>
                    <a:pt x="286099" y="49696"/>
                  </a:lnTo>
                  <a:lnTo>
                    <a:pt x="282321" y="45989"/>
                  </a:lnTo>
                  <a:lnTo>
                    <a:pt x="278427" y="42405"/>
                  </a:lnTo>
                  <a:lnTo>
                    <a:pt x="274421" y="38945"/>
                  </a:lnTo>
                  <a:lnTo>
                    <a:pt x="270308" y="35613"/>
                  </a:lnTo>
                  <a:lnTo>
                    <a:pt x="266092" y="32414"/>
                  </a:lnTo>
                  <a:lnTo>
                    <a:pt x="261776" y="29350"/>
                  </a:lnTo>
                  <a:lnTo>
                    <a:pt x="257366" y="26423"/>
                  </a:lnTo>
                  <a:lnTo>
                    <a:pt x="252865" y="23638"/>
                  </a:lnTo>
                  <a:lnTo>
                    <a:pt x="248278" y="20997"/>
                  </a:lnTo>
                  <a:lnTo>
                    <a:pt x="243610" y="18503"/>
                  </a:lnTo>
                  <a:lnTo>
                    <a:pt x="238865" y="16157"/>
                  </a:lnTo>
                  <a:lnTo>
                    <a:pt x="234048" y="13963"/>
                  </a:lnTo>
                  <a:lnTo>
                    <a:pt x="229164" y="11922"/>
                  </a:lnTo>
                  <a:lnTo>
                    <a:pt x="224219" y="10037"/>
                  </a:lnTo>
                  <a:lnTo>
                    <a:pt x="219216" y="8310"/>
                  </a:lnTo>
                  <a:lnTo>
                    <a:pt x="214160" y="6741"/>
                  </a:lnTo>
                  <a:lnTo>
                    <a:pt x="209058" y="5334"/>
                  </a:lnTo>
                  <a:lnTo>
                    <a:pt x="203914" y="4089"/>
                  </a:lnTo>
                  <a:lnTo>
                    <a:pt x="198732" y="3007"/>
                  </a:lnTo>
                  <a:lnTo>
                    <a:pt x="193520" y="2090"/>
                  </a:lnTo>
                  <a:lnTo>
                    <a:pt x="188280" y="1339"/>
                  </a:lnTo>
                  <a:lnTo>
                    <a:pt x="183020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59988" y="2126963"/>
              <a:ext cx="121299" cy="167167"/>
            </a:xfrm>
            <a:custGeom>
              <a:avLst/>
              <a:pathLst>
                <a:path w="121299" h="167167">
                  <a:moveTo>
                    <a:pt x="121299" y="0"/>
                  </a:moveTo>
                  <a:lnTo>
                    <a:pt x="115645" y="95"/>
                  </a:lnTo>
                  <a:lnTo>
                    <a:pt x="109997" y="382"/>
                  </a:lnTo>
                  <a:lnTo>
                    <a:pt x="104362" y="860"/>
                  </a:lnTo>
                  <a:lnTo>
                    <a:pt x="98747" y="1528"/>
                  </a:lnTo>
                  <a:lnTo>
                    <a:pt x="93157" y="2385"/>
                  </a:lnTo>
                  <a:lnTo>
                    <a:pt x="87600" y="3432"/>
                  </a:lnTo>
                  <a:lnTo>
                    <a:pt x="82081" y="4665"/>
                  </a:lnTo>
                  <a:lnTo>
                    <a:pt x="76607" y="6085"/>
                  </a:lnTo>
                  <a:lnTo>
                    <a:pt x="71184" y="7688"/>
                  </a:lnTo>
                  <a:lnTo>
                    <a:pt x="65818" y="9475"/>
                  </a:lnTo>
                  <a:lnTo>
                    <a:pt x="60516" y="11442"/>
                  </a:lnTo>
                  <a:lnTo>
                    <a:pt x="55284" y="13587"/>
                  </a:lnTo>
                  <a:lnTo>
                    <a:pt x="50127" y="15907"/>
                  </a:lnTo>
                  <a:lnTo>
                    <a:pt x="45051" y="18401"/>
                  </a:lnTo>
                  <a:lnTo>
                    <a:pt x="40063" y="21065"/>
                  </a:lnTo>
                  <a:lnTo>
                    <a:pt x="35168" y="23897"/>
                  </a:lnTo>
                  <a:lnTo>
                    <a:pt x="30371" y="26892"/>
                  </a:lnTo>
                  <a:lnTo>
                    <a:pt x="25678" y="30048"/>
                  </a:lnTo>
                  <a:lnTo>
                    <a:pt x="21095" y="33361"/>
                  </a:lnTo>
                  <a:lnTo>
                    <a:pt x="16627" y="36827"/>
                  </a:lnTo>
                  <a:lnTo>
                    <a:pt x="12278" y="40442"/>
                  </a:lnTo>
                  <a:lnTo>
                    <a:pt x="8054" y="44202"/>
                  </a:lnTo>
                  <a:lnTo>
                    <a:pt x="3960" y="48102"/>
                  </a:lnTo>
                  <a:lnTo>
                    <a:pt x="0" y="52139"/>
                  </a:lnTo>
                  <a:lnTo>
                    <a:pt x="12129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59988" y="2179103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59988" y="2179103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59988" y="2179103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59988" y="2179103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59988" y="2179103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59988" y="2179103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59988" y="2179103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59988" y="2179103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59988" y="2179103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59988" y="2179103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59988" y="2179103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59988" y="2179103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59988" y="2179103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59988" y="2179103"/>
              <a:ext cx="121299" cy="115027"/>
            </a:xfrm>
            <a:custGeom>
              <a:avLst/>
              <a:pathLst>
                <a:path w="121299" h="115027">
                  <a:moveTo>
                    <a:pt x="0" y="0"/>
                  </a:moveTo>
                  <a:lnTo>
                    <a:pt x="121299" y="1150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14120" y="2131098"/>
              <a:ext cx="334323" cy="330191"/>
            </a:xfrm>
            <a:custGeom>
              <a:avLst/>
              <a:pathLst>
                <a:path w="334323" h="330191">
                  <a:moveTo>
                    <a:pt x="45867" y="48004"/>
                  </a:moveTo>
                  <a:lnTo>
                    <a:pt x="42292" y="51896"/>
                  </a:lnTo>
                  <a:lnTo>
                    <a:pt x="38841" y="55899"/>
                  </a:lnTo>
                  <a:lnTo>
                    <a:pt x="35518" y="60009"/>
                  </a:lnTo>
                  <a:lnTo>
                    <a:pt x="32328" y="64223"/>
                  </a:lnTo>
                  <a:lnTo>
                    <a:pt x="29271" y="68534"/>
                  </a:lnTo>
                  <a:lnTo>
                    <a:pt x="26353" y="72941"/>
                  </a:lnTo>
                  <a:lnTo>
                    <a:pt x="23576" y="77437"/>
                  </a:lnTo>
                  <a:lnTo>
                    <a:pt x="20942" y="82019"/>
                  </a:lnTo>
                  <a:lnTo>
                    <a:pt x="18454" y="86682"/>
                  </a:lnTo>
                  <a:lnTo>
                    <a:pt x="16115" y="91421"/>
                  </a:lnTo>
                  <a:lnTo>
                    <a:pt x="13926" y="96232"/>
                  </a:lnTo>
                  <a:lnTo>
                    <a:pt x="11891" y="101109"/>
                  </a:lnTo>
                  <a:lnTo>
                    <a:pt x="10011" y="106049"/>
                  </a:lnTo>
                  <a:lnTo>
                    <a:pt x="8289" y="111045"/>
                  </a:lnTo>
                  <a:lnTo>
                    <a:pt x="6725" y="116093"/>
                  </a:lnTo>
                  <a:lnTo>
                    <a:pt x="5321" y="121189"/>
                  </a:lnTo>
                  <a:lnTo>
                    <a:pt x="4079" y="126326"/>
                  </a:lnTo>
                  <a:lnTo>
                    <a:pt x="3000" y="131500"/>
                  </a:lnTo>
                  <a:lnTo>
                    <a:pt x="2086" y="136705"/>
                  </a:lnTo>
                  <a:lnTo>
                    <a:pt x="1336" y="141937"/>
                  </a:lnTo>
                  <a:lnTo>
                    <a:pt x="752" y="147189"/>
                  </a:lnTo>
                  <a:lnTo>
                    <a:pt x="334" y="152458"/>
                  </a:lnTo>
                  <a:lnTo>
                    <a:pt x="83" y="157737"/>
                  </a:lnTo>
                  <a:lnTo>
                    <a:pt x="0" y="163021"/>
                  </a:lnTo>
                  <a:lnTo>
                    <a:pt x="83" y="168306"/>
                  </a:lnTo>
                  <a:lnTo>
                    <a:pt x="333" y="173585"/>
                  </a:lnTo>
                  <a:lnTo>
                    <a:pt x="750" y="178853"/>
                  </a:lnTo>
                  <a:lnTo>
                    <a:pt x="1333" y="184106"/>
                  </a:lnTo>
                  <a:lnTo>
                    <a:pt x="2082" y="189338"/>
                  </a:lnTo>
                  <a:lnTo>
                    <a:pt x="2996" y="194543"/>
                  </a:lnTo>
                  <a:lnTo>
                    <a:pt x="4074" y="199717"/>
                  </a:lnTo>
                  <a:lnTo>
                    <a:pt x="5316" y="204854"/>
                  </a:lnTo>
                  <a:lnTo>
                    <a:pt x="6719" y="209950"/>
                  </a:lnTo>
                  <a:lnTo>
                    <a:pt x="8282" y="214998"/>
                  </a:lnTo>
                  <a:lnTo>
                    <a:pt x="10004" y="219995"/>
                  </a:lnTo>
                  <a:lnTo>
                    <a:pt x="11883" y="224935"/>
                  </a:lnTo>
                  <a:lnTo>
                    <a:pt x="13918" y="229812"/>
                  </a:lnTo>
                  <a:lnTo>
                    <a:pt x="16105" y="234624"/>
                  </a:lnTo>
                  <a:lnTo>
                    <a:pt x="18444" y="239363"/>
                  </a:lnTo>
                  <a:lnTo>
                    <a:pt x="20931" y="244026"/>
                  </a:lnTo>
                  <a:lnTo>
                    <a:pt x="23565" y="248608"/>
                  </a:lnTo>
                  <a:lnTo>
                    <a:pt x="26342" y="253105"/>
                  </a:lnTo>
                  <a:lnTo>
                    <a:pt x="29259" y="257512"/>
                  </a:lnTo>
                  <a:lnTo>
                    <a:pt x="32315" y="261824"/>
                  </a:lnTo>
                  <a:lnTo>
                    <a:pt x="35505" y="266038"/>
                  </a:lnTo>
                  <a:lnTo>
                    <a:pt x="38827" y="270148"/>
                  </a:lnTo>
                  <a:lnTo>
                    <a:pt x="42277" y="274152"/>
                  </a:lnTo>
                  <a:lnTo>
                    <a:pt x="45853" y="278044"/>
                  </a:lnTo>
                  <a:lnTo>
                    <a:pt x="49549" y="281821"/>
                  </a:lnTo>
                  <a:lnTo>
                    <a:pt x="53363" y="285480"/>
                  </a:lnTo>
                  <a:lnTo>
                    <a:pt x="57290" y="289016"/>
                  </a:lnTo>
                  <a:lnTo>
                    <a:pt x="61328" y="292427"/>
                  </a:lnTo>
                  <a:lnTo>
                    <a:pt x="65471" y="295708"/>
                  </a:lnTo>
                  <a:lnTo>
                    <a:pt x="69716" y="298856"/>
                  </a:lnTo>
                  <a:lnTo>
                    <a:pt x="74058" y="301869"/>
                  </a:lnTo>
                  <a:lnTo>
                    <a:pt x="78494" y="304743"/>
                  </a:lnTo>
                  <a:lnTo>
                    <a:pt x="83018" y="307475"/>
                  </a:lnTo>
                  <a:lnTo>
                    <a:pt x="87626" y="310063"/>
                  </a:lnTo>
                  <a:lnTo>
                    <a:pt x="92313" y="312504"/>
                  </a:lnTo>
                  <a:lnTo>
                    <a:pt x="97076" y="314796"/>
                  </a:lnTo>
                  <a:lnTo>
                    <a:pt x="101908" y="316935"/>
                  </a:lnTo>
                  <a:lnTo>
                    <a:pt x="106806" y="318921"/>
                  </a:lnTo>
                  <a:lnTo>
                    <a:pt x="111764" y="320752"/>
                  </a:lnTo>
                  <a:lnTo>
                    <a:pt x="116778" y="322424"/>
                  </a:lnTo>
                  <a:lnTo>
                    <a:pt x="121841" y="323937"/>
                  </a:lnTo>
                  <a:lnTo>
                    <a:pt x="126950" y="325290"/>
                  </a:lnTo>
                  <a:lnTo>
                    <a:pt x="132100" y="326480"/>
                  </a:lnTo>
                  <a:lnTo>
                    <a:pt x="137284" y="327507"/>
                  </a:lnTo>
                  <a:lnTo>
                    <a:pt x="142498" y="328369"/>
                  </a:lnTo>
                  <a:lnTo>
                    <a:pt x="147737" y="329066"/>
                  </a:lnTo>
                  <a:lnTo>
                    <a:pt x="152995" y="329598"/>
                  </a:lnTo>
                  <a:lnTo>
                    <a:pt x="158268" y="329962"/>
                  </a:lnTo>
                  <a:lnTo>
                    <a:pt x="163549" y="330160"/>
                  </a:lnTo>
                  <a:lnTo>
                    <a:pt x="168834" y="330191"/>
                  </a:lnTo>
                  <a:lnTo>
                    <a:pt x="174118" y="330055"/>
                  </a:lnTo>
                  <a:lnTo>
                    <a:pt x="179394" y="329752"/>
                  </a:lnTo>
                  <a:lnTo>
                    <a:pt x="184658" y="329282"/>
                  </a:lnTo>
                  <a:lnTo>
                    <a:pt x="189905" y="328646"/>
                  </a:lnTo>
                  <a:lnTo>
                    <a:pt x="195129" y="327844"/>
                  </a:lnTo>
                  <a:lnTo>
                    <a:pt x="200325" y="326878"/>
                  </a:lnTo>
                  <a:lnTo>
                    <a:pt x="205487" y="325748"/>
                  </a:lnTo>
                  <a:lnTo>
                    <a:pt x="210612" y="324455"/>
                  </a:lnTo>
                  <a:lnTo>
                    <a:pt x="215693" y="323001"/>
                  </a:lnTo>
                  <a:lnTo>
                    <a:pt x="220726" y="321387"/>
                  </a:lnTo>
                  <a:lnTo>
                    <a:pt x="225705" y="319615"/>
                  </a:lnTo>
                  <a:lnTo>
                    <a:pt x="230625" y="317686"/>
                  </a:lnTo>
                  <a:lnTo>
                    <a:pt x="235482" y="315603"/>
                  </a:lnTo>
                  <a:lnTo>
                    <a:pt x="240271" y="313367"/>
                  </a:lnTo>
                  <a:lnTo>
                    <a:pt x="244987" y="310981"/>
                  </a:lnTo>
                  <a:lnTo>
                    <a:pt x="249625" y="308447"/>
                  </a:lnTo>
                  <a:lnTo>
                    <a:pt x="254181" y="305768"/>
                  </a:lnTo>
                  <a:lnTo>
                    <a:pt x="258649" y="302946"/>
                  </a:lnTo>
                  <a:lnTo>
                    <a:pt x="263026" y="299984"/>
                  </a:lnTo>
                  <a:lnTo>
                    <a:pt x="267308" y="296885"/>
                  </a:lnTo>
                  <a:lnTo>
                    <a:pt x="271489" y="293653"/>
                  </a:lnTo>
                  <a:lnTo>
                    <a:pt x="275566" y="290290"/>
                  </a:lnTo>
                  <a:lnTo>
                    <a:pt x="279535" y="286800"/>
                  </a:lnTo>
                  <a:lnTo>
                    <a:pt x="283391" y="283186"/>
                  </a:lnTo>
                  <a:lnTo>
                    <a:pt x="287131" y="279452"/>
                  </a:lnTo>
                  <a:lnTo>
                    <a:pt x="290751" y="275601"/>
                  </a:lnTo>
                  <a:lnTo>
                    <a:pt x="294248" y="271638"/>
                  </a:lnTo>
                  <a:lnTo>
                    <a:pt x="297618" y="267567"/>
                  </a:lnTo>
                  <a:lnTo>
                    <a:pt x="300857" y="263391"/>
                  </a:lnTo>
                  <a:lnTo>
                    <a:pt x="303963" y="259115"/>
                  </a:lnTo>
                  <a:lnTo>
                    <a:pt x="306932" y="254742"/>
                  </a:lnTo>
                  <a:lnTo>
                    <a:pt x="309761" y="250278"/>
                  </a:lnTo>
                  <a:lnTo>
                    <a:pt x="312448" y="245727"/>
                  </a:lnTo>
                  <a:lnTo>
                    <a:pt x="314989" y="241093"/>
                  </a:lnTo>
                  <a:lnTo>
                    <a:pt x="317383" y="236381"/>
                  </a:lnTo>
                  <a:lnTo>
                    <a:pt x="319626" y="231596"/>
                  </a:lnTo>
                  <a:lnTo>
                    <a:pt x="321718" y="226742"/>
                  </a:lnTo>
                  <a:lnTo>
                    <a:pt x="323654" y="221825"/>
                  </a:lnTo>
                  <a:lnTo>
                    <a:pt x="325435" y="216849"/>
                  </a:lnTo>
                  <a:lnTo>
                    <a:pt x="327057" y="211819"/>
                  </a:lnTo>
                  <a:lnTo>
                    <a:pt x="328519" y="206740"/>
                  </a:lnTo>
                  <a:lnTo>
                    <a:pt x="329820" y="201618"/>
                  </a:lnTo>
                  <a:lnTo>
                    <a:pt x="330959" y="196457"/>
                  </a:lnTo>
                  <a:lnTo>
                    <a:pt x="331933" y="191262"/>
                  </a:lnTo>
                  <a:lnTo>
                    <a:pt x="332744" y="186040"/>
                  </a:lnTo>
                  <a:lnTo>
                    <a:pt x="333388" y="180794"/>
                  </a:lnTo>
                  <a:lnTo>
                    <a:pt x="333866" y="175531"/>
                  </a:lnTo>
                  <a:lnTo>
                    <a:pt x="334178" y="170255"/>
                  </a:lnTo>
                  <a:lnTo>
                    <a:pt x="334323" y="164972"/>
                  </a:lnTo>
                  <a:lnTo>
                    <a:pt x="334301" y="159687"/>
                  </a:lnTo>
                  <a:lnTo>
                    <a:pt x="334112" y="154405"/>
                  </a:lnTo>
                  <a:lnTo>
                    <a:pt x="333755" y="149132"/>
                  </a:lnTo>
                  <a:lnTo>
                    <a:pt x="333233" y="143873"/>
                  </a:lnTo>
                  <a:lnTo>
                    <a:pt x="332544" y="138633"/>
                  </a:lnTo>
                  <a:lnTo>
                    <a:pt x="331690" y="133417"/>
                  </a:lnTo>
                  <a:lnTo>
                    <a:pt x="330672" y="128231"/>
                  </a:lnTo>
                  <a:lnTo>
                    <a:pt x="329490" y="123080"/>
                  </a:lnTo>
                  <a:lnTo>
                    <a:pt x="328146" y="117969"/>
                  </a:lnTo>
                  <a:lnTo>
                    <a:pt x="326641" y="112902"/>
                  </a:lnTo>
                  <a:lnTo>
                    <a:pt x="324977" y="107886"/>
                  </a:lnTo>
                  <a:lnTo>
                    <a:pt x="323155" y="102925"/>
                  </a:lnTo>
                  <a:lnTo>
                    <a:pt x="321177" y="98024"/>
                  </a:lnTo>
                  <a:lnTo>
                    <a:pt x="319045" y="93188"/>
                  </a:lnTo>
                  <a:lnTo>
                    <a:pt x="316761" y="88422"/>
                  </a:lnTo>
                  <a:lnTo>
                    <a:pt x="314328" y="83731"/>
                  </a:lnTo>
                  <a:lnTo>
                    <a:pt x="311747" y="79118"/>
                  </a:lnTo>
                  <a:lnTo>
                    <a:pt x="309022" y="74590"/>
                  </a:lnTo>
                  <a:lnTo>
                    <a:pt x="306156" y="70150"/>
                  </a:lnTo>
                  <a:lnTo>
                    <a:pt x="303150" y="65803"/>
                  </a:lnTo>
                  <a:lnTo>
                    <a:pt x="300009" y="61553"/>
                  </a:lnTo>
                  <a:lnTo>
                    <a:pt x="296734" y="57404"/>
                  </a:lnTo>
                  <a:lnTo>
                    <a:pt x="293330" y="53361"/>
                  </a:lnTo>
                  <a:lnTo>
                    <a:pt x="289801" y="49428"/>
                  </a:lnTo>
                  <a:lnTo>
                    <a:pt x="286148" y="45608"/>
                  </a:lnTo>
                  <a:lnTo>
                    <a:pt x="282377" y="41905"/>
                  </a:lnTo>
                  <a:lnTo>
                    <a:pt x="278490" y="38324"/>
                  </a:lnTo>
                  <a:lnTo>
                    <a:pt x="274492" y="34867"/>
                  </a:lnTo>
                  <a:lnTo>
                    <a:pt x="270387" y="31538"/>
                  </a:lnTo>
                  <a:lnTo>
                    <a:pt x="266179" y="28341"/>
                  </a:lnTo>
                  <a:lnTo>
                    <a:pt x="261872" y="25279"/>
                  </a:lnTo>
                  <a:lnTo>
                    <a:pt x="257470" y="22354"/>
                  </a:lnTo>
                  <a:lnTo>
                    <a:pt x="252978" y="19569"/>
                  </a:lnTo>
                  <a:lnTo>
                    <a:pt x="248400" y="16928"/>
                  </a:lnTo>
                  <a:lnTo>
                    <a:pt x="243740" y="14434"/>
                  </a:lnTo>
                  <a:lnTo>
                    <a:pt x="239005" y="12087"/>
                  </a:lnTo>
                  <a:lnTo>
                    <a:pt x="234197" y="9892"/>
                  </a:lnTo>
                  <a:lnTo>
                    <a:pt x="229323" y="7849"/>
                  </a:lnTo>
                  <a:lnTo>
                    <a:pt x="224386" y="5962"/>
                  </a:lnTo>
                  <a:lnTo>
                    <a:pt x="219392" y="4232"/>
                  </a:lnTo>
                  <a:lnTo>
                    <a:pt x="214346" y="2660"/>
                  </a:lnTo>
                  <a:lnTo>
                    <a:pt x="209253" y="1249"/>
                  </a:lnTo>
                  <a:lnTo>
                    <a:pt x="204118" y="0"/>
                  </a:lnTo>
                  <a:lnTo>
                    <a:pt x="167167" y="163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81287" y="2126963"/>
              <a:ext cx="36951" cy="167167"/>
            </a:xfrm>
            <a:custGeom>
              <a:avLst/>
              <a:pathLst>
                <a:path w="36951" h="167167">
                  <a:moveTo>
                    <a:pt x="36951" y="4135"/>
                  </a:moveTo>
                  <a:lnTo>
                    <a:pt x="30870" y="2875"/>
                  </a:lnTo>
                  <a:lnTo>
                    <a:pt x="24747" y="1842"/>
                  </a:lnTo>
                  <a:lnTo>
                    <a:pt x="18590" y="1036"/>
                  </a:lnTo>
                  <a:lnTo>
                    <a:pt x="12408" y="461"/>
                  </a:lnTo>
                  <a:lnTo>
                    <a:pt x="6208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423598" y="2633064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5" y="1342"/>
                  </a:lnTo>
                  <a:lnTo>
                    <a:pt x="140759" y="2096"/>
                  </a:lnTo>
                  <a:lnTo>
                    <a:pt x="135539" y="3015"/>
                  </a:lnTo>
                  <a:lnTo>
                    <a:pt x="130352" y="4100"/>
                  </a:lnTo>
                  <a:lnTo>
                    <a:pt x="125201" y="5348"/>
                  </a:lnTo>
                  <a:lnTo>
                    <a:pt x="120092" y="6759"/>
                  </a:lnTo>
                  <a:lnTo>
                    <a:pt x="115031" y="8332"/>
                  </a:lnTo>
                  <a:lnTo>
                    <a:pt x="110022" y="10064"/>
                  </a:lnTo>
                  <a:lnTo>
                    <a:pt x="105070" y="11954"/>
                  </a:lnTo>
                  <a:lnTo>
                    <a:pt x="100181" y="14000"/>
                  </a:lnTo>
                  <a:lnTo>
                    <a:pt x="95359" y="16200"/>
                  </a:lnTo>
                  <a:lnTo>
                    <a:pt x="90609" y="18551"/>
                  </a:lnTo>
                  <a:lnTo>
                    <a:pt x="85937" y="21052"/>
                  </a:lnTo>
                  <a:lnTo>
                    <a:pt x="81345" y="23700"/>
                  </a:lnTo>
                  <a:lnTo>
                    <a:pt x="76841" y="26493"/>
                  </a:lnTo>
                  <a:lnTo>
                    <a:pt x="72426" y="29426"/>
                  </a:lnTo>
                  <a:lnTo>
                    <a:pt x="68108" y="32498"/>
                  </a:lnTo>
                  <a:lnTo>
                    <a:pt x="63888" y="35706"/>
                  </a:lnTo>
                  <a:lnTo>
                    <a:pt x="59773" y="39045"/>
                  </a:lnTo>
                  <a:lnTo>
                    <a:pt x="55765" y="42513"/>
                  </a:lnTo>
                  <a:lnTo>
                    <a:pt x="51869" y="46107"/>
                  </a:lnTo>
                  <a:lnTo>
                    <a:pt x="48090" y="49822"/>
                  </a:lnTo>
                  <a:lnTo>
                    <a:pt x="44430" y="53656"/>
                  </a:lnTo>
                  <a:lnTo>
                    <a:pt x="40893" y="57603"/>
                  </a:lnTo>
                  <a:lnTo>
                    <a:pt x="37483" y="61660"/>
                  </a:lnTo>
                  <a:lnTo>
                    <a:pt x="34204" y="65824"/>
                  </a:lnTo>
                  <a:lnTo>
                    <a:pt x="31058" y="70089"/>
                  </a:lnTo>
                  <a:lnTo>
                    <a:pt x="28049" y="74452"/>
                  </a:lnTo>
                  <a:lnTo>
                    <a:pt x="25180" y="78909"/>
                  </a:lnTo>
                  <a:lnTo>
                    <a:pt x="22453" y="83454"/>
                  </a:lnTo>
                  <a:lnTo>
                    <a:pt x="19872" y="88083"/>
                  </a:lnTo>
                  <a:lnTo>
                    <a:pt x="17439" y="92791"/>
                  </a:lnTo>
                  <a:lnTo>
                    <a:pt x="15156" y="97575"/>
                  </a:lnTo>
                  <a:lnTo>
                    <a:pt x="13027" y="102428"/>
                  </a:lnTo>
                  <a:lnTo>
                    <a:pt x="11052" y="107346"/>
                  </a:lnTo>
                  <a:lnTo>
                    <a:pt x="9234" y="112325"/>
                  </a:lnTo>
                  <a:lnTo>
                    <a:pt x="7575" y="117358"/>
                  </a:lnTo>
                  <a:lnTo>
                    <a:pt x="6076" y="122442"/>
                  </a:lnTo>
                  <a:lnTo>
                    <a:pt x="4739" y="127571"/>
                  </a:lnTo>
                  <a:lnTo>
                    <a:pt x="3566" y="132739"/>
                  </a:lnTo>
                  <a:lnTo>
                    <a:pt x="2556" y="137942"/>
                  </a:lnTo>
                  <a:lnTo>
                    <a:pt x="1713" y="143174"/>
                  </a:lnTo>
                  <a:lnTo>
                    <a:pt x="1035" y="148431"/>
                  </a:lnTo>
                  <a:lnTo>
                    <a:pt x="525" y="153706"/>
                  </a:lnTo>
                  <a:lnTo>
                    <a:pt x="182" y="158995"/>
                  </a:lnTo>
                  <a:lnTo>
                    <a:pt x="7" y="164292"/>
                  </a:lnTo>
                  <a:lnTo>
                    <a:pt x="0" y="169592"/>
                  </a:lnTo>
                  <a:lnTo>
                    <a:pt x="160" y="174890"/>
                  </a:lnTo>
                  <a:lnTo>
                    <a:pt x="489" y="180180"/>
                  </a:lnTo>
                  <a:lnTo>
                    <a:pt x="985" y="185456"/>
                  </a:lnTo>
                  <a:lnTo>
                    <a:pt x="1649" y="190715"/>
                  </a:lnTo>
                  <a:lnTo>
                    <a:pt x="2478" y="195949"/>
                  </a:lnTo>
                  <a:lnTo>
                    <a:pt x="3474" y="201155"/>
                  </a:lnTo>
                  <a:lnTo>
                    <a:pt x="4633" y="206327"/>
                  </a:lnTo>
                  <a:lnTo>
                    <a:pt x="5956" y="211459"/>
                  </a:lnTo>
                  <a:lnTo>
                    <a:pt x="7442" y="216547"/>
                  </a:lnTo>
                  <a:lnTo>
                    <a:pt x="9087" y="221585"/>
                  </a:lnTo>
                  <a:lnTo>
                    <a:pt x="10892" y="226568"/>
                  </a:lnTo>
                  <a:lnTo>
                    <a:pt x="12853" y="231492"/>
                  </a:lnTo>
                  <a:lnTo>
                    <a:pt x="14970" y="236351"/>
                  </a:lnTo>
                  <a:lnTo>
                    <a:pt x="17240" y="241140"/>
                  </a:lnTo>
                  <a:lnTo>
                    <a:pt x="19660" y="245855"/>
                  </a:lnTo>
                  <a:lnTo>
                    <a:pt x="22229" y="250491"/>
                  </a:lnTo>
                  <a:lnTo>
                    <a:pt x="24943" y="255043"/>
                  </a:lnTo>
                  <a:lnTo>
                    <a:pt x="27800" y="259507"/>
                  </a:lnTo>
                  <a:lnTo>
                    <a:pt x="30797" y="263878"/>
                  </a:lnTo>
                  <a:lnTo>
                    <a:pt x="33932" y="268152"/>
                  </a:lnTo>
                  <a:lnTo>
                    <a:pt x="37200" y="272325"/>
                  </a:lnTo>
                  <a:lnTo>
                    <a:pt x="40599" y="276391"/>
                  </a:lnTo>
                  <a:lnTo>
                    <a:pt x="44125" y="280348"/>
                  </a:lnTo>
                  <a:lnTo>
                    <a:pt x="47775" y="284191"/>
                  </a:lnTo>
                  <a:lnTo>
                    <a:pt x="51545" y="287917"/>
                  </a:lnTo>
                  <a:lnTo>
                    <a:pt x="55431" y="291521"/>
                  </a:lnTo>
                  <a:lnTo>
                    <a:pt x="59429" y="295000"/>
                  </a:lnTo>
                  <a:lnTo>
                    <a:pt x="63535" y="298350"/>
                  </a:lnTo>
                  <a:lnTo>
                    <a:pt x="67746" y="301569"/>
                  </a:lnTo>
                  <a:lnTo>
                    <a:pt x="72057" y="304653"/>
                  </a:lnTo>
                  <a:lnTo>
                    <a:pt x="76463" y="307598"/>
                  </a:lnTo>
                  <a:lnTo>
                    <a:pt x="80960" y="310402"/>
                  </a:lnTo>
                  <a:lnTo>
                    <a:pt x="85544" y="313063"/>
                  </a:lnTo>
                  <a:lnTo>
                    <a:pt x="90210" y="315576"/>
                  </a:lnTo>
                  <a:lnTo>
                    <a:pt x="94954" y="317941"/>
                  </a:lnTo>
                  <a:lnTo>
                    <a:pt x="99770" y="320154"/>
                  </a:lnTo>
                  <a:lnTo>
                    <a:pt x="104653" y="322213"/>
                  </a:lnTo>
                  <a:lnTo>
                    <a:pt x="109600" y="324116"/>
                  </a:lnTo>
                  <a:lnTo>
                    <a:pt x="114604" y="325861"/>
                  </a:lnTo>
                  <a:lnTo>
                    <a:pt x="119661" y="327447"/>
                  </a:lnTo>
                  <a:lnTo>
                    <a:pt x="124766" y="328872"/>
                  </a:lnTo>
                  <a:lnTo>
                    <a:pt x="129914" y="330135"/>
                  </a:lnTo>
                  <a:lnTo>
                    <a:pt x="135098" y="331233"/>
                  </a:lnTo>
                  <a:lnTo>
                    <a:pt x="140316" y="332167"/>
                  </a:lnTo>
                  <a:lnTo>
                    <a:pt x="145560" y="332934"/>
                  </a:lnTo>
                  <a:lnTo>
                    <a:pt x="150826" y="333535"/>
                  </a:lnTo>
                  <a:lnTo>
                    <a:pt x="156108" y="333969"/>
                  </a:lnTo>
                  <a:lnTo>
                    <a:pt x="161401" y="334236"/>
                  </a:lnTo>
                  <a:lnTo>
                    <a:pt x="166700" y="334334"/>
                  </a:lnTo>
                  <a:lnTo>
                    <a:pt x="172000" y="334264"/>
                  </a:lnTo>
                  <a:lnTo>
                    <a:pt x="177294" y="334026"/>
                  </a:lnTo>
                  <a:lnTo>
                    <a:pt x="182579" y="333621"/>
                  </a:lnTo>
                  <a:lnTo>
                    <a:pt x="187848" y="333048"/>
                  </a:lnTo>
                  <a:lnTo>
                    <a:pt x="193096" y="332308"/>
                  </a:lnTo>
                  <a:lnTo>
                    <a:pt x="198318" y="331403"/>
                  </a:lnTo>
                  <a:lnTo>
                    <a:pt x="203509" y="330332"/>
                  </a:lnTo>
                  <a:lnTo>
                    <a:pt x="208663" y="329098"/>
                  </a:lnTo>
                  <a:lnTo>
                    <a:pt x="213775" y="327700"/>
                  </a:lnTo>
                  <a:lnTo>
                    <a:pt x="218841" y="326142"/>
                  </a:lnTo>
                  <a:lnTo>
                    <a:pt x="223855" y="324423"/>
                  </a:lnTo>
                  <a:lnTo>
                    <a:pt x="228811" y="322546"/>
                  </a:lnTo>
                  <a:lnTo>
                    <a:pt x="233706" y="320513"/>
                  </a:lnTo>
                  <a:lnTo>
                    <a:pt x="238534" y="318327"/>
                  </a:lnTo>
                  <a:lnTo>
                    <a:pt x="243290" y="315988"/>
                  </a:lnTo>
                  <a:lnTo>
                    <a:pt x="247969" y="313499"/>
                  </a:lnTo>
                  <a:lnTo>
                    <a:pt x="252567" y="310863"/>
                  </a:lnTo>
                  <a:lnTo>
                    <a:pt x="257080" y="308083"/>
                  </a:lnTo>
                  <a:lnTo>
                    <a:pt x="261502" y="305162"/>
                  </a:lnTo>
                  <a:lnTo>
                    <a:pt x="265829" y="302101"/>
                  </a:lnTo>
                  <a:lnTo>
                    <a:pt x="270057" y="298905"/>
                  </a:lnTo>
                  <a:lnTo>
                    <a:pt x="274181" y="295577"/>
                  </a:lnTo>
                  <a:lnTo>
                    <a:pt x="278198" y="292119"/>
                  </a:lnTo>
                  <a:lnTo>
                    <a:pt x="282104" y="288536"/>
                  </a:lnTo>
                  <a:lnTo>
                    <a:pt x="285893" y="284831"/>
                  </a:lnTo>
                  <a:lnTo>
                    <a:pt x="289564" y="281008"/>
                  </a:lnTo>
                  <a:lnTo>
                    <a:pt x="293111" y="277070"/>
                  </a:lnTo>
                  <a:lnTo>
                    <a:pt x="296532" y="273021"/>
                  </a:lnTo>
                  <a:lnTo>
                    <a:pt x="299822" y="268867"/>
                  </a:lnTo>
                  <a:lnTo>
                    <a:pt x="302980" y="264610"/>
                  </a:lnTo>
                  <a:lnTo>
                    <a:pt x="306000" y="260255"/>
                  </a:lnTo>
                  <a:lnTo>
                    <a:pt x="308882" y="255806"/>
                  </a:lnTo>
                  <a:lnTo>
                    <a:pt x="311620" y="251269"/>
                  </a:lnTo>
                  <a:lnTo>
                    <a:pt x="314214" y="246647"/>
                  </a:lnTo>
                  <a:lnTo>
                    <a:pt x="316659" y="241945"/>
                  </a:lnTo>
                  <a:lnTo>
                    <a:pt x="318955" y="237167"/>
                  </a:lnTo>
                  <a:lnTo>
                    <a:pt x="321098" y="232320"/>
                  </a:lnTo>
                  <a:lnTo>
                    <a:pt x="323086" y="227407"/>
                  </a:lnTo>
                  <a:lnTo>
                    <a:pt x="324917" y="222433"/>
                  </a:lnTo>
                  <a:lnTo>
                    <a:pt x="326590" y="217404"/>
                  </a:lnTo>
                  <a:lnTo>
                    <a:pt x="328102" y="212325"/>
                  </a:lnTo>
                  <a:lnTo>
                    <a:pt x="329453" y="207200"/>
                  </a:lnTo>
                  <a:lnTo>
                    <a:pt x="330640" y="202034"/>
                  </a:lnTo>
                  <a:lnTo>
                    <a:pt x="331663" y="196834"/>
                  </a:lnTo>
                  <a:lnTo>
                    <a:pt x="332521" y="191604"/>
                  </a:lnTo>
                  <a:lnTo>
                    <a:pt x="333213" y="186349"/>
                  </a:lnTo>
                  <a:lnTo>
                    <a:pt x="333737" y="181075"/>
                  </a:lnTo>
                  <a:lnTo>
                    <a:pt x="334094" y="175787"/>
                  </a:lnTo>
                  <a:lnTo>
                    <a:pt x="334284" y="170491"/>
                  </a:lnTo>
                  <a:lnTo>
                    <a:pt x="334305" y="165191"/>
                  </a:lnTo>
                  <a:lnTo>
                    <a:pt x="334158" y="159893"/>
                  </a:lnTo>
                  <a:lnTo>
                    <a:pt x="333844" y="154602"/>
                  </a:lnTo>
                  <a:lnTo>
                    <a:pt x="333362" y="149324"/>
                  </a:lnTo>
                  <a:lnTo>
                    <a:pt x="332713" y="144064"/>
                  </a:lnTo>
                  <a:lnTo>
                    <a:pt x="331897" y="138827"/>
                  </a:lnTo>
                  <a:lnTo>
                    <a:pt x="330916" y="133619"/>
                  </a:lnTo>
                  <a:lnTo>
                    <a:pt x="329770" y="128444"/>
                  </a:lnTo>
                  <a:lnTo>
                    <a:pt x="328461" y="123308"/>
                  </a:lnTo>
                  <a:lnTo>
                    <a:pt x="326989" y="118217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51281"/>
              <a:ext cx="159839" cy="48950"/>
            </a:xfrm>
            <a:custGeom>
              <a:avLst/>
              <a:pathLst>
                <a:path w="159839" h="48950">
                  <a:moveTo>
                    <a:pt x="159839" y="0"/>
                  </a:moveTo>
                  <a:lnTo>
                    <a:pt x="0" y="489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51281"/>
              <a:ext cx="159839" cy="48950"/>
            </a:xfrm>
            <a:custGeom>
              <a:avLst/>
              <a:pathLst>
                <a:path w="159839" h="48950">
                  <a:moveTo>
                    <a:pt x="159839" y="0"/>
                  </a:moveTo>
                  <a:lnTo>
                    <a:pt x="0" y="489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51281"/>
              <a:ext cx="159839" cy="48950"/>
            </a:xfrm>
            <a:custGeom>
              <a:avLst/>
              <a:pathLst>
                <a:path w="159839" h="48950">
                  <a:moveTo>
                    <a:pt x="159839" y="0"/>
                  </a:moveTo>
                  <a:lnTo>
                    <a:pt x="0" y="489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51281"/>
              <a:ext cx="159839" cy="48950"/>
            </a:xfrm>
            <a:custGeom>
              <a:avLst/>
              <a:pathLst>
                <a:path w="159839" h="48950">
                  <a:moveTo>
                    <a:pt x="159839" y="0"/>
                  </a:moveTo>
                  <a:lnTo>
                    <a:pt x="0" y="489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51281"/>
              <a:ext cx="159839" cy="48950"/>
            </a:xfrm>
            <a:custGeom>
              <a:avLst/>
              <a:pathLst>
                <a:path w="159839" h="48950">
                  <a:moveTo>
                    <a:pt x="159839" y="0"/>
                  </a:moveTo>
                  <a:lnTo>
                    <a:pt x="0" y="489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51281"/>
              <a:ext cx="159839" cy="48950"/>
            </a:xfrm>
            <a:custGeom>
              <a:avLst/>
              <a:pathLst>
                <a:path w="159839" h="48950">
                  <a:moveTo>
                    <a:pt x="159839" y="0"/>
                  </a:moveTo>
                  <a:lnTo>
                    <a:pt x="0" y="489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51281"/>
              <a:ext cx="159839" cy="48950"/>
            </a:xfrm>
            <a:custGeom>
              <a:avLst/>
              <a:pathLst>
                <a:path w="159839" h="48950">
                  <a:moveTo>
                    <a:pt x="159839" y="0"/>
                  </a:moveTo>
                  <a:lnTo>
                    <a:pt x="0" y="489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51281"/>
              <a:ext cx="159839" cy="48950"/>
            </a:xfrm>
            <a:custGeom>
              <a:avLst/>
              <a:pathLst>
                <a:path w="159839" h="48950">
                  <a:moveTo>
                    <a:pt x="159839" y="0"/>
                  </a:moveTo>
                  <a:lnTo>
                    <a:pt x="0" y="489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51281"/>
              <a:ext cx="159839" cy="48950"/>
            </a:xfrm>
            <a:custGeom>
              <a:avLst/>
              <a:pathLst>
                <a:path w="159839" h="48950">
                  <a:moveTo>
                    <a:pt x="159839" y="0"/>
                  </a:moveTo>
                  <a:lnTo>
                    <a:pt x="0" y="489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51281"/>
              <a:ext cx="159839" cy="48950"/>
            </a:xfrm>
            <a:custGeom>
              <a:avLst/>
              <a:pathLst>
                <a:path w="159839" h="48950">
                  <a:moveTo>
                    <a:pt x="159839" y="0"/>
                  </a:moveTo>
                  <a:lnTo>
                    <a:pt x="0" y="489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51281"/>
              <a:ext cx="159839" cy="48950"/>
            </a:xfrm>
            <a:custGeom>
              <a:avLst/>
              <a:pathLst>
                <a:path w="159839" h="48950">
                  <a:moveTo>
                    <a:pt x="159839" y="0"/>
                  </a:moveTo>
                  <a:lnTo>
                    <a:pt x="0" y="489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51281"/>
              <a:ext cx="159839" cy="48950"/>
            </a:xfrm>
            <a:custGeom>
              <a:avLst/>
              <a:pathLst>
                <a:path w="159839" h="48950">
                  <a:moveTo>
                    <a:pt x="159839" y="0"/>
                  </a:moveTo>
                  <a:lnTo>
                    <a:pt x="0" y="489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51281"/>
              <a:ext cx="159839" cy="48950"/>
            </a:xfrm>
            <a:custGeom>
              <a:avLst/>
              <a:pathLst>
                <a:path w="159839" h="48950">
                  <a:moveTo>
                    <a:pt x="159839" y="0"/>
                  </a:moveTo>
                  <a:lnTo>
                    <a:pt x="0" y="489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648643"/>
              <a:ext cx="159839" cy="151588"/>
            </a:xfrm>
            <a:custGeom>
              <a:avLst/>
              <a:pathLst>
                <a:path w="159839" h="151588">
                  <a:moveTo>
                    <a:pt x="159839" y="102637"/>
                  </a:moveTo>
                  <a:lnTo>
                    <a:pt x="158108" y="97305"/>
                  </a:lnTo>
                  <a:lnTo>
                    <a:pt x="156199" y="92034"/>
                  </a:lnTo>
                  <a:lnTo>
                    <a:pt x="154114" y="86830"/>
                  </a:lnTo>
                  <a:lnTo>
                    <a:pt x="151856" y="81698"/>
                  </a:lnTo>
                  <a:lnTo>
                    <a:pt x="149427" y="76645"/>
                  </a:lnTo>
                  <a:lnTo>
                    <a:pt x="146830" y="71677"/>
                  </a:lnTo>
                  <a:lnTo>
                    <a:pt x="144068" y="66798"/>
                  </a:lnTo>
                  <a:lnTo>
                    <a:pt x="141144" y="62015"/>
                  </a:lnTo>
                  <a:lnTo>
                    <a:pt x="138061" y="57333"/>
                  </a:lnTo>
                  <a:lnTo>
                    <a:pt x="134822" y="52756"/>
                  </a:lnTo>
                  <a:lnTo>
                    <a:pt x="131433" y="48291"/>
                  </a:lnTo>
                  <a:lnTo>
                    <a:pt x="127895" y="43942"/>
                  </a:lnTo>
                  <a:lnTo>
                    <a:pt x="124213" y="39713"/>
                  </a:lnTo>
                  <a:lnTo>
                    <a:pt x="120392" y="35611"/>
                  </a:lnTo>
                  <a:lnTo>
                    <a:pt x="116435" y="31639"/>
                  </a:lnTo>
                  <a:lnTo>
                    <a:pt x="112348" y="27802"/>
                  </a:lnTo>
                  <a:lnTo>
                    <a:pt x="108134" y="24105"/>
                  </a:lnTo>
                  <a:lnTo>
                    <a:pt x="103798" y="20550"/>
                  </a:lnTo>
                  <a:lnTo>
                    <a:pt x="99346" y="17144"/>
                  </a:lnTo>
                  <a:lnTo>
                    <a:pt x="94782" y="13888"/>
                  </a:lnTo>
                  <a:lnTo>
                    <a:pt x="90111" y="10787"/>
                  </a:lnTo>
                  <a:lnTo>
                    <a:pt x="85339" y="7845"/>
                  </a:lnTo>
                  <a:lnTo>
                    <a:pt x="80471" y="5064"/>
                  </a:lnTo>
                  <a:lnTo>
                    <a:pt x="75512" y="2448"/>
                  </a:lnTo>
                  <a:lnTo>
                    <a:pt x="70469" y="0"/>
                  </a:lnTo>
                  <a:lnTo>
                    <a:pt x="0" y="1515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633064"/>
              <a:ext cx="70469" cy="167167"/>
            </a:xfrm>
            <a:custGeom>
              <a:avLst/>
              <a:pathLst>
                <a:path w="70469" h="167167">
                  <a:moveTo>
                    <a:pt x="70469" y="15579"/>
                  </a:moveTo>
                  <a:lnTo>
                    <a:pt x="64927" y="13123"/>
                  </a:lnTo>
                  <a:lnTo>
                    <a:pt x="59299" y="10871"/>
                  </a:lnTo>
                  <a:lnTo>
                    <a:pt x="53594" y="8824"/>
                  </a:lnTo>
                  <a:lnTo>
                    <a:pt x="47818" y="6985"/>
                  </a:lnTo>
                  <a:lnTo>
                    <a:pt x="41979" y="5356"/>
                  </a:lnTo>
                  <a:lnTo>
                    <a:pt x="36085" y="3941"/>
                  </a:lnTo>
                  <a:lnTo>
                    <a:pt x="30143" y="2740"/>
                  </a:lnTo>
                  <a:lnTo>
                    <a:pt x="24162" y="1755"/>
                  </a:lnTo>
                  <a:lnTo>
                    <a:pt x="18150" y="988"/>
                  </a:lnTo>
                  <a:lnTo>
                    <a:pt x="12113" y="439"/>
                  </a:lnTo>
                  <a:lnTo>
                    <a:pt x="6060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358832" y="3170392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5" y="1346"/>
                  </a:lnTo>
                  <a:lnTo>
                    <a:pt x="140722" y="2102"/>
                  </a:lnTo>
                  <a:lnTo>
                    <a:pt x="135495" y="3024"/>
                  </a:lnTo>
                  <a:lnTo>
                    <a:pt x="130300" y="4111"/>
                  </a:lnTo>
                  <a:lnTo>
                    <a:pt x="125143" y="5363"/>
                  </a:lnTo>
                  <a:lnTo>
                    <a:pt x="120027" y="6778"/>
                  </a:lnTo>
                  <a:lnTo>
                    <a:pt x="114960" y="8355"/>
                  </a:lnTo>
                  <a:lnTo>
                    <a:pt x="109944" y="10091"/>
                  </a:lnTo>
                  <a:lnTo>
                    <a:pt x="104987" y="11987"/>
                  </a:lnTo>
                  <a:lnTo>
                    <a:pt x="100092" y="14038"/>
                  </a:lnTo>
                  <a:lnTo>
                    <a:pt x="95265" y="16244"/>
                  </a:lnTo>
                  <a:lnTo>
                    <a:pt x="90510" y="18602"/>
                  </a:lnTo>
                  <a:lnTo>
                    <a:pt x="85833" y="21110"/>
                  </a:lnTo>
                  <a:lnTo>
                    <a:pt x="81237" y="23765"/>
                  </a:lnTo>
                  <a:lnTo>
                    <a:pt x="76728" y="26564"/>
                  </a:lnTo>
                  <a:lnTo>
                    <a:pt x="72310" y="29505"/>
                  </a:lnTo>
                  <a:lnTo>
                    <a:pt x="67988" y="32585"/>
                  </a:lnTo>
                  <a:lnTo>
                    <a:pt x="63766" y="35801"/>
                  </a:lnTo>
                  <a:lnTo>
                    <a:pt x="59648" y="39149"/>
                  </a:lnTo>
                  <a:lnTo>
                    <a:pt x="55638" y="42626"/>
                  </a:lnTo>
                  <a:lnTo>
                    <a:pt x="51741" y="46229"/>
                  </a:lnTo>
                  <a:lnTo>
                    <a:pt x="47960" y="49953"/>
                  </a:lnTo>
                  <a:lnTo>
                    <a:pt x="44299" y="53796"/>
                  </a:lnTo>
                  <a:lnTo>
                    <a:pt x="40762" y="57753"/>
                  </a:lnTo>
                  <a:lnTo>
                    <a:pt x="37352" y="61820"/>
                  </a:lnTo>
                  <a:lnTo>
                    <a:pt x="34073" y="65993"/>
                  </a:lnTo>
                  <a:lnTo>
                    <a:pt x="30929" y="70269"/>
                  </a:lnTo>
                  <a:lnTo>
                    <a:pt x="27921" y="74642"/>
                  </a:lnTo>
                  <a:lnTo>
                    <a:pt x="25054" y="79108"/>
                  </a:lnTo>
                  <a:lnTo>
                    <a:pt x="22331" y="83663"/>
                  </a:lnTo>
                  <a:lnTo>
                    <a:pt x="19753" y="88303"/>
                  </a:lnTo>
                  <a:lnTo>
                    <a:pt x="17324" y="93021"/>
                  </a:lnTo>
                  <a:lnTo>
                    <a:pt x="15045" y="97815"/>
                  </a:lnTo>
                  <a:lnTo>
                    <a:pt x="12920" y="102678"/>
                  </a:lnTo>
                  <a:lnTo>
                    <a:pt x="10951" y="107607"/>
                  </a:lnTo>
                  <a:lnTo>
                    <a:pt x="9139" y="112595"/>
                  </a:lnTo>
                  <a:lnTo>
                    <a:pt x="7486" y="117638"/>
                  </a:lnTo>
                  <a:lnTo>
                    <a:pt x="5994" y="122732"/>
                  </a:lnTo>
                  <a:lnTo>
                    <a:pt x="4665" y="127870"/>
                  </a:lnTo>
                  <a:lnTo>
                    <a:pt x="3500" y="133048"/>
                  </a:lnTo>
                  <a:lnTo>
                    <a:pt x="2499" y="138260"/>
                  </a:lnTo>
                  <a:lnTo>
                    <a:pt x="1664" y="143501"/>
                  </a:lnTo>
                  <a:lnTo>
                    <a:pt x="996" y="148766"/>
                  </a:lnTo>
                  <a:lnTo>
                    <a:pt x="496" y="154050"/>
                  </a:lnTo>
                  <a:lnTo>
                    <a:pt x="164" y="159347"/>
                  </a:lnTo>
                  <a:lnTo>
                    <a:pt x="0" y="164652"/>
                  </a:lnTo>
                  <a:lnTo>
                    <a:pt x="4" y="169959"/>
                  </a:lnTo>
                  <a:lnTo>
                    <a:pt x="177" y="175264"/>
                  </a:lnTo>
                  <a:lnTo>
                    <a:pt x="518" y="180560"/>
                  </a:lnTo>
                  <a:lnTo>
                    <a:pt x="1027" y="185843"/>
                  </a:lnTo>
                  <a:lnTo>
                    <a:pt x="1704" y="191107"/>
                  </a:lnTo>
                  <a:lnTo>
                    <a:pt x="2547" y="196347"/>
                  </a:lnTo>
                  <a:lnTo>
                    <a:pt x="3556" y="201557"/>
                  </a:lnTo>
                  <a:lnTo>
                    <a:pt x="4730" y="206733"/>
                  </a:lnTo>
                  <a:lnTo>
                    <a:pt x="6068" y="211869"/>
                  </a:lnTo>
                  <a:lnTo>
                    <a:pt x="7569" y="216960"/>
                  </a:lnTo>
                  <a:lnTo>
                    <a:pt x="9230" y="222001"/>
                  </a:lnTo>
                  <a:lnTo>
                    <a:pt x="11050" y="226986"/>
                  </a:lnTo>
                  <a:lnTo>
                    <a:pt x="13028" y="231911"/>
                  </a:lnTo>
                  <a:lnTo>
                    <a:pt x="15161" y="236771"/>
                  </a:lnTo>
                  <a:lnTo>
                    <a:pt x="17447" y="241561"/>
                  </a:lnTo>
                  <a:lnTo>
                    <a:pt x="19884" y="246276"/>
                  </a:lnTo>
                  <a:lnTo>
                    <a:pt x="22469" y="250911"/>
                  </a:lnTo>
                  <a:lnTo>
                    <a:pt x="25201" y="255461"/>
                  </a:lnTo>
                  <a:lnTo>
                    <a:pt x="28075" y="259923"/>
                  </a:lnTo>
                  <a:lnTo>
                    <a:pt x="31090" y="264291"/>
                  </a:lnTo>
                  <a:lnTo>
                    <a:pt x="34241" y="268561"/>
                  </a:lnTo>
                  <a:lnTo>
                    <a:pt x="37527" y="272729"/>
                  </a:lnTo>
                  <a:lnTo>
                    <a:pt x="40943" y="276791"/>
                  </a:lnTo>
                  <a:lnTo>
                    <a:pt x="44487" y="280742"/>
                  </a:lnTo>
                  <a:lnTo>
                    <a:pt x="48154" y="284578"/>
                  </a:lnTo>
                  <a:lnTo>
                    <a:pt x="51941" y="288297"/>
                  </a:lnTo>
                  <a:lnTo>
                    <a:pt x="55845" y="291893"/>
                  </a:lnTo>
                  <a:lnTo>
                    <a:pt x="59860" y="295363"/>
                  </a:lnTo>
                  <a:lnTo>
                    <a:pt x="63984" y="298704"/>
                  </a:lnTo>
                  <a:lnTo>
                    <a:pt x="68211" y="301913"/>
                  </a:lnTo>
                  <a:lnTo>
                    <a:pt x="72539" y="304986"/>
                  </a:lnTo>
                  <a:lnTo>
                    <a:pt x="76961" y="307920"/>
                  </a:lnTo>
                  <a:lnTo>
                    <a:pt x="81475" y="310712"/>
                  </a:lnTo>
                  <a:lnTo>
                    <a:pt x="86075" y="313359"/>
                  </a:lnTo>
                  <a:lnTo>
                    <a:pt x="90757" y="315859"/>
                  </a:lnTo>
                  <a:lnTo>
                    <a:pt x="95515" y="318209"/>
                  </a:lnTo>
                  <a:lnTo>
                    <a:pt x="100346" y="320407"/>
                  </a:lnTo>
                  <a:lnTo>
                    <a:pt x="105244" y="322450"/>
                  </a:lnTo>
                  <a:lnTo>
                    <a:pt x="110205" y="324337"/>
                  </a:lnTo>
                  <a:lnTo>
                    <a:pt x="115223" y="326065"/>
                  </a:lnTo>
                  <a:lnTo>
                    <a:pt x="120293" y="327634"/>
                  </a:lnTo>
                  <a:lnTo>
                    <a:pt x="125411" y="329040"/>
                  </a:lnTo>
                  <a:lnTo>
                    <a:pt x="130571" y="330284"/>
                  </a:lnTo>
                  <a:lnTo>
                    <a:pt x="135767" y="331363"/>
                  </a:lnTo>
                  <a:lnTo>
                    <a:pt x="140995" y="332276"/>
                  </a:lnTo>
                  <a:lnTo>
                    <a:pt x="146250" y="333023"/>
                  </a:lnTo>
                  <a:lnTo>
                    <a:pt x="151525" y="333603"/>
                  </a:lnTo>
                  <a:lnTo>
                    <a:pt x="156817" y="334015"/>
                  </a:lnTo>
                  <a:lnTo>
                    <a:pt x="162118" y="334259"/>
                  </a:lnTo>
                  <a:lnTo>
                    <a:pt x="167425" y="334334"/>
                  </a:lnTo>
                  <a:lnTo>
                    <a:pt x="172732" y="334241"/>
                  </a:lnTo>
                  <a:lnTo>
                    <a:pt x="178033" y="333980"/>
                  </a:lnTo>
                  <a:lnTo>
                    <a:pt x="183323" y="333550"/>
                  </a:lnTo>
                  <a:lnTo>
                    <a:pt x="188596" y="332953"/>
                  </a:lnTo>
                  <a:lnTo>
                    <a:pt x="193848" y="332188"/>
                  </a:lnTo>
                  <a:lnTo>
                    <a:pt x="199073" y="331258"/>
                  </a:lnTo>
                  <a:lnTo>
                    <a:pt x="204266" y="330161"/>
                  </a:lnTo>
                  <a:lnTo>
                    <a:pt x="209422" y="328901"/>
                  </a:lnTo>
                  <a:lnTo>
                    <a:pt x="214535" y="327477"/>
                  </a:lnTo>
                  <a:lnTo>
                    <a:pt x="219600" y="325892"/>
                  </a:lnTo>
                  <a:lnTo>
                    <a:pt x="224612" y="324147"/>
                  </a:lnTo>
                  <a:lnTo>
                    <a:pt x="229566" y="322244"/>
                  </a:lnTo>
                  <a:lnTo>
                    <a:pt x="234458" y="320184"/>
                  </a:lnTo>
                  <a:lnTo>
                    <a:pt x="239281" y="317971"/>
                  </a:lnTo>
                  <a:lnTo>
                    <a:pt x="244032" y="315605"/>
                  </a:lnTo>
                  <a:lnTo>
                    <a:pt x="248706" y="313089"/>
                  </a:lnTo>
                  <a:lnTo>
                    <a:pt x="253297" y="310427"/>
                  </a:lnTo>
                  <a:lnTo>
                    <a:pt x="257801" y="307620"/>
                  </a:lnTo>
                  <a:lnTo>
                    <a:pt x="262214" y="304671"/>
                  </a:lnTo>
                  <a:lnTo>
                    <a:pt x="266531" y="301584"/>
                  </a:lnTo>
                  <a:lnTo>
                    <a:pt x="270748" y="298361"/>
                  </a:lnTo>
                  <a:lnTo>
                    <a:pt x="274861" y="295007"/>
                  </a:lnTo>
                  <a:lnTo>
                    <a:pt x="278864" y="291523"/>
                  </a:lnTo>
                  <a:lnTo>
                    <a:pt x="282756" y="287914"/>
                  </a:lnTo>
                  <a:lnTo>
                    <a:pt x="286531" y="284183"/>
                  </a:lnTo>
                  <a:lnTo>
                    <a:pt x="290185" y="280334"/>
                  </a:lnTo>
                  <a:lnTo>
                    <a:pt x="293716" y="276371"/>
                  </a:lnTo>
                  <a:lnTo>
                    <a:pt x="297118" y="272299"/>
                  </a:lnTo>
                  <a:lnTo>
                    <a:pt x="300390" y="268120"/>
                  </a:lnTo>
                  <a:lnTo>
                    <a:pt x="303528" y="263839"/>
                  </a:lnTo>
                  <a:lnTo>
                    <a:pt x="306528" y="259461"/>
                  </a:lnTo>
                  <a:lnTo>
                    <a:pt x="309388" y="254990"/>
                  </a:lnTo>
                  <a:lnTo>
                    <a:pt x="312104" y="250430"/>
                  </a:lnTo>
                  <a:lnTo>
                    <a:pt x="314674" y="245787"/>
                  </a:lnTo>
                  <a:lnTo>
                    <a:pt x="317095" y="241064"/>
                  </a:lnTo>
                  <a:lnTo>
                    <a:pt x="319366" y="236267"/>
                  </a:lnTo>
                  <a:lnTo>
                    <a:pt x="321482" y="231400"/>
                  </a:lnTo>
                  <a:lnTo>
                    <a:pt x="323444" y="226468"/>
                  </a:lnTo>
                  <a:lnTo>
                    <a:pt x="325247" y="221477"/>
                  </a:lnTo>
                  <a:lnTo>
                    <a:pt x="326892" y="216431"/>
                  </a:lnTo>
                  <a:lnTo>
                    <a:pt x="328375" y="211335"/>
                  </a:lnTo>
                  <a:lnTo>
                    <a:pt x="329696" y="206194"/>
                  </a:lnTo>
                  <a:lnTo>
                    <a:pt x="330853" y="201015"/>
                  </a:lnTo>
                  <a:lnTo>
                    <a:pt x="331845" y="195801"/>
                  </a:lnTo>
                  <a:lnTo>
                    <a:pt x="332671" y="190558"/>
                  </a:lnTo>
                  <a:lnTo>
                    <a:pt x="333330" y="185292"/>
                  </a:lnTo>
                  <a:lnTo>
                    <a:pt x="333822" y="180007"/>
                  </a:lnTo>
                  <a:lnTo>
                    <a:pt x="334145" y="174710"/>
                  </a:lnTo>
                  <a:lnTo>
                    <a:pt x="334300" y="169405"/>
                  </a:lnTo>
                  <a:lnTo>
                    <a:pt x="334287" y="164097"/>
                  </a:lnTo>
                  <a:lnTo>
                    <a:pt x="334106" y="158793"/>
                  </a:lnTo>
                  <a:lnTo>
                    <a:pt x="333756" y="153497"/>
                  </a:lnTo>
                  <a:lnTo>
                    <a:pt x="333238" y="148215"/>
                  </a:lnTo>
                  <a:lnTo>
                    <a:pt x="332552" y="142953"/>
                  </a:lnTo>
                  <a:lnTo>
                    <a:pt x="331700" y="137714"/>
                  </a:lnTo>
                  <a:lnTo>
                    <a:pt x="330682" y="132505"/>
                  </a:lnTo>
                  <a:lnTo>
                    <a:pt x="329500" y="127331"/>
                  </a:lnTo>
                  <a:lnTo>
                    <a:pt x="328153" y="122198"/>
                  </a:lnTo>
                  <a:lnTo>
                    <a:pt x="326645" y="117109"/>
                  </a:lnTo>
                  <a:lnTo>
                    <a:pt x="324975" y="112071"/>
                  </a:lnTo>
                  <a:lnTo>
                    <a:pt x="323147" y="107089"/>
                  </a:lnTo>
                  <a:lnTo>
                    <a:pt x="321161" y="102167"/>
                  </a:lnTo>
                  <a:lnTo>
                    <a:pt x="319020" y="97311"/>
                  </a:lnTo>
                  <a:lnTo>
                    <a:pt x="316726" y="92525"/>
                  </a:lnTo>
                  <a:lnTo>
                    <a:pt x="314281" y="87814"/>
                  </a:lnTo>
                  <a:lnTo>
                    <a:pt x="311688" y="83183"/>
                  </a:lnTo>
                  <a:lnTo>
                    <a:pt x="308949" y="78637"/>
                  </a:lnTo>
                  <a:lnTo>
                    <a:pt x="306067" y="74181"/>
                  </a:lnTo>
                  <a:lnTo>
                    <a:pt x="303045" y="69817"/>
                  </a:lnTo>
                  <a:lnTo>
                    <a:pt x="299886" y="65553"/>
                  </a:lnTo>
                  <a:lnTo>
                    <a:pt x="296594" y="61390"/>
                  </a:lnTo>
                  <a:lnTo>
                    <a:pt x="293171" y="57334"/>
                  </a:lnTo>
                  <a:lnTo>
                    <a:pt x="289621" y="53389"/>
                  </a:lnTo>
                  <a:lnTo>
                    <a:pt x="285947" y="49558"/>
                  </a:lnTo>
                  <a:lnTo>
                    <a:pt x="282154" y="45846"/>
                  </a:lnTo>
                  <a:lnTo>
                    <a:pt x="278244" y="42257"/>
                  </a:lnTo>
                  <a:lnTo>
                    <a:pt x="274223" y="3879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09186"/>
              <a:ext cx="107075" cy="128373"/>
            </a:xfrm>
            <a:custGeom>
              <a:avLst/>
              <a:pathLst>
                <a:path w="107075" h="128373">
                  <a:moveTo>
                    <a:pt x="107075" y="0"/>
                  </a:moveTo>
                  <a:lnTo>
                    <a:pt x="0" y="128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09186"/>
              <a:ext cx="107075" cy="128373"/>
            </a:xfrm>
            <a:custGeom>
              <a:avLst/>
              <a:pathLst>
                <a:path w="107075" h="128373">
                  <a:moveTo>
                    <a:pt x="107075" y="0"/>
                  </a:moveTo>
                  <a:lnTo>
                    <a:pt x="0" y="128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09186"/>
              <a:ext cx="107075" cy="128373"/>
            </a:xfrm>
            <a:custGeom>
              <a:avLst/>
              <a:pathLst>
                <a:path w="107075" h="128373">
                  <a:moveTo>
                    <a:pt x="107075" y="0"/>
                  </a:moveTo>
                  <a:lnTo>
                    <a:pt x="0" y="1283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09186"/>
              <a:ext cx="107075" cy="128373"/>
            </a:xfrm>
            <a:custGeom>
              <a:avLst/>
              <a:pathLst>
                <a:path w="107075" h="128373">
                  <a:moveTo>
                    <a:pt x="107075" y="0"/>
                  </a:moveTo>
                  <a:lnTo>
                    <a:pt x="0" y="1283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09186"/>
              <a:ext cx="107075" cy="128373"/>
            </a:xfrm>
            <a:custGeom>
              <a:avLst/>
              <a:pathLst>
                <a:path w="107075" h="128373">
                  <a:moveTo>
                    <a:pt x="107075" y="0"/>
                  </a:moveTo>
                  <a:lnTo>
                    <a:pt x="0" y="1283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09186"/>
              <a:ext cx="107075" cy="128373"/>
            </a:xfrm>
            <a:custGeom>
              <a:avLst/>
              <a:pathLst>
                <a:path w="107075" h="128373">
                  <a:moveTo>
                    <a:pt x="107075" y="0"/>
                  </a:moveTo>
                  <a:lnTo>
                    <a:pt x="0" y="1283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09186"/>
              <a:ext cx="107075" cy="128373"/>
            </a:xfrm>
            <a:custGeom>
              <a:avLst/>
              <a:pathLst>
                <a:path w="107075" h="128373">
                  <a:moveTo>
                    <a:pt x="107075" y="0"/>
                  </a:moveTo>
                  <a:lnTo>
                    <a:pt x="0" y="128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09186"/>
              <a:ext cx="107075" cy="128373"/>
            </a:xfrm>
            <a:custGeom>
              <a:avLst/>
              <a:pathLst>
                <a:path w="107075" h="128373">
                  <a:moveTo>
                    <a:pt x="107075" y="0"/>
                  </a:moveTo>
                  <a:lnTo>
                    <a:pt x="0" y="128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09186"/>
              <a:ext cx="107075" cy="128373"/>
            </a:xfrm>
            <a:custGeom>
              <a:avLst/>
              <a:pathLst>
                <a:path w="107075" h="128373">
                  <a:moveTo>
                    <a:pt x="107075" y="0"/>
                  </a:moveTo>
                  <a:lnTo>
                    <a:pt x="0" y="128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09186"/>
              <a:ext cx="107075" cy="128373"/>
            </a:xfrm>
            <a:custGeom>
              <a:avLst/>
              <a:pathLst>
                <a:path w="107075" h="128373">
                  <a:moveTo>
                    <a:pt x="107075" y="0"/>
                  </a:moveTo>
                  <a:lnTo>
                    <a:pt x="0" y="128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09186"/>
              <a:ext cx="107075" cy="128373"/>
            </a:xfrm>
            <a:custGeom>
              <a:avLst/>
              <a:pathLst>
                <a:path w="107075" h="128373">
                  <a:moveTo>
                    <a:pt x="107075" y="0"/>
                  </a:moveTo>
                  <a:lnTo>
                    <a:pt x="0" y="1283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09186"/>
              <a:ext cx="107075" cy="128373"/>
            </a:xfrm>
            <a:custGeom>
              <a:avLst/>
              <a:pathLst>
                <a:path w="107075" h="128373">
                  <a:moveTo>
                    <a:pt x="107075" y="0"/>
                  </a:moveTo>
                  <a:lnTo>
                    <a:pt x="0" y="1283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4220"/>
              <a:ext cx="107075" cy="133339"/>
            </a:xfrm>
            <a:custGeom>
              <a:avLst/>
              <a:pathLst>
                <a:path w="107075" h="133339">
                  <a:moveTo>
                    <a:pt x="107075" y="4965"/>
                  </a:moveTo>
                  <a:lnTo>
                    <a:pt x="100824" y="0"/>
                  </a:lnTo>
                  <a:lnTo>
                    <a:pt x="0" y="1333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70392"/>
              <a:ext cx="100824" cy="167167"/>
            </a:xfrm>
            <a:custGeom>
              <a:avLst/>
              <a:pathLst>
                <a:path w="100824" h="167167">
                  <a:moveTo>
                    <a:pt x="100824" y="33827"/>
                  </a:moveTo>
                  <a:lnTo>
                    <a:pt x="96222" y="30470"/>
                  </a:lnTo>
                  <a:lnTo>
                    <a:pt x="91510" y="27271"/>
                  </a:lnTo>
                  <a:lnTo>
                    <a:pt x="86690" y="24235"/>
                  </a:lnTo>
                  <a:lnTo>
                    <a:pt x="81771" y="21364"/>
                  </a:lnTo>
                  <a:lnTo>
                    <a:pt x="76756" y="18663"/>
                  </a:lnTo>
                  <a:lnTo>
                    <a:pt x="71652" y="16134"/>
                  </a:lnTo>
                  <a:lnTo>
                    <a:pt x="66465" y="13781"/>
                  </a:lnTo>
                  <a:lnTo>
                    <a:pt x="61201" y="11606"/>
                  </a:lnTo>
                  <a:lnTo>
                    <a:pt x="55866" y="9611"/>
                  </a:lnTo>
                  <a:lnTo>
                    <a:pt x="50466" y="7799"/>
                  </a:lnTo>
                  <a:lnTo>
                    <a:pt x="45007" y="6172"/>
                  </a:lnTo>
                  <a:lnTo>
                    <a:pt x="39496" y="4732"/>
                  </a:lnTo>
                  <a:lnTo>
                    <a:pt x="33939" y="3481"/>
                  </a:lnTo>
                  <a:lnTo>
                    <a:pt x="28343" y="2420"/>
                  </a:lnTo>
                  <a:lnTo>
                    <a:pt x="22714" y="1550"/>
                  </a:lnTo>
                  <a:lnTo>
                    <a:pt x="17058" y="872"/>
                  </a:lnTo>
                  <a:lnTo>
                    <a:pt x="11383" y="388"/>
                  </a:lnTo>
                  <a:lnTo>
                    <a:pt x="569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7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0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5"/>
                  </a:lnTo>
                  <a:lnTo>
                    <a:pt x="59868" y="38969"/>
                  </a:lnTo>
                  <a:lnTo>
                    <a:pt x="55862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2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699"/>
                  </a:lnTo>
                  <a:lnTo>
                    <a:pt x="31156" y="69957"/>
                  </a:lnTo>
                  <a:lnTo>
                    <a:pt x="28146" y="74313"/>
                  </a:lnTo>
                  <a:lnTo>
                    <a:pt x="25275" y="78762"/>
                  </a:lnTo>
                  <a:lnTo>
                    <a:pt x="22546" y="83299"/>
                  </a:lnTo>
                  <a:lnTo>
                    <a:pt x="19963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3"/>
                  </a:lnTo>
                  <a:lnTo>
                    <a:pt x="11129" y="107154"/>
                  </a:lnTo>
                  <a:lnTo>
                    <a:pt x="9307" y="112125"/>
                  </a:lnTo>
                  <a:lnTo>
                    <a:pt x="7643" y="117152"/>
                  </a:lnTo>
                  <a:lnTo>
                    <a:pt x="6139" y="122228"/>
                  </a:lnTo>
                  <a:lnTo>
                    <a:pt x="4797" y="127350"/>
                  </a:lnTo>
                  <a:lnTo>
                    <a:pt x="3617" y="132511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4"/>
                  </a:lnTo>
                  <a:lnTo>
                    <a:pt x="549" y="153453"/>
                  </a:lnTo>
                  <a:lnTo>
                    <a:pt x="198" y="158736"/>
                  </a:lnTo>
                  <a:lnTo>
                    <a:pt x="15" y="164027"/>
                  </a:lnTo>
                  <a:lnTo>
                    <a:pt x="0" y="169322"/>
                  </a:lnTo>
                  <a:lnTo>
                    <a:pt x="152" y="174614"/>
                  </a:lnTo>
                  <a:lnTo>
                    <a:pt x="471" y="179899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6"/>
                  </a:lnTo>
                  <a:lnTo>
                    <a:pt x="3416" y="200859"/>
                  </a:lnTo>
                  <a:lnTo>
                    <a:pt x="4565" y="206027"/>
                  </a:lnTo>
                  <a:lnTo>
                    <a:pt x="5877" y="211156"/>
                  </a:lnTo>
                  <a:lnTo>
                    <a:pt x="7351" y="216242"/>
                  </a:lnTo>
                  <a:lnTo>
                    <a:pt x="8986" y="221278"/>
                  </a:lnTo>
                  <a:lnTo>
                    <a:pt x="10778" y="226260"/>
                  </a:lnTo>
                  <a:lnTo>
                    <a:pt x="12728" y="231182"/>
                  </a:lnTo>
                  <a:lnTo>
                    <a:pt x="14833" y="236040"/>
                  </a:lnTo>
                  <a:lnTo>
                    <a:pt x="17090" y="240830"/>
                  </a:lnTo>
                  <a:lnTo>
                    <a:pt x="19499" y="245545"/>
                  </a:lnTo>
                  <a:lnTo>
                    <a:pt x="22055" y="250182"/>
                  </a:lnTo>
                  <a:lnTo>
                    <a:pt x="24756" y="254735"/>
                  </a:lnTo>
                  <a:lnTo>
                    <a:pt x="27601" y="259200"/>
                  </a:lnTo>
                  <a:lnTo>
                    <a:pt x="30586" y="263574"/>
                  </a:lnTo>
                  <a:lnTo>
                    <a:pt x="33707" y="267850"/>
                  </a:lnTo>
                  <a:lnTo>
                    <a:pt x="36963" y="272026"/>
                  </a:lnTo>
                  <a:lnTo>
                    <a:pt x="40349" y="276096"/>
                  </a:lnTo>
                  <a:lnTo>
                    <a:pt x="43862" y="280057"/>
                  </a:lnTo>
                  <a:lnTo>
                    <a:pt x="47499" y="283905"/>
                  </a:lnTo>
                  <a:lnTo>
                    <a:pt x="51256" y="287636"/>
                  </a:lnTo>
                  <a:lnTo>
                    <a:pt x="55129" y="291246"/>
                  </a:lnTo>
                  <a:lnTo>
                    <a:pt x="59114" y="294731"/>
                  </a:lnTo>
                  <a:lnTo>
                    <a:pt x="63208" y="298088"/>
                  </a:lnTo>
                  <a:lnTo>
                    <a:pt x="67407" y="301315"/>
                  </a:lnTo>
                  <a:lnTo>
                    <a:pt x="71705" y="304406"/>
                  </a:lnTo>
                  <a:lnTo>
                    <a:pt x="76099" y="307360"/>
                  </a:lnTo>
                  <a:lnTo>
                    <a:pt x="80584" y="310173"/>
                  </a:lnTo>
                  <a:lnTo>
                    <a:pt x="85156" y="312843"/>
                  </a:lnTo>
                  <a:lnTo>
                    <a:pt x="89811" y="315367"/>
                  </a:lnTo>
                  <a:lnTo>
                    <a:pt x="94543" y="317742"/>
                  </a:lnTo>
                  <a:lnTo>
                    <a:pt x="99348" y="319966"/>
                  </a:lnTo>
                  <a:lnTo>
                    <a:pt x="104221" y="322036"/>
                  </a:lnTo>
                  <a:lnTo>
                    <a:pt x="109157" y="323951"/>
                  </a:lnTo>
                  <a:lnTo>
                    <a:pt x="114151" y="325709"/>
                  </a:lnTo>
                  <a:lnTo>
                    <a:pt x="119198" y="327308"/>
                  </a:lnTo>
                  <a:lnTo>
                    <a:pt x="124294" y="328747"/>
                  </a:lnTo>
                  <a:lnTo>
                    <a:pt x="129432" y="330023"/>
                  </a:lnTo>
                  <a:lnTo>
                    <a:pt x="134609" y="331136"/>
                  </a:lnTo>
                  <a:lnTo>
                    <a:pt x="139818" y="332084"/>
                  </a:lnTo>
                  <a:lnTo>
                    <a:pt x="145054" y="332867"/>
                  </a:lnTo>
                  <a:lnTo>
                    <a:pt x="150313" y="333484"/>
                  </a:lnTo>
                  <a:lnTo>
                    <a:pt x="155588" y="333934"/>
                  </a:lnTo>
                  <a:lnTo>
                    <a:pt x="160875" y="334216"/>
                  </a:lnTo>
                  <a:lnTo>
                    <a:pt x="166168" y="334331"/>
                  </a:lnTo>
                  <a:lnTo>
                    <a:pt x="171463" y="334279"/>
                  </a:lnTo>
                  <a:lnTo>
                    <a:pt x="176753" y="334059"/>
                  </a:lnTo>
                  <a:lnTo>
                    <a:pt x="182033" y="333671"/>
                  </a:lnTo>
                  <a:lnTo>
                    <a:pt x="187299" y="333116"/>
                  </a:lnTo>
                  <a:lnTo>
                    <a:pt x="192544" y="332395"/>
                  </a:lnTo>
                  <a:lnTo>
                    <a:pt x="197764" y="331508"/>
                  </a:lnTo>
                  <a:lnTo>
                    <a:pt x="202953" y="330456"/>
                  </a:lnTo>
                  <a:lnTo>
                    <a:pt x="208106" y="329240"/>
                  </a:lnTo>
                  <a:lnTo>
                    <a:pt x="213218" y="327862"/>
                  </a:lnTo>
                  <a:lnTo>
                    <a:pt x="218284" y="326323"/>
                  </a:lnTo>
                  <a:lnTo>
                    <a:pt x="223298" y="324624"/>
                  </a:lnTo>
                  <a:lnTo>
                    <a:pt x="228257" y="322767"/>
                  </a:lnTo>
                  <a:lnTo>
                    <a:pt x="233154" y="320754"/>
                  </a:lnTo>
                  <a:lnTo>
                    <a:pt x="237984" y="318586"/>
                  </a:lnTo>
                  <a:lnTo>
                    <a:pt x="242744" y="316267"/>
                  </a:lnTo>
                  <a:lnTo>
                    <a:pt x="247428" y="313799"/>
                  </a:lnTo>
                  <a:lnTo>
                    <a:pt x="252031" y="311183"/>
                  </a:lnTo>
                  <a:lnTo>
                    <a:pt x="256549" y="308423"/>
                  </a:lnTo>
                  <a:lnTo>
                    <a:pt x="260978" y="305521"/>
                  </a:lnTo>
                  <a:lnTo>
                    <a:pt x="265312" y="302480"/>
                  </a:lnTo>
                  <a:lnTo>
                    <a:pt x="269548" y="299304"/>
                  </a:lnTo>
                  <a:lnTo>
                    <a:pt x="273682" y="295995"/>
                  </a:lnTo>
                  <a:lnTo>
                    <a:pt x="277708" y="292557"/>
                  </a:lnTo>
                  <a:lnTo>
                    <a:pt x="281623" y="288993"/>
                  </a:lnTo>
                  <a:lnTo>
                    <a:pt x="285424" y="285306"/>
                  </a:lnTo>
                  <a:lnTo>
                    <a:pt x="289106" y="281502"/>
                  </a:lnTo>
                  <a:lnTo>
                    <a:pt x="292666" y="277582"/>
                  </a:lnTo>
                  <a:lnTo>
                    <a:pt x="296099" y="273552"/>
                  </a:lnTo>
                  <a:lnTo>
                    <a:pt x="299404" y="269415"/>
                  </a:lnTo>
                  <a:lnTo>
                    <a:pt x="302575" y="265176"/>
                  </a:lnTo>
                  <a:lnTo>
                    <a:pt x="305611" y="260838"/>
                  </a:lnTo>
                  <a:lnTo>
                    <a:pt x="308508" y="256406"/>
                  </a:lnTo>
                  <a:lnTo>
                    <a:pt x="311263" y="251885"/>
                  </a:lnTo>
                  <a:lnTo>
                    <a:pt x="313874" y="247279"/>
                  </a:lnTo>
                  <a:lnTo>
                    <a:pt x="316337" y="242592"/>
                  </a:lnTo>
                  <a:lnTo>
                    <a:pt x="318651" y="237830"/>
                  </a:lnTo>
                  <a:lnTo>
                    <a:pt x="320813" y="232997"/>
                  </a:lnTo>
                  <a:lnTo>
                    <a:pt x="322821" y="228098"/>
                  </a:lnTo>
                  <a:lnTo>
                    <a:pt x="324672" y="223137"/>
                  </a:lnTo>
                  <a:lnTo>
                    <a:pt x="326366" y="218121"/>
                  </a:lnTo>
                  <a:lnTo>
                    <a:pt x="327899" y="213053"/>
                  </a:lnTo>
                  <a:lnTo>
                    <a:pt x="329272" y="207940"/>
                  </a:lnTo>
                  <a:lnTo>
                    <a:pt x="330482" y="202785"/>
                  </a:lnTo>
                  <a:lnTo>
                    <a:pt x="331528" y="197595"/>
                  </a:lnTo>
                  <a:lnTo>
                    <a:pt x="332409" y="192374"/>
                  </a:lnTo>
                  <a:lnTo>
                    <a:pt x="333124" y="187128"/>
                  </a:lnTo>
                  <a:lnTo>
                    <a:pt x="333673" y="181862"/>
                  </a:lnTo>
                  <a:lnTo>
                    <a:pt x="334055" y="176581"/>
                  </a:lnTo>
                  <a:lnTo>
                    <a:pt x="334270" y="171291"/>
                  </a:lnTo>
                  <a:lnTo>
                    <a:pt x="334316" y="165997"/>
                  </a:lnTo>
                  <a:lnTo>
                    <a:pt x="334195" y="160703"/>
                  </a:lnTo>
                  <a:lnTo>
                    <a:pt x="333907" y="155417"/>
                  </a:lnTo>
                  <a:lnTo>
                    <a:pt x="333451" y="150142"/>
                  </a:lnTo>
                  <a:lnTo>
                    <a:pt x="332829" y="144884"/>
                  </a:lnTo>
                  <a:lnTo>
                    <a:pt x="332040" y="139648"/>
                  </a:lnTo>
                  <a:lnTo>
                    <a:pt x="331086" y="134440"/>
                  </a:lnTo>
                  <a:lnTo>
                    <a:pt x="329967" y="129265"/>
                  </a:lnTo>
                  <a:lnTo>
                    <a:pt x="328685" y="124128"/>
                  </a:lnTo>
                  <a:lnTo>
                    <a:pt x="327241" y="119034"/>
                  </a:lnTo>
                  <a:lnTo>
                    <a:pt x="325637" y="113989"/>
                  </a:lnTo>
                  <a:lnTo>
                    <a:pt x="323873" y="108996"/>
                  </a:lnTo>
                  <a:lnTo>
                    <a:pt x="321952" y="104063"/>
                  </a:lnTo>
                  <a:lnTo>
                    <a:pt x="319876" y="99192"/>
                  </a:lnTo>
                  <a:lnTo>
                    <a:pt x="317647" y="94390"/>
                  </a:lnTo>
                  <a:lnTo>
                    <a:pt x="315267" y="89660"/>
                  </a:lnTo>
                  <a:lnTo>
                    <a:pt x="312738" y="85008"/>
                  </a:lnTo>
                  <a:lnTo>
                    <a:pt x="310063" y="80439"/>
                  </a:lnTo>
                  <a:lnTo>
                    <a:pt x="307245" y="75957"/>
                  </a:lnTo>
                  <a:lnTo>
                    <a:pt x="304286" y="71566"/>
                  </a:lnTo>
                  <a:lnTo>
                    <a:pt x="301190" y="67271"/>
                  </a:lnTo>
                  <a:lnTo>
                    <a:pt x="297959" y="63077"/>
                  </a:lnTo>
                  <a:lnTo>
                    <a:pt x="294597" y="58987"/>
                  </a:lnTo>
                  <a:lnTo>
                    <a:pt x="291107" y="55005"/>
                  </a:lnTo>
                  <a:lnTo>
                    <a:pt x="287493" y="51136"/>
                  </a:lnTo>
                  <a:lnTo>
                    <a:pt x="283758" y="47383"/>
                  </a:lnTo>
                  <a:lnTo>
                    <a:pt x="279906" y="43750"/>
                  </a:lnTo>
                  <a:lnTo>
                    <a:pt x="275941" y="40241"/>
                  </a:lnTo>
                  <a:lnTo>
                    <a:pt x="271867" y="36860"/>
                  </a:lnTo>
                  <a:lnTo>
                    <a:pt x="267688" y="33609"/>
                  </a:lnTo>
                  <a:lnTo>
                    <a:pt x="263408" y="30492"/>
                  </a:lnTo>
                  <a:lnTo>
                    <a:pt x="259031" y="27513"/>
                  </a:lnTo>
                  <a:lnTo>
                    <a:pt x="254563" y="24673"/>
                  </a:lnTo>
                  <a:lnTo>
                    <a:pt x="250006" y="21976"/>
                  </a:lnTo>
                  <a:lnTo>
                    <a:pt x="245367" y="19425"/>
                  </a:lnTo>
                  <a:lnTo>
                    <a:pt x="240649" y="17023"/>
                  </a:lnTo>
                  <a:lnTo>
                    <a:pt x="235857" y="14770"/>
                  </a:lnTo>
                  <a:lnTo>
                    <a:pt x="230997" y="12671"/>
                  </a:lnTo>
                  <a:lnTo>
                    <a:pt x="226072" y="10727"/>
                  </a:lnTo>
                  <a:lnTo>
                    <a:pt x="221088" y="8939"/>
                  </a:lnTo>
                  <a:lnTo>
                    <a:pt x="216050" y="7311"/>
                  </a:lnTo>
                  <a:lnTo>
                    <a:pt x="210963" y="5842"/>
                  </a:lnTo>
                  <a:lnTo>
                    <a:pt x="205832" y="4536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1662"/>
              <a:ext cx="38679" cy="163226"/>
            </a:xfrm>
            <a:custGeom>
              <a:avLst/>
              <a:pathLst>
                <a:path w="38679" h="163226">
                  <a:moveTo>
                    <a:pt x="38679" y="595"/>
                  </a:moveTo>
                  <a:lnTo>
                    <a:pt x="36085" y="0"/>
                  </a:lnTo>
                  <a:lnTo>
                    <a:pt x="0" y="1632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0"/>
              <a:ext cx="36085" cy="167167"/>
            </a:xfrm>
            <a:custGeom>
              <a:avLst/>
              <a:pathLst>
                <a:path w="36085" h="167167">
                  <a:moveTo>
                    <a:pt x="36085" y="3941"/>
                  </a:moveTo>
                  <a:lnTo>
                    <a:pt x="28950" y="2525"/>
                  </a:lnTo>
                  <a:lnTo>
                    <a:pt x="21761" y="1422"/>
                  </a:lnTo>
                  <a:lnTo>
                    <a:pt x="14530" y="632"/>
                  </a:lnTo>
                  <a:lnTo>
                    <a:pt x="7272" y="15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14140" y="4213821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5" y="336"/>
                  </a:lnTo>
                  <a:lnTo>
                    <a:pt x="151258" y="756"/>
                  </a:lnTo>
                  <a:lnTo>
                    <a:pt x="145987" y="1344"/>
                  </a:lnTo>
                  <a:lnTo>
                    <a:pt x="140737" y="2099"/>
                  </a:lnTo>
                  <a:lnTo>
                    <a:pt x="135514" y="3020"/>
                  </a:lnTo>
                  <a:lnTo>
                    <a:pt x="130322" y="4106"/>
                  </a:lnTo>
                  <a:lnTo>
                    <a:pt x="125168" y="5356"/>
                  </a:lnTo>
                  <a:lnTo>
                    <a:pt x="120056" y="6769"/>
                  </a:lnTo>
                  <a:lnTo>
                    <a:pt x="114991" y="8344"/>
                  </a:lnTo>
                  <a:lnTo>
                    <a:pt x="109979" y="10078"/>
                  </a:lnTo>
                  <a:lnTo>
                    <a:pt x="105024" y="11971"/>
                  </a:lnTo>
                  <a:lnTo>
                    <a:pt x="100132" y="14020"/>
                  </a:lnTo>
                  <a:lnTo>
                    <a:pt x="95307" y="16223"/>
                  </a:lnTo>
                  <a:lnTo>
                    <a:pt x="90555" y="18578"/>
                  </a:lnTo>
                  <a:lnTo>
                    <a:pt x="85879" y="21083"/>
                  </a:lnTo>
                  <a:lnTo>
                    <a:pt x="81286" y="23734"/>
                  </a:lnTo>
                  <a:lnTo>
                    <a:pt x="76779" y="26530"/>
                  </a:lnTo>
                  <a:lnTo>
                    <a:pt x="72363" y="29468"/>
                  </a:lnTo>
                  <a:lnTo>
                    <a:pt x="68042" y="32544"/>
                  </a:lnTo>
                  <a:lnTo>
                    <a:pt x="63821" y="35756"/>
                  </a:lnTo>
                  <a:lnTo>
                    <a:pt x="59704" y="39100"/>
                  </a:lnTo>
                  <a:lnTo>
                    <a:pt x="55696" y="42573"/>
                  </a:lnTo>
                  <a:lnTo>
                    <a:pt x="51799" y="46171"/>
                  </a:lnTo>
                  <a:lnTo>
                    <a:pt x="48019" y="49891"/>
                  </a:lnTo>
                  <a:lnTo>
                    <a:pt x="44358" y="53730"/>
                  </a:lnTo>
                  <a:lnTo>
                    <a:pt x="40821" y="57682"/>
                  </a:lnTo>
                  <a:lnTo>
                    <a:pt x="37412" y="61745"/>
                  </a:lnTo>
                  <a:lnTo>
                    <a:pt x="34132" y="65914"/>
                  </a:lnTo>
                  <a:lnTo>
                    <a:pt x="30987" y="70184"/>
                  </a:lnTo>
                  <a:lnTo>
                    <a:pt x="27979" y="74553"/>
                  </a:lnTo>
                  <a:lnTo>
                    <a:pt x="25111" y="79014"/>
                  </a:lnTo>
                  <a:lnTo>
                    <a:pt x="22386" y="83564"/>
                  </a:lnTo>
                  <a:lnTo>
                    <a:pt x="19807" y="88199"/>
                  </a:lnTo>
                  <a:lnTo>
                    <a:pt x="17376" y="92913"/>
                  </a:lnTo>
                  <a:lnTo>
                    <a:pt x="15095" y="97702"/>
                  </a:lnTo>
                  <a:lnTo>
                    <a:pt x="12968" y="102560"/>
                  </a:lnTo>
                  <a:lnTo>
                    <a:pt x="10996" y="107484"/>
                  </a:lnTo>
                  <a:lnTo>
                    <a:pt x="9181" y="112468"/>
                  </a:lnTo>
                  <a:lnTo>
                    <a:pt x="7526" y="117506"/>
                  </a:lnTo>
                  <a:lnTo>
                    <a:pt x="6031" y="122595"/>
                  </a:lnTo>
                  <a:lnTo>
                    <a:pt x="4698" y="127729"/>
                  </a:lnTo>
                  <a:lnTo>
                    <a:pt x="3528" y="132902"/>
                  </a:lnTo>
                  <a:lnTo>
                    <a:pt x="2524" y="138110"/>
                  </a:lnTo>
                  <a:lnTo>
                    <a:pt x="1685" y="143347"/>
                  </a:lnTo>
                  <a:lnTo>
                    <a:pt x="1012" y="148608"/>
                  </a:lnTo>
                  <a:lnTo>
                    <a:pt x="507" y="153888"/>
                  </a:lnTo>
                  <a:lnTo>
                    <a:pt x="170" y="159181"/>
                  </a:lnTo>
                  <a:lnTo>
                    <a:pt x="1" y="164482"/>
                  </a:lnTo>
                  <a:lnTo>
                    <a:pt x="0" y="169786"/>
                  </a:lnTo>
                  <a:lnTo>
                    <a:pt x="167" y="175088"/>
                  </a:lnTo>
                  <a:lnTo>
                    <a:pt x="502" y="180381"/>
                  </a:lnTo>
                  <a:lnTo>
                    <a:pt x="1005" y="185661"/>
                  </a:lnTo>
                  <a:lnTo>
                    <a:pt x="1675" y="190922"/>
                  </a:lnTo>
                  <a:lnTo>
                    <a:pt x="2512" y="196160"/>
                  </a:lnTo>
                  <a:lnTo>
                    <a:pt x="3515" y="201368"/>
                  </a:lnTo>
                  <a:lnTo>
                    <a:pt x="4682" y="206542"/>
                  </a:lnTo>
                  <a:lnTo>
                    <a:pt x="6013" y="211676"/>
                  </a:lnTo>
                  <a:lnTo>
                    <a:pt x="7506" y="216765"/>
                  </a:lnTo>
                  <a:lnTo>
                    <a:pt x="9160" y="221805"/>
                  </a:lnTo>
                  <a:lnTo>
                    <a:pt x="10973" y="226789"/>
                  </a:lnTo>
                  <a:lnTo>
                    <a:pt x="12943" y="231714"/>
                  </a:lnTo>
                  <a:lnTo>
                    <a:pt x="15068" y="236573"/>
                  </a:lnTo>
                  <a:lnTo>
                    <a:pt x="17347" y="241363"/>
                  </a:lnTo>
                  <a:lnTo>
                    <a:pt x="19776" y="246078"/>
                  </a:lnTo>
                  <a:lnTo>
                    <a:pt x="22353" y="250713"/>
                  </a:lnTo>
                  <a:lnTo>
                    <a:pt x="25077" y="255264"/>
                  </a:lnTo>
                  <a:lnTo>
                    <a:pt x="27943" y="259727"/>
                  </a:lnTo>
                  <a:lnTo>
                    <a:pt x="30950" y="264097"/>
                  </a:lnTo>
                  <a:lnTo>
                    <a:pt x="34093" y="268369"/>
                  </a:lnTo>
                  <a:lnTo>
                    <a:pt x="37371" y="272539"/>
                  </a:lnTo>
                  <a:lnTo>
                    <a:pt x="40779" y="276603"/>
                  </a:lnTo>
                  <a:lnTo>
                    <a:pt x="44314" y="280556"/>
                  </a:lnTo>
                  <a:lnTo>
                    <a:pt x="47973" y="284396"/>
                  </a:lnTo>
                  <a:lnTo>
                    <a:pt x="51752" y="288118"/>
                  </a:lnTo>
                  <a:lnTo>
                    <a:pt x="55647" y="291718"/>
                  </a:lnTo>
                  <a:lnTo>
                    <a:pt x="59655" y="295192"/>
                  </a:lnTo>
                  <a:lnTo>
                    <a:pt x="63770" y="298538"/>
                  </a:lnTo>
                  <a:lnTo>
                    <a:pt x="67990" y="301751"/>
                  </a:lnTo>
                  <a:lnTo>
                    <a:pt x="72309" y="304829"/>
                  </a:lnTo>
                  <a:lnTo>
                    <a:pt x="76724" y="307768"/>
                  </a:lnTo>
                  <a:lnTo>
                    <a:pt x="81230" y="310566"/>
                  </a:lnTo>
                  <a:lnTo>
                    <a:pt x="85823" y="313220"/>
                  </a:lnTo>
                  <a:lnTo>
                    <a:pt x="90497" y="315726"/>
                  </a:lnTo>
                  <a:lnTo>
                    <a:pt x="95248" y="318083"/>
                  </a:lnTo>
                  <a:lnTo>
                    <a:pt x="100072" y="320288"/>
                  </a:lnTo>
                  <a:lnTo>
                    <a:pt x="104964" y="322339"/>
                  </a:lnTo>
                  <a:lnTo>
                    <a:pt x="109917" y="324233"/>
                  </a:lnTo>
                  <a:lnTo>
                    <a:pt x="114929" y="325970"/>
                  </a:lnTo>
                  <a:lnTo>
                    <a:pt x="119993" y="327546"/>
                  </a:lnTo>
                  <a:lnTo>
                    <a:pt x="125105" y="328961"/>
                  </a:lnTo>
                  <a:lnTo>
                    <a:pt x="130259" y="330214"/>
                  </a:lnTo>
                  <a:lnTo>
                    <a:pt x="135450" y="331302"/>
                  </a:lnTo>
                  <a:lnTo>
                    <a:pt x="140673" y="332225"/>
                  </a:lnTo>
                  <a:lnTo>
                    <a:pt x="145922" y="332982"/>
                  </a:lnTo>
                  <a:lnTo>
                    <a:pt x="151193" y="333571"/>
                  </a:lnTo>
                  <a:lnTo>
                    <a:pt x="156480" y="333994"/>
                  </a:lnTo>
                  <a:lnTo>
                    <a:pt x="161778" y="334248"/>
                  </a:lnTo>
                  <a:lnTo>
                    <a:pt x="167081" y="334334"/>
                  </a:lnTo>
                  <a:lnTo>
                    <a:pt x="172385" y="334252"/>
                  </a:lnTo>
                  <a:lnTo>
                    <a:pt x="177683" y="334002"/>
                  </a:lnTo>
                  <a:lnTo>
                    <a:pt x="182970" y="333584"/>
                  </a:lnTo>
                  <a:lnTo>
                    <a:pt x="188241" y="332998"/>
                  </a:lnTo>
                  <a:lnTo>
                    <a:pt x="193492" y="332245"/>
                  </a:lnTo>
                  <a:lnTo>
                    <a:pt x="198715" y="331326"/>
                  </a:lnTo>
                  <a:lnTo>
                    <a:pt x="203907" y="330242"/>
                  </a:lnTo>
                  <a:lnTo>
                    <a:pt x="209062" y="328994"/>
                  </a:lnTo>
                  <a:lnTo>
                    <a:pt x="214175" y="327583"/>
                  </a:lnTo>
                  <a:lnTo>
                    <a:pt x="219240" y="326010"/>
                  </a:lnTo>
                  <a:lnTo>
                    <a:pt x="224253" y="324278"/>
                  </a:lnTo>
                  <a:lnTo>
                    <a:pt x="229209" y="322387"/>
                  </a:lnTo>
                  <a:lnTo>
                    <a:pt x="234102" y="320340"/>
                  </a:lnTo>
                  <a:lnTo>
                    <a:pt x="238927" y="318139"/>
                  </a:lnTo>
                  <a:lnTo>
                    <a:pt x="243680" y="315786"/>
                  </a:lnTo>
                  <a:lnTo>
                    <a:pt x="248357" y="313283"/>
                  </a:lnTo>
                  <a:lnTo>
                    <a:pt x="252951" y="310633"/>
                  </a:lnTo>
                  <a:lnTo>
                    <a:pt x="257459" y="307839"/>
                  </a:lnTo>
                  <a:lnTo>
                    <a:pt x="261877" y="304903"/>
                  </a:lnTo>
                  <a:lnTo>
                    <a:pt x="266198" y="301828"/>
                  </a:lnTo>
                  <a:lnTo>
                    <a:pt x="270421" y="298618"/>
                  </a:lnTo>
                  <a:lnTo>
                    <a:pt x="274539" y="295276"/>
                  </a:lnTo>
                  <a:lnTo>
                    <a:pt x="278549" y="291804"/>
                  </a:lnTo>
                  <a:lnTo>
                    <a:pt x="282447" y="288207"/>
                  </a:lnTo>
                  <a:lnTo>
                    <a:pt x="286229" y="284489"/>
                  </a:lnTo>
                  <a:lnTo>
                    <a:pt x="289891" y="280652"/>
                  </a:lnTo>
                  <a:lnTo>
                    <a:pt x="293429" y="276701"/>
                  </a:lnTo>
                  <a:lnTo>
                    <a:pt x="296840" y="272640"/>
                  </a:lnTo>
                  <a:lnTo>
                    <a:pt x="300121" y="268472"/>
                  </a:lnTo>
                  <a:lnTo>
                    <a:pt x="303268" y="264203"/>
                  </a:lnTo>
                  <a:lnTo>
                    <a:pt x="306278" y="259835"/>
                  </a:lnTo>
                  <a:lnTo>
                    <a:pt x="309147" y="255375"/>
                  </a:lnTo>
                  <a:lnTo>
                    <a:pt x="311874" y="250826"/>
                  </a:lnTo>
                  <a:lnTo>
                    <a:pt x="314455" y="246192"/>
                  </a:lnTo>
                  <a:lnTo>
                    <a:pt x="316888" y="241479"/>
                  </a:lnTo>
                  <a:lnTo>
                    <a:pt x="319170" y="236691"/>
                  </a:lnTo>
                  <a:lnTo>
                    <a:pt x="321299" y="231834"/>
                  </a:lnTo>
                  <a:lnTo>
                    <a:pt x="323273" y="226911"/>
                  </a:lnTo>
                  <a:lnTo>
                    <a:pt x="325090" y="221928"/>
                  </a:lnTo>
                  <a:lnTo>
                    <a:pt x="326748" y="216890"/>
                  </a:lnTo>
                  <a:lnTo>
                    <a:pt x="328245" y="211801"/>
                  </a:lnTo>
                  <a:lnTo>
                    <a:pt x="329580" y="206668"/>
                  </a:lnTo>
                  <a:lnTo>
                    <a:pt x="330751" y="201495"/>
                  </a:lnTo>
                  <a:lnTo>
                    <a:pt x="331758" y="196288"/>
                  </a:lnTo>
                  <a:lnTo>
                    <a:pt x="332599" y="191051"/>
                  </a:lnTo>
                  <a:lnTo>
                    <a:pt x="333273" y="185790"/>
                  </a:lnTo>
                  <a:lnTo>
                    <a:pt x="333780" y="180511"/>
                  </a:lnTo>
                  <a:lnTo>
                    <a:pt x="334120" y="175218"/>
                  </a:lnTo>
                  <a:lnTo>
                    <a:pt x="334291" y="169916"/>
                  </a:lnTo>
                  <a:lnTo>
                    <a:pt x="334294" y="164613"/>
                  </a:lnTo>
                  <a:lnTo>
                    <a:pt x="334129" y="159311"/>
                  </a:lnTo>
                  <a:lnTo>
                    <a:pt x="333796" y="154018"/>
                  </a:lnTo>
                  <a:lnTo>
                    <a:pt x="333295" y="148738"/>
                  </a:lnTo>
                  <a:lnTo>
                    <a:pt x="332627" y="143476"/>
                  </a:lnTo>
                  <a:lnTo>
                    <a:pt x="331792" y="138238"/>
                  </a:lnTo>
                  <a:lnTo>
                    <a:pt x="330791" y="133030"/>
                  </a:lnTo>
                  <a:lnTo>
                    <a:pt x="329626" y="127855"/>
                  </a:lnTo>
                  <a:lnTo>
                    <a:pt x="328297" y="122721"/>
                  </a:lnTo>
                  <a:lnTo>
                    <a:pt x="326806" y="117631"/>
                  </a:lnTo>
                  <a:lnTo>
                    <a:pt x="325154" y="112591"/>
                  </a:lnTo>
                  <a:lnTo>
                    <a:pt x="323343" y="107605"/>
                  </a:lnTo>
                  <a:lnTo>
                    <a:pt x="321375" y="102680"/>
                  </a:lnTo>
                  <a:lnTo>
                    <a:pt x="319251" y="97820"/>
                  </a:lnTo>
                  <a:lnTo>
                    <a:pt x="316975" y="93029"/>
                  </a:lnTo>
                  <a:lnTo>
                    <a:pt x="314548" y="88314"/>
                  </a:lnTo>
                  <a:lnTo>
                    <a:pt x="311972" y="83677"/>
                  </a:lnTo>
                  <a:lnTo>
                    <a:pt x="309250" y="79125"/>
                  </a:lnTo>
                  <a:lnTo>
                    <a:pt x="306386" y="74661"/>
                  </a:lnTo>
                  <a:lnTo>
                    <a:pt x="303381" y="70290"/>
                  </a:lnTo>
                  <a:lnTo>
                    <a:pt x="300239" y="66017"/>
                  </a:lnTo>
                  <a:lnTo>
                    <a:pt x="296963" y="61846"/>
                  </a:lnTo>
                  <a:lnTo>
                    <a:pt x="293557" y="57780"/>
                  </a:lnTo>
                  <a:lnTo>
                    <a:pt x="290023" y="53825"/>
                  </a:lnTo>
                  <a:lnTo>
                    <a:pt x="286365" y="49984"/>
                  </a:lnTo>
                  <a:lnTo>
                    <a:pt x="282588" y="46261"/>
                  </a:lnTo>
                  <a:lnTo>
                    <a:pt x="278694" y="42660"/>
                  </a:lnTo>
                  <a:lnTo>
                    <a:pt x="274688" y="39184"/>
                  </a:lnTo>
                  <a:lnTo>
                    <a:pt x="270574" y="35836"/>
                  </a:lnTo>
                  <a:lnTo>
                    <a:pt x="266355" y="32621"/>
                  </a:lnTo>
                  <a:lnTo>
                    <a:pt x="262037" y="29542"/>
                  </a:lnTo>
                  <a:lnTo>
                    <a:pt x="257623" y="26601"/>
                  </a:lnTo>
                  <a:lnTo>
                    <a:pt x="253119" y="23801"/>
                  </a:lnTo>
                  <a:lnTo>
                    <a:pt x="248527" y="21146"/>
                  </a:lnTo>
                  <a:lnTo>
                    <a:pt x="243854" y="18638"/>
                  </a:lnTo>
                  <a:lnTo>
                    <a:pt x="239103" y="16279"/>
                  </a:lnTo>
                  <a:lnTo>
                    <a:pt x="234280" y="14072"/>
                  </a:lnTo>
                  <a:lnTo>
                    <a:pt x="229390" y="12019"/>
                  </a:lnTo>
                  <a:lnTo>
                    <a:pt x="224436" y="10123"/>
                  </a:lnTo>
                  <a:lnTo>
                    <a:pt x="219426" y="8385"/>
                  </a:lnTo>
                  <a:lnTo>
                    <a:pt x="214362" y="6806"/>
                  </a:lnTo>
                  <a:lnTo>
                    <a:pt x="209251" y="5389"/>
                  </a:lnTo>
                  <a:lnTo>
                    <a:pt x="204098" y="4135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7956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7388"/>
              <a:ext cx="36951" cy="163600"/>
            </a:xfrm>
            <a:custGeom>
              <a:avLst/>
              <a:pathLst>
                <a:path w="36951" h="163600">
                  <a:moveTo>
                    <a:pt x="36951" y="567"/>
                  </a:moveTo>
                  <a:lnTo>
                    <a:pt x="34351" y="0"/>
                  </a:lnTo>
                  <a:lnTo>
                    <a:pt x="0" y="1636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1"/>
              <a:ext cx="34351" cy="167167"/>
            </a:xfrm>
            <a:custGeom>
              <a:avLst/>
              <a:pathLst>
                <a:path w="34351" h="167167">
                  <a:moveTo>
                    <a:pt x="34351" y="3567"/>
                  </a:moveTo>
                  <a:lnTo>
                    <a:pt x="27551" y="2286"/>
                  </a:lnTo>
                  <a:lnTo>
                    <a:pt x="20705" y="1287"/>
                  </a:lnTo>
                  <a:lnTo>
                    <a:pt x="13823" y="572"/>
                  </a:lnTo>
                  <a:lnTo>
                    <a:pt x="6917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19367" y="4659281"/>
              <a:ext cx="167157" cy="227019"/>
            </a:xfrm>
            <a:custGeom>
              <a:avLst/>
              <a:pathLst>
                <a:path w="167157" h="227019">
                  <a:moveTo>
                    <a:pt x="167157" y="0"/>
                  </a:moveTo>
                  <a:lnTo>
                    <a:pt x="161761" y="87"/>
                  </a:lnTo>
                  <a:lnTo>
                    <a:pt x="156371" y="348"/>
                  </a:lnTo>
                  <a:lnTo>
                    <a:pt x="150992" y="783"/>
                  </a:lnTo>
                  <a:lnTo>
                    <a:pt x="145630" y="1391"/>
                  </a:lnTo>
                  <a:lnTo>
                    <a:pt x="140291" y="2172"/>
                  </a:lnTo>
                  <a:lnTo>
                    <a:pt x="134979" y="3126"/>
                  </a:lnTo>
                  <a:lnTo>
                    <a:pt x="129701" y="4250"/>
                  </a:lnTo>
                  <a:lnTo>
                    <a:pt x="124462" y="5544"/>
                  </a:lnTo>
                  <a:lnTo>
                    <a:pt x="119268" y="7006"/>
                  </a:lnTo>
                  <a:lnTo>
                    <a:pt x="114123" y="8635"/>
                  </a:lnTo>
                  <a:lnTo>
                    <a:pt x="109034" y="10429"/>
                  </a:lnTo>
                  <a:lnTo>
                    <a:pt x="104005" y="12387"/>
                  </a:lnTo>
                  <a:lnTo>
                    <a:pt x="99042" y="14506"/>
                  </a:lnTo>
                  <a:lnTo>
                    <a:pt x="94150" y="16784"/>
                  </a:lnTo>
                  <a:lnTo>
                    <a:pt x="89334" y="19219"/>
                  </a:lnTo>
                  <a:lnTo>
                    <a:pt x="84599" y="21808"/>
                  </a:lnTo>
                  <a:lnTo>
                    <a:pt x="79951" y="24548"/>
                  </a:lnTo>
                  <a:lnTo>
                    <a:pt x="75393" y="27437"/>
                  </a:lnTo>
                  <a:lnTo>
                    <a:pt x="70931" y="30472"/>
                  </a:lnTo>
                  <a:lnTo>
                    <a:pt x="66569" y="33649"/>
                  </a:lnTo>
                  <a:lnTo>
                    <a:pt x="62311" y="36965"/>
                  </a:lnTo>
                  <a:lnTo>
                    <a:pt x="58164" y="40417"/>
                  </a:lnTo>
                  <a:lnTo>
                    <a:pt x="54129" y="44001"/>
                  </a:lnTo>
                  <a:lnTo>
                    <a:pt x="50213" y="47714"/>
                  </a:lnTo>
                  <a:lnTo>
                    <a:pt x="46418" y="51551"/>
                  </a:lnTo>
                  <a:lnTo>
                    <a:pt x="42749" y="55508"/>
                  </a:lnTo>
                  <a:lnTo>
                    <a:pt x="39210" y="59582"/>
                  </a:lnTo>
                  <a:lnTo>
                    <a:pt x="35804" y="63768"/>
                  </a:lnTo>
                  <a:lnTo>
                    <a:pt x="32535" y="68061"/>
                  </a:lnTo>
                  <a:lnTo>
                    <a:pt x="29406" y="72458"/>
                  </a:lnTo>
                  <a:lnTo>
                    <a:pt x="26421" y="76953"/>
                  </a:lnTo>
                  <a:lnTo>
                    <a:pt x="23583" y="81543"/>
                  </a:lnTo>
                  <a:lnTo>
                    <a:pt x="20894" y="86222"/>
                  </a:lnTo>
                  <a:lnTo>
                    <a:pt x="18357" y="90985"/>
                  </a:lnTo>
                  <a:lnTo>
                    <a:pt x="15976" y="95827"/>
                  </a:lnTo>
                  <a:lnTo>
                    <a:pt x="13752" y="100744"/>
                  </a:lnTo>
                  <a:lnTo>
                    <a:pt x="11688" y="105730"/>
                  </a:lnTo>
                  <a:lnTo>
                    <a:pt x="9786" y="110780"/>
                  </a:lnTo>
                  <a:lnTo>
                    <a:pt x="8048" y="115889"/>
                  </a:lnTo>
                  <a:lnTo>
                    <a:pt x="6476" y="121051"/>
                  </a:lnTo>
                  <a:lnTo>
                    <a:pt x="5071" y="126262"/>
                  </a:lnTo>
                  <a:lnTo>
                    <a:pt x="3835" y="131515"/>
                  </a:lnTo>
                  <a:lnTo>
                    <a:pt x="2770" y="136805"/>
                  </a:lnTo>
                  <a:lnTo>
                    <a:pt x="1875" y="142127"/>
                  </a:lnTo>
                  <a:lnTo>
                    <a:pt x="1153" y="147474"/>
                  </a:lnTo>
                  <a:lnTo>
                    <a:pt x="604" y="152843"/>
                  </a:lnTo>
                  <a:lnTo>
                    <a:pt x="229" y="158226"/>
                  </a:lnTo>
                  <a:lnTo>
                    <a:pt x="27" y="163619"/>
                  </a:lnTo>
                  <a:lnTo>
                    <a:pt x="0" y="169015"/>
                  </a:lnTo>
                  <a:lnTo>
                    <a:pt x="146" y="174409"/>
                  </a:lnTo>
                  <a:lnTo>
                    <a:pt x="467" y="179796"/>
                  </a:lnTo>
                  <a:lnTo>
                    <a:pt x="962" y="185170"/>
                  </a:lnTo>
                  <a:lnTo>
                    <a:pt x="1629" y="190525"/>
                  </a:lnTo>
                  <a:lnTo>
                    <a:pt x="2469" y="195855"/>
                  </a:lnTo>
                  <a:lnTo>
                    <a:pt x="3481" y="201156"/>
                  </a:lnTo>
                  <a:lnTo>
                    <a:pt x="4664" y="206421"/>
                  </a:lnTo>
                  <a:lnTo>
                    <a:pt x="6015" y="211646"/>
                  </a:lnTo>
                  <a:lnTo>
                    <a:pt x="7535" y="216824"/>
                  </a:lnTo>
                  <a:lnTo>
                    <a:pt x="9221" y="221950"/>
                  </a:lnTo>
                  <a:lnTo>
                    <a:pt x="11071" y="227019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30439" y="4826449"/>
              <a:ext cx="156085" cy="59852"/>
            </a:xfrm>
            <a:custGeom>
              <a:avLst/>
              <a:pathLst>
                <a:path w="156085" h="59852">
                  <a:moveTo>
                    <a:pt x="0" y="59852"/>
                  </a:moveTo>
                  <a:lnTo>
                    <a:pt x="1560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30439" y="4826449"/>
              <a:ext cx="156085" cy="59852"/>
            </a:xfrm>
            <a:custGeom>
              <a:avLst/>
              <a:pathLst>
                <a:path w="156085" h="59852">
                  <a:moveTo>
                    <a:pt x="0" y="59852"/>
                  </a:moveTo>
                  <a:lnTo>
                    <a:pt x="1560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30439" y="4826449"/>
              <a:ext cx="156085" cy="59852"/>
            </a:xfrm>
            <a:custGeom>
              <a:avLst/>
              <a:pathLst>
                <a:path w="156085" h="59852">
                  <a:moveTo>
                    <a:pt x="0" y="59852"/>
                  </a:moveTo>
                  <a:lnTo>
                    <a:pt x="15608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30439" y="4826449"/>
              <a:ext cx="156085" cy="59852"/>
            </a:xfrm>
            <a:custGeom>
              <a:avLst/>
              <a:pathLst>
                <a:path w="156085" h="59852">
                  <a:moveTo>
                    <a:pt x="0" y="59852"/>
                  </a:moveTo>
                  <a:lnTo>
                    <a:pt x="1560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30439" y="4826449"/>
              <a:ext cx="156085" cy="59852"/>
            </a:xfrm>
            <a:custGeom>
              <a:avLst/>
              <a:pathLst>
                <a:path w="156085" h="59852">
                  <a:moveTo>
                    <a:pt x="0" y="59852"/>
                  </a:moveTo>
                  <a:lnTo>
                    <a:pt x="1560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30439" y="4826449"/>
              <a:ext cx="156085" cy="59852"/>
            </a:xfrm>
            <a:custGeom>
              <a:avLst/>
              <a:pathLst>
                <a:path w="156085" h="59852">
                  <a:moveTo>
                    <a:pt x="0" y="59852"/>
                  </a:moveTo>
                  <a:lnTo>
                    <a:pt x="1560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30439" y="4826449"/>
              <a:ext cx="156085" cy="59852"/>
            </a:xfrm>
            <a:custGeom>
              <a:avLst/>
              <a:pathLst>
                <a:path w="156085" h="59852">
                  <a:moveTo>
                    <a:pt x="0" y="59852"/>
                  </a:moveTo>
                  <a:lnTo>
                    <a:pt x="1560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30439" y="4826449"/>
              <a:ext cx="156085" cy="59852"/>
            </a:xfrm>
            <a:custGeom>
              <a:avLst/>
              <a:pathLst>
                <a:path w="156085" h="59852">
                  <a:moveTo>
                    <a:pt x="0" y="59852"/>
                  </a:moveTo>
                  <a:lnTo>
                    <a:pt x="1560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30439" y="4826449"/>
              <a:ext cx="156085" cy="59852"/>
            </a:xfrm>
            <a:custGeom>
              <a:avLst/>
              <a:pathLst>
                <a:path w="156085" h="59852">
                  <a:moveTo>
                    <a:pt x="0" y="59852"/>
                  </a:moveTo>
                  <a:lnTo>
                    <a:pt x="1560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30439" y="4826449"/>
              <a:ext cx="156085" cy="87647"/>
            </a:xfrm>
            <a:custGeom>
              <a:avLst/>
              <a:pathLst>
                <a:path w="156085" h="87647">
                  <a:moveTo>
                    <a:pt x="0" y="59852"/>
                  </a:moveTo>
                  <a:lnTo>
                    <a:pt x="2946" y="67032"/>
                  </a:lnTo>
                  <a:lnTo>
                    <a:pt x="6222" y="74068"/>
                  </a:lnTo>
                  <a:lnTo>
                    <a:pt x="9822" y="80945"/>
                  </a:lnTo>
                  <a:lnTo>
                    <a:pt x="13737" y="87647"/>
                  </a:lnTo>
                  <a:lnTo>
                    <a:pt x="15608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44177" y="4659281"/>
              <a:ext cx="309497" cy="334334"/>
            </a:xfrm>
            <a:custGeom>
              <a:avLst/>
              <a:pathLst>
                <a:path w="309497" h="334334">
                  <a:moveTo>
                    <a:pt x="0" y="254814"/>
                  </a:moveTo>
                  <a:lnTo>
                    <a:pt x="2854" y="259290"/>
                  </a:lnTo>
                  <a:lnTo>
                    <a:pt x="5850" y="263673"/>
                  </a:lnTo>
                  <a:lnTo>
                    <a:pt x="8983" y="267959"/>
                  </a:lnTo>
                  <a:lnTo>
                    <a:pt x="12251" y="272143"/>
                  </a:lnTo>
                  <a:lnTo>
                    <a:pt x="15650" y="276221"/>
                  </a:lnTo>
                  <a:lnTo>
                    <a:pt x="19177" y="280189"/>
                  </a:lnTo>
                  <a:lnTo>
                    <a:pt x="22828" y="284043"/>
                  </a:lnTo>
                  <a:lnTo>
                    <a:pt x="26600" y="287779"/>
                  </a:lnTo>
                  <a:lnTo>
                    <a:pt x="30488" y="291394"/>
                  </a:lnTo>
                  <a:lnTo>
                    <a:pt x="34489" y="294883"/>
                  </a:lnTo>
                  <a:lnTo>
                    <a:pt x="38599" y="298244"/>
                  </a:lnTo>
                  <a:lnTo>
                    <a:pt x="42814" y="301472"/>
                  </a:lnTo>
                  <a:lnTo>
                    <a:pt x="47128" y="304565"/>
                  </a:lnTo>
                  <a:lnTo>
                    <a:pt x="51539" y="307520"/>
                  </a:lnTo>
                  <a:lnTo>
                    <a:pt x="56042" y="310332"/>
                  </a:lnTo>
                  <a:lnTo>
                    <a:pt x="60632" y="313001"/>
                  </a:lnTo>
                  <a:lnTo>
                    <a:pt x="65304" y="315522"/>
                  </a:lnTo>
                  <a:lnTo>
                    <a:pt x="70053" y="317894"/>
                  </a:lnTo>
                  <a:lnTo>
                    <a:pt x="74876" y="320113"/>
                  </a:lnTo>
                  <a:lnTo>
                    <a:pt x="79767" y="322179"/>
                  </a:lnTo>
                  <a:lnTo>
                    <a:pt x="84721" y="324088"/>
                  </a:lnTo>
                  <a:lnTo>
                    <a:pt x="89732" y="325838"/>
                  </a:lnTo>
                  <a:lnTo>
                    <a:pt x="94797" y="327429"/>
                  </a:lnTo>
                  <a:lnTo>
                    <a:pt x="99910" y="328858"/>
                  </a:lnTo>
                  <a:lnTo>
                    <a:pt x="105066" y="330124"/>
                  </a:lnTo>
                  <a:lnTo>
                    <a:pt x="110260" y="331226"/>
                  </a:lnTo>
                  <a:lnTo>
                    <a:pt x="115485" y="332162"/>
                  </a:lnTo>
                  <a:lnTo>
                    <a:pt x="120738" y="332932"/>
                  </a:lnTo>
                  <a:lnTo>
                    <a:pt x="126013" y="333534"/>
                  </a:lnTo>
                  <a:lnTo>
                    <a:pt x="131304" y="333969"/>
                  </a:lnTo>
                  <a:lnTo>
                    <a:pt x="136606" y="334236"/>
                  </a:lnTo>
                  <a:lnTo>
                    <a:pt x="141914" y="334334"/>
                  </a:lnTo>
                  <a:lnTo>
                    <a:pt x="147223" y="334263"/>
                  </a:lnTo>
                  <a:lnTo>
                    <a:pt x="152526" y="334024"/>
                  </a:lnTo>
                  <a:lnTo>
                    <a:pt x="157819" y="333617"/>
                  </a:lnTo>
                  <a:lnTo>
                    <a:pt x="163097" y="333042"/>
                  </a:lnTo>
                  <a:lnTo>
                    <a:pt x="168354" y="332299"/>
                  </a:lnTo>
                  <a:lnTo>
                    <a:pt x="173584" y="331390"/>
                  </a:lnTo>
                  <a:lnTo>
                    <a:pt x="178783" y="330315"/>
                  </a:lnTo>
                  <a:lnTo>
                    <a:pt x="183945" y="329076"/>
                  </a:lnTo>
                  <a:lnTo>
                    <a:pt x="189066" y="327673"/>
                  </a:lnTo>
                  <a:lnTo>
                    <a:pt x="194139" y="326109"/>
                  </a:lnTo>
                  <a:lnTo>
                    <a:pt x="199160" y="324384"/>
                  </a:lnTo>
                  <a:lnTo>
                    <a:pt x="204124" y="322501"/>
                  </a:lnTo>
                  <a:lnTo>
                    <a:pt x="209025" y="320461"/>
                  </a:lnTo>
                  <a:lnTo>
                    <a:pt x="213859" y="318266"/>
                  </a:lnTo>
                  <a:lnTo>
                    <a:pt x="218621" y="315919"/>
                  </a:lnTo>
                  <a:lnTo>
                    <a:pt x="223306" y="313422"/>
                  </a:lnTo>
                  <a:lnTo>
                    <a:pt x="227909" y="310778"/>
                  </a:lnTo>
                  <a:lnTo>
                    <a:pt x="232426" y="307989"/>
                  </a:lnTo>
                  <a:lnTo>
                    <a:pt x="236853" y="305057"/>
                  </a:lnTo>
                  <a:lnTo>
                    <a:pt x="241184" y="301987"/>
                  </a:lnTo>
                  <a:lnTo>
                    <a:pt x="245415" y="298780"/>
                  </a:lnTo>
                  <a:lnTo>
                    <a:pt x="249542" y="295441"/>
                  </a:lnTo>
                  <a:lnTo>
                    <a:pt x="253561" y="291972"/>
                  </a:lnTo>
                  <a:lnTo>
                    <a:pt x="257468" y="288378"/>
                  </a:lnTo>
                  <a:lnTo>
                    <a:pt x="261259" y="284661"/>
                  </a:lnTo>
                  <a:lnTo>
                    <a:pt x="264930" y="280826"/>
                  </a:lnTo>
                  <a:lnTo>
                    <a:pt x="268478" y="276876"/>
                  </a:lnTo>
                  <a:lnTo>
                    <a:pt x="271898" y="272816"/>
                  </a:lnTo>
                  <a:lnTo>
                    <a:pt x="275187" y="268649"/>
                  </a:lnTo>
                  <a:lnTo>
                    <a:pt x="278343" y="264379"/>
                  </a:lnTo>
                  <a:lnTo>
                    <a:pt x="281361" y="260012"/>
                  </a:lnTo>
                  <a:lnTo>
                    <a:pt x="284239" y="255551"/>
                  </a:lnTo>
                  <a:lnTo>
                    <a:pt x="286974" y="251001"/>
                  </a:lnTo>
                  <a:lnTo>
                    <a:pt x="289563" y="246366"/>
                  </a:lnTo>
                  <a:lnTo>
                    <a:pt x="292004" y="241651"/>
                  </a:lnTo>
                  <a:lnTo>
                    <a:pt x="294294" y="236862"/>
                  </a:lnTo>
                  <a:lnTo>
                    <a:pt x="296430" y="232002"/>
                  </a:lnTo>
                  <a:lnTo>
                    <a:pt x="298411" y="227076"/>
                  </a:lnTo>
                  <a:lnTo>
                    <a:pt x="300235" y="222090"/>
                  </a:lnTo>
                  <a:lnTo>
                    <a:pt x="301899" y="217049"/>
                  </a:lnTo>
                  <a:lnTo>
                    <a:pt x="303403" y="211957"/>
                  </a:lnTo>
                  <a:lnTo>
                    <a:pt x="304744" y="206821"/>
                  </a:lnTo>
                  <a:lnTo>
                    <a:pt x="305921" y="201644"/>
                  </a:lnTo>
                  <a:lnTo>
                    <a:pt x="306933" y="196432"/>
                  </a:lnTo>
                  <a:lnTo>
                    <a:pt x="307780" y="191191"/>
                  </a:lnTo>
                  <a:lnTo>
                    <a:pt x="308459" y="185926"/>
                  </a:lnTo>
                  <a:lnTo>
                    <a:pt x="308971" y="180642"/>
                  </a:lnTo>
                  <a:lnTo>
                    <a:pt x="309315" y="175344"/>
                  </a:lnTo>
                  <a:lnTo>
                    <a:pt x="309490" y="170038"/>
                  </a:lnTo>
                  <a:lnTo>
                    <a:pt x="309497" y="164729"/>
                  </a:lnTo>
                  <a:lnTo>
                    <a:pt x="309335" y="159423"/>
                  </a:lnTo>
                  <a:lnTo>
                    <a:pt x="309005" y="154124"/>
                  </a:lnTo>
                  <a:lnTo>
                    <a:pt x="308507" y="148839"/>
                  </a:lnTo>
                  <a:lnTo>
                    <a:pt x="307841" y="143572"/>
                  </a:lnTo>
                  <a:lnTo>
                    <a:pt x="307009" y="138328"/>
                  </a:lnTo>
                  <a:lnTo>
                    <a:pt x="306010" y="133114"/>
                  </a:lnTo>
                  <a:lnTo>
                    <a:pt x="304846" y="127934"/>
                  </a:lnTo>
                  <a:lnTo>
                    <a:pt x="303518" y="122794"/>
                  </a:lnTo>
                  <a:lnTo>
                    <a:pt x="302028" y="117699"/>
                  </a:lnTo>
                  <a:lnTo>
                    <a:pt x="300377" y="112653"/>
                  </a:lnTo>
                  <a:lnTo>
                    <a:pt x="298566" y="107663"/>
                  </a:lnTo>
                  <a:lnTo>
                    <a:pt x="296598" y="102732"/>
                  </a:lnTo>
                  <a:lnTo>
                    <a:pt x="294474" y="97866"/>
                  </a:lnTo>
                  <a:lnTo>
                    <a:pt x="292196" y="93071"/>
                  </a:lnTo>
                  <a:lnTo>
                    <a:pt x="289768" y="88350"/>
                  </a:lnTo>
                  <a:lnTo>
                    <a:pt x="287191" y="83708"/>
                  </a:lnTo>
                  <a:lnTo>
                    <a:pt x="284468" y="79151"/>
                  </a:lnTo>
                  <a:lnTo>
                    <a:pt x="281601" y="74683"/>
                  </a:lnTo>
                  <a:lnTo>
                    <a:pt x="278594" y="70307"/>
                  </a:lnTo>
                  <a:lnTo>
                    <a:pt x="275450" y="66030"/>
                  </a:lnTo>
                  <a:lnTo>
                    <a:pt x="272171" y="61854"/>
                  </a:lnTo>
                  <a:lnTo>
                    <a:pt x="268762" y="57785"/>
                  </a:lnTo>
                  <a:lnTo>
                    <a:pt x="265224" y="53826"/>
                  </a:lnTo>
                  <a:lnTo>
                    <a:pt x="261563" y="49981"/>
                  </a:lnTo>
                  <a:lnTo>
                    <a:pt x="257782" y="46255"/>
                  </a:lnTo>
                  <a:lnTo>
                    <a:pt x="253885" y="42650"/>
                  </a:lnTo>
                  <a:lnTo>
                    <a:pt x="249874" y="39171"/>
                  </a:lnTo>
                  <a:lnTo>
                    <a:pt x="245756" y="35821"/>
                  </a:lnTo>
                  <a:lnTo>
                    <a:pt x="241533" y="32604"/>
                  </a:lnTo>
                  <a:lnTo>
                    <a:pt x="237210" y="29522"/>
                  </a:lnTo>
                  <a:lnTo>
                    <a:pt x="232791" y="26579"/>
                  </a:lnTo>
                  <a:lnTo>
                    <a:pt x="228281" y="23778"/>
                  </a:lnTo>
                  <a:lnTo>
                    <a:pt x="223685" y="21122"/>
                  </a:lnTo>
                  <a:lnTo>
                    <a:pt x="219006" y="18613"/>
                  </a:lnTo>
                  <a:lnTo>
                    <a:pt x="214250" y="16253"/>
                  </a:lnTo>
                  <a:lnTo>
                    <a:pt x="209422" y="14046"/>
                  </a:lnTo>
                  <a:lnTo>
                    <a:pt x="204526" y="11994"/>
                  </a:lnTo>
                  <a:lnTo>
                    <a:pt x="199567" y="10097"/>
                  </a:lnTo>
                  <a:lnTo>
                    <a:pt x="194551" y="8360"/>
                  </a:lnTo>
                  <a:lnTo>
                    <a:pt x="189482" y="6782"/>
                  </a:lnTo>
                  <a:lnTo>
                    <a:pt x="184365" y="5366"/>
                  </a:lnTo>
                  <a:lnTo>
                    <a:pt x="179206" y="4114"/>
                  </a:lnTo>
                  <a:lnTo>
                    <a:pt x="174010" y="3025"/>
                  </a:lnTo>
                  <a:lnTo>
                    <a:pt x="168782" y="2103"/>
                  </a:lnTo>
                  <a:lnTo>
                    <a:pt x="163527" y="1347"/>
                  </a:lnTo>
                  <a:lnTo>
                    <a:pt x="158251" y="758"/>
                  </a:lnTo>
                  <a:lnTo>
                    <a:pt x="152959" y="337"/>
                  </a:lnTo>
                  <a:lnTo>
                    <a:pt x="147656" y="84"/>
                  </a:lnTo>
                  <a:lnTo>
                    <a:pt x="142347" y="0"/>
                  </a:lnTo>
                  <a:lnTo>
                    <a:pt x="1423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5172" y="5018213"/>
              <a:ext cx="3548" cy="167167"/>
            </a:xfrm>
            <a:custGeom>
              <a:avLst/>
              <a:pathLst>
                <a:path w="3548" h="167167">
                  <a:moveTo>
                    <a:pt x="3548" y="0"/>
                  </a:moveTo>
                  <a:lnTo>
                    <a:pt x="0" y="37"/>
                  </a:lnTo>
                  <a:lnTo>
                    <a:pt x="354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5172" y="5018251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321553" y="5018251"/>
              <a:ext cx="334333" cy="334278"/>
            </a:xfrm>
            <a:custGeom>
              <a:avLst/>
              <a:pathLst>
                <a:path w="334333" h="334278">
                  <a:moveTo>
                    <a:pt x="163618" y="0"/>
                  </a:moveTo>
                  <a:lnTo>
                    <a:pt x="158328" y="196"/>
                  </a:lnTo>
                  <a:lnTo>
                    <a:pt x="153047" y="559"/>
                  </a:lnTo>
                  <a:lnTo>
                    <a:pt x="147780" y="1090"/>
                  </a:lnTo>
                  <a:lnTo>
                    <a:pt x="142532" y="1787"/>
                  </a:lnTo>
                  <a:lnTo>
                    <a:pt x="137309" y="2650"/>
                  </a:lnTo>
                  <a:lnTo>
                    <a:pt x="132116" y="3678"/>
                  </a:lnTo>
                  <a:lnTo>
                    <a:pt x="126958" y="4870"/>
                  </a:lnTo>
                  <a:lnTo>
                    <a:pt x="121840" y="6224"/>
                  </a:lnTo>
                  <a:lnTo>
                    <a:pt x="116768" y="7740"/>
                  </a:lnTo>
                  <a:lnTo>
                    <a:pt x="111746" y="9416"/>
                  </a:lnTo>
                  <a:lnTo>
                    <a:pt x="106780" y="11250"/>
                  </a:lnTo>
                  <a:lnTo>
                    <a:pt x="101875" y="13240"/>
                  </a:lnTo>
                  <a:lnTo>
                    <a:pt x="97035" y="15384"/>
                  </a:lnTo>
                  <a:lnTo>
                    <a:pt x="92265" y="17681"/>
                  </a:lnTo>
                  <a:lnTo>
                    <a:pt x="87571" y="20128"/>
                  </a:lnTo>
                  <a:lnTo>
                    <a:pt x="82956" y="22722"/>
                  </a:lnTo>
                  <a:lnTo>
                    <a:pt x="78425" y="25461"/>
                  </a:lnTo>
                  <a:lnTo>
                    <a:pt x="73984" y="28342"/>
                  </a:lnTo>
                  <a:lnTo>
                    <a:pt x="69636" y="31362"/>
                  </a:lnTo>
                  <a:lnTo>
                    <a:pt x="65386" y="34518"/>
                  </a:lnTo>
                  <a:lnTo>
                    <a:pt x="61238" y="37807"/>
                  </a:lnTo>
                  <a:lnTo>
                    <a:pt x="57197" y="41226"/>
                  </a:lnTo>
                  <a:lnTo>
                    <a:pt x="53265" y="44771"/>
                  </a:lnTo>
                  <a:lnTo>
                    <a:pt x="49448" y="48439"/>
                  </a:lnTo>
                  <a:lnTo>
                    <a:pt x="45749" y="52226"/>
                  </a:lnTo>
                  <a:lnTo>
                    <a:pt x="42171" y="56129"/>
                  </a:lnTo>
                  <a:lnTo>
                    <a:pt x="38719" y="60142"/>
                  </a:lnTo>
                  <a:lnTo>
                    <a:pt x="35396" y="64263"/>
                  </a:lnTo>
                  <a:lnTo>
                    <a:pt x="32205" y="68487"/>
                  </a:lnTo>
                  <a:lnTo>
                    <a:pt x="29149" y="72810"/>
                  </a:lnTo>
                  <a:lnTo>
                    <a:pt x="26232" y="77227"/>
                  </a:lnTo>
                  <a:lnTo>
                    <a:pt x="23456" y="81735"/>
                  </a:lnTo>
                  <a:lnTo>
                    <a:pt x="20824" y="86328"/>
                  </a:lnTo>
                  <a:lnTo>
                    <a:pt x="18339" y="91002"/>
                  </a:lnTo>
                  <a:lnTo>
                    <a:pt x="16003" y="95753"/>
                  </a:lnTo>
                  <a:lnTo>
                    <a:pt x="13819" y="100575"/>
                  </a:lnTo>
                  <a:lnTo>
                    <a:pt x="11788" y="105464"/>
                  </a:lnTo>
                  <a:lnTo>
                    <a:pt x="9914" y="110415"/>
                  </a:lnTo>
                  <a:lnTo>
                    <a:pt x="8197" y="115423"/>
                  </a:lnTo>
                  <a:lnTo>
                    <a:pt x="6639" y="120482"/>
                  </a:lnTo>
                  <a:lnTo>
                    <a:pt x="5243" y="125589"/>
                  </a:lnTo>
                  <a:lnTo>
                    <a:pt x="4009" y="130737"/>
                  </a:lnTo>
                  <a:lnTo>
                    <a:pt x="2938" y="135921"/>
                  </a:lnTo>
                  <a:lnTo>
                    <a:pt x="2032" y="141137"/>
                  </a:lnTo>
                  <a:lnTo>
                    <a:pt x="1292" y="146379"/>
                  </a:lnTo>
                  <a:lnTo>
                    <a:pt x="718" y="151641"/>
                  </a:lnTo>
                  <a:lnTo>
                    <a:pt x="311" y="156920"/>
                  </a:lnTo>
                  <a:lnTo>
                    <a:pt x="72" y="162208"/>
                  </a:lnTo>
                  <a:lnTo>
                    <a:pt x="0" y="167501"/>
                  </a:lnTo>
                  <a:lnTo>
                    <a:pt x="95" y="172794"/>
                  </a:lnTo>
                  <a:lnTo>
                    <a:pt x="358" y="178082"/>
                  </a:lnTo>
                  <a:lnTo>
                    <a:pt x="789" y="183358"/>
                  </a:lnTo>
                  <a:lnTo>
                    <a:pt x="1386" y="188618"/>
                  </a:lnTo>
                  <a:lnTo>
                    <a:pt x="2150" y="193856"/>
                  </a:lnTo>
                  <a:lnTo>
                    <a:pt x="3079" y="199068"/>
                  </a:lnTo>
                  <a:lnTo>
                    <a:pt x="4172" y="204248"/>
                  </a:lnTo>
                  <a:lnTo>
                    <a:pt x="5429" y="209390"/>
                  </a:lnTo>
                  <a:lnTo>
                    <a:pt x="6848" y="214490"/>
                  </a:lnTo>
                  <a:lnTo>
                    <a:pt x="8428" y="219543"/>
                  </a:lnTo>
                  <a:lnTo>
                    <a:pt x="10168" y="224543"/>
                  </a:lnTo>
                  <a:lnTo>
                    <a:pt x="12064" y="229485"/>
                  </a:lnTo>
                  <a:lnTo>
                    <a:pt x="14117" y="234365"/>
                  </a:lnTo>
                  <a:lnTo>
                    <a:pt x="16322" y="239178"/>
                  </a:lnTo>
                  <a:lnTo>
                    <a:pt x="18679" y="243918"/>
                  </a:lnTo>
                  <a:lnTo>
                    <a:pt x="21185" y="248581"/>
                  </a:lnTo>
                  <a:lnTo>
                    <a:pt x="23837" y="253163"/>
                  </a:lnTo>
                  <a:lnTo>
                    <a:pt x="26633" y="257658"/>
                  </a:lnTo>
                  <a:lnTo>
                    <a:pt x="29570" y="262062"/>
                  </a:lnTo>
                  <a:lnTo>
                    <a:pt x="32645" y="266371"/>
                  </a:lnTo>
                  <a:lnTo>
                    <a:pt x="35855" y="270581"/>
                  </a:lnTo>
                  <a:lnTo>
                    <a:pt x="39197" y="274687"/>
                  </a:lnTo>
                  <a:lnTo>
                    <a:pt x="42667" y="278685"/>
                  </a:lnTo>
                  <a:lnTo>
                    <a:pt x="46261" y="282571"/>
                  </a:lnTo>
                  <a:lnTo>
                    <a:pt x="49977" y="286342"/>
                  </a:lnTo>
                  <a:lnTo>
                    <a:pt x="53811" y="289993"/>
                  </a:lnTo>
                  <a:lnTo>
                    <a:pt x="57758" y="293521"/>
                  </a:lnTo>
                  <a:lnTo>
                    <a:pt x="61815" y="296921"/>
                  </a:lnTo>
                  <a:lnTo>
                    <a:pt x="65978" y="300192"/>
                  </a:lnTo>
                  <a:lnTo>
                    <a:pt x="70242" y="303330"/>
                  </a:lnTo>
                  <a:lnTo>
                    <a:pt x="74603" y="306330"/>
                  </a:lnTo>
                  <a:lnTo>
                    <a:pt x="79057" y="309191"/>
                  </a:lnTo>
                  <a:lnTo>
                    <a:pt x="83599" y="311910"/>
                  </a:lnTo>
                  <a:lnTo>
                    <a:pt x="88226" y="314484"/>
                  </a:lnTo>
                  <a:lnTo>
                    <a:pt x="92931" y="316909"/>
                  </a:lnTo>
                  <a:lnTo>
                    <a:pt x="97711" y="319185"/>
                  </a:lnTo>
                  <a:lnTo>
                    <a:pt x="102560" y="321308"/>
                  </a:lnTo>
                  <a:lnTo>
                    <a:pt x="107475" y="323276"/>
                  </a:lnTo>
                  <a:lnTo>
                    <a:pt x="112449" y="325088"/>
                  </a:lnTo>
                  <a:lnTo>
                    <a:pt x="117478" y="326741"/>
                  </a:lnTo>
                  <a:lnTo>
                    <a:pt x="122557" y="328235"/>
                  </a:lnTo>
                  <a:lnTo>
                    <a:pt x="127680" y="329566"/>
                  </a:lnTo>
                  <a:lnTo>
                    <a:pt x="132844" y="330735"/>
                  </a:lnTo>
                  <a:lnTo>
                    <a:pt x="138041" y="331740"/>
                  </a:lnTo>
                  <a:lnTo>
                    <a:pt x="143268" y="332580"/>
                  </a:lnTo>
                  <a:lnTo>
                    <a:pt x="148519" y="333253"/>
                  </a:lnTo>
                  <a:lnTo>
                    <a:pt x="153788" y="333761"/>
                  </a:lnTo>
                  <a:lnTo>
                    <a:pt x="159071" y="334101"/>
                  </a:lnTo>
                  <a:lnTo>
                    <a:pt x="164362" y="334273"/>
                  </a:lnTo>
                  <a:lnTo>
                    <a:pt x="169656" y="334278"/>
                  </a:lnTo>
                  <a:lnTo>
                    <a:pt x="174947" y="334116"/>
                  </a:lnTo>
                  <a:lnTo>
                    <a:pt x="180231" y="333785"/>
                  </a:lnTo>
                  <a:lnTo>
                    <a:pt x="185501" y="333288"/>
                  </a:lnTo>
                  <a:lnTo>
                    <a:pt x="190753" y="332624"/>
                  </a:lnTo>
                  <a:lnTo>
                    <a:pt x="195982" y="331794"/>
                  </a:lnTo>
                  <a:lnTo>
                    <a:pt x="201181" y="330800"/>
                  </a:lnTo>
                  <a:lnTo>
                    <a:pt x="206347" y="329640"/>
                  </a:lnTo>
                  <a:lnTo>
                    <a:pt x="211473" y="328318"/>
                  </a:lnTo>
                  <a:lnTo>
                    <a:pt x="216555" y="326835"/>
                  </a:lnTo>
                  <a:lnTo>
                    <a:pt x="221587" y="325191"/>
                  </a:lnTo>
                  <a:lnTo>
                    <a:pt x="226564" y="323388"/>
                  </a:lnTo>
                  <a:lnTo>
                    <a:pt x="231482" y="321429"/>
                  </a:lnTo>
                  <a:lnTo>
                    <a:pt x="236336" y="319315"/>
                  </a:lnTo>
                  <a:lnTo>
                    <a:pt x="241120" y="317049"/>
                  </a:lnTo>
                  <a:lnTo>
                    <a:pt x="245830" y="314632"/>
                  </a:lnTo>
                  <a:lnTo>
                    <a:pt x="250461" y="312067"/>
                  </a:lnTo>
                  <a:lnTo>
                    <a:pt x="255008" y="309357"/>
                  </a:lnTo>
                  <a:lnTo>
                    <a:pt x="259468" y="306504"/>
                  </a:lnTo>
                  <a:lnTo>
                    <a:pt x="263835" y="303512"/>
                  </a:lnTo>
                  <a:lnTo>
                    <a:pt x="268105" y="300383"/>
                  </a:lnTo>
                  <a:lnTo>
                    <a:pt x="272273" y="297120"/>
                  </a:lnTo>
                  <a:lnTo>
                    <a:pt x="276337" y="293726"/>
                  </a:lnTo>
                  <a:lnTo>
                    <a:pt x="280291" y="290206"/>
                  </a:lnTo>
                  <a:lnTo>
                    <a:pt x="284131" y="286562"/>
                  </a:lnTo>
                  <a:lnTo>
                    <a:pt x="287854" y="282799"/>
                  </a:lnTo>
                  <a:lnTo>
                    <a:pt x="291456" y="278919"/>
                  </a:lnTo>
                  <a:lnTo>
                    <a:pt x="294934" y="274928"/>
                  </a:lnTo>
                  <a:lnTo>
                    <a:pt x="298283" y="270828"/>
                  </a:lnTo>
                  <a:lnTo>
                    <a:pt x="301501" y="266625"/>
                  </a:lnTo>
                  <a:lnTo>
                    <a:pt x="304584" y="262321"/>
                  </a:lnTo>
                  <a:lnTo>
                    <a:pt x="307529" y="257922"/>
                  </a:lnTo>
                  <a:lnTo>
                    <a:pt x="310333" y="253432"/>
                  </a:lnTo>
                  <a:lnTo>
                    <a:pt x="312994" y="248856"/>
                  </a:lnTo>
                  <a:lnTo>
                    <a:pt x="315509" y="244197"/>
                  </a:lnTo>
                  <a:lnTo>
                    <a:pt x="317875" y="239462"/>
                  </a:lnTo>
                  <a:lnTo>
                    <a:pt x="320090" y="234653"/>
                  </a:lnTo>
                  <a:lnTo>
                    <a:pt x="322151" y="229777"/>
                  </a:lnTo>
                  <a:lnTo>
                    <a:pt x="324057" y="224838"/>
                  </a:lnTo>
                  <a:lnTo>
                    <a:pt x="325806" y="219842"/>
                  </a:lnTo>
                  <a:lnTo>
                    <a:pt x="327395" y="214792"/>
                  </a:lnTo>
                  <a:lnTo>
                    <a:pt x="328824" y="209695"/>
                  </a:lnTo>
                  <a:lnTo>
                    <a:pt x="330091" y="204555"/>
                  </a:lnTo>
                  <a:lnTo>
                    <a:pt x="331194" y="199377"/>
                  </a:lnTo>
                  <a:lnTo>
                    <a:pt x="332133" y="194167"/>
                  </a:lnTo>
                  <a:lnTo>
                    <a:pt x="332906" y="188930"/>
                  </a:lnTo>
                  <a:lnTo>
                    <a:pt x="333514" y="183671"/>
                  </a:lnTo>
                  <a:lnTo>
                    <a:pt x="333954" y="178396"/>
                  </a:lnTo>
                  <a:lnTo>
                    <a:pt x="334227" y="173109"/>
                  </a:lnTo>
                  <a:lnTo>
                    <a:pt x="334333" y="167816"/>
                  </a:lnTo>
                  <a:lnTo>
                    <a:pt x="334270" y="162523"/>
                  </a:lnTo>
                  <a:lnTo>
                    <a:pt x="334041" y="157234"/>
                  </a:lnTo>
                  <a:lnTo>
                    <a:pt x="333644" y="151955"/>
                  </a:lnTo>
                  <a:lnTo>
                    <a:pt x="333080" y="146691"/>
                  </a:lnTo>
                  <a:lnTo>
                    <a:pt x="332350" y="141448"/>
                  </a:lnTo>
                  <a:lnTo>
                    <a:pt x="331454" y="136230"/>
                  </a:lnTo>
                  <a:lnTo>
                    <a:pt x="330393" y="131044"/>
                  </a:lnTo>
                  <a:lnTo>
                    <a:pt x="329168" y="125894"/>
                  </a:lnTo>
                  <a:lnTo>
                    <a:pt x="327781" y="120785"/>
                  </a:lnTo>
                  <a:lnTo>
                    <a:pt x="326233" y="115722"/>
                  </a:lnTo>
                  <a:lnTo>
                    <a:pt x="324526" y="110711"/>
                  </a:lnTo>
                  <a:lnTo>
                    <a:pt x="322661" y="105757"/>
                  </a:lnTo>
                  <a:lnTo>
                    <a:pt x="320639" y="100864"/>
                  </a:lnTo>
                  <a:lnTo>
                    <a:pt x="318464" y="96038"/>
                  </a:lnTo>
                  <a:lnTo>
                    <a:pt x="316137" y="91283"/>
                  </a:lnTo>
                  <a:lnTo>
                    <a:pt x="313661" y="86604"/>
                  </a:lnTo>
                  <a:lnTo>
                    <a:pt x="311038" y="82006"/>
                  </a:lnTo>
                  <a:lnTo>
                    <a:pt x="308270" y="77493"/>
                  </a:lnTo>
                  <a:lnTo>
                    <a:pt x="305361" y="73070"/>
                  </a:lnTo>
                  <a:lnTo>
                    <a:pt x="302314" y="68741"/>
                  </a:lnTo>
                  <a:lnTo>
                    <a:pt x="299130" y="64511"/>
                  </a:lnTo>
                  <a:lnTo>
                    <a:pt x="295815" y="60384"/>
                  </a:lnTo>
                  <a:lnTo>
                    <a:pt x="292370" y="56364"/>
                  </a:lnTo>
                  <a:lnTo>
                    <a:pt x="288800" y="52455"/>
                  </a:lnTo>
                  <a:lnTo>
                    <a:pt x="285108" y="48661"/>
                  </a:lnTo>
                  <a:lnTo>
                    <a:pt x="281298" y="44986"/>
                  </a:lnTo>
                  <a:lnTo>
                    <a:pt x="277373" y="41434"/>
                  </a:lnTo>
                  <a:lnTo>
                    <a:pt x="273338" y="38007"/>
                  </a:lnTo>
                  <a:lnTo>
                    <a:pt x="269196" y="34710"/>
                  </a:lnTo>
                  <a:lnTo>
                    <a:pt x="264952" y="31546"/>
                  </a:lnTo>
                  <a:lnTo>
                    <a:pt x="260610" y="28517"/>
                  </a:lnTo>
                  <a:lnTo>
                    <a:pt x="256174" y="25628"/>
                  </a:lnTo>
                  <a:lnTo>
                    <a:pt x="251649" y="22881"/>
                  </a:lnTo>
                  <a:lnTo>
                    <a:pt x="247039" y="20278"/>
                  </a:lnTo>
                  <a:lnTo>
                    <a:pt x="242349" y="17823"/>
                  </a:lnTo>
                  <a:lnTo>
                    <a:pt x="237584" y="15517"/>
                  </a:lnTo>
                  <a:lnTo>
                    <a:pt x="232748" y="13363"/>
                  </a:lnTo>
                  <a:lnTo>
                    <a:pt x="227846" y="11364"/>
                  </a:lnTo>
                  <a:lnTo>
                    <a:pt x="167167" y="167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60679" cy="167167"/>
            </a:xfrm>
            <a:custGeom>
              <a:avLst/>
              <a:pathLst>
                <a:path w="60679" h="167167">
                  <a:moveTo>
                    <a:pt x="60679" y="11401"/>
                  </a:moveTo>
                  <a:lnTo>
                    <a:pt x="54852" y="9255"/>
                  </a:lnTo>
                  <a:lnTo>
                    <a:pt x="48950" y="7327"/>
                  </a:lnTo>
                  <a:lnTo>
                    <a:pt x="42980" y="5619"/>
                  </a:lnTo>
                  <a:lnTo>
                    <a:pt x="36951" y="4135"/>
                  </a:lnTo>
                  <a:lnTo>
                    <a:pt x="30870" y="2875"/>
                  </a:lnTo>
                  <a:lnTo>
                    <a:pt x="24747" y="1842"/>
                  </a:lnTo>
                  <a:lnTo>
                    <a:pt x="18590" y="1036"/>
                  </a:lnTo>
                  <a:lnTo>
                    <a:pt x="12408" y="461"/>
                  </a:lnTo>
                  <a:lnTo>
                    <a:pt x="6208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797334" y="5269756"/>
              <a:ext cx="167167" cy="249467"/>
            </a:xfrm>
            <a:custGeom>
              <a:avLst/>
              <a:pathLst>
                <a:path w="167167" h="249467">
                  <a:moveTo>
                    <a:pt x="167167" y="0"/>
                  </a:moveTo>
                  <a:lnTo>
                    <a:pt x="161804" y="86"/>
                  </a:lnTo>
                  <a:lnTo>
                    <a:pt x="156447" y="344"/>
                  </a:lnTo>
                  <a:lnTo>
                    <a:pt x="151101" y="773"/>
                  </a:lnTo>
                  <a:lnTo>
                    <a:pt x="145771" y="1374"/>
                  </a:lnTo>
                  <a:lnTo>
                    <a:pt x="140464" y="2146"/>
                  </a:lnTo>
                  <a:lnTo>
                    <a:pt x="135183" y="3088"/>
                  </a:lnTo>
                  <a:lnTo>
                    <a:pt x="129936" y="4198"/>
                  </a:lnTo>
                  <a:lnTo>
                    <a:pt x="124727" y="5476"/>
                  </a:lnTo>
                  <a:lnTo>
                    <a:pt x="119562" y="6921"/>
                  </a:lnTo>
                  <a:lnTo>
                    <a:pt x="114446" y="8531"/>
                  </a:lnTo>
                  <a:lnTo>
                    <a:pt x="109384" y="10304"/>
                  </a:lnTo>
                  <a:lnTo>
                    <a:pt x="104382" y="12238"/>
                  </a:lnTo>
                  <a:lnTo>
                    <a:pt x="99444" y="14332"/>
                  </a:lnTo>
                  <a:lnTo>
                    <a:pt x="94576" y="16583"/>
                  </a:lnTo>
                  <a:lnTo>
                    <a:pt x="89782" y="18989"/>
                  </a:lnTo>
                  <a:lnTo>
                    <a:pt x="85069" y="21548"/>
                  </a:lnTo>
                  <a:lnTo>
                    <a:pt x="80440" y="24257"/>
                  </a:lnTo>
                  <a:lnTo>
                    <a:pt x="75900" y="27112"/>
                  </a:lnTo>
                  <a:lnTo>
                    <a:pt x="71454" y="30112"/>
                  </a:lnTo>
                  <a:lnTo>
                    <a:pt x="67106" y="33253"/>
                  </a:lnTo>
                  <a:lnTo>
                    <a:pt x="62862" y="36532"/>
                  </a:lnTo>
                  <a:lnTo>
                    <a:pt x="58725" y="39946"/>
                  </a:lnTo>
                  <a:lnTo>
                    <a:pt x="54699" y="43490"/>
                  </a:lnTo>
                  <a:lnTo>
                    <a:pt x="50790" y="47161"/>
                  </a:lnTo>
                  <a:lnTo>
                    <a:pt x="47000" y="50957"/>
                  </a:lnTo>
                  <a:lnTo>
                    <a:pt x="43334" y="54871"/>
                  </a:lnTo>
                  <a:lnTo>
                    <a:pt x="39795" y="58902"/>
                  </a:lnTo>
                  <a:lnTo>
                    <a:pt x="36387" y="63043"/>
                  </a:lnTo>
                  <a:lnTo>
                    <a:pt x="33114" y="67292"/>
                  </a:lnTo>
                  <a:lnTo>
                    <a:pt x="29979" y="71644"/>
                  </a:lnTo>
                  <a:lnTo>
                    <a:pt x="26986" y="76094"/>
                  </a:lnTo>
                  <a:lnTo>
                    <a:pt x="24136" y="80638"/>
                  </a:lnTo>
                  <a:lnTo>
                    <a:pt x="21434" y="85271"/>
                  </a:lnTo>
                  <a:lnTo>
                    <a:pt x="18882" y="89988"/>
                  </a:lnTo>
                  <a:lnTo>
                    <a:pt x="16482" y="94785"/>
                  </a:lnTo>
                  <a:lnTo>
                    <a:pt x="14238" y="99656"/>
                  </a:lnTo>
                  <a:lnTo>
                    <a:pt x="12151" y="104597"/>
                  </a:lnTo>
                  <a:lnTo>
                    <a:pt x="10223" y="109602"/>
                  </a:lnTo>
                  <a:lnTo>
                    <a:pt x="8457" y="114666"/>
                  </a:lnTo>
                  <a:lnTo>
                    <a:pt x="6855" y="119785"/>
                  </a:lnTo>
                  <a:lnTo>
                    <a:pt x="5417" y="124952"/>
                  </a:lnTo>
                  <a:lnTo>
                    <a:pt x="4146" y="130163"/>
                  </a:lnTo>
                  <a:lnTo>
                    <a:pt x="3043" y="135411"/>
                  </a:lnTo>
                  <a:lnTo>
                    <a:pt x="2109" y="140693"/>
                  </a:lnTo>
                  <a:lnTo>
                    <a:pt x="1345" y="146001"/>
                  </a:lnTo>
                  <a:lnTo>
                    <a:pt x="751" y="151332"/>
                  </a:lnTo>
                  <a:lnTo>
                    <a:pt x="329" y="156679"/>
                  </a:lnTo>
                  <a:lnTo>
                    <a:pt x="78" y="162036"/>
                  </a:lnTo>
                  <a:lnTo>
                    <a:pt x="0" y="167399"/>
                  </a:lnTo>
                  <a:lnTo>
                    <a:pt x="93" y="172762"/>
                  </a:lnTo>
                  <a:lnTo>
                    <a:pt x="358" y="178118"/>
                  </a:lnTo>
                  <a:lnTo>
                    <a:pt x="796" y="183464"/>
                  </a:lnTo>
                  <a:lnTo>
                    <a:pt x="1404" y="188793"/>
                  </a:lnTo>
                  <a:lnTo>
                    <a:pt x="2183" y="194099"/>
                  </a:lnTo>
                  <a:lnTo>
                    <a:pt x="3132" y="199378"/>
                  </a:lnTo>
                  <a:lnTo>
                    <a:pt x="4250" y="204624"/>
                  </a:lnTo>
                  <a:lnTo>
                    <a:pt x="5535" y="209831"/>
                  </a:lnTo>
                  <a:lnTo>
                    <a:pt x="6987" y="214994"/>
                  </a:lnTo>
                  <a:lnTo>
                    <a:pt x="8604" y="220108"/>
                  </a:lnTo>
                  <a:lnTo>
                    <a:pt x="10384" y="225167"/>
                  </a:lnTo>
                  <a:lnTo>
                    <a:pt x="12325" y="230167"/>
                  </a:lnTo>
                  <a:lnTo>
                    <a:pt x="14426" y="235102"/>
                  </a:lnTo>
                  <a:lnTo>
                    <a:pt x="16684" y="239967"/>
                  </a:lnTo>
                  <a:lnTo>
                    <a:pt x="19097" y="244757"/>
                  </a:lnTo>
                  <a:lnTo>
                    <a:pt x="21662" y="24946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818996" y="5269756"/>
              <a:ext cx="312659" cy="334331"/>
            </a:xfrm>
            <a:custGeom>
              <a:avLst/>
              <a:pathLst>
                <a:path w="312659" h="334331">
                  <a:moveTo>
                    <a:pt x="0" y="249467"/>
                  </a:moveTo>
                  <a:lnTo>
                    <a:pt x="2690" y="254052"/>
                  </a:lnTo>
                  <a:lnTo>
                    <a:pt x="5524" y="258549"/>
                  </a:lnTo>
                  <a:lnTo>
                    <a:pt x="8501" y="262953"/>
                  </a:lnTo>
                  <a:lnTo>
                    <a:pt x="11615" y="267261"/>
                  </a:lnTo>
                  <a:lnTo>
                    <a:pt x="14866" y="271467"/>
                  </a:lnTo>
                  <a:lnTo>
                    <a:pt x="18248" y="275568"/>
                  </a:lnTo>
                  <a:lnTo>
                    <a:pt x="21759" y="279559"/>
                  </a:lnTo>
                  <a:lnTo>
                    <a:pt x="25395" y="283437"/>
                  </a:lnTo>
                  <a:lnTo>
                    <a:pt x="29152" y="287197"/>
                  </a:lnTo>
                  <a:lnTo>
                    <a:pt x="33028" y="290836"/>
                  </a:lnTo>
                  <a:lnTo>
                    <a:pt x="37016" y="294349"/>
                  </a:lnTo>
                  <a:lnTo>
                    <a:pt x="41115" y="297734"/>
                  </a:lnTo>
                  <a:lnTo>
                    <a:pt x="45319" y="300987"/>
                  </a:lnTo>
                  <a:lnTo>
                    <a:pt x="49625" y="304105"/>
                  </a:lnTo>
                  <a:lnTo>
                    <a:pt x="54027" y="307084"/>
                  </a:lnTo>
                  <a:lnTo>
                    <a:pt x="58522" y="309922"/>
                  </a:lnTo>
                  <a:lnTo>
                    <a:pt x="63105" y="312616"/>
                  </a:lnTo>
                  <a:lnTo>
                    <a:pt x="67771" y="315162"/>
                  </a:lnTo>
                  <a:lnTo>
                    <a:pt x="72516" y="317559"/>
                  </a:lnTo>
                  <a:lnTo>
                    <a:pt x="77334" y="319803"/>
                  </a:lnTo>
                  <a:lnTo>
                    <a:pt x="82222" y="321893"/>
                  </a:lnTo>
                  <a:lnTo>
                    <a:pt x="87173" y="323827"/>
                  </a:lnTo>
                  <a:lnTo>
                    <a:pt x="92184" y="325603"/>
                  </a:lnTo>
                  <a:lnTo>
                    <a:pt x="97248" y="327218"/>
                  </a:lnTo>
                  <a:lnTo>
                    <a:pt x="102362" y="328671"/>
                  </a:lnTo>
                  <a:lnTo>
                    <a:pt x="107518" y="329961"/>
                  </a:lnTo>
                  <a:lnTo>
                    <a:pt x="112714" y="331087"/>
                  </a:lnTo>
                  <a:lnTo>
                    <a:pt x="117942" y="332047"/>
                  </a:lnTo>
                  <a:lnTo>
                    <a:pt x="123198" y="332839"/>
                  </a:lnTo>
                  <a:lnTo>
                    <a:pt x="128477" y="333465"/>
                  </a:lnTo>
                  <a:lnTo>
                    <a:pt x="133773" y="333922"/>
                  </a:lnTo>
                  <a:lnTo>
                    <a:pt x="139081" y="334211"/>
                  </a:lnTo>
                  <a:lnTo>
                    <a:pt x="144395" y="334331"/>
                  </a:lnTo>
                  <a:lnTo>
                    <a:pt x="149711" y="334281"/>
                  </a:lnTo>
                  <a:lnTo>
                    <a:pt x="155022" y="334063"/>
                  </a:lnTo>
                  <a:lnTo>
                    <a:pt x="160324" y="333676"/>
                  </a:lnTo>
                  <a:lnTo>
                    <a:pt x="165611" y="333121"/>
                  </a:lnTo>
                  <a:lnTo>
                    <a:pt x="170877" y="332398"/>
                  </a:lnTo>
                  <a:lnTo>
                    <a:pt x="176118" y="331507"/>
                  </a:lnTo>
                  <a:lnTo>
                    <a:pt x="181327" y="330451"/>
                  </a:lnTo>
                  <a:lnTo>
                    <a:pt x="186501" y="329229"/>
                  </a:lnTo>
                  <a:lnTo>
                    <a:pt x="191633" y="327844"/>
                  </a:lnTo>
                  <a:lnTo>
                    <a:pt x="196718" y="326296"/>
                  </a:lnTo>
                  <a:lnTo>
                    <a:pt x="201752" y="324587"/>
                  </a:lnTo>
                  <a:lnTo>
                    <a:pt x="206728" y="322719"/>
                  </a:lnTo>
                  <a:lnTo>
                    <a:pt x="211643" y="320694"/>
                  </a:lnTo>
                  <a:lnTo>
                    <a:pt x="216491" y="318514"/>
                  </a:lnTo>
                  <a:lnTo>
                    <a:pt x="221267" y="316180"/>
                  </a:lnTo>
                  <a:lnTo>
                    <a:pt x="225967" y="313696"/>
                  </a:lnTo>
                  <a:lnTo>
                    <a:pt x="230585" y="311063"/>
                  </a:lnTo>
                  <a:lnTo>
                    <a:pt x="235117" y="308286"/>
                  </a:lnTo>
                  <a:lnTo>
                    <a:pt x="239559" y="305365"/>
                  </a:lnTo>
                  <a:lnTo>
                    <a:pt x="243905" y="302305"/>
                  </a:lnTo>
                  <a:lnTo>
                    <a:pt x="248152" y="299108"/>
                  </a:lnTo>
                  <a:lnTo>
                    <a:pt x="252295" y="295777"/>
                  </a:lnTo>
                  <a:lnTo>
                    <a:pt x="256331" y="292317"/>
                  </a:lnTo>
                  <a:lnTo>
                    <a:pt x="260254" y="288730"/>
                  </a:lnTo>
                  <a:lnTo>
                    <a:pt x="264061" y="285020"/>
                  </a:lnTo>
                  <a:lnTo>
                    <a:pt x="267748" y="281191"/>
                  </a:lnTo>
                  <a:lnTo>
                    <a:pt x="271311" y="277247"/>
                  </a:lnTo>
                  <a:lnTo>
                    <a:pt x="274748" y="273191"/>
                  </a:lnTo>
                  <a:lnTo>
                    <a:pt x="278054" y="269028"/>
                  </a:lnTo>
                  <a:lnTo>
                    <a:pt x="281225" y="264762"/>
                  </a:lnTo>
                  <a:lnTo>
                    <a:pt x="284260" y="260398"/>
                  </a:lnTo>
                  <a:lnTo>
                    <a:pt x="287154" y="255939"/>
                  </a:lnTo>
                  <a:lnTo>
                    <a:pt x="289905" y="251390"/>
                  </a:lnTo>
                  <a:lnTo>
                    <a:pt x="292509" y="246756"/>
                  </a:lnTo>
                  <a:lnTo>
                    <a:pt x="294966" y="242042"/>
                  </a:lnTo>
                  <a:lnTo>
                    <a:pt x="297271" y="237252"/>
                  </a:lnTo>
                  <a:lnTo>
                    <a:pt x="299422" y="232391"/>
                  </a:lnTo>
                  <a:lnTo>
                    <a:pt x="301418" y="227464"/>
                  </a:lnTo>
                  <a:lnTo>
                    <a:pt x="303257" y="222477"/>
                  </a:lnTo>
                  <a:lnTo>
                    <a:pt x="304935" y="217433"/>
                  </a:lnTo>
                  <a:lnTo>
                    <a:pt x="306453" y="212339"/>
                  </a:lnTo>
                  <a:lnTo>
                    <a:pt x="307808" y="207198"/>
                  </a:lnTo>
                  <a:lnTo>
                    <a:pt x="308999" y="202018"/>
                  </a:lnTo>
                  <a:lnTo>
                    <a:pt x="310024" y="196802"/>
                  </a:lnTo>
                  <a:lnTo>
                    <a:pt x="310883" y="191556"/>
                  </a:lnTo>
                  <a:lnTo>
                    <a:pt x="311575" y="186285"/>
                  </a:lnTo>
                  <a:lnTo>
                    <a:pt x="312099" y="180995"/>
                  </a:lnTo>
                  <a:lnTo>
                    <a:pt x="312454" y="175692"/>
                  </a:lnTo>
                  <a:lnTo>
                    <a:pt x="312641" y="170379"/>
                  </a:lnTo>
                  <a:lnTo>
                    <a:pt x="312659" y="165063"/>
                  </a:lnTo>
                  <a:lnTo>
                    <a:pt x="312507" y="159750"/>
                  </a:lnTo>
                  <a:lnTo>
                    <a:pt x="312187" y="154444"/>
                  </a:lnTo>
                  <a:lnTo>
                    <a:pt x="311698" y="149151"/>
                  </a:lnTo>
                  <a:lnTo>
                    <a:pt x="311041" y="143876"/>
                  </a:lnTo>
                  <a:lnTo>
                    <a:pt x="310217" y="138624"/>
                  </a:lnTo>
                  <a:lnTo>
                    <a:pt x="309226" y="133402"/>
                  </a:lnTo>
                  <a:lnTo>
                    <a:pt x="308070" y="128213"/>
                  </a:lnTo>
                  <a:lnTo>
                    <a:pt x="306749" y="123064"/>
                  </a:lnTo>
                  <a:lnTo>
                    <a:pt x="305265" y="117960"/>
                  </a:lnTo>
                  <a:lnTo>
                    <a:pt x="303620" y="112905"/>
                  </a:lnTo>
                  <a:lnTo>
                    <a:pt x="301815" y="107905"/>
                  </a:lnTo>
                  <a:lnTo>
                    <a:pt x="299852" y="102965"/>
                  </a:lnTo>
                  <a:lnTo>
                    <a:pt x="297732" y="98090"/>
                  </a:lnTo>
                  <a:lnTo>
                    <a:pt x="295459" y="93285"/>
                  </a:lnTo>
                  <a:lnTo>
                    <a:pt x="293034" y="88554"/>
                  </a:lnTo>
                  <a:lnTo>
                    <a:pt x="290460" y="83904"/>
                  </a:lnTo>
                  <a:lnTo>
                    <a:pt x="287739" y="79337"/>
                  </a:lnTo>
                  <a:lnTo>
                    <a:pt x="284875" y="74859"/>
                  </a:lnTo>
                  <a:lnTo>
                    <a:pt x="281870" y="70474"/>
                  </a:lnTo>
                  <a:lnTo>
                    <a:pt x="278726" y="66187"/>
                  </a:lnTo>
                  <a:lnTo>
                    <a:pt x="275448" y="62003"/>
                  </a:lnTo>
                  <a:lnTo>
                    <a:pt x="272039" y="57924"/>
                  </a:lnTo>
                  <a:lnTo>
                    <a:pt x="268502" y="53956"/>
                  </a:lnTo>
                  <a:lnTo>
                    <a:pt x="264840" y="50103"/>
                  </a:lnTo>
                  <a:lnTo>
                    <a:pt x="261057" y="46368"/>
                  </a:lnTo>
                  <a:lnTo>
                    <a:pt x="257158" y="42755"/>
                  </a:lnTo>
                  <a:lnTo>
                    <a:pt x="253146" y="39268"/>
                  </a:lnTo>
                  <a:lnTo>
                    <a:pt x="249025" y="35910"/>
                  </a:lnTo>
                  <a:lnTo>
                    <a:pt x="244800" y="32685"/>
                  </a:lnTo>
                  <a:lnTo>
                    <a:pt x="240474" y="29596"/>
                  </a:lnTo>
                  <a:lnTo>
                    <a:pt x="236051" y="26646"/>
                  </a:lnTo>
                  <a:lnTo>
                    <a:pt x="231538" y="23838"/>
                  </a:lnTo>
                  <a:lnTo>
                    <a:pt x="226937" y="21175"/>
                  </a:lnTo>
                  <a:lnTo>
                    <a:pt x="222254" y="18660"/>
                  </a:lnTo>
                  <a:lnTo>
                    <a:pt x="217494" y="16294"/>
                  </a:lnTo>
                  <a:lnTo>
                    <a:pt x="212660" y="14082"/>
                  </a:lnTo>
                  <a:lnTo>
                    <a:pt x="207759" y="12024"/>
                  </a:lnTo>
                  <a:lnTo>
                    <a:pt x="202795" y="10123"/>
                  </a:lnTo>
                  <a:lnTo>
                    <a:pt x="197773" y="8381"/>
                  </a:lnTo>
                  <a:lnTo>
                    <a:pt x="192698" y="6799"/>
                  </a:lnTo>
                  <a:lnTo>
                    <a:pt x="187575" y="5380"/>
                  </a:lnTo>
                  <a:lnTo>
                    <a:pt x="182410" y="4124"/>
                  </a:lnTo>
                  <a:lnTo>
                    <a:pt x="177207" y="3033"/>
                  </a:lnTo>
                  <a:lnTo>
                    <a:pt x="171972" y="2108"/>
                  </a:lnTo>
                  <a:lnTo>
                    <a:pt x="166711" y="1350"/>
                  </a:lnTo>
                  <a:lnTo>
                    <a:pt x="161428" y="760"/>
                  </a:lnTo>
                  <a:lnTo>
                    <a:pt x="156129" y="337"/>
                  </a:lnTo>
                  <a:lnTo>
                    <a:pt x="150819" y="84"/>
                  </a:lnTo>
                  <a:lnTo>
                    <a:pt x="145504" y="0"/>
                  </a:lnTo>
                  <a:lnTo>
                    <a:pt x="14550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44952" y="5399291"/>
              <a:ext cx="41263" cy="167167"/>
            </a:xfrm>
            <a:custGeom>
              <a:avLst/>
              <a:pathLst>
                <a:path w="41263" h="167167">
                  <a:moveTo>
                    <a:pt x="41263" y="0"/>
                  </a:moveTo>
                  <a:lnTo>
                    <a:pt x="34316" y="144"/>
                  </a:lnTo>
                  <a:lnTo>
                    <a:pt x="27381" y="577"/>
                  </a:lnTo>
                  <a:lnTo>
                    <a:pt x="20470" y="1298"/>
                  </a:lnTo>
                  <a:lnTo>
                    <a:pt x="13595" y="2305"/>
                  </a:lnTo>
                  <a:lnTo>
                    <a:pt x="6767" y="3597"/>
                  </a:lnTo>
                  <a:lnTo>
                    <a:pt x="0" y="5172"/>
                  </a:lnTo>
                  <a:lnTo>
                    <a:pt x="4126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44952" y="5404464"/>
              <a:ext cx="41263" cy="161994"/>
            </a:xfrm>
            <a:custGeom>
              <a:avLst/>
              <a:pathLst>
                <a:path w="41263" h="161994">
                  <a:moveTo>
                    <a:pt x="0" y="0"/>
                  </a:moveTo>
                  <a:lnTo>
                    <a:pt x="41263" y="161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44952" y="5404464"/>
              <a:ext cx="41263" cy="161994"/>
            </a:xfrm>
            <a:custGeom>
              <a:avLst/>
              <a:pathLst>
                <a:path w="41263" h="161994">
                  <a:moveTo>
                    <a:pt x="0" y="0"/>
                  </a:moveTo>
                  <a:lnTo>
                    <a:pt x="41263" y="161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44952" y="5404464"/>
              <a:ext cx="41263" cy="161994"/>
            </a:xfrm>
            <a:custGeom>
              <a:avLst/>
              <a:pathLst>
                <a:path w="41263" h="161994">
                  <a:moveTo>
                    <a:pt x="0" y="0"/>
                  </a:moveTo>
                  <a:lnTo>
                    <a:pt x="41263" y="161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44952" y="5404464"/>
              <a:ext cx="41263" cy="161994"/>
            </a:xfrm>
            <a:custGeom>
              <a:avLst/>
              <a:pathLst>
                <a:path w="41263" h="161994">
                  <a:moveTo>
                    <a:pt x="0" y="0"/>
                  </a:moveTo>
                  <a:lnTo>
                    <a:pt x="41263" y="161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44952" y="5404464"/>
              <a:ext cx="41263" cy="161994"/>
            </a:xfrm>
            <a:custGeom>
              <a:avLst/>
              <a:pathLst>
                <a:path w="41263" h="161994">
                  <a:moveTo>
                    <a:pt x="0" y="0"/>
                  </a:moveTo>
                  <a:lnTo>
                    <a:pt x="41263" y="1619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44952" y="5404464"/>
              <a:ext cx="41263" cy="161994"/>
            </a:xfrm>
            <a:custGeom>
              <a:avLst/>
              <a:pathLst>
                <a:path w="41263" h="161994">
                  <a:moveTo>
                    <a:pt x="0" y="0"/>
                  </a:moveTo>
                  <a:lnTo>
                    <a:pt x="41263" y="1619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319051" y="5404464"/>
              <a:ext cx="334328" cy="329141"/>
            </a:xfrm>
            <a:custGeom>
              <a:avLst/>
              <a:pathLst>
                <a:path w="334328" h="329141">
                  <a:moveTo>
                    <a:pt x="125900" y="0"/>
                  </a:moveTo>
                  <a:lnTo>
                    <a:pt x="120801" y="1384"/>
                  </a:lnTo>
                  <a:lnTo>
                    <a:pt x="115749" y="2930"/>
                  </a:lnTo>
                  <a:lnTo>
                    <a:pt x="110747" y="4634"/>
                  </a:lnTo>
                  <a:lnTo>
                    <a:pt x="105803" y="6496"/>
                  </a:lnTo>
                  <a:lnTo>
                    <a:pt x="100919" y="8513"/>
                  </a:lnTo>
                  <a:lnTo>
                    <a:pt x="96102" y="10683"/>
                  </a:lnTo>
                  <a:lnTo>
                    <a:pt x="91355" y="13004"/>
                  </a:lnTo>
                  <a:lnTo>
                    <a:pt x="86684" y="15474"/>
                  </a:lnTo>
                  <a:lnTo>
                    <a:pt x="82094" y="18091"/>
                  </a:lnTo>
                  <a:lnTo>
                    <a:pt x="77589" y="20851"/>
                  </a:lnTo>
                  <a:lnTo>
                    <a:pt x="73173" y="23753"/>
                  </a:lnTo>
                  <a:lnTo>
                    <a:pt x="68851" y="26792"/>
                  </a:lnTo>
                  <a:lnTo>
                    <a:pt x="64627" y="29967"/>
                  </a:lnTo>
                  <a:lnTo>
                    <a:pt x="60506" y="33273"/>
                  </a:lnTo>
                  <a:lnTo>
                    <a:pt x="56491" y="36708"/>
                  </a:lnTo>
                  <a:lnTo>
                    <a:pt x="52587" y="40268"/>
                  </a:lnTo>
                  <a:lnTo>
                    <a:pt x="48798" y="43950"/>
                  </a:lnTo>
                  <a:lnTo>
                    <a:pt x="45126" y="47750"/>
                  </a:lnTo>
                  <a:lnTo>
                    <a:pt x="41577" y="51664"/>
                  </a:lnTo>
                  <a:lnTo>
                    <a:pt x="38152" y="55688"/>
                  </a:lnTo>
                  <a:lnTo>
                    <a:pt x="34857" y="59818"/>
                  </a:lnTo>
                  <a:lnTo>
                    <a:pt x="31694" y="64050"/>
                  </a:lnTo>
                  <a:lnTo>
                    <a:pt x="28667" y="68381"/>
                  </a:lnTo>
                  <a:lnTo>
                    <a:pt x="25777" y="72804"/>
                  </a:lnTo>
                  <a:lnTo>
                    <a:pt x="23029" y="77317"/>
                  </a:lnTo>
                  <a:lnTo>
                    <a:pt x="20425" y="81915"/>
                  </a:lnTo>
                  <a:lnTo>
                    <a:pt x="17968" y="86592"/>
                  </a:lnTo>
                  <a:lnTo>
                    <a:pt x="15659" y="91345"/>
                  </a:lnTo>
                  <a:lnTo>
                    <a:pt x="13502" y="96168"/>
                  </a:lnTo>
                  <a:lnTo>
                    <a:pt x="11499" y="101057"/>
                  </a:lnTo>
                  <a:lnTo>
                    <a:pt x="9651" y="106007"/>
                  </a:lnTo>
                  <a:lnTo>
                    <a:pt x="7960" y="111013"/>
                  </a:lnTo>
                  <a:lnTo>
                    <a:pt x="6428" y="116070"/>
                  </a:lnTo>
                  <a:lnTo>
                    <a:pt x="5057" y="121172"/>
                  </a:lnTo>
                  <a:lnTo>
                    <a:pt x="3848" y="126316"/>
                  </a:lnTo>
                  <a:lnTo>
                    <a:pt x="2802" y="131495"/>
                  </a:lnTo>
                  <a:lnTo>
                    <a:pt x="1920" y="136705"/>
                  </a:lnTo>
                  <a:lnTo>
                    <a:pt x="1204" y="141940"/>
                  </a:lnTo>
                  <a:lnTo>
                    <a:pt x="653" y="147194"/>
                  </a:lnTo>
                  <a:lnTo>
                    <a:pt x="268" y="152464"/>
                  </a:lnTo>
                  <a:lnTo>
                    <a:pt x="50" y="157743"/>
                  </a:lnTo>
                  <a:lnTo>
                    <a:pt x="0" y="163027"/>
                  </a:lnTo>
                  <a:lnTo>
                    <a:pt x="116" y="168309"/>
                  </a:lnTo>
                  <a:lnTo>
                    <a:pt x="399" y="173585"/>
                  </a:lnTo>
                  <a:lnTo>
                    <a:pt x="848" y="178850"/>
                  </a:lnTo>
                  <a:lnTo>
                    <a:pt x="1464" y="184097"/>
                  </a:lnTo>
                  <a:lnTo>
                    <a:pt x="2245" y="189323"/>
                  </a:lnTo>
                  <a:lnTo>
                    <a:pt x="3191" y="194521"/>
                  </a:lnTo>
                  <a:lnTo>
                    <a:pt x="4301" y="199687"/>
                  </a:lnTo>
                  <a:lnTo>
                    <a:pt x="5574" y="204815"/>
                  </a:lnTo>
                  <a:lnTo>
                    <a:pt x="7008" y="209901"/>
                  </a:lnTo>
                  <a:lnTo>
                    <a:pt x="8602" y="214938"/>
                  </a:lnTo>
                  <a:lnTo>
                    <a:pt x="10354" y="219923"/>
                  </a:lnTo>
                  <a:lnTo>
                    <a:pt x="12263" y="224850"/>
                  </a:lnTo>
                  <a:lnTo>
                    <a:pt x="14327" y="229714"/>
                  </a:lnTo>
                  <a:lnTo>
                    <a:pt x="16544" y="234510"/>
                  </a:lnTo>
                  <a:lnTo>
                    <a:pt x="18911" y="239234"/>
                  </a:lnTo>
                  <a:lnTo>
                    <a:pt x="21426" y="243880"/>
                  </a:lnTo>
                  <a:lnTo>
                    <a:pt x="24086" y="248445"/>
                  </a:lnTo>
                  <a:lnTo>
                    <a:pt x="26890" y="252924"/>
                  </a:lnTo>
                  <a:lnTo>
                    <a:pt x="29834" y="257311"/>
                  </a:lnTo>
                  <a:lnTo>
                    <a:pt x="32915" y="261604"/>
                  </a:lnTo>
                  <a:lnTo>
                    <a:pt x="36130" y="265797"/>
                  </a:lnTo>
                  <a:lnTo>
                    <a:pt x="39476" y="269886"/>
                  </a:lnTo>
                  <a:lnTo>
                    <a:pt x="42949" y="273868"/>
                  </a:lnTo>
                  <a:lnTo>
                    <a:pt x="46547" y="277737"/>
                  </a:lnTo>
                  <a:lnTo>
                    <a:pt x="50265" y="281491"/>
                  </a:lnTo>
                  <a:lnTo>
                    <a:pt x="54100" y="285126"/>
                  </a:lnTo>
                  <a:lnTo>
                    <a:pt x="58047" y="288638"/>
                  </a:lnTo>
                  <a:lnTo>
                    <a:pt x="62104" y="292023"/>
                  </a:lnTo>
                  <a:lnTo>
                    <a:pt x="66266" y="295278"/>
                  </a:lnTo>
                  <a:lnTo>
                    <a:pt x="70529" y="298400"/>
                  </a:lnTo>
                  <a:lnTo>
                    <a:pt x="74888" y="301386"/>
                  </a:lnTo>
                  <a:lnTo>
                    <a:pt x="79339" y="304233"/>
                  </a:lnTo>
                  <a:lnTo>
                    <a:pt x="83878" y="306937"/>
                  </a:lnTo>
                  <a:lnTo>
                    <a:pt x="88501" y="309497"/>
                  </a:lnTo>
                  <a:lnTo>
                    <a:pt x="93201" y="311909"/>
                  </a:lnTo>
                  <a:lnTo>
                    <a:pt x="97976" y="314172"/>
                  </a:lnTo>
                  <a:lnTo>
                    <a:pt x="102820" y="316282"/>
                  </a:lnTo>
                  <a:lnTo>
                    <a:pt x="107728" y="318239"/>
                  </a:lnTo>
                  <a:lnTo>
                    <a:pt x="112696" y="320039"/>
                  </a:lnTo>
                  <a:lnTo>
                    <a:pt x="117718" y="321681"/>
                  </a:lnTo>
                  <a:lnTo>
                    <a:pt x="122789" y="323164"/>
                  </a:lnTo>
                  <a:lnTo>
                    <a:pt x="127905" y="324486"/>
                  </a:lnTo>
                  <a:lnTo>
                    <a:pt x="133059" y="325646"/>
                  </a:lnTo>
                  <a:lnTo>
                    <a:pt x="138248" y="326642"/>
                  </a:lnTo>
                  <a:lnTo>
                    <a:pt x="143466" y="327473"/>
                  </a:lnTo>
                  <a:lnTo>
                    <a:pt x="148708" y="328140"/>
                  </a:lnTo>
                  <a:lnTo>
                    <a:pt x="153968" y="328640"/>
                  </a:lnTo>
                  <a:lnTo>
                    <a:pt x="159241" y="328974"/>
                  </a:lnTo>
                  <a:lnTo>
                    <a:pt x="164522" y="329141"/>
                  </a:lnTo>
                  <a:lnTo>
                    <a:pt x="169806" y="329141"/>
                  </a:lnTo>
                  <a:lnTo>
                    <a:pt x="175087" y="328974"/>
                  </a:lnTo>
                  <a:lnTo>
                    <a:pt x="180360" y="328640"/>
                  </a:lnTo>
                  <a:lnTo>
                    <a:pt x="185620" y="328140"/>
                  </a:lnTo>
                  <a:lnTo>
                    <a:pt x="190861" y="327473"/>
                  </a:lnTo>
                  <a:lnTo>
                    <a:pt x="196079" y="326642"/>
                  </a:lnTo>
                  <a:lnTo>
                    <a:pt x="201268" y="325646"/>
                  </a:lnTo>
                  <a:lnTo>
                    <a:pt x="206423" y="324486"/>
                  </a:lnTo>
                  <a:lnTo>
                    <a:pt x="211539" y="323164"/>
                  </a:lnTo>
                  <a:lnTo>
                    <a:pt x="216610" y="321681"/>
                  </a:lnTo>
                  <a:lnTo>
                    <a:pt x="221632" y="320039"/>
                  </a:lnTo>
                  <a:lnTo>
                    <a:pt x="226599" y="318239"/>
                  </a:lnTo>
                  <a:lnTo>
                    <a:pt x="231508" y="316282"/>
                  </a:lnTo>
                  <a:lnTo>
                    <a:pt x="236351" y="314172"/>
                  </a:lnTo>
                  <a:lnTo>
                    <a:pt x="241126" y="311909"/>
                  </a:lnTo>
                  <a:lnTo>
                    <a:pt x="245827" y="309497"/>
                  </a:lnTo>
                  <a:lnTo>
                    <a:pt x="250449" y="306937"/>
                  </a:lnTo>
                  <a:lnTo>
                    <a:pt x="254988" y="304233"/>
                  </a:lnTo>
                  <a:lnTo>
                    <a:pt x="259440" y="301386"/>
                  </a:lnTo>
                  <a:lnTo>
                    <a:pt x="263799" y="298400"/>
                  </a:lnTo>
                  <a:lnTo>
                    <a:pt x="268061" y="295278"/>
                  </a:lnTo>
                  <a:lnTo>
                    <a:pt x="272223" y="292023"/>
                  </a:lnTo>
                  <a:lnTo>
                    <a:pt x="276280" y="288638"/>
                  </a:lnTo>
                  <a:lnTo>
                    <a:pt x="280228" y="285126"/>
                  </a:lnTo>
                  <a:lnTo>
                    <a:pt x="284063" y="281491"/>
                  </a:lnTo>
                  <a:lnTo>
                    <a:pt x="287781" y="277737"/>
                  </a:lnTo>
                  <a:lnTo>
                    <a:pt x="291378" y="273868"/>
                  </a:lnTo>
                  <a:lnTo>
                    <a:pt x="294852" y="269886"/>
                  </a:lnTo>
                  <a:lnTo>
                    <a:pt x="298198" y="265797"/>
                  </a:lnTo>
                  <a:lnTo>
                    <a:pt x="301413" y="261604"/>
                  </a:lnTo>
                  <a:lnTo>
                    <a:pt x="304494" y="257311"/>
                  </a:lnTo>
                  <a:lnTo>
                    <a:pt x="307438" y="252924"/>
                  </a:lnTo>
                  <a:lnTo>
                    <a:pt x="310241" y="248445"/>
                  </a:lnTo>
                  <a:lnTo>
                    <a:pt x="312902" y="243880"/>
                  </a:lnTo>
                  <a:lnTo>
                    <a:pt x="315417" y="239234"/>
                  </a:lnTo>
                  <a:lnTo>
                    <a:pt x="317784" y="234510"/>
                  </a:lnTo>
                  <a:lnTo>
                    <a:pt x="320000" y="229714"/>
                  </a:lnTo>
                  <a:lnTo>
                    <a:pt x="322064" y="224850"/>
                  </a:lnTo>
                  <a:lnTo>
                    <a:pt x="323973" y="219923"/>
                  </a:lnTo>
                  <a:lnTo>
                    <a:pt x="325726" y="214938"/>
                  </a:lnTo>
                  <a:lnTo>
                    <a:pt x="327320" y="209901"/>
                  </a:lnTo>
                  <a:lnTo>
                    <a:pt x="328754" y="204815"/>
                  </a:lnTo>
                  <a:lnTo>
                    <a:pt x="330026" y="199687"/>
                  </a:lnTo>
                  <a:lnTo>
                    <a:pt x="331136" y="194521"/>
                  </a:lnTo>
                  <a:lnTo>
                    <a:pt x="332082" y="189323"/>
                  </a:lnTo>
                  <a:lnTo>
                    <a:pt x="332863" y="184097"/>
                  </a:lnTo>
                  <a:lnTo>
                    <a:pt x="333479" y="178850"/>
                  </a:lnTo>
                  <a:lnTo>
                    <a:pt x="333929" y="173585"/>
                  </a:lnTo>
                  <a:lnTo>
                    <a:pt x="334212" y="168309"/>
                  </a:lnTo>
                  <a:lnTo>
                    <a:pt x="334328" y="163027"/>
                  </a:lnTo>
                  <a:lnTo>
                    <a:pt x="334277" y="157743"/>
                  </a:lnTo>
                  <a:lnTo>
                    <a:pt x="334059" y="152464"/>
                  </a:lnTo>
                  <a:lnTo>
                    <a:pt x="333675" y="147194"/>
                  </a:lnTo>
                  <a:lnTo>
                    <a:pt x="333124" y="141940"/>
                  </a:lnTo>
                  <a:lnTo>
                    <a:pt x="332407" y="136705"/>
                  </a:lnTo>
                  <a:lnTo>
                    <a:pt x="331525" y="131495"/>
                  </a:lnTo>
                  <a:lnTo>
                    <a:pt x="330479" y="126316"/>
                  </a:lnTo>
                  <a:lnTo>
                    <a:pt x="329270" y="121172"/>
                  </a:lnTo>
                  <a:lnTo>
                    <a:pt x="327899" y="116070"/>
                  </a:lnTo>
                  <a:lnTo>
                    <a:pt x="326368" y="111013"/>
                  </a:lnTo>
                  <a:lnTo>
                    <a:pt x="324677" y="106007"/>
                  </a:lnTo>
                  <a:lnTo>
                    <a:pt x="322829" y="101057"/>
                  </a:lnTo>
                  <a:lnTo>
                    <a:pt x="320825" y="96168"/>
                  </a:lnTo>
                  <a:lnTo>
                    <a:pt x="318668" y="91345"/>
                  </a:lnTo>
                  <a:lnTo>
                    <a:pt x="316360" y="86592"/>
                  </a:lnTo>
                  <a:lnTo>
                    <a:pt x="313902" y="81915"/>
                  </a:lnTo>
                  <a:lnTo>
                    <a:pt x="311298" y="77317"/>
                  </a:lnTo>
                  <a:lnTo>
                    <a:pt x="308550" y="72804"/>
                  </a:lnTo>
                  <a:lnTo>
                    <a:pt x="305661" y="68381"/>
                  </a:lnTo>
                  <a:lnTo>
                    <a:pt x="302633" y="64050"/>
                  </a:lnTo>
                  <a:lnTo>
                    <a:pt x="299470" y="59818"/>
                  </a:lnTo>
                  <a:lnTo>
                    <a:pt x="296175" y="55688"/>
                  </a:lnTo>
                  <a:lnTo>
                    <a:pt x="292751" y="51664"/>
                  </a:lnTo>
                  <a:lnTo>
                    <a:pt x="289201" y="47750"/>
                  </a:lnTo>
                  <a:lnTo>
                    <a:pt x="285530" y="43950"/>
                  </a:lnTo>
                  <a:lnTo>
                    <a:pt x="281740" y="40268"/>
                  </a:lnTo>
                  <a:lnTo>
                    <a:pt x="277836" y="36708"/>
                  </a:lnTo>
                  <a:lnTo>
                    <a:pt x="273821" y="33273"/>
                  </a:lnTo>
                  <a:lnTo>
                    <a:pt x="269700" y="29967"/>
                  </a:lnTo>
                  <a:lnTo>
                    <a:pt x="265476" y="26792"/>
                  </a:lnTo>
                  <a:lnTo>
                    <a:pt x="261154" y="23753"/>
                  </a:lnTo>
                  <a:lnTo>
                    <a:pt x="256739" y="20851"/>
                  </a:lnTo>
                  <a:lnTo>
                    <a:pt x="252233" y="18091"/>
                  </a:lnTo>
                  <a:lnTo>
                    <a:pt x="247643" y="15474"/>
                  </a:lnTo>
                  <a:lnTo>
                    <a:pt x="242972" y="13004"/>
                  </a:lnTo>
                  <a:lnTo>
                    <a:pt x="238226" y="10683"/>
                  </a:lnTo>
                  <a:lnTo>
                    <a:pt x="233409" y="8513"/>
                  </a:lnTo>
                  <a:lnTo>
                    <a:pt x="228525" y="6496"/>
                  </a:lnTo>
                  <a:lnTo>
                    <a:pt x="223580" y="4634"/>
                  </a:lnTo>
                  <a:lnTo>
                    <a:pt x="218579" y="2930"/>
                  </a:lnTo>
                  <a:lnTo>
                    <a:pt x="213526" y="1384"/>
                  </a:lnTo>
                  <a:lnTo>
                    <a:pt x="208427" y="0"/>
                  </a:lnTo>
                  <a:lnTo>
                    <a:pt x="167164" y="1619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41263" cy="167167"/>
            </a:xfrm>
            <a:custGeom>
              <a:avLst/>
              <a:pathLst>
                <a:path w="41263" h="167167">
                  <a:moveTo>
                    <a:pt x="41263" y="5172"/>
                  </a:moveTo>
                  <a:lnTo>
                    <a:pt x="34495" y="3597"/>
                  </a:lnTo>
                  <a:lnTo>
                    <a:pt x="27668" y="2305"/>
                  </a:lnTo>
                  <a:lnTo>
                    <a:pt x="20793" y="1298"/>
                  </a:lnTo>
                  <a:lnTo>
                    <a:pt x="13882" y="577"/>
                  </a:lnTo>
                  <a:lnTo>
                    <a:pt x="6947" y="14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56377" y="5399291"/>
              <a:ext cx="203252" cy="334331"/>
            </a:xfrm>
            <a:custGeom>
              <a:avLst/>
              <a:pathLst>
                <a:path w="203252" h="334331">
                  <a:moveTo>
                    <a:pt x="167166" y="0"/>
                  </a:moveTo>
                  <a:lnTo>
                    <a:pt x="161819" y="85"/>
                  </a:lnTo>
                  <a:lnTo>
                    <a:pt x="156477" y="342"/>
                  </a:lnTo>
                  <a:lnTo>
                    <a:pt x="151147" y="769"/>
                  </a:lnTo>
                  <a:lnTo>
                    <a:pt x="145832" y="1366"/>
                  </a:lnTo>
                  <a:lnTo>
                    <a:pt x="140540" y="2134"/>
                  </a:lnTo>
                  <a:lnTo>
                    <a:pt x="135275" y="3070"/>
                  </a:lnTo>
                  <a:lnTo>
                    <a:pt x="130042" y="4174"/>
                  </a:lnTo>
                  <a:lnTo>
                    <a:pt x="124847" y="5445"/>
                  </a:lnTo>
                  <a:lnTo>
                    <a:pt x="119696" y="6881"/>
                  </a:lnTo>
                  <a:lnTo>
                    <a:pt x="114593" y="8482"/>
                  </a:lnTo>
                  <a:lnTo>
                    <a:pt x="109544" y="10244"/>
                  </a:lnTo>
                  <a:lnTo>
                    <a:pt x="104555" y="12168"/>
                  </a:lnTo>
                  <a:lnTo>
                    <a:pt x="99629" y="14250"/>
                  </a:lnTo>
                  <a:lnTo>
                    <a:pt x="94772" y="16488"/>
                  </a:lnTo>
                  <a:lnTo>
                    <a:pt x="89989" y="18881"/>
                  </a:lnTo>
                  <a:lnTo>
                    <a:pt x="85286" y="21426"/>
                  </a:lnTo>
                  <a:lnTo>
                    <a:pt x="80666" y="24119"/>
                  </a:lnTo>
                  <a:lnTo>
                    <a:pt x="76134" y="26959"/>
                  </a:lnTo>
                  <a:lnTo>
                    <a:pt x="71696" y="29943"/>
                  </a:lnTo>
                  <a:lnTo>
                    <a:pt x="67356" y="33067"/>
                  </a:lnTo>
                  <a:lnTo>
                    <a:pt x="63117" y="36328"/>
                  </a:lnTo>
                  <a:lnTo>
                    <a:pt x="58985" y="39723"/>
                  </a:lnTo>
                  <a:lnTo>
                    <a:pt x="54964" y="43249"/>
                  </a:lnTo>
                  <a:lnTo>
                    <a:pt x="51058" y="46901"/>
                  </a:lnTo>
                  <a:lnTo>
                    <a:pt x="47271" y="50677"/>
                  </a:lnTo>
                  <a:lnTo>
                    <a:pt x="43606" y="54571"/>
                  </a:lnTo>
                  <a:lnTo>
                    <a:pt x="40067" y="58581"/>
                  </a:lnTo>
                  <a:lnTo>
                    <a:pt x="36659" y="62702"/>
                  </a:lnTo>
                  <a:lnTo>
                    <a:pt x="33384" y="66930"/>
                  </a:lnTo>
                  <a:lnTo>
                    <a:pt x="30247" y="71261"/>
                  </a:lnTo>
                  <a:lnTo>
                    <a:pt x="27249" y="75689"/>
                  </a:lnTo>
                  <a:lnTo>
                    <a:pt x="24395" y="80212"/>
                  </a:lnTo>
                  <a:lnTo>
                    <a:pt x="21686" y="84823"/>
                  </a:lnTo>
                  <a:lnTo>
                    <a:pt x="19127" y="89518"/>
                  </a:lnTo>
                  <a:lnTo>
                    <a:pt x="16719" y="94293"/>
                  </a:lnTo>
                  <a:lnTo>
                    <a:pt x="14465" y="99143"/>
                  </a:lnTo>
                  <a:lnTo>
                    <a:pt x="12367" y="104062"/>
                  </a:lnTo>
                  <a:lnTo>
                    <a:pt x="10428" y="109046"/>
                  </a:lnTo>
                  <a:lnTo>
                    <a:pt x="8649" y="114089"/>
                  </a:lnTo>
                  <a:lnTo>
                    <a:pt x="7032" y="119187"/>
                  </a:lnTo>
                  <a:lnTo>
                    <a:pt x="5579" y="124334"/>
                  </a:lnTo>
                  <a:lnTo>
                    <a:pt x="4292" y="129524"/>
                  </a:lnTo>
                  <a:lnTo>
                    <a:pt x="3171" y="134753"/>
                  </a:lnTo>
                  <a:lnTo>
                    <a:pt x="2218" y="140015"/>
                  </a:lnTo>
                  <a:lnTo>
                    <a:pt x="1434" y="145305"/>
                  </a:lnTo>
                  <a:lnTo>
                    <a:pt x="820" y="150618"/>
                  </a:lnTo>
                  <a:lnTo>
                    <a:pt x="376" y="155947"/>
                  </a:lnTo>
                  <a:lnTo>
                    <a:pt x="102" y="161288"/>
                  </a:lnTo>
                  <a:lnTo>
                    <a:pt x="0" y="166635"/>
                  </a:lnTo>
                  <a:lnTo>
                    <a:pt x="68" y="171982"/>
                  </a:lnTo>
                  <a:lnTo>
                    <a:pt x="308" y="177324"/>
                  </a:lnTo>
                  <a:lnTo>
                    <a:pt x="718" y="182657"/>
                  </a:lnTo>
                  <a:lnTo>
                    <a:pt x="1298" y="187973"/>
                  </a:lnTo>
                  <a:lnTo>
                    <a:pt x="2049" y="193268"/>
                  </a:lnTo>
                  <a:lnTo>
                    <a:pt x="2968" y="198536"/>
                  </a:lnTo>
                  <a:lnTo>
                    <a:pt x="4056" y="203772"/>
                  </a:lnTo>
                  <a:lnTo>
                    <a:pt x="5310" y="208971"/>
                  </a:lnTo>
                  <a:lnTo>
                    <a:pt x="6730" y="214126"/>
                  </a:lnTo>
                  <a:lnTo>
                    <a:pt x="8314" y="219234"/>
                  </a:lnTo>
                  <a:lnTo>
                    <a:pt x="10061" y="224289"/>
                  </a:lnTo>
                  <a:lnTo>
                    <a:pt x="11968" y="229285"/>
                  </a:lnTo>
                  <a:lnTo>
                    <a:pt x="14035" y="234217"/>
                  </a:lnTo>
                  <a:lnTo>
                    <a:pt x="16258" y="239081"/>
                  </a:lnTo>
                  <a:lnTo>
                    <a:pt x="18635" y="243871"/>
                  </a:lnTo>
                  <a:lnTo>
                    <a:pt x="21165" y="248583"/>
                  </a:lnTo>
                  <a:lnTo>
                    <a:pt x="23844" y="253211"/>
                  </a:lnTo>
                  <a:lnTo>
                    <a:pt x="26669" y="257752"/>
                  </a:lnTo>
                  <a:lnTo>
                    <a:pt x="29639" y="262199"/>
                  </a:lnTo>
                  <a:lnTo>
                    <a:pt x="32749" y="266550"/>
                  </a:lnTo>
                  <a:lnTo>
                    <a:pt x="35997" y="270799"/>
                  </a:lnTo>
                  <a:lnTo>
                    <a:pt x="39379" y="274941"/>
                  </a:lnTo>
                  <a:lnTo>
                    <a:pt x="42891" y="278974"/>
                  </a:lnTo>
                  <a:lnTo>
                    <a:pt x="46531" y="282891"/>
                  </a:lnTo>
                  <a:lnTo>
                    <a:pt x="50295" y="286691"/>
                  </a:lnTo>
                  <a:lnTo>
                    <a:pt x="54178" y="290368"/>
                  </a:lnTo>
                  <a:lnTo>
                    <a:pt x="58176" y="293919"/>
                  </a:lnTo>
                  <a:lnTo>
                    <a:pt x="62286" y="297341"/>
                  </a:lnTo>
                  <a:lnTo>
                    <a:pt x="66504" y="300629"/>
                  </a:lnTo>
                  <a:lnTo>
                    <a:pt x="70824" y="303780"/>
                  </a:lnTo>
                  <a:lnTo>
                    <a:pt x="75243" y="306792"/>
                  </a:lnTo>
                  <a:lnTo>
                    <a:pt x="79757" y="309661"/>
                  </a:lnTo>
                  <a:lnTo>
                    <a:pt x="84359" y="312384"/>
                  </a:lnTo>
                  <a:lnTo>
                    <a:pt x="89047" y="314958"/>
                  </a:lnTo>
                  <a:lnTo>
                    <a:pt x="93814" y="317381"/>
                  </a:lnTo>
                  <a:lnTo>
                    <a:pt x="98656" y="319651"/>
                  </a:lnTo>
                  <a:lnTo>
                    <a:pt x="103569" y="321764"/>
                  </a:lnTo>
                  <a:lnTo>
                    <a:pt x="108546" y="323719"/>
                  </a:lnTo>
                  <a:lnTo>
                    <a:pt x="113584" y="325514"/>
                  </a:lnTo>
                  <a:lnTo>
                    <a:pt x="118676" y="327147"/>
                  </a:lnTo>
                  <a:lnTo>
                    <a:pt x="123818" y="328616"/>
                  </a:lnTo>
                  <a:lnTo>
                    <a:pt x="129005" y="329920"/>
                  </a:lnTo>
                  <a:lnTo>
                    <a:pt x="134230" y="331058"/>
                  </a:lnTo>
                  <a:lnTo>
                    <a:pt x="139489" y="332027"/>
                  </a:lnTo>
                  <a:lnTo>
                    <a:pt x="144777" y="332828"/>
                  </a:lnTo>
                  <a:lnTo>
                    <a:pt x="150087" y="333460"/>
                  </a:lnTo>
                  <a:lnTo>
                    <a:pt x="155415" y="333921"/>
                  </a:lnTo>
                  <a:lnTo>
                    <a:pt x="160755" y="334211"/>
                  </a:lnTo>
                  <a:lnTo>
                    <a:pt x="166102" y="334331"/>
                  </a:lnTo>
                  <a:lnTo>
                    <a:pt x="171449" y="334280"/>
                  </a:lnTo>
                  <a:lnTo>
                    <a:pt x="176792" y="334057"/>
                  </a:lnTo>
                  <a:lnTo>
                    <a:pt x="182126" y="333664"/>
                  </a:lnTo>
                  <a:lnTo>
                    <a:pt x="187444" y="333100"/>
                  </a:lnTo>
                  <a:lnTo>
                    <a:pt x="192741" y="332366"/>
                  </a:lnTo>
                  <a:lnTo>
                    <a:pt x="198012" y="331464"/>
                  </a:lnTo>
                  <a:lnTo>
                    <a:pt x="203252" y="330393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566459"/>
              <a:ext cx="36085" cy="163226"/>
            </a:xfrm>
            <a:custGeom>
              <a:avLst/>
              <a:pathLst>
                <a:path w="36085" h="163226">
                  <a:moveTo>
                    <a:pt x="36085" y="163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566459"/>
              <a:ext cx="36085" cy="163226"/>
            </a:xfrm>
            <a:custGeom>
              <a:avLst/>
              <a:pathLst>
                <a:path w="36085" h="163226">
                  <a:moveTo>
                    <a:pt x="36085" y="163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566459"/>
              <a:ext cx="36085" cy="163226"/>
            </a:xfrm>
            <a:custGeom>
              <a:avLst/>
              <a:pathLst>
                <a:path w="36085" h="163226">
                  <a:moveTo>
                    <a:pt x="36085" y="163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566459"/>
              <a:ext cx="36085" cy="163226"/>
            </a:xfrm>
            <a:custGeom>
              <a:avLst/>
              <a:pathLst>
                <a:path w="36085" h="163226">
                  <a:moveTo>
                    <a:pt x="36085" y="163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566459"/>
              <a:ext cx="36085" cy="163226"/>
            </a:xfrm>
            <a:custGeom>
              <a:avLst/>
              <a:pathLst>
                <a:path w="36085" h="163226">
                  <a:moveTo>
                    <a:pt x="36085" y="163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566459"/>
              <a:ext cx="129503" cy="163226"/>
            </a:xfrm>
            <a:custGeom>
              <a:avLst/>
              <a:pathLst>
                <a:path w="129503" h="163226">
                  <a:moveTo>
                    <a:pt x="36085" y="163226"/>
                  </a:moveTo>
                  <a:lnTo>
                    <a:pt x="41521" y="161928"/>
                  </a:lnTo>
                  <a:lnTo>
                    <a:pt x="46910" y="160450"/>
                  </a:lnTo>
                  <a:lnTo>
                    <a:pt x="52247" y="158792"/>
                  </a:lnTo>
                  <a:lnTo>
                    <a:pt x="57526" y="156957"/>
                  </a:lnTo>
                  <a:lnTo>
                    <a:pt x="62740" y="154946"/>
                  </a:lnTo>
                  <a:lnTo>
                    <a:pt x="67885" y="152763"/>
                  </a:lnTo>
                  <a:lnTo>
                    <a:pt x="72953" y="150408"/>
                  </a:lnTo>
                  <a:lnTo>
                    <a:pt x="77940" y="147886"/>
                  </a:lnTo>
                  <a:lnTo>
                    <a:pt x="82839" y="145198"/>
                  </a:lnTo>
                  <a:lnTo>
                    <a:pt x="87647" y="142347"/>
                  </a:lnTo>
                  <a:lnTo>
                    <a:pt x="92356" y="139338"/>
                  </a:lnTo>
                  <a:lnTo>
                    <a:pt x="96962" y="136173"/>
                  </a:lnTo>
                  <a:lnTo>
                    <a:pt x="101459" y="132856"/>
                  </a:lnTo>
                  <a:lnTo>
                    <a:pt x="105844" y="129390"/>
                  </a:lnTo>
                  <a:lnTo>
                    <a:pt x="110109" y="125780"/>
                  </a:lnTo>
                  <a:lnTo>
                    <a:pt x="114252" y="122029"/>
                  </a:lnTo>
                  <a:lnTo>
                    <a:pt x="118267" y="118142"/>
                  </a:lnTo>
                  <a:lnTo>
                    <a:pt x="122150" y="114123"/>
                  </a:lnTo>
                  <a:lnTo>
                    <a:pt x="125897" y="109976"/>
                  </a:lnTo>
                  <a:lnTo>
                    <a:pt x="129503" y="105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167162" cy="272874"/>
            </a:xfrm>
            <a:custGeom>
              <a:avLst/>
              <a:pathLst>
                <a:path w="167162" h="272874">
                  <a:moveTo>
                    <a:pt x="129503" y="272874"/>
                  </a:moveTo>
                  <a:lnTo>
                    <a:pt x="132841" y="268647"/>
                  </a:lnTo>
                  <a:lnTo>
                    <a:pt x="136041" y="264315"/>
                  </a:lnTo>
                  <a:lnTo>
                    <a:pt x="139100" y="259882"/>
                  </a:lnTo>
                  <a:lnTo>
                    <a:pt x="142014" y="255353"/>
                  </a:lnTo>
                  <a:lnTo>
                    <a:pt x="144781" y="250732"/>
                  </a:lnTo>
                  <a:lnTo>
                    <a:pt x="147398" y="246025"/>
                  </a:lnTo>
                  <a:lnTo>
                    <a:pt x="149862" y="241236"/>
                  </a:lnTo>
                  <a:lnTo>
                    <a:pt x="152170" y="236370"/>
                  </a:lnTo>
                  <a:lnTo>
                    <a:pt x="154321" y="231432"/>
                  </a:lnTo>
                  <a:lnTo>
                    <a:pt x="156311" y="226427"/>
                  </a:lnTo>
                  <a:lnTo>
                    <a:pt x="158139" y="221361"/>
                  </a:lnTo>
                  <a:lnTo>
                    <a:pt x="159802" y="216239"/>
                  </a:lnTo>
                  <a:lnTo>
                    <a:pt x="161300" y="211065"/>
                  </a:lnTo>
                  <a:lnTo>
                    <a:pt x="162631" y="205846"/>
                  </a:lnTo>
                  <a:lnTo>
                    <a:pt x="163792" y="200587"/>
                  </a:lnTo>
                  <a:lnTo>
                    <a:pt x="164784" y="195293"/>
                  </a:lnTo>
                  <a:lnTo>
                    <a:pt x="165604" y="189971"/>
                  </a:lnTo>
                  <a:lnTo>
                    <a:pt x="166253" y="184624"/>
                  </a:lnTo>
                  <a:lnTo>
                    <a:pt x="166729" y="179259"/>
                  </a:lnTo>
                  <a:lnTo>
                    <a:pt x="167032" y="173882"/>
                  </a:lnTo>
                  <a:lnTo>
                    <a:pt x="167162" y="168498"/>
                  </a:lnTo>
                  <a:lnTo>
                    <a:pt x="167118" y="163112"/>
                  </a:lnTo>
                  <a:lnTo>
                    <a:pt x="166900" y="157731"/>
                  </a:lnTo>
                  <a:lnTo>
                    <a:pt x="166510" y="152359"/>
                  </a:lnTo>
                  <a:lnTo>
                    <a:pt x="165946" y="147003"/>
                  </a:lnTo>
                  <a:lnTo>
                    <a:pt x="165211" y="141667"/>
                  </a:lnTo>
                  <a:lnTo>
                    <a:pt x="164303" y="136358"/>
                  </a:lnTo>
                  <a:lnTo>
                    <a:pt x="163226" y="131082"/>
                  </a:lnTo>
                  <a:lnTo>
                    <a:pt x="161979" y="125842"/>
                  </a:lnTo>
                  <a:lnTo>
                    <a:pt x="160563" y="120646"/>
                  </a:lnTo>
                  <a:lnTo>
                    <a:pt x="158981" y="115497"/>
                  </a:lnTo>
                  <a:lnTo>
                    <a:pt x="157234" y="110403"/>
                  </a:lnTo>
                  <a:lnTo>
                    <a:pt x="155324" y="105367"/>
                  </a:lnTo>
                  <a:lnTo>
                    <a:pt x="153253" y="100395"/>
                  </a:lnTo>
                  <a:lnTo>
                    <a:pt x="151022" y="95493"/>
                  </a:lnTo>
                  <a:lnTo>
                    <a:pt x="148635" y="90665"/>
                  </a:lnTo>
                  <a:lnTo>
                    <a:pt x="146093" y="85917"/>
                  </a:lnTo>
                  <a:lnTo>
                    <a:pt x="143400" y="81253"/>
                  </a:lnTo>
                  <a:lnTo>
                    <a:pt x="140558" y="76678"/>
                  </a:lnTo>
                  <a:lnTo>
                    <a:pt x="137570" y="72197"/>
                  </a:lnTo>
                  <a:lnTo>
                    <a:pt x="134439" y="67815"/>
                  </a:lnTo>
                  <a:lnTo>
                    <a:pt x="131169" y="63535"/>
                  </a:lnTo>
                  <a:lnTo>
                    <a:pt x="127763" y="59364"/>
                  </a:lnTo>
                  <a:lnTo>
                    <a:pt x="124223" y="55304"/>
                  </a:lnTo>
                  <a:lnTo>
                    <a:pt x="120555" y="51360"/>
                  </a:lnTo>
                  <a:lnTo>
                    <a:pt x="116762" y="47537"/>
                  </a:lnTo>
                  <a:lnTo>
                    <a:pt x="112848" y="43837"/>
                  </a:lnTo>
                  <a:lnTo>
                    <a:pt x="108816" y="40266"/>
                  </a:lnTo>
                  <a:lnTo>
                    <a:pt x="104672" y="36827"/>
                  </a:lnTo>
                  <a:lnTo>
                    <a:pt x="100419" y="33522"/>
                  </a:lnTo>
                  <a:lnTo>
                    <a:pt x="96062" y="30357"/>
                  </a:lnTo>
                  <a:lnTo>
                    <a:pt x="91604" y="27333"/>
                  </a:lnTo>
                  <a:lnTo>
                    <a:pt x="87052" y="24455"/>
                  </a:lnTo>
                  <a:lnTo>
                    <a:pt x="82410" y="21725"/>
                  </a:lnTo>
                  <a:lnTo>
                    <a:pt x="77682" y="19145"/>
                  </a:lnTo>
                  <a:lnTo>
                    <a:pt x="72873" y="16720"/>
                  </a:lnTo>
                  <a:lnTo>
                    <a:pt x="67989" y="14450"/>
                  </a:lnTo>
                  <a:lnTo>
                    <a:pt x="63034" y="12339"/>
                  </a:lnTo>
                  <a:lnTo>
                    <a:pt x="58014" y="10389"/>
                  </a:lnTo>
                  <a:lnTo>
                    <a:pt x="52933" y="8602"/>
                  </a:lnTo>
                  <a:lnTo>
                    <a:pt x="47798" y="6979"/>
                  </a:lnTo>
                  <a:lnTo>
                    <a:pt x="42612" y="5522"/>
                  </a:lnTo>
                  <a:lnTo>
                    <a:pt x="37383" y="4233"/>
                  </a:lnTo>
                  <a:lnTo>
                    <a:pt x="32115" y="3113"/>
                  </a:lnTo>
                  <a:lnTo>
                    <a:pt x="26813" y="2164"/>
                  </a:lnTo>
                  <a:lnTo>
                    <a:pt x="21484" y="1386"/>
                  </a:lnTo>
                  <a:lnTo>
                    <a:pt x="16133" y="780"/>
                  </a:lnTo>
                  <a:lnTo>
                    <a:pt x="10764" y="346"/>
                  </a:lnTo>
                  <a:lnTo>
                    <a:pt x="538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05773" y="5269756"/>
              <a:ext cx="139485" cy="167167"/>
            </a:xfrm>
            <a:custGeom>
              <a:avLst/>
              <a:pathLst>
                <a:path w="139485" h="167167">
                  <a:moveTo>
                    <a:pt x="139485" y="0"/>
                  </a:moveTo>
                  <a:lnTo>
                    <a:pt x="133986" y="90"/>
                  </a:lnTo>
                  <a:lnTo>
                    <a:pt x="128493" y="361"/>
                  </a:lnTo>
                  <a:lnTo>
                    <a:pt x="123011" y="813"/>
                  </a:lnTo>
                  <a:lnTo>
                    <a:pt x="117548" y="1445"/>
                  </a:lnTo>
                  <a:lnTo>
                    <a:pt x="112108" y="2256"/>
                  </a:lnTo>
                  <a:lnTo>
                    <a:pt x="106698" y="3246"/>
                  </a:lnTo>
                  <a:lnTo>
                    <a:pt x="101324" y="4414"/>
                  </a:lnTo>
                  <a:lnTo>
                    <a:pt x="95990" y="5757"/>
                  </a:lnTo>
                  <a:lnTo>
                    <a:pt x="90704" y="7275"/>
                  </a:lnTo>
                  <a:lnTo>
                    <a:pt x="85471" y="8966"/>
                  </a:lnTo>
                  <a:lnTo>
                    <a:pt x="80296" y="10829"/>
                  </a:lnTo>
                  <a:lnTo>
                    <a:pt x="75185" y="12861"/>
                  </a:lnTo>
                  <a:lnTo>
                    <a:pt x="70144" y="15059"/>
                  </a:lnTo>
                  <a:lnTo>
                    <a:pt x="65178" y="17423"/>
                  </a:lnTo>
                  <a:lnTo>
                    <a:pt x="60292" y="19948"/>
                  </a:lnTo>
                  <a:lnTo>
                    <a:pt x="55492" y="22633"/>
                  </a:lnTo>
                  <a:lnTo>
                    <a:pt x="50783" y="25474"/>
                  </a:lnTo>
                  <a:lnTo>
                    <a:pt x="46170" y="28469"/>
                  </a:lnTo>
                  <a:lnTo>
                    <a:pt x="41658" y="31613"/>
                  </a:lnTo>
                  <a:lnTo>
                    <a:pt x="37251" y="34905"/>
                  </a:lnTo>
                  <a:lnTo>
                    <a:pt x="32956" y="38340"/>
                  </a:lnTo>
                  <a:lnTo>
                    <a:pt x="28776" y="41914"/>
                  </a:lnTo>
                  <a:lnTo>
                    <a:pt x="24715" y="45623"/>
                  </a:lnTo>
                  <a:lnTo>
                    <a:pt x="20779" y="49465"/>
                  </a:lnTo>
                  <a:lnTo>
                    <a:pt x="16971" y="53433"/>
                  </a:lnTo>
                  <a:lnTo>
                    <a:pt x="13296" y="57525"/>
                  </a:lnTo>
                  <a:lnTo>
                    <a:pt x="9758" y="61735"/>
                  </a:lnTo>
                  <a:lnTo>
                    <a:pt x="6360" y="66060"/>
                  </a:lnTo>
                  <a:lnTo>
                    <a:pt x="3106" y="70494"/>
                  </a:lnTo>
                  <a:lnTo>
                    <a:pt x="0" y="75033"/>
                  </a:lnTo>
                  <a:lnTo>
                    <a:pt x="13948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05773" y="5344789"/>
              <a:ext cx="139485" cy="92134"/>
            </a:xfrm>
            <a:custGeom>
              <a:avLst/>
              <a:pathLst>
                <a:path w="139485" h="92134">
                  <a:moveTo>
                    <a:pt x="0" y="0"/>
                  </a:moveTo>
                  <a:lnTo>
                    <a:pt x="139485" y="92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05773" y="5344789"/>
              <a:ext cx="139485" cy="92134"/>
            </a:xfrm>
            <a:custGeom>
              <a:avLst/>
              <a:pathLst>
                <a:path w="139485" h="92134">
                  <a:moveTo>
                    <a:pt x="0" y="0"/>
                  </a:moveTo>
                  <a:lnTo>
                    <a:pt x="139485" y="92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05773" y="5344789"/>
              <a:ext cx="139485" cy="92134"/>
            </a:xfrm>
            <a:custGeom>
              <a:avLst/>
              <a:pathLst>
                <a:path w="139485" h="92134">
                  <a:moveTo>
                    <a:pt x="0" y="0"/>
                  </a:moveTo>
                  <a:lnTo>
                    <a:pt x="139485" y="92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05773" y="5344789"/>
              <a:ext cx="139485" cy="92134"/>
            </a:xfrm>
            <a:custGeom>
              <a:avLst/>
              <a:pathLst>
                <a:path w="139485" h="92134">
                  <a:moveTo>
                    <a:pt x="0" y="0"/>
                  </a:moveTo>
                  <a:lnTo>
                    <a:pt x="139485" y="92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87057" y="5344789"/>
              <a:ext cx="158200" cy="92134"/>
            </a:xfrm>
            <a:custGeom>
              <a:avLst/>
              <a:pathLst>
                <a:path w="158200" h="92134">
                  <a:moveTo>
                    <a:pt x="18715" y="0"/>
                  </a:moveTo>
                  <a:lnTo>
                    <a:pt x="15455" y="5135"/>
                  </a:lnTo>
                  <a:lnTo>
                    <a:pt x="12384" y="10386"/>
                  </a:lnTo>
                  <a:lnTo>
                    <a:pt x="9507" y="15745"/>
                  </a:lnTo>
                  <a:lnTo>
                    <a:pt x="6826" y="21205"/>
                  </a:lnTo>
                  <a:lnTo>
                    <a:pt x="4346" y="26759"/>
                  </a:lnTo>
                  <a:lnTo>
                    <a:pt x="2069" y="32400"/>
                  </a:lnTo>
                  <a:lnTo>
                    <a:pt x="0" y="38120"/>
                  </a:lnTo>
                  <a:lnTo>
                    <a:pt x="158200" y="92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8954" y="113153"/>
                  </a:moveTo>
                  <a:lnTo>
                    <a:pt x="7322" y="118195"/>
                  </a:lnTo>
                  <a:lnTo>
                    <a:pt x="5849" y="123287"/>
                  </a:lnTo>
                  <a:lnTo>
                    <a:pt x="4539" y="128422"/>
                  </a:lnTo>
                  <a:lnTo>
                    <a:pt x="3393" y="133597"/>
                  </a:lnTo>
                  <a:lnTo>
                    <a:pt x="2411" y="138806"/>
                  </a:lnTo>
                  <a:lnTo>
                    <a:pt x="1595" y="144042"/>
                  </a:lnTo>
                  <a:lnTo>
                    <a:pt x="945" y="149303"/>
                  </a:lnTo>
                  <a:lnTo>
                    <a:pt x="462" y="154581"/>
                  </a:lnTo>
                  <a:lnTo>
                    <a:pt x="147" y="159871"/>
                  </a:lnTo>
                  <a:lnTo>
                    <a:pt x="0" y="165170"/>
                  </a:lnTo>
                  <a:lnTo>
                    <a:pt x="20" y="170470"/>
                  </a:lnTo>
                  <a:lnTo>
                    <a:pt x="209" y="175766"/>
                  </a:lnTo>
                  <a:lnTo>
                    <a:pt x="565" y="181055"/>
                  </a:lnTo>
                  <a:lnTo>
                    <a:pt x="1089" y="186329"/>
                  </a:lnTo>
                  <a:lnTo>
                    <a:pt x="1780" y="191584"/>
                  </a:lnTo>
                  <a:lnTo>
                    <a:pt x="2638" y="196814"/>
                  </a:lnTo>
                  <a:lnTo>
                    <a:pt x="3660" y="202015"/>
                  </a:lnTo>
                  <a:lnTo>
                    <a:pt x="4847" y="207180"/>
                  </a:lnTo>
                  <a:lnTo>
                    <a:pt x="6197" y="212306"/>
                  </a:lnTo>
                  <a:lnTo>
                    <a:pt x="7709" y="217385"/>
                  </a:lnTo>
                  <a:lnTo>
                    <a:pt x="9381" y="222415"/>
                  </a:lnTo>
                  <a:lnTo>
                    <a:pt x="11212" y="227389"/>
                  </a:lnTo>
                  <a:lnTo>
                    <a:pt x="13199" y="232302"/>
                  </a:lnTo>
                  <a:lnTo>
                    <a:pt x="15342" y="237150"/>
                  </a:lnTo>
                  <a:lnTo>
                    <a:pt x="17637" y="241928"/>
                  </a:lnTo>
                  <a:lnTo>
                    <a:pt x="20082" y="246630"/>
                  </a:lnTo>
                  <a:lnTo>
                    <a:pt x="22675" y="251253"/>
                  </a:lnTo>
                  <a:lnTo>
                    <a:pt x="25413" y="255791"/>
                  </a:lnTo>
                  <a:lnTo>
                    <a:pt x="28294" y="260240"/>
                  </a:lnTo>
                  <a:lnTo>
                    <a:pt x="31314" y="264595"/>
                  </a:lnTo>
                  <a:lnTo>
                    <a:pt x="34471" y="268852"/>
                  </a:lnTo>
                  <a:lnTo>
                    <a:pt x="37761" y="273008"/>
                  </a:lnTo>
                  <a:lnTo>
                    <a:pt x="41182" y="277056"/>
                  </a:lnTo>
                  <a:lnTo>
                    <a:pt x="44729" y="280995"/>
                  </a:lnTo>
                  <a:lnTo>
                    <a:pt x="48399" y="284819"/>
                  </a:lnTo>
                  <a:lnTo>
                    <a:pt x="52188" y="288524"/>
                  </a:lnTo>
                  <a:lnTo>
                    <a:pt x="56093" y="292108"/>
                  </a:lnTo>
                  <a:lnTo>
                    <a:pt x="60110" y="295566"/>
                  </a:lnTo>
                  <a:lnTo>
                    <a:pt x="64234" y="298895"/>
                  </a:lnTo>
                  <a:lnTo>
                    <a:pt x="68462" y="302091"/>
                  </a:lnTo>
                  <a:lnTo>
                    <a:pt x="72789" y="305152"/>
                  </a:lnTo>
                  <a:lnTo>
                    <a:pt x="77211" y="308075"/>
                  </a:lnTo>
                  <a:lnTo>
                    <a:pt x="81723" y="310855"/>
                  </a:lnTo>
                  <a:lnTo>
                    <a:pt x="86321" y="313491"/>
                  </a:lnTo>
                  <a:lnTo>
                    <a:pt x="91000" y="315980"/>
                  </a:lnTo>
                  <a:lnTo>
                    <a:pt x="95756" y="318320"/>
                  </a:lnTo>
                  <a:lnTo>
                    <a:pt x="100584" y="320507"/>
                  </a:lnTo>
                  <a:lnTo>
                    <a:pt x="105478" y="322541"/>
                  </a:lnTo>
                  <a:lnTo>
                    <a:pt x="110435" y="324418"/>
                  </a:lnTo>
                  <a:lnTo>
                    <a:pt x="115449" y="326137"/>
                  </a:lnTo>
                  <a:lnTo>
                    <a:pt x="120514" y="327696"/>
                  </a:lnTo>
                  <a:lnTo>
                    <a:pt x="125627" y="329094"/>
                  </a:lnTo>
                  <a:lnTo>
                    <a:pt x="130781" y="330329"/>
                  </a:lnTo>
                  <a:lnTo>
                    <a:pt x="135972" y="331400"/>
                  </a:lnTo>
                  <a:lnTo>
                    <a:pt x="141194" y="332306"/>
                  </a:lnTo>
                  <a:lnTo>
                    <a:pt x="146442" y="333046"/>
                  </a:lnTo>
                  <a:lnTo>
                    <a:pt x="151711" y="333619"/>
                  </a:lnTo>
                  <a:lnTo>
                    <a:pt x="156996" y="334025"/>
                  </a:lnTo>
                  <a:lnTo>
                    <a:pt x="162291" y="334264"/>
                  </a:lnTo>
                  <a:lnTo>
                    <a:pt x="167590" y="334334"/>
                  </a:lnTo>
                  <a:lnTo>
                    <a:pt x="172889" y="334236"/>
                  </a:lnTo>
                  <a:lnTo>
                    <a:pt x="178183" y="333970"/>
                  </a:lnTo>
                  <a:lnTo>
                    <a:pt x="183465" y="333537"/>
                  </a:lnTo>
                  <a:lnTo>
                    <a:pt x="188731" y="332936"/>
                  </a:lnTo>
                  <a:lnTo>
                    <a:pt x="193976" y="332169"/>
                  </a:lnTo>
                  <a:lnTo>
                    <a:pt x="199193" y="331236"/>
                  </a:lnTo>
                  <a:lnTo>
                    <a:pt x="204378" y="330137"/>
                  </a:lnTo>
                  <a:lnTo>
                    <a:pt x="209526" y="328876"/>
                  </a:lnTo>
                  <a:lnTo>
                    <a:pt x="214631" y="327451"/>
                  </a:lnTo>
                  <a:lnTo>
                    <a:pt x="219688" y="325865"/>
                  </a:lnTo>
                  <a:lnTo>
                    <a:pt x="224693" y="324120"/>
                  </a:lnTo>
                  <a:lnTo>
                    <a:pt x="229640" y="322217"/>
                  </a:lnTo>
                  <a:lnTo>
                    <a:pt x="234524" y="320158"/>
                  </a:lnTo>
                  <a:lnTo>
                    <a:pt x="239340" y="317946"/>
                  </a:lnTo>
                  <a:lnTo>
                    <a:pt x="244084" y="315582"/>
                  </a:lnTo>
                  <a:lnTo>
                    <a:pt x="248750" y="313068"/>
                  </a:lnTo>
                  <a:lnTo>
                    <a:pt x="253334" y="310408"/>
                  </a:lnTo>
                  <a:lnTo>
                    <a:pt x="257832" y="307604"/>
                  </a:lnTo>
                  <a:lnTo>
                    <a:pt x="262238" y="304659"/>
                  </a:lnTo>
                  <a:lnTo>
                    <a:pt x="266549" y="301576"/>
                  </a:lnTo>
                  <a:lnTo>
                    <a:pt x="270760" y="298357"/>
                  </a:lnTo>
                  <a:lnTo>
                    <a:pt x="274867" y="295007"/>
                  </a:lnTo>
                  <a:lnTo>
                    <a:pt x="278866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9" y="276399"/>
                  </a:lnTo>
                  <a:lnTo>
                    <a:pt x="297098" y="272332"/>
                  </a:lnTo>
                  <a:lnTo>
                    <a:pt x="300367" y="268160"/>
                  </a:lnTo>
                  <a:lnTo>
                    <a:pt x="303501" y="263886"/>
                  </a:lnTo>
                  <a:lnTo>
                    <a:pt x="306499" y="259515"/>
                  </a:lnTo>
                  <a:lnTo>
                    <a:pt x="309356" y="255051"/>
                  </a:lnTo>
                  <a:lnTo>
                    <a:pt x="312071" y="250499"/>
                  </a:lnTo>
                  <a:lnTo>
                    <a:pt x="314640" y="245863"/>
                  </a:lnTo>
                  <a:lnTo>
                    <a:pt x="317061" y="241148"/>
                  </a:lnTo>
                  <a:lnTo>
                    <a:pt x="319331" y="236359"/>
                  </a:lnTo>
                  <a:lnTo>
                    <a:pt x="321448" y="231500"/>
                  </a:lnTo>
                  <a:lnTo>
                    <a:pt x="323410" y="226576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7"/>
                  </a:lnTo>
                  <a:lnTo>
                    <a:pt x="332655" y="190722"/>
                  </a:lnTo>
                  <a:lnTo>
                    <a:pt x="333318" y="185464"/>
                  </a:lnTo>
                  <a:lnTo>
                    <a:pt x="333815" y="180187"/>
                  </a:lnTo>
                  <a:lnTo>
                    <a:pt x="334144" y="174897"/>
                  </a:lnTo>
                  <a:lnTo>
                    <a:pt x="334305" y="169599"/>
                  </a:lnTo>
                  <a:lnTo>
                    <a:pt x="334298" y="164299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7"/>
                  </a:lnTo>
                  <a:lnTo>
                    <a:pt x="332593" y="143181"/>
                  </a:lnTo>
                  <a:lnTo>
                    <a:pt x="331749" y="137948"/>
                  </a:lnTo>
                  <a:lnTo>
                    <a:pt x="330740" y="132745"/>
                  </a:lnTo>
                  <a:lnTo>
                    <a:pt x="329567" y="127576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4" y="107351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7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8"/>
                  </a:lnTo>
                  <a:lnTo>
                    <a:pt x="286217" y="49825"/>
                  </a:lnTo>
                  <a:lnTo>
                    <a:pt x="282437" y="46109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8" y="35707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53883" y="5018213"/>
              <a:ext cx="167155" cy="216965"/>
            </a:xfrm>
            <a:custGeom>
              <a:avLst/>
              <a:pathLst>
                <a:path w="167155" h="216965">
                  <a:moveTo>
                    <a:pt x="167155" y="0"/>
                  </a:moveTo>
                  <a:lnTo>
                    <a:pt x="161757" y="87"/>
                  </a:lnTo>
                  <a:lnTo>
                    <a:pt x="156364" y="348"/>
                  </a:lnTo>
                  <a:lnTo>
                    <a:pt x="150983" y="784"/>
                  </a:lnTo>
                  <a:lnTo>
                    <a:pt x="145619" y="1393"/>
                  </a:lnTo>
                  <a:lnTo>
                    <a:pt x="140277" y="2175"/>
                  </a:lnTo>
                  <a:lnTo>
                    <a:pt x="134963" y="3129"/>
                  </a:lnTo>
                  <a:lnTo>
                    <a:pt x="129682" y="4254"/>
                  </a:lnTo>
                  <a:lnTo>
                    <a:pt x="124441" y="5549"/>
                  </a:lnTo>
                  <a:lnTo>
                    <a:pt x="119244" y="7012"/>
                  </a:lnTo>
                  <a:lnTo>
                    <a:pt x="114097" y="8643"/>
                  </a:lnTo>
                  <a:lnTo>
                    <a:pt x="109006" y="10439"/>
                  </a:lnTo>
                  <a:lnTo>
                    <a:pt x="103975" y="12399"/>
                  </a:lnTo>
                  <a:lnTo>
                    <a:pt x="99010" y="14520"/>
                  </a:lnTo>
                  <a:lnTo>
                    <a:pt x="94117" y="16800"/>
                  </a:lnTo>
                  <a:lnTo>
                    <a:pt x="89299" y="19237"/>
                  </a:lnTo>
                  <a:lnTo>
                    <a:pt x="84563" y="21828"/>
                  </a:lnTo>
                  <a:lnTo>
                    <a:pt x="79912" y="24571"/>
                  </a:lnTo>
                  <a:lnTo>
                    <a:pt x="75353" y="27463"/>
                  </a:lnTo>
                  <a:lnTo>
                    <a:pt x="70890" y="30500"/>
                  </a:lnTo>
                  <a:lnTo>
                    <a:pt x="66526" y="33680"/>
                  </a:lnTo>
                  <a:lnTo>
                    <a:pt x="62268" y="36999"/>
                  </a:lnTo>
                  <a:lnTo>
                    <a:pt x="58120" y="40454"/>
                  </a:lnTo>
                  <a:lnTo>
                    <a:pt x="54085" y="44041"/>
                  </a:lnTo>
                  <a:lnTo>
                    <a:pt x="50168" y="47757"/>
                  </a:lnTo>
                  <a:lnTo>
                    <a:pt x="46373" y="51597"/>
                  </a:lnTo>
                  <a:lnTo>
                    <a:pt x="42703" y="55557"/>
                  </a:lnTo>
                  <a:lnTo>
                    <a:pt x="39164" y="59634"/>
                  </a:lnTo>
                  <a:lnTo>
                    <a:pt x="35759" y="63824"/>
                  </a:lnTo>
                  <a:lnTo>
                    <a:pt x="32490" y="68121"/>
                  </a:lnTo>
                  <a:lnTo>
                    <a:pt x="29362" y="72521"/>
                  </a:lnTo>
                  <a:lnTo>
                    <a:pt x="26377" y="77020"/>
                  </a:lnTo>
                  <a:lnTo>
                    <a:pt x="23540" y="81613"/>
                  </a:lnTo>
                  <a:lnTo>
                    <a:pt x="20852" y="86295"/>
                  </a:lnTo>
                  <a:lnTo>
                    <a:pt x="18316" y="91062"/>
                  </a:lnTo>
                  <a:lnTo>
                    <a:pt x="15937" y="95908"/>
                  </a:lnTo>
                  <a:lnTo>
                    <a:pt x="13714" y="100828"/>
                  </a:lnTo>
                  <a:lnTo>
                    <a:pt x="11652" y="105818"/>
                  </a:lnTo>
                  <a:lnTo>
                    <a:pt x="9752" y="110872"/>
                  </a:lnTo>
                  <a:lnTo>
                    <a:pt x="8016" y="115984"/>
                  </a:lnTo>
                  <a:lnTo>
                    <a:pt x="6446" y="121149"/>
                  </a:lnTo>
                  <a:lnTo>
                    <a:pt x="5044" y="126363"/>
                  </a:lnTo>
                  <a:lnTo>
                    <a:pt x="3811" y="131619"/>
                  </a:lnTo>
                  <a:lnTo>
                    <a:pt x="2748" y="136913"/>
                  </a:lnTo>
                  <a:lnTo>
                    <a:pt x="1857" y="142238"/>
                  </a:lnTo>
                  <a:lnTo>
                    <a:pt x="1138" y="147588"/>
                  </a:lnTo>
                  <a:lnTo>
                    <a:pt x="593" y="152960"/>
                  </a:lnTo>
                  <a:lnTo>
                    <a:pt x="221" y="158346"/>
                  </a:lnTo>
                  <a:lnTo>
                    <a:pt x="23" y="163741"/>
                  </a:lnTo>
                  <a:lnTo>
                    <a:pt x="0" y="169140"/>
                  </a:lnTo>
                  <a:lnTo>
                    <a:pt x="150" y="174537"/>
                  </a:lnTo>
                  <a:lnTo>
                    <a:pt x="475" y="179926"/>
                  </a:lnTo>
                  <a:lnTo>
                    <a:pt x="974" y="185302"/>
                  </a:lnTo>
                  <a:lnTo>
                    <a:pt x="1647" y="190659"/>
                  </a:lnTo>
                  <a:lnTo>
                    <a:pt x="2492" y="195991"/>
                  </a:lnTo>
                  <a:lnTo>
                    <a:pt x="3508" y="201293"/>
                  </a:lnTo>
                  <a:lnTo>
                    <a:pt x="4696" y="206560"/>
                  </a:lnTo>
                  <a:lnTo>
                    <a:pt x="6053" y="211786"/>
                  </a:lnTo>
                  <a:lnTo>
                    <a:pt x="7577" y="216965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61461" y="5185380"/>
              <a:ext cx="159577" cy="49797"/>
            </a:xfrm>
            <a:custGeom>
              <a:avLst/>
              <a:pathLst>
                <a:path w="159577" h="49797">
                  <a:moveTo>
                    <a:pt x="0" y="49797"/>
                  </a:moveTo>
                  <a:lnTo>
                    <a:pt x="1595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61461" y="5185380"/>
              <a:ext cx="159577" cy="49797"/>
            </a:xfrm>
            <a:custGeom>
              <a:avLst/>
              <a:pathLst>
                <a:path w="159577" h="49797">
                  <a:moveTo>
                    <a:pt x="0" y="49797"/>
                  </a:moveTo>
                  <a:lnTo>
                    <a:pt x="15957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61461" y="5185380"/>
              <a:ext cx="159577" cy="49797"/>
            </a:xfrm>
            <a:custGeom>
              <a:avLst/>
              <a:pathLst>
                <a:path w="159577" h="49797">
                  <a:moveTo>
                    <a:pt x="0" y="49797"/>
                  </a:moveTo>
                  <a:lnTo>
                    <a:pt x="15957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61461" y="5185380"/>
              <a:ext cx="159577" cy="100115"/>
            </a:xfrm>
            <a:custGeom>
              <a:avLst/>
              <a:pathLst>
                <a:path w="159577" h="100115">
                  <a:moveTo>
                    <a:pt x="0" y="49797"/>
                  </a:moveTo>
                  <a:lnTo>
                    <a:pt x="1992" y="55783"/>
                  </a:lnTo>
                  <a:lnTo>
                    <a:pt x="4209" y="61688"/>
                  </a:lnTo>
                  <a:lnTo>
                    <a:pt x="6647" y="67506"/>
                  </a:lnTo>
                  <a:lnTo>
                    <a:pt x="9302" y="73228"/>
                  </a:lnTo>
                  <a:lnTo>
                    <a:pt x="12172" y="78845"/>
                  </a:lnTo>
                  <a:lnTo>
                    <a:pt x="15252" y="84350"/>
                  </a:lnTo>
                  <a:lnTo>
                    <a:pt x="18537" y="89735"/>
                  </a:lnTo>
                  <a:lnTo>
                    <a:pt x="22023" y="94993"/>
                  </a:lnTo>
                  <a:lnTo>
                    <a:pt x="25705" y="100115"/>
                  </a:lnTo>
                  <a:lnTo>
                    <a:pt x="15957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87166" y="5018213"/>
              <a:ext cx="301026" cy="334331"/>
            </a:xfrm>
            <a:custGeom>
              <a:avLst/>
              <a:pathLst>
                <a:path w="301026" h="334331">
                  <a:moveTo>
                    <a:pt x="0" y="267282"/>
                  </a:moveTo>
                  <a:lnTo>
                    <a:pt x="3250" y="271488"/>
                  </a:lnTo>
                  <a:lnTo>
                    <a:pt x="6633" y="275588"/>
                  </a:lnTo>
                  <a:lnTo>
                    <a:pt x="10144" y="279579"/>
                  </a:lnTo>
                  <a:lnTo>
                    <a:pt x="13781" y="283456"/>
                  </a:lnTo>
                  <a:lnTo>
                    <a:pt x="17539" y="287215"/>
                  </a:lnTo>
                  <a:lnTo>
                    <a:pt x="21414" y="290853"/>
                  </a:lnTo>
                  <a:lnTo>
                    <a:pt x="25404" y="294366"/>
                  </a:lnTo>
                  <a:lnTo>
                    <a:pt x="29503" y="297750"/>
                  </a:lnTo>
                  <a:lnTo>
                    <a:pt x="33707" y="301002"/>
                  </a:lnTo>
                  <a:lnTo>
                    <a:pt x="38013" y="304119"/>
                  </a:lnTo>
                  <a:lnTo>
                    <a:pt x="42416" y="307098"/>
                  </a:lnTo>
                  <a:lnTo>
                    <a:pt x="46911" y="309935"/>
                  </a:lnTo>
                  <a:lnTo>
                    <a:pt x="51494" y="312627"/>
                  </a:lnTo>
                  <a:lnTo>
                    <a:pt x="56160" y="315173"/>
                  </a:lnTo>
                  <a:lnTo>
                    <a:pt x="60905" y="317569"/>
                  </a:lnTo>
                  <a:lnTo>
                    <a:pt x="65724" y="319813"/>
                  </a:lnTo>
                  <a:lnTo>
                    <a:pt x="70611" y="321902"/>
                  </a:lnTo>
                  <a:lnTo>
                    <a:pt x="75563" y="323835"/>
                  </a:lnTo>
                  <a:lnTo>
                    <a:pt x="80574" y="325610"/>
                  </a:lnTo>
                  <a:lnTo>
                    <a:pt x="85638" y="327224"/>
                  </a:lnTo>
                  <a:lnTo>
                    <a:pt x="90751" y="328677"/>
                  </a:lnTo>
                  <a:lnTo>
                    <a:pt x="95908" y="329966"/>
                  </a:lnTo>
                  <a:lnTo>
                    <a:pt x="101103" y="331091"/>
                  </a:lnTo>
                  <a:lnTo>
                    <a:pt x="106331" y="332050"/>
                  </a:lnTo>
                  <a:lnTo>
                    <a:pt x="111588" y="332842"/>
                  </a:lnTo>
                  <a:lnTo>
                    <a:pt x="116866" y="333467"/>
                  </a:lnTo>
                  <a:lnTo>
                    <a:pt x="122162" y="333924"/>
                  </a:lnTo>
                  <a:lnTo>
                    <a:pt x="127470" y="334212"/>
                  </a:lnTo>
                  <a:lnTo>
                    <a:pt x="132784" y="334331"/>
                  </a:lnTo>
                  <a:lnTo>
                    <a:pt x="138099" y="334281"/>
                  </a:lnTo>
                  <a:lnTo>
                    <a:pt x="143410" y="334062"/>
                  </a:lnTo>
                  <a:lnTo>
                    <a:pt x="148712" y="333674"/>
                  </a:lnTo>
                  <a:lnTo>
                    <a:pt x="153998" y="333118"/>
                  </a:lnTo>
                  <a:lnTo>
                    <a:pt x="159264" y="332395"/>
                  </a:lnTo>
                  <a:lnTo>
                    <a:pt x="164505" y="331504"/>
                  </a:lnTo>
                  <a:lnTo>
                    <a:pt x="169714" y="330447"/>
                  </a:lnTo>
                  <a:lnTo>
                    <a:pt x="174887" y="329225"/>
                  </a:lnTo>
                  <a:lnTo>
                    <a:pt x="180019" y="327839"/>
                  </a:lnTo>
                  <a:lnTo>
                    <a:pt x="185104" y="326290"/>
                  </a:lnTo>
                  <a:lnTo>
                    <a:pt x="190137" y="324581"/>
                  </a:lnTo>
                  <a:lnTo>
                    <a:pt x="195113" y="322713"/>
                  </a:lnTo>
                  <a:lnTo>
                    <a:pt x="200028" y="320687"/>
                  </a:lnTo>
                  <a:lnTo>
                    <a:pt x="204875" y="318506"/>
                  </a:lnTo>
                  <a:lnTo>
                    <a:pt x="209651" y="316172"/>
                  </a:lnTo>
                  <a:lnTo>
                    <a:pt x="214350" y="313687"/>
                  </a:lnTo>
                  <a:lnTo>
                    <a:pt x="218968" y="311055"/>
                  </a:lnTo>
                  <a:lnTo>
                    <a:pt x="223500" y="308276"/>
                  </a:lnTo>
                  <a:lnTo>
                    <a:pt x="227941" y="305356"/>
                  </a:lnTo>
                  <a:lnTo>
                    <a:pt x="232287" y="302295"/>
                  </a:lnTo>
                  <a:lnTo>
                    <a:pt x="236533" y="299098"/>
                  </a:lnTo>
                  <a:lnTo>
                    <a:pt x="240676" y="295767"/>
                  </a:lnTo>
                  <a:lnTo>
                    <a:pt x="244710" y="292306"/>
                  </a:lnTo>
                  <a:lnTo>
                    <a:pt x="248633" y="288719"/>
                  </a:lnTo>
                  <a:lnTo>
                    <a:pt x="252440" y="285009"/>
                  </a:lnTo>
                  <a:lnTo>
                    <a:pt x="256126" y="281180"/>
                  </a:lnTo>
                  <a:lnTo>
                    <a:pt x="259689" y="277235"/>
                  </a:lnTo>
                  <a:lnTo>
                    <a:pt x="263125" y="273179"/>
                  </a:lnTo>
                  <a:lnTo>
                    <a:pt x="266430" y="269016"/>
                  </a:lnTo>
                  <a:lnTo>
                    <a:pt x="269602" y="264750"/>
                  </a:lnTo>
                  <a:lnTo>
                    <a:pt x="272635" y="260386"/>
                  </a:lnTo>
                  <a:lnTo>
                    <a:pt x="275529" y="255927"/>
                  </a:lnTo>
                  <a:lnTo>
                    <a:pt x="278279" y="251378"/>
                  </a:lnTo>
                  <a:lnTo>
                    <a:pt x="280884" y="246744"/>
                  </a:lnTo>
                  <a:lnTo>
                    <a:pt x="283340" y="242030"/>
                  </a:lnTo>
                  <a:lnTo>
                    <a:pt x="285644" y="237240"/>
                  </a:lnTo>
                  <a:lnTo>
                    <a:pt x="287795" y="232379"/>
                  </a:lnTo>
                  <a:lnTo>
                    <a:pt x="289791" y="227453"/>
                  </a:lnTo>
                  <a:lnTo>
                    <a:pt x="291629" y="222465"/>
                  </a:lnTo>
                  <a:lnTo>
                    <a:pt x="293307" y="217421"/>
                  </a:lnTo>
                  <a:lnTo>
                    <a:pt x="294824" y="212327"/>
                  </a:lnTo>
                  <a:lnTo>
                    <a:pt x="296179" y="207187"/>
                  </a:lnTo>
                  <a:lnTo>
                    <a:pt x="297369" y="202006"/>
                  </a:lnTo>
                  <a:lnTo>
                    <a:pt x="298394" y="196790"/>
                  </a:lnTo>
                  <a:lnTo>
                    <a:pt x="299253" y="191545"/>
                  </a:lnTo>
                  <a:lnTo>
                    <a:pt x="299944" y="186274"/>
                  </a:lnTo>
                  <a:lnTo>
                    <a:pt x="300468" y="180985"/>
                  </a:lnTo>
                  <a:lnTo>
                    <a:pt x="300823" y="175681"/>
                  </a:lnTo>
                  <a:lnTo>
                    <a:pt x="301009" y="170369"/>
                  </a:lnTo>
                  <a:lnTo>
                    <a:pt x="301026" y="165053"/>
                  </a:lnTo>
                  <a:lnTo>
                    <a:pt x="300875" y="159740"/>
                  </a:lnTo>
                  <a:lnTo>
                    <a:pt x="300554" y="154434"/>
                  </a:lnTo>
                  <a:lnTo>
                    <a:pt x="300065" y="149141"/>
                  </a:lnTo>
                  <a:lnTo>
                    <a:pt x="299408" y="143866"/>
                  </a:lnTo>
                  <a:lnTo>
                    <a:pt x="298583" y="138615"/>
                  </a:lnTo>
                  <a:lnTo>
                    <a:pt x="297592" y="133393"/>
                  </a:lnTo>
                  <a:lnTo>
                    <a:pt x="296436" y="128204"/>
                  </a:lnTo>
                  <a:lnTo>
                    <a:pt x="295115" y="123056"/>
                  </a:lnTo>
                  <a:lnTo>
                    <a:pt x="293631" y="117952"/>
                  </a:lnTo>
                  <a:lnTo>
                    <a:pt x="291985" y="112897"/>
                  </a:lnTo>
                  <a:lnTo>
                    <a:pt x="290180" y="107898"/>
                  </a:lnTo>
                  <a:lnTo>
                    <a:pt x="288217" y="102958"/>
                  </a:lnTo>
                  <a:lnTo>
                    <a:pt x="286097" y="98083"/>
                  </a:lnTo>
                  <a:lnTo>
                    <a:pt x="283824" y="93278"/>
                  </a:lnTo>
                  <a:lnTo>
                    <a:pt x="281399" y="88548"/>
                  </a:lnTo>
                  <a:lnTo>
                    <a:pt x="278825" y="83898"/>
                  </a:lnTo>
                  <a:lnTo>
                    <a:pt x="276104" y="79331"/>
                  </a:lnTo>
                  <a:lnTo>
                    <a:pt x="273239" y="74853"/>
                  </a:lnTo>
                  <a:lnTo>
                    <a:pt x="270234" y="70469"/>
                  </a:lnTo>
                  <a:lnTo>
                    <a:pt x="267091" y="66183"/>
                  </a:lnTo>
                  <a:lnTo>
                    <a:pt x="263812" y="61998"/>
                  </a:lnTo>
                  <a:lnTo>
                    <a:pt x="260403" y="57920"/>
                  </a:lnTo>
                  <a:lnTo>
                    <a:pt x="256866" y="53952"/>
                  </a:lnTo>
                  <a:lnTo>
                    <a:pt x="253204" y="50099"/>
                  </a:lnTo>
                  <a:lnTo>
                    <a:pt x="249422" y="46364"/>
                  </a:lnTo>
                  <a:lnTo>
                    <a:pt x="245523" y="42752"/>
                  </a:lnTo>
                  <a:lnTo>
                    <a:pt x="241511" y="39265"/>
                  </a:lnTo>
                  <a:lnTo>
                    <a:pt x="237390" y="35907"/>
                  </a:lnTo>
                  <a:lnTo>
                    <a:pt x="233164" y="32682"/>
                  </a:lnTo>
                  <a:lnTo>
                    <a:pt x="228838" y="29594"/>
                  </a:lnTo>
                  <a:lnTo>
                    <a:pt x="224416" y="26644"/>
                  </a:lnTo>
                  <a:lnTo>
                    <a:pt x="219903" y="23836"/>
                  </a:lnTo>
                  <a:lnTo>
                    <a:pt x="215302" y="21173"/>
                  </a:lnTo>
                  <a:lnTo>
                    <a:pt x="210619" y="18658"/>
                  </a:lnTo>
                  <a:lnTo>
                    <a:pt x="205859" y="16293"/>
                  </a:lnTo>
                  <a:lnTo>
                    <a:pt x="201026" y="14081"/>
                  </a:lnTo>
                  <a:lnTo>
                    <a:pt x="196125" y="12023"/>
                  </a:lnTo>
                  <a:lnTo>
                    <a:pt x="191160" y="10122"/>
                  </a:lnTo>
                  <a:lnTo>
                    <a:pt x="186138" y="8380"/>
                  </a:lnTo>
                  <a:lnTo>
                    <a:pt x="181064" y="6799"/>
                  </a:lnTo>
                  <a:lnTo>
                    <a:pt x="175941" y="5380"/>
                  </a:lnTo>
                  <a:lnTo>
                    <a:pt x="170776" y="4124"/>
                  </a:lnTo>
                  <a:lnTo>
                    <a:pt x="165574" y="3033"/>
                  </a:lnTo>
                  <a:lnTo>
                    <a:pt x="160339" y="2108"/>
                  </a:lnTo>
                  <a:lnTo>
                    <a:pt x="155078" y="1350"/>
                  </a:lnTo>
                  <a:lnTo>
                    <a:pt x="149795" y="760"/>
                  </a:lnTo>
                  <a:lnTo>
                    <a:pt x="144497" y="337"/>
                  </a:lnTo>
                  <a:lnTo>
                    <a:pt x="139187" y="84"/>
                  </a:lnTo>
                  <a:lnTo>
                    <a:pt x="133872" y="0"/>
                  </a:lnTo>
                  <a:lnTo>
                    <a:pt x="1338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256069" y="4659281"/>
              <a:ext cx="167165" cy="325368"/>
            </a:xfrm>
            <a:custGeom>
              <a:avLst/>
              <a:pathLst>
                <a:path w="167165" h="325368">
                  <a:moveTo>
                    <a:pt x="167165" y="0"/>
                  </a:moveTo>
                  <a:lnTo>
                    <a:pt x="161823" y="85"/>
                  </a:lnTo>
                  <a:lnTo>
                    <a:pt x="156487" y="341"/>
                  </a:lnTo>
                  <a:lnTo>
                    <a:pt x="151161" y="767"/>
                  </a:lnTo>
                  <a:lnTo>
                    <a:pt x="145852" y="1364"/>
                  </a:lnTo>
                  <a:lnTo>
                    <a:pt x="140564" y="2130"/>
                  </a:lnTo>
                  <a:lnTo>
                    <a:pt x="135304" y="3064"/>
                  </a:lnTo>
                  <a:lnTo>
                    <a:pt x="130076" y="4166"/>
                  </a:lnTo>
                  <a:lnTo>
                    <a:pt x="124886" y="5434"/>
                  </a:lnTo>
                  <a:lnTo>
                    <a:pt x="119740" y="6868"/>
                  </a:lnTo>
                  <a:lnTo>
                    <a:pt x="114642" y="8465"/>
                  </a:lnTo>
                  <a:lnTo>
                    <a:pt x="109597" y="10225"/>
                  </a:lnTo>
                  <a:lnTo>
                    <a:pt x="104611" y="12144"/>
                  </a:lnTo>
                  <a:lnTo>
                    <a:pt x="99689" y="14223"/>
                  </a:lnTo>
                  <a:lnTo>
                    <a:pt x="94836" y="16457"/>
                  </a:lnTo>
                  <a:lnTo>
                    <a:pt x="90057" y="18845"/>
                  </a:lnTo>
                  <a:lnTo>
                    <a:pt x="85357" y="21385"/>
                  </a:lnTo>
                  <a:lnTo>
                    <a:pt x="80740" y="24074"/>
                  </a:lnTo>
                  <a:lnTo>
                    <a:pt x="76212" y="26909"/>
                  </a:lnTo>
                  <a:lnTo>
                    <a:pt x="71776" y="29887"/>
                  </a:lnTo>
                  <a:lnTo>
                    <a:pt x="67438" y="33005"/>
                  </a:lnTo>
                  <a:lnTo>
                    <a:pt x="63202" y="36260"/>
                  </a:lnTo>
                  <a:lnTo>
                    <a:pt x="59071" y="39649"/>
                  </a:lnTo>
                  <a:lnTo>
                    <a:pt x="55052" y="43169"/>
                  </a:lnTo>
                  <a:lnTo>
                    <a:pt x="51147" y="46815"/>
                  </a:lnTo>
                  <a:lnTo>
                    <a:pt x="47360" y="50584"/>
                  </a:lnTo>
                  <a:lnTo>
                    <a:pt x="43696" y="54472"/>
                  </a:lnTo>
                  <a:lnTo>
                    <a:pt x="40157" y="58475"/>
                  </a:lnTo>
                  <a:lnTo>
                    <a:pt x="36749" y="62589"/>
                  </a:lnTo>
                  <a:lnTo>
                    <a:pt x="33474" y="66810"/>
                  </a:lnTo>
                  <a:lnTo>
                    <a:pt x="30335" y="71133"/>
                  </a:lnTo>
                  <a:lnTo>
                    <a:pt x="27336" y="75555"/>
                  </a:lnTo>
                  <a:lnTo>
                    <a:pt x="24480" y="80070"/>
                  </a:lnTo>
                  <a:lnTo>
                    <a:pt x="21770" y="84674"/>
                  </a:lnTo>
                  <a:lnTo>
                    <a:pt x="19208" y="89362"/>
                  </a:lnTo>
                  <a:lnTo>
                    <a:pt x="16797" y="94130"/>
                  </a:lnTo>
                  <a:lnTo>
                    <a:pt x="14540" y="98972"/>
                  </a:lnTo>
                  <a:lnTo>
                    <a:pt x="12439" y="103885"/>
                  </a:lnTo>
                  <a:lnTo>
                    <a:pt x="10495" y="108861"/>
                  </a:lnTo>
                  <a:lnTo>
                    <a:pt x="8712" y="113898"/>
                  </a:lnTo>
                  <a:lnTo>
                    <a:pt x="7091" y="118988"/>
                  </a:lnTo>
                  <a:lnTo>
                    <a:pt x="5633" y="124128"/>
                  </a:lnTo>
                  <a:lnTo>
                    <a:pt x="4340" y="129312"/>
                  </a:lnTo>
                  <a:lnTo>
                    <a:pt x="3214" y="134534"/>
                  </a:lnTo>
                  <a:lnTo>
                    <a:pt x="2255" y="139790"/>
                  </a:lnTo>
                  <a:lnTo>
                    <a:pt x="1464" y="145074"/>
                  </a:lnTo>
                  <a:lnTo>
                    <a:pt x="843" y="150380"/>
                  </a:lnTo>
                  <a:lnTo>
                    <a:pt x="391" y="155704"/>
                  </a:lnTo>
                  <a:lnTo>
                    <a:pt x="110" y="161039"/>
                  </a:lnTo>
                  <a:lnTo>
                    <a:pt x="0" y="166381"/>
                  </a:lnTo>
                  <a:lnTo>
                    <a:pt x="60" y="171723"/>
                  </a:lnTo>
                  <a:lnTo>
                    <a:pt x="291" y="177061"/>
                  </a:lnTo>
                  <a:lnTo>
                    <a:pt x="692" y="182388"/>
                  </a:lnTo>
                  <a:lnTo>
                    <a:pt x="1263" y="187700"/>
                  </a:lnTo>
                  <a:lnTo>
                    <a:pt x="2004" y="192991"/>
                  </a:lnTo>
                  <a:lnTo>
                    <a:pt x="2914" y="198256"/>
                  </a:lnTo>
                  <a:lnTo>
                    <a:pt x="3991" y="203489"/>
                  </a:lnTo>
                  <a:lnTo>
                    <a:pt x="5235" y="208684"/>
                  </a:lnTo>
                  <a:lnTo>
                    <a:pt x="6645" y="213838"/>
                  </a:lnTo>
                  <a:lnTo>
                    <a:pt x="8218" y="218943"/>
                  </a:lnTo>
                  <a:lnTo>
                    <a:pt x="9954" y="223996"/>
                  </a:lnTo>
                  <a:lnTo>
                    <a:pt x="11850" y="228991"/>
                  </a:lnTo>
                  <a:lnTo>
                    <a:pt x="13905" y="233923"/>
                  </a:lnTo>
                  <a:lnTo>
                    <a:pt x="16117" y="238786"/>
                  </a:lnTo>
                  <a:lnTo>
                    <a:pt x="18482" y="243576"/>
                  </a:lnTo>
                  <a:lnTo>
                    <a:pt x="21000" y="248289"/>
                  </a:lnTo>
                  <a:lnTo>
                    <a:pt x="23667" y="252918"/>
                  </a:lnTo>
                  <a:lnTo>
                    <a:pt x="26480" y="257460"/>
                  </a:lnTo>
                  <a:lnTo>
                    <a:pt x="29438" y="261909"/>
                  </a:lnTo>
                  <a:lnTo>
                    <a:pt x="32536" y="266262"/>
                  </a:lnTo>
                  <a:lnTo>
                    <a:pt x="35771" y="270514"/>
                  </a:lnTo>
                  <a:lnTo>
                    <a:pt x="39141" y="274660"/>
                  </a:lnTo>
                  <a:lnTo>
                    <a:pt x="42641" y="278696"/>
                  </a:lnTo>
                  <a:lnTo>
                    <a:pt x="46268" y="282618"/>
                  </a:lnTo>
                  <a:lnTo>
                    <a:pt x="50020" y="286422"/>
                  </a:lnTo>
                  <a:lnTo>
                    <a:pt x="53890" y="290105"/>
                  </a:lnTo>
                  <a:lnTo>
                    <a:pt x="57877" y="293662"/>
                  </a:lnTo>
                  <a:lnTo>
                    <a:pt x="61975" y="297090"/>
                  </a:lnTo>
                  <a:lnTo>
                    <a:pt x="66180" y="300385"/>
                  </a:lnTo>
                  <a:lnTo>
                    <a:pt x="70489" y="303544"/>
                  </a:lnTo>
                  <a:lnTo>
                    <a:pt x="74896" y="306564"/>
                  </a:lnTo>
                  <a:lnTo>
                    <a:pt x="79398" y="309441"/>
                  </a:lnTo>
                  <a:lnTo>
                    <a:pt x="83989" y="312173"/>
                  </a:lnTo>
                  <a:lnTo>
                    <a:pt x="88665" y="314757"/>
                  </a:lnTo>
                  <a:lnTo>
                    <a:pt x="93422" y="317190"/>
                  </a:lnTo>
                  <a:lnTo>
                    <a:pt x="98254" y="319470"/>
                  </a:lnTo>
                  <a:lnTo>
                    <a:pt x="103156" y="321594"/>
                  </a:lnTo>
                  <a:lnTo>
                    <a:pt x="108123" y="323561"/>
                  </a:lnTo>
                  <a:lnTo>
                    <a:pt x="113151" y="325368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369220" y="4826449"/>
              <a:ext cx="54014" cy="158200"/>
            </a:xfrm>
            <a:custGeom>
              <a:avLst/>
              <a:pathLst>
                <a:path w="54014" h="158200">
                  <a:moveTo>
                    <a:pt x="0" y="158200"/>
                  </a:moveTo>
                  <a:lnTo>
                    <a:pt x="5401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369220" y="4826449"/>
              <a:ext cx="54014" cy="158200"/>
            </a:xfrm>
            <a:custGeom>
              <a:avLst/>
              <a:pathLst>
                <a:path w="54014" h="158200">
                  <a:moveTo>
                    <a:pt x="0" y="158200"/>
                  </a:moveTo>
                  <a:lnTo>
                    <a:pt x="5401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369220" y="4826449"/>
              <a:ext cx="86626" cy="167151"/>
            </a:xfrm>
            <a:custGeom>
              <a:avLst/>
              <a:pathLst>
                <a:path w="86626" h="167151">
                  <a:moveTo>
                    <a:pt x="0" y="158200"/>
                  </a:moveTo>
                  <a:lnTo>
                    <a:pt x="5572" y="159994"/>
                  </a:lnTo>
                  <a:lnTo>
                    <a:pt x="11205" y="161593"/>
                  </a:lnTo>
                  <a:lnTo>
                    <a:pt x="16890" y="162993"/>
                  </a:lnTo>
                  <a:lnTo>
                    <a:pt x="22620" y="164193"/>
                  </a:lnTo>
                  <a:lnTo>
                    <a:pt x="28389" y="165191"/>
                  </a:lnTo>
                  <a:lnTo>
                    <a:pt x="34189" y="165987"/>
                  </a:lnTo>
                  <a:lnTo>
                    <a:pt x="40014" y="166580"/>
                  </a:lnTo>
                  <a:lnTo>
                    <a:pt x="45855" y="166968"/>
                  </a:lnTo>
                  <a:lnTo>
                    <a:pt x="51707" y="167151"/>
                  </a:lnTo>
                  <a:lnTo>
                    <a:pt x="57562" y="167129"/>
                  </a:lnTo>
                  <a:lnTo>
                    <a:pt x="63412" y="166903"/>
                  </a:lnTo>
                  <a:lnTo>
                    <a:pt x="69251" y="166471"/>
                  </a:lnTo>
                  <a:lnTo>
                    <a:pt x="75071" y="165835"/>
                  </a:lnTo>
                  <a:lnTo>
                    <a:pt x="80865" y="164996"/>
                  </a:lnTo>
                  <a:lnTo>
                    <a:pt x="86626" y="163955"/>
                  </a:lnTo>
                  <a:lnTo>
                    <a:pt x="5401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167167" cy="331122"/>
            </a:xfrm>
            <a:custGeom>
              <a:avLst/>
              <a:pathLst>
                <a:path w="167167" h="331122">
                  <a:moveTo>
                    <a:pt x="32612" y="331122"/>
                  </a:moveTo>
                  <a:lnTo>
                    <a:pt x="37843" y="329994"/>
                  </a:lnTo>
                  <a:lnTo>
                    <a:pt x="43036" y="328700"/>
                  </a:lnTo>
                  <a:lnTo>
                    <a:pt x="48184" y="327239"/>
                  </a:lnTo>
                  <a:lnTo>
                    <a:pt x="53283" y="325615"/>
                  </a:lnTo>
                  <a:lnTo>
                    <a:pt x="58327" y="323828"/>
                  </a:lnTo>
                  <a:lnTo>
                    <a:pt x="63312" y="321881"/>
                  </a:lnTo>
                  <a:lnTo>
                    <a:pt x="68232" y="319775"/>
                  </a:lnTo>
                  <a:lnTo>
                    <a:pt x="73081" y="317513"/>
                  </a:lnTo>
                  <a:lnTo>
                    <a:pt x="77856" y="315097"/>
                  </a:lnTo>
                  <a:lnTo>
                    <a:pt x="82551" y="312529"/>
                  </a:lnTo>
                  <a:lnTo>
                    <a:pt x="87162" y="309812"/>
                  </a:lnTo>
                  <a:lnTo>
                    <a:pt x="91683" y="306949"/>
                  </a:lnTo>
                  <a:lnTo>
                    <a:pt x="96110" y="303943"/>
                  </a:lnTo>
                  <a:lnTo>
                    <a:pt x="100439" y="300797"/>
                  </a:lnTo>
                  <a:lnTo>
                    <a:pt x="104664" y="297513"/>
                  </a:lnTo>
                  <a:lnTo>
                    <a:pt x="108783" y="294097"/>
                  </a:lnTo>
                  <a:lnTo>
                    <a:pt x="112790" y="290550"/>
                  </a:lnTo>
                  <a:lnTo>
                    <a:pt x="116681" y="286876"/>
                  </a:lnTo>
                  <a:lnTo>
                    <a:pt x="120453" y="283080"/>
                  </a:lnTo>
                  <a:lnTo>
                    <a:pt x="124102" y="279165"/>
                  </a:lnTo>
                  <a:lnTo>
                    <a:pt x="127623" y="275135"/>
                  </a:lnTo>
                  <a:lnTo>
                    <a:pt x="131013" y="270995"/>
                  </a:lnTo>
                  <a:lnTo>
                    <a:pt x="134270" y="266748"/>
                  </a:lnTo>
                  <a:lnTo>
                    <a:pt x="137388" y="262400"/>
                  </a:lnTo>
                  <a:lnTo>
                    <a:pt x="140366" y="257953"/>
                  </a:lnTo>
                  <a:lnTo>
                    <a:pt x="143200" y="253414"/>
                  </a:lnTo>
                  <a:lnTo>
                    <a:pt x="145887" y="248786"/>
                  </a:lnTo>
                  <a:lnTo>
                    <a:pt x="148425" y="244075"/>
                  </a:lnTo>
                  <a:lnTo>
                    <a:pt x="150811" y="239285"/>
                  </a:lnTo>
                  <a:lnTo>
                    <a:pt x="153042" y="234420"/>
                  </a:lnTo>
                  <a:lnTo>
                    <a:pt x="155116" y="229487"/>
                  </a:lnTo>
                  <a:lnTo>
                    <a:pt x="157031" y="224491"/>
                  </a:lnTo>
                  <a:lnTo>
                    <a:pt x="158786" y="219435"/>
                  </a:lnTo>
                  <a:lnTo>
                    <a:pt x="160377" y="214326"/>
                  </a:lnTo>
                  <a:lnTo>
                    <a:pt x="161804" y="209168"/>
                  </a:lnTo>
                  <a:lnTo>
                    <a:pt x="163066" y="203968"/>
                  </a:lnTo>
                  <a:lnTo>
                    <a:pt x="164160" y="198729"/>
                  </a:lnTo>
                  <a:lnTo>
                    <a:pt x="165086" y="193459"/>
                  </a:lnTo>
                  <a:lnTo>
                    <a:pt x="165843" y="188161"/>
                  </a:lnTo>
                  <a:lnTo>
                    <a:pt x="166430" y="182842"/>
                  </a:lnTo>
                  <a:lnTo>
                    <a:pt x="166847" y="177507"/>
                  </a:lnTo>
                  <a:lnTo>
                    <a:pt x="167092" y="172161"/>
                  </a:lnTo>
                  <a:lnTo>
                    <a:pt x="167167" y="166810"/>
                  </a:lnTo>
                  <a:lnTo>
                    <a:pt x="167069" y="161460"/>
                  </a:lnTo>
                  <a:lnTo>
                    <a:pt x="166801" y="156115"/>
                  </a:lnTo>
                  <a:lnTo>
                    <a:pt x="166362" y="150782"/>
                  </a:lnTo>
                  <a:lnTo>
                    <a:pt x="165752" y="145465"/>
                  </a:lnTo>
                  <a:lnTo>
                    <a:pt x="164973" y="140171"/>
                  </a:lnTo>
                  <a:lnTo>
                    <a:pt x="164024" y="134904"/>
                  </a:lnTo>
                  <a:lnTo>
                    <a:pt x="162907" y="129671"/>
                  </a:lnTo>
                  <a:lnTo>
                    <a:pt x="161624" y="124475"/>
                  </a:lnTo>
                  <a:lnTo>
                    <a:pt x="160174" y="119324"/>
                  </a:lnTo>
                  <a:lnTo>
                    <a:pt x="158561" y="114222"/>
                  </a:lnTo>
                  <a:lnTo>
                    <a:pt x="156785" y="109174"/>
                  </a:lnTo>
                  <a:lnTo>
                    <a:pt x="154849" y="104185"/>
                  </a:lnTo>
                  <a:lnTo>
                    <a:pt x="152753" y="99261"/>
                  </a:lnTo>
                  <a:lnTo>
                    <a:pt x="150501" y="94406"/>
                  </a:lnTo>
                  <a:lnTo>
                    <a:pt x="148095" y="89626"/>
                  </a:lnTo>
                  <a:lnTo>
                    <a:pt x="145538" y="84926"/>
                  </a:lnTo>
                  <a:lnTo>
                    <a:pt x="142831" y="80309"/>
                  </a:lnTo>
                  <a:lnTo>
                    <a:pt x="139977" y="75782"/>
                  </a:lnTo>
                  <a:lnTo>
                    <a:pt x="136981" y="71349"/>
                  </a:lnTo>
                  <a:lnTo>
                    <a:pt x="133843" y="67013"/>
                  </a:lnTo>
                  <a:lnTo>
                    <a:pt x="130569" y="62780"/>
                  </a:lnTo>
                  <a:lnTo>
                    <a:pt x="127161" y="58655"/>
                  </a:lnTo>
                  <a:lnTo>
                    <a:pt x="123623" y="54640"/>
                  </a:lnTo>
                  <a:lnTo>
                    <a:pt x="119957" y="50741"/>
                  </a:lnTo>
                  <a:lnTo>
                    <a:pt x="116169" y="46961"/>
                  </a:lnTo>
                  <a:lnTo>
                    <a:pt x="112262" y="43304"/>
                  </a:lnTo>
                  <a:lnTo>
                    <a:pt x="108240" y="39774"/>
                  </a:lnTo>
                  <a:lnTo>
                    <a:pt x="104107" y="36375"/>
                  </a:lnTo>
                  <a:lnTo>
                    <a:pt x="99867" y="33110"/>
                  </a:lnTo>
                  <a:lnTo>
                    <a:pt x="95525" y="29982"/>
                  </a:lnTo>
                  <a:lnTo>
                    <a:pt x="91085" y="26994"/>
                  </a:lnTo>
                  <a:lnTo>
                    <a:pt x="86552" y="24151"/>
                  </a:lnTo>
                  <a:lnTo>
                    <a:pt x="81930" y="21454"/>
                  </a:lnTo>
                  <a:lnTo>
                    <a:pt x="77224" y="18906"/>
                  </a:lnTo>
                  <a:lnTo>
                    <a:pt x="72439" y="16510"/>
                  </a:lnTo>
                  <a:lnTo>
                    <a:pt x="67580" y="14269"/>
                  </a:lnTo>
                  <a:lnTo>
                    <a:pt x="62651" y="12184"/>
                  </a:lnTo>
                  <a:lnTo>
                    <a:pt x="57658" y="10258"/>
                  </a:lnTo>
                  <a:lnTo>
                    <a:pt x="52606" y="8493"/>
                  </a:lnTo>
                  <a:lnTo>
                    <a:pt x="47500" y="6890"/>
                  </a:lnTo>
                  <a:lnTo>
                    <a:pt x="42346" y="5452"/>
                  </a:lnTo>
                  <a:lnTo>
                    <a:pt x="37148" y="4179"/>
                  </a:lnTo>
                  <a:lnTo>
                    <a:pt x="31912" y="3074"/>
                  </a:lnTo>
                  <a:lnTo>
                    <a:pt x="26643" y="2136"/>
                  </a:lnTo>
                  <a:lnTo>
                    <a:pt x="21348" y="1368"/>
                  </a:lnTo>
                  <a:lnTo>
                    <a:pt x="16030" y="770"/>
                  </a:lnTo>
                  <a:lnTo>
                    <a:pt x="10695" y="342"/>
                  </a:lnTo>
                  <a:lnTo>
                    <a:pt x="535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561321" y="4213821"/>
              <a:ext cx="238423" cy="334333"/>
            </a:xfrm>
            <a:custGeom>
              <a:avLst/>
              <a:pathLst>
                <a:path w="238423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7" y="755"/>
                  </a:lnTo>
                  <a:lnTo>
                    <a:pt x="146010" y="1342"/>
                  </a:lnTo>
                  <a:lnTo>
                    <a:pt x="140765" y="2095"/>
                  </a:lnTo>
                  <a:lnTo>
                    <a:pt x="135547" y="3014"/>
                  </a:lnTo>
                  <a:lnTo>
                    <a:pt x="130360" y="4098"/>
                  </a:lnTo>
                  <a:lnTo>
                    <a:pt x="125210" y="5346"/>
                  </a:lnTo>
                  <a:lnTo>
                    <a:pt x="120102" y="6757"/>
                  </a:lnTo>
                  <a:lnTo>
                    <a:pt x="115042" y="8328"/>
                  </a:lnTo>
                  <a:lnTo>
                    <a:pt x="110034" y="10060"/>
                  </a:lnTo>
                  <a:lnTo>
                    <a:pt x="105083" y="11949"/>
                  </a:lnTo>
                  <a:lnTo>
                    <a:pt x="100195" y="13994"/>
                  </a:lnTo>
                  <a:lnTo>
                    <a:pt x="95374" y="16193"/>
                  </a:lnTo>
                  <a:lnTo>
                    <a:pt x="90625" y="18544"/>
                  </a:lnTo>
                  <a:lnTo>
                    <a:pt x="85953" y="21044"/>
                  </a:lnTo>
                  <a:lnTo>
                    <a:pt x="81362" y="23691"/>
                  </a:lnTo>
                  <a:lnTo>
                    <a:pt x="76858" y="26482"/>
                  </a:lnTo>
                  <a:lnTo>
                    <a:pt x="72444" y="29414"/>
                  </a:lnTo>
                  <a:lnTo>
                    <a:pt x="68126" y="32485"/>
                  </a:lnTo>
                  <a:lnTo>
                    <a:pt x="63907" y="35691"/>
                  </a:lnTo>
                  <a:lnTo>
                    <a:pt x="59792" y="39030"/>
                  </a:lnTo>
                  <a:lnTo>
                    <a:pt x="55785" y="42497"/>
                  </a:lnTo>
                  <a:lnTo>
                    <a:pt x="51889" y="46089"/>
                  </a:lnTo>
                  <a:lnTo>
                    <a:pt x="48110" y="49803"/>
                  </a:lnTo>
                  <a:lnTo>
                    <a:pt x="44450" y="53635"/>
                  </a:lnTo>
                  <a:lnTo>
                    <a:pt x="40913" y="57581"/>
                  </a:lnTo>
                  <a:lnTo>
                    <a:pt x="37503" y="61637"/>
                  </a:lnTo>
                  <a:lnTo>
                    <a:pt x="34224" y="65799"/>
                  </a:lnTo>
                  <a:lnTo>
                    <a:pt x="31078" y="70063"/>
                  </a:lnTo>
                  <a:lnTo>
                    <a:pt x="28068" y="74424"/>
                  </a:lnTo>
                  <a:lnTo>
                    <a:pt x="25199" y="78879"/>
                  </a:lnTo>
                  <a:lnTo>
                    <a:pt x="22472" y="83422"/>
                  </a:lnTo>
                  <a:lnTo>
                    <a:pt x="19890" y="88050"/>
                  </a:lnTo>
                  <a:lnTo>
                    <a:pt x="17457" y="92757"/>
                  </a:lnTo>
                  <a:lnTo>
                    <a:pt x="15174" y="97539"/>
                  </a:lnTo>
                  <a:lnTo>
                    <a:pt x="13043" y="102391"/>
                  </a:lnTo>
                  <a:lnTo>
                    <a:pt x="11068" y="107307"/>
                  </a:lnTo>
                  <a:lnTo>
                    <a:pt x="9249" y="112284"/>
                  </a:lnTo>
                  <a:lnTo>
                    <a:pt x="7589" y="117317"/>
                  </a:lnTo>
                  <a:lnTo>
                    <a:pt x="6089" y="122399"/>
                  </a:lnTo>
                  <a:lnTo>
                    <a:pt x="4751" y="127526"/>
                  </a:lnTo>
                  <a:lnTo>
                    <a:pt x="3576" y="132693"/>
                  </a:lnTo>
                  <a:lnTo>
                    <a:pt x="2566" y="137895"/>
                  </a:lnTo>
                  <a:lnTo>
                    <a:pt x="1720" y="143126"/>
                  </a:lnTo>
                  <a:lnTo>
                    <a:pt x="1042" y="148381"/>
                  </a:lnTo>
                  <a:lnTo>
                    <a:pt x="530" y="153655"/>
                  </a:lnTo>
                  <a:lnTo>
                    <a:pt x="185" y="158943"/>
                  </a:lnTo>
                  <a:lnTo>
                    <a:pt x="8" y="164239"/>
                  </a:lnTo>
                  <a:lnTo>
                    <a:pt x="0" y="169538"/>
                  </a:lnTo>
                  <a:lnTo>
                    <a:pt x="159" y="174834"/>
                  </a:lnTo>
                  <a:lnTo>
                    <a:pt x="486" y="180123"/>
                  </a:lnTo>
                  <a:lnTo>
                    <a:pt x="980" y="185399"/>
                  </a:lnTo>
                  <a:lnTo>
                    <a:pt x="1641" y="190656"/>
                  </a:lnTo>
                  <a:lnTo>
                    <a:pt x="2469" y="195890"/>
                  </a:lnTo>
                  <a:lnTo>
                    <a:pt x="3462" y="201095"/>
                  </a:lnTo>
                  <a:lnTo>
                    <a:pt x="4620" y="206266"/>
                  </a:lnTo>
                  <a:lnTo>
                    <a:pt x="5940" y="211398"/>
                  </a:lnTo>
                  <a:lnTo>
                    <a:pt x="7423" y="216485"/>
                  </a:lnTo>
                  <a:lnTo>
                    <a:pt x="9067" y="221523"/>
                  </a:lnTo>
                  <a:lnTo>
                    <a:pt x="10869" y="226506"/>
                  </a:lnTo>
                  <a:lnTo>
                    <a:pt x="12828" y="231429"/>
                  </a:lnTo>
                  <a:lnTo>
                    <a:pt x="14942" y="236288"/>
                  </a:lnTo>
                  <a:lnTo>
                    <a:pt x="17209" y="241077"/>
                  </a:lnTo>
                  <a:lnTo>
                    <a:pt x="19627" y="245793"/>
                  </a:lnTo>
                  <a:lnTo>
                    <a:pt x="22193" y="250429"/>
                  </a:lnTo>
                  <a:lnTo>
                    <a:pt x="24905" y="254981"/>
                  </a:lnTo>
                  <a:lnTo>
                    <a:pt x="27760" y="259445"/>
                  </a:lnTo>
                  <a:lnTo>
                    <a:pt x="30755" y="263817"/>
                  </a:lnTo>
                  <a:lnTo>
                    <a:pt x="33886" y="268091"/>
                  </a:lnTo>
                  <a:lnTo>
                    <a:pt x="37152" y="272264"/>
                  </a:lnTo>
                  <a:lnTo>
                    <a:pt x="40548" y="276332"/>
                  </a:lnTo>
                  <a:lnTo>
                    <a:pt x="44072" y="280289"/>
                  </a:lnTo>
                  <a:lnTo>
                    <a:pt x="47719" y="284133"/>
                  </a:lnTo>
                  <a:lnTo>
                    <a:pt x="51486" y="287860"/>
                  </a:lnTo>
                  <a:lnTo>
                    <a:pt x="55370" y="291465"/>
                  </a:lnTo>
                  <a:lnTo>
                    <a:pt x="59365" y="294946"/>
                  </a:lnTo>
                  <a:lnTo>
                    <a:pt x="63469" y="298298"/>
                  </a:lnTo>
                  <a:lnTo>
                    <a:pt x="67677" y="301518"/>
                  </a:lnTo>
                  <a:lnTo>
                    <a:pt x="71986" y="304603"/>
                  </a:lnTo>
                  <a:lnTo>
                    <a:pt x="76389" y="307550"/>
                  </a:lnTo>
                  <a:lnTo>
                    <a:pt x="80884" y="310356"/>
                  </a:lnTo>
                  <a:lnTo>
                    <a:pt x="85466" y="313018"/>
                  </a:lnTo>
                  <a:lnTo>
                    <a:pt x="90130" y="315534"/>
                  </a:lnTo>
                  <a:lnTo>
                    <a:pt x="94871" y="317901"/>
                  </a:lnTo>
                  <a:lnTo>
                    <a:pt x="99684" y="320116"/>
                  </a:lnTo>
                  <a:lnTo>
                    <a:pt x="104566" y="322177"/>
                  </a:lnTo>
                  <a:lnTo>
                    <a:pt x="109510" y="324083"/>
                  </a:lnTo>
                  <a:lnTo>
                    <a:pt x="114512" y="325831"/>
                  </a:lnTo>
                  <a:lnTo>
                    <a:pt x="119568" y="327419"/>
                  </a:lnTo>
                  <a:lnTo>
                    <a:pt x="124671" y="328847"/>
                  </a:lnTo>
                  <a:lnTo>
                    <a:pt x="129816" y="330112"/>
                  </a:lnTo>
                  <a:lnTo>
                    <a:pt x="134999" y="331214"/>
                  </a:lnTo>
                  <a:lnTo>
                    <a:pt x="140215" y="332150"/>
                  </a:lnTo>
                  <a:lnTo>
                    <a:pt x="145458" y="332921"/>
                  </a:lnTo>
                  <a:lnTo>
                    <a:pt x="150722" y="333525"/>
                  </a:lnTo>
                  <a:lnTo>
                    <a:pt x="156003" y="333962"/>
                  </a:lnTo>
                  <a:lnTo>
                    <a:pt x="161295" y="334232"/>
                  </a:lnTo>
                  <a:lnTo>
                    <a:pt x="166593" y="334333"/>
                  </a:lnTo>
                  <a:lnTo>
                    <a:pt x="171891" y="334267"/>
                  </a:lnTo>
                  <a:lnTo>
                    <a:pt x="177185" y="334033"/>
                  </a:lnTo>
                  <a:lnTo>
                    <a:pt x="182469" y="333631"/>
                  </a:lnTo>
                  <a:lnTo>
                    <a:pt x="187737" y="333062"/>
                  </a:lnTo>
                  <a:lnTo>
                    <a:pt x="192984" y="332326"/>
                  </a:lnTo>
                  <a:lnTo>
                    <a:pt x="198206" y="331424"/>
                  </a:lnTo>
                  <a:lnTo>
                    <a:pt x="203397" y="330357"/>
                  </a:lnTo>
                  <a:lnTo>
                    <a:pt x="208551" y="329127"/>
                  </a:lnTo>
                  <a:lnTo>
                    <a:pt x="213663" y="327733"/>
                  </a:lnTo>
                  <a:lnTo>
                    <a:pt x="218729" y="326178"/>
                  </a:lnTo>
                  <a:lnTo>
                    <a:pt x="223742" y="324464"/>
                  </a:lnTo>
                  <a:lnTo>
                    <a:pt x="228699" y="322591"/>
                  </a:lnTo>
                  <a:lnTo>
                    <a:pt x="233595" y="320562"/>
                  </a:lnTo>
                  <a:lnTo>
                    <a:pt x="238423" y="318379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380988"/>
              <a:ext cx="71272" cy="151212"/>
            </a:xfrm>
            <a:custGeom>
              <a:avLst/>
              <a:pathLst>
                <a:path w="71272" h="151212">
                  <a:moveTo>
                    <a:pt x="71272" y="1512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380988"/>
              <a:ext cx="144623" cy="151212"/>
            </a:xfrm>
            <a:custGeom>
              <a:avLst/>
              <a:pathLst>
                <a:path w="144623" h="151212">
                  <a:moveTo>
                    <a:pt x="71272" y="151212"/>
                  </a:moveTo>
                  <a:lnTo>
                    <a:pt x="76313" y="148731"/>
                  </a:lnTo>
                  <a:lnTo>
                    <a:pt x="81268" y="146083"/>
                  </a:lnTo>
                  <a:lnTo>
                    <a:pt x="86131" y="143270"/>
                  </a:lnTo>
                  <a:lnTo>
                    <a:pt x="90897" y="140294"/>
                  </a:lnTo>
                  <a:lnTo>
                    <a:pt x="95560" y="137161"/>
                  </a:lnTo>
                  <a:lnTo>
                    <a:pt x="100115" y="133872"/>
                  </a:lnTo>
                  <a:lnTo>
                    <a:pt x="104557" y="130432"/>
                  </a:lnTo>
                  <a:lnTo>
                    <a:pt x="108881" y="126845"/>
                  </a:lnTo>
                  <a:lnTo>
                    <a:pt x="113081" y="123115"/>
                  </a:lnTo>
                  <a:lnTo>
                    <a:pt x="117155" y="119246"/>
                  </a:lnTo>
                  <a:lnTo>
                    <a:pt x="121096" y="115241"/>
                  </a:lnTo>
                  <a:lnTo>
                    <a:pt x="124900" y="111107"/>
                  </a:lnTo>
                  <a:lnTo>
                    <a:pt x="128563" y="106847"/>
                  </a:lnTo>
                  <a:lnTo>
                    <a:pt x="132080" y="102467"/>
                  </a:lnTo>
                  <a:lnTo>
                    <a:pt x="135449" y="97971"/>
                  </a:lnTo>
                  <a:lnTo>
                    <a:pt x="138665" y="93364"/>
                  </a:lnTo>
                  <a:lnTo>
                    <a:pt x="141724" y="88652"/>
                  </a:lnTo>
                  <a:lnTo>
                    <a:pt x="144623" y="838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167160" cy="251007"/>
            </a:xfrm>
            <a:custGeom>
              <a:avLst/>
              <a:pathLst>
                <a:path w="167160" h="251007">
                  <a:moveTo>
                    <a:pt x="144623" y="251007"/>
                  </a:moveTo>
                  <a:lnTo>
                    <a:pt x="147251" y="246300"/>
                  </a:lnTo>
                  <a:lnTo>
                    <a:pt x="149726" y="241511"/>
                  </a:lnTo>
                  <a:lnTo>
                    <a:pt x="152045" y="236645"/>
                  </a:lnTo>
                  <a:lnTo>
                    <a:pt x="154206" y="231706"/>
                  </a:lnTo>
                  <a:lnTo>
                    <a:pt x="156207" y="226700"/>
                  </a:lnTo>
                  <a:lnTo>
                    <a:pt x="158045" y="221633"/>
                  </a:lnTo>
                  <a:lnTo>
                    <a:pt x="159719" y="216509"/>
                  </a:lnTo>
                  <a:lnTo>
                    <a:pt x="161227" y="211333"/>
                  </a:lnTo>
                  <a:lnTo>
                    <a:pt x="162567" y="206112"/>
                  </a:lnTo>
                  <a:lnTo>
                    <a:pt x="163738" y="200850"/>
                  </a:lnTo>
                  <a:lnTo>
                    <a:pt x="164739" y="195553"/>
                  </a:lnTo>
                  <a:lnTo>
                    <a:pt x="165569" y="190226"/>
                  </a:lnTo>
                  <a:lnTo>
                    <a:pt x="166226" y="184876"/>
                  </a:lnTo>
                  <a:lnTo>
                    <a:pt x="166711" y="179507"/>
                  </a:lnTo>
                  <a:lnTo>
                    <a:pt x="167022" y="174125"/>
                  </a:lnTo>
                  <a:lnTo>
                    <a:pt x="167160" y="168736"/>
                  </a:lnTo>
                  <a:lnTo>
                    <a:pt x="167123" y="163346"/>
                  </a:lnTo>
                  <a:lnTo>
                    <a:pt x="166913" y="157959"/>
                  </a:lnTo>
                  <a:lnTo>
                    <a:pt x="166529" y="152582"/>
                  </a:lnTo>
                  <a:lnTo>
                    <a:pt x="165973" y="147220"/>
                  </a:lnTo>
                  <a:lnTo>
                    <a:pt x="165243" y="141879"/>
                  </a:lnTo>
                  <a:lnTo>
                    <a:pt x="164342" y="136564"/>
                  </a:lnTo>
                  <a:lnTo>
                    <a:pt x="163270" y="131281"/>
                  </a:lnTo>
                  <a:lnTo>
                    <a:pt x="162028" y="126036"/>
                  </a:lnTo>
                  <a:lnTo>
                    <a:pt x="160617" y="120833"/>
                  </a:lnTo>
                  <a:lnTo>
                    <a:pt x="159040" y="115678"/>
                  </a:lnTo>
                  <a:lnTo>
                    <a:pt x="157297" y="110577"/>
                  </a:lnTo>
                  <a:lnTo>
                    <a:pt x="155391" y="105535"/>
                  </a:lnTo>
                  <a:lnTo>
                    <a:pt x="153323" y="100556"/>
                  </a:lnTo>
                  <a:lnTo>
                    <a:pt x="151095" y="95647"/>
                  </a:lnTo>
                  <a:lnTo>
                    <a:pt x="148711" y="90813"/>
                  </a:lnTo>
                  <a:lnTo>
                    <a:pt x="146171" y="86058"/>
                  </a:lnTo>
                  <a:lnTo>
                    <a:pt x="143480" y="81387"/>
                  </a:lnTo>
                  <a:lnTo>
                    <a:pt x="140640" y="76805"/>
                  </a:lnTo>
                  <a:lnTo>
                    <a:pt x="137653" y="72317"/>
                  </a:lnTo>
                  <a:lnTo>
                    <a:pt x="134523" y="67928"/>
                  </a:lnTo>
                  <a:lnTo>
                    <a:pt x="131254" y="63642"/>
                  </a:lnTo>
                  <a:lnTo>
                    <a:pt x="127847" y="59464"/>
                  </a:lnTo>
                  <a:lnTo>
                    <a:pt x="124308" y="55398"/>
                  </a:lnTo>
                  <a:lnTo>
                    <a:pt x="120640" y="51448"/>
                  </a:lnTo>
                  <a:lnTo>
                    <a:pt x="116846" y="47618"/>
                  </a:lnTo>
                  <a:lnTo>
                    <a:pt x="112931" y="43913"/>
                  </a:lnTo>
                  <a:lnTo>
                    <a:pt x="108898" y="40336"/>
                  </a:lnTo>
                  <a:lnTo>
                    <a:pt x="104752" y="36891"/>
                  </a:lnTo>
                  <a:lnTo>
                    <a:pt x="100497" y="33581"/>
                  </a:lnTo>
                  <a:lnTo>
                    <a:pt x="96137" y="30410"/>
                  </a:lnTo>
                  <a:lnTo>
                    <a:pt x="91678" y="27381"/>
                  </a:lnTo>
                  <a:lnTo>
                    <a:pt x="87123" y="24498"/>
                  </a:lnTo>
                  <a:lnTo>
                    <a:pt x="82478" y="21763"/>
                  </a:lnTo>
                  <a:lnTo>
                    <a:pt x="77747" y="19179"/>
                  </a:lnTo>
                  <a:lnTo>
                    <a:pt x="72934" y="16749"/>
                  </a:lnTo>
                  <a:lnTo>
                    <a:pt x="68047" y="14476"/>
                  </a:lnTo>
                  <a:lnTo>
                    <a:pt x="63088" y="12361"/>
                  </a:lnTo>
                  <a:lnTo>
                    <a:pt x="58064" y="10408"/>
                  </a:lnTo>
                  <a:lnTo>
                    <a:pt x="52979" y="8617"/>
                  </a:lnTo>
                  <a:lnTo>
                    <a:pt x="47840" y="6991"/>
                  </a:lnTo>
                  <a:lnTo>
                    <a:pt x="42650" y="5532"/>
                  </a:lnTo>
                  <a:lnTo>
                    <a:pt x="37416" y="4241"/>
                  </a:lnTo>
                  <a:lnTo>
                    <a:pt x="32144" y="3119"/>
                  </a:lnTo>
                  <a:lnTo>
                    <a:pt x="26837" y="2168"/>
                  </a:lnTo>
                  <a:lnTo>
                    <a:pt x="21503" y="1388"/>
                  </a:lnTo>
                  <a:lnTo>
                    <a:pt x="16147" y="781"/>
                  </a:lnTo>
                  <a:lnTo>
                    <a:pt x="10774" y="347"/>
                  </a:lnTo>
                  <a:lnTo>
                    <a:pt x="538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751846" y="3707720"/>
              <a:ext cx="227844" cy="334323"/>
            </a:xfrm>
            <a:custGeom>
              <a:avLst/>
              <a:pathLst>
                <a:path w="227844" h="334323">
                  <a:moveTo>
                    <a:pt x="167164" y="0"/>
                  </a:moveTo>
                  <a:lnTo>
                    <a:pt x="161826" y="85"/>
                  </a:lnTo>
                  <a:lnTo>
                    <a:pt x="156494" y="340"/>
                  </a:lnTo>
                  <a:lnTo>
                    <a:pt x="151172" y="766"/>
                  </a:lnTo>
                  <a:lnTo>
                    <a:pt x="145867" y="1362"/>
                  </a:lnTo>
                  <a:lnTo>
                    <a:pt x="140583" y="2126"/>
                  </a:lnTo>
                  <a:lnTo>
                    <a:pt x="135327" y="3059"/>
                  </a:lnTo>
                  <a:lnTo>
                    <a:pt x="130103" y="4160"/>
                  </a:lnTo>
                  <a:lnTo>
                    <a:pt x="124917" y="5426"/>
                  </a:lnTo>
                  <a:lnTo>
                    <a:pt x="119774" y="6858"/>
                  </a:lnTo>
                  <a:lnTo>
                    <a:pt x="114679" y="8453"/>
                  </a:lnTo>
                  <a:lnTo>
                    <a:pt x="109638" y="10209"/>
                  </a:lnTo>
                  <a:lnTo>
                    <a:pt x="104655" y="12126"/>
                  </a:lnTo>
                  <a:lnTo>
                    <a:pt x="99736" y="14201"/>
                  </a:lnTo>
                  <a:lnTo>
                    <a:pt x="94886" y="16433"/>
                  </a:lnTo>
                  <a:lnTo>
                    <a:pt x="90110" y="18817"/>
                  </a:lnTo>
                  <a:lnTo>
                    <a:pt x="85412" y="21353"/>
                  </a:lnTo>
                  <a:lnTo>
                    <a:pt x="80798" y="24038"/>
                  </a:lnTo>
                  <a:lnTo>
                    <a:pt x="76271" y="26869"/>
                  </a:lnTo>
                  <a:lnTo>
                    <a:pt x="71838" y="29843"/>
                  </a:lnTo>
                  <a:lnTo>
                    <a:pt x="67502" y="32957"/>
                  </a:lnTo>
                  <a:lnTo>
                    <a:pt x="63267" y="36208"/>
                  </a:lnTo>
                  <a:lnTo>
                    <a:pt x="59138" y="39592"/>
                  </a:lnTo>
                  <a:lnTo>
                    <a:pt x="55120" y="43107"/>
                  </a:lnTo>
                  <a:lnTo>
                    <a:pt x="51215" y="46748"/>
                  </a:lnTo>
                  <a:lnTo>
                    <a:pt x="47429" y="50511"/>
                  </a:lnTo>
                  <a:lnTo>
                    <a:pt x="43765" y="54394"/>
                  </a:lnTo>
                  <a:lnTo>
                    <a:pt x="40227" y="58392"/>
                  </a:lnTo>
                  <a:lnTo>
                    <a:pt x="36819" y="62501"/>
                  </a:lnTo>
                  <a:lnTo>
                    <a:pt x="33543" y="66716"/>
                  </a:lnTo>
                  <a:lnTo>
                    <a:pt x="30403" y="71034"/>
                  </a:lnTo>
                  <a:lnTo>
                    <a:pt x="27404" y="75450"/>
                  </a:lnTo>
                  <a:lnTo>
                    <a:pt x="24546" y="79960"/>
                  </a:lnTo>
                  <a:lnTo>
                    <a:pt x="21834" y="84558"/>
                  </a:lnTo>
                  <a:lnTo>
                    <a:pt x="19271" y="89241"/>
                  </a:lnTo>
                  <a:lnTo>
                    <a:pt x="16858" y="94003"/>
                  </a:lnTo>
                  <a:lnTo>
                    <a:pt x="14598" y="98840"/>
                  </a:lnTo>
                  <a:lnTo>
                    <a:pt x="12494" y="103746"/>
                  </a:lnTo>
                  <a:lnTo>
                    <a:pt x="10548" y="108718"/>
                  </a:lnTo>
                  <a:lnTo>
                    <a:pt x="8761" y="113748"/>
                  </a:lnTo>
                  <a:lnTo>
                    <a:pt x="7136" y="118834"/>
                  </a:lnTo>
                  <a:lnTo>
                    <a:pt x="5675" y="123968"/>
                  </a:lnTo>
                  <a:lnTo>
                    <a:pt x="4378" y="129147"/>
                  </a:lnTo>
                  <a:lnTo>
                    <a:pt x="3247" y="134364"/>
                  </a:lnTo>
                  <a:lnTo>
                    <a:pt x="2283" y="139615"/>
                  </a:lnTo>
                  <a:lnTo>
                    <a:pt x="1487" y="144894"/>
                  </a:lnTo>
                  <a:lnTo>
                    <a:pt x="860" y="150196"/>
                  </a:lnTo>
                  <a:lnTo>
                    <a:pt x="403" y="155515"/>
                  </a:lnTo>
                  <a:lnTo>
                    <a:pt x="116" y="160846"/>
                  </a:lnTo>
                  <a:lnTo>
                    <a:pt x="0" y="166183"/>
                  </a:lnTo>
                  <a:lnTo>
                    <a:pt x="53" y="171521"/>
                  </a:lnTo>
                  <a:lnTo>
                    <a:pt x="278" y="176855"/>
                  </a:lnTo>
                  <a:lnTo>
                    <a:pt x="672" y="182179"/>
                  </a:lnTo>
                  <a:lnTo>
                    <a:pt x="1236" y="187488"/>
                  </a:lnTo>
                  <a:lnTo>
                    <a:pt x="1970" y="192776"/>
                  </a:lnTo>
                  <a:lnTo>
                    <a:pt x="2872" y="198038"/>
                  </a:lnTo>
                  <a:lnTo>
                    <a:pt x="3941" y="203268"/>
                  </a:lnTo>
                  <a:lnTo>
                    <a:pt x="5177" y="208462"/>
                  </a:lnTo>
                  <a:lnTo>
                    <a:pt x="6579" y="213613"/>
                  </a:lnTo>
                  <a:lnTo>
                    <a:pt x="8144" y="218717"/>
                  </a:lnTo>
                  <a:lnTo>
                    <a:pt x="9871" y="223769"/>
                  </a:lnTo>
                  <a:lnTo>
                    <a:pt x="11758" y="228762"/>
                  </a:lnTo>
                  <a:lnTo>
                    <a:pt x="13804" y="233693"/>
                  </a:lnTo>
                  <a:lnTo>
                    <a:pt x="16007" y="238556"/>
                  </a:lnTo>
                  <a:lnTo>
                    <a:pt x="18363" y="243347"/>
                  </a:lnTo>
                  <a:lnTo>
                    <a:pt x="20872" y="248059"/>
                  </a:lnTo>
                  <a:lnTo>
                    <a:pt x="23530" y="252689"/>
                  </a:lnTo>
                  <a:lnTo>
                    <a:pt x="26334" y="257232"/>
                  </a:lnTo>
                  <a:lnTo>
                    <a:pt x="29281" y="261683"/>
                  </a:lnTo>
                  <a:lnTo>
                    <a:pt x="32370" y="266038"/>
                  </a:lnTo>
                  <a:lnTo>
                    <a:pt x="35596" y="270292"/>
                  </a:lnTo>
                  <a:lnTo>
                    <a:pt x="38956" y="274440"/>
                  </a:lnTo>
                  <a:lnTo>
                    <a:pt x="42446" y="278479"/>
                  </a:lnTo>
                  <a:lnTo>
                    <a:pt x="46064" y="282405"/>
                  </a:lnTo>
                  <a:lnTo>
                    <a:pt x="49806" y="286213"/>
                  </a:lnTo>
                  <a:lnTo>
                    <a:pt x="53667" y="289900"/>
                  </a:lnTo>
                  <a:lnTo>
                    <a:pt x="57644" y="293461"/>
                  </a:lnTo>
                  <a:lnTo>
                    <a:pt x="61733" y="296894"/>
                  </a:lnTo>
                  <a:lnTo>
                    <a:pt x="65929" y="300195"/>
                  </a:lnTo>
                  <a:lnTo>
                    <a:pt x="70228" y="303359"/>
                  </a:lnTo>
                  <a:lnTo>
                    <a:pt x="74626" y="306385"/>
                  </a:lnTo>
                  <a:lnTo>
                    <a:pt x="79119" y="309269"/>
                  </a:lnTo>
                  <a:lnTo>
                    <a:pt x="83701" y="312008"/>
                  </a:lnTo>
                  <a:lnTo>
                    <a:pt x="88369" y="314599"/>
                  </a:lnTo>
                  <a:lnTo>
                    <a:pt x="93117" y="317040"/>
                  </a:lnTo>
                  <a:lnTo>
                    <a:pt x="97940" y="319328"/>
                  </a:lnTo>
                  <a:lnTo>
                    <a:pt x="102834" y="321461"/>
                  </a:lnTo>
                  <a:lnTo>
                    <a:pt x="107794" y="323436"/>
                  </a:lnTo>
                  <a:lnTo>
                    <a:pt x="112814" y="325253"/>
                  </a:lnTo>
                  <a:lnTo>
                    <a:pt x="117890" y="326907"/>
                  </a:lnTo>
                  <a:lnTo>
                    <a:pt x="123016" y="328399"/>
                  </a:lnTo>
                  <a:lnTo>
                    <a:pt x="128187" y="329727"/>
                  </a:lnTo>
                  <a:lnTo>
                    <a:pt x="133397" y="330889"/>
                  </a:lnTo>
                  <a:lnTo>
                    <a:pt x="138642" y="331883"/>
                  </a:lnTo>
                  <a:lnTo>
                    <a:pt x="143917" y="332710"/>
                  </a:lnTo>
                  <a:lnTo>
                    <a:pt x="149214" y="333368"/>
                  </a:lnTo>
                  <a:lnTo>
                    <a:pt x="154531" y="333856"/>
                  </a:lnTo>
                  <a:lnTo>
                    <a:pt x="159860" y="334175"/>
                  </a:lnTo>
                  <a:lnTo>
                    <a:pt x="165196" y="334323"/>
                  </a:lnTo>
                  <a:lnTo>
                    <a:pt x="170535" y="334300"/>
                  </a:lnTo>
                  <a:lnTo>
                    <a:pt x="175870" y="334108"/>
                  </a:lnTo>
                  <a:lnTo>
                    <a:pt x="181196" y="333744"/>
                  </a:lnTo>
                  <a:lnTo>
                    <a:pt x="186508" y="333211"/>
                  </a:lnTo>
                  <a:lnTo>
                    <a:pt x="191800" y="332509"/>
                  </a:lnTo>
                  <a:lnTo>
                    <a:pt x="197067" y="331638"/>
                  </a:lnTo>
                  <a:lnTo>
                    <a:pt x="202304" y="330599"/>
                  </a:lnTo>
                  <a:lnTo>
                    <a:pt x="207505" y="329394"/>
                  </a:lnTo>
                  <a:lnTo>
                    <a:pt x="212664" y="328023"/>
                  </a:lnTo>
                  <a:lnTo>
                    <a:pt x="217777" y="326488"/>
                  </a:lnTo>
                  <a:lnTo>
                    <a:pt x="222839" y="324791"/>
                  </a:lnTo>
                  <a:lnTo>
                    <a:pt x="227844" y="32293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911"/>
              <a:ext cx="167150" cy="322742"/>
            </a:xfrm>
            <a:custGeom>
              <a:avLst/>
              <a:pathLst>
                <a:path w="167150" h="322742">
                  <a:moveTo>
                    <a:pt x="60679" y="322742"/>
                  </a:moveTo>
                  <a:lnTo>
                    <a:pt x="65636" y="320719"/>
                  </a:lnTo>
                  <a:lnTo>
                    <a:pt x="70526" y="318538"/>
                  </a:lnTo>
                  <a:lnTo>
                    <a:pt x="75343" y="316202"/>
                  </a:lnTo>
                  <a:lnTo>
                    <a:pt x="80083" y="313713"/>
                  </a:lnTo>
                  <a:lnTo>
                    <a:pt x="84740" y="311073"/>
                  </a:lnTo>
                  <a:lnTo>
                    <a:pt x="89311" y="308286"/>
                  </a:lnTo>
                  <a:lnTo>
                    <a:pt x="93791" y="305353"/>
                  </a:lnTo>
                  <a:lnTo>
                    <a:pt x="98174" y="302279"/>
                  </a:lnTo>
                  <a:lnTo>
                    <a:pt x="102456" y="299066"/>
                  </a:lnTo>
                  <a:lnTo>
                    <a:pt x="106633" y="295717"/>
                  </a:lnTo>
                  <a:lnTo>
                    <a:pt x="110701" y="292236"/>
                  </a:lnTo>
                  <a:lnTo>
                    <a:pt x="114655" y="288627"/>
                  </a:lnTo>
                  <a:lnTo>
                    <a:pt x="118492" y="284893"/>
                  </a:lnTo>
                  <a:lnTo>
                    <a:pt x="122207" y="281039"/>
                  </a:lnTo>
                  <a:lnTo>
                    <a:pt x="125797" y="277067"/>
                  </a:lnTo>
                  <a:lnTo>
                    <a:pt x="129258" y="272982"/>
                  </a:lnTo>
                  <a:lnTo>
                    <a:pt x="132586" y="268788"/>
                  </a:lnTo>
                  <a:lnTo>
                    <a:pt x="135779" y="264490"/>
                  </a:lnTo>
                  <a:lnTo>
                    <a:pt x="138832" y="260092"/>
                  </a:lnTo>
                  <a:lnTo>
                    <a:pt x="141742" y="255599"/>
                  </a:lnTo>
                  <a:lnTo>
                    <a:pt x="144507" y="251015"/>
                  </a:lnTo>
                  <a:lnTo>
                    <a:pt x="147124" y="246344"/>
                  </a:lnTo>
                  <a:lnTo>
                    <a:pt x="149590" y="241592"/>
                  </a:lnTo>
                  <a:lnTo>
                    <a:pt x="151903" y="236763"/>
                  </a:lnTo>
                  <a:lnTo>
                    <a:pt x="154060" y="231863"/>
                  </a:lnTo>
                  <a:lnTo>
                    <a:pt x="156059" y="226897"/>
                  </a:lnTo>
                  <a:lnTo>
                    <a:pt x="157898" y="221869"/>
                  </a:lnTo>
                  <a:lnTo>
                    <a:pt x="159574" y="216784"/>
                  </a:lnTo>
                  <a:lnTo>
                    <a:pt x="161087" y="211649"/>
                  </a:lnTo>
                  <a:lnTo>
                    <a:pt x="162435" y="206467"/>
                  </a:lnTo>
                  <a:lnTo>
                    <a:pt x="163617" y="201246"/>
                  </a:lnTo>
                  <a:lnTo>
                    <a:pt x="164630" y="195989"/>
                  </a:lnTo>
                  <a:lnTo>
                    <a:pt x="165475" y="190702"/>
                  </a:lnTo>
                  <a:lnTo>
                    <a:pt x="166150" y="185391"/>
                  </a:lnTo>
                  <a:lnTo>
                    <a:pt x="166654" y="180061"/>
                  </a:lnTo>
                  <a:lnTo>
                    <a:pt x="166988" y="174718"/>
                  </a:lnTo>
                  <a:lnTo>
                    <a:pt x="167150" y="169366"/>
                  </a:lnTo>
                  <a:lnTo>
                    <a:pt x="167141" y="164012"/>
                  </a:lnTo>
                  <a:lnTo>
                    <a:pt x="166960" y="158662"/>
                  </a:lnTo>
                  <a:lnTo>
                    <a:pt x="166608" y="153320"/>
                  </a:lnTo>
                  <a:lnTo>
                    <a:pt x="166085" y="147991"/>
                  </a:lnTo>
                  <a:lnTo>
                    <a:pt x="165392" y="142683"/>
                  </a:lnTo>
                  <a:lnTo>
                    <a:pt x="164530" y="137399"/>
                  </a:lnTo>
                  <a:lnTo>
                    <a:pt x="163498" y="132145"/>
                  </a:lnTo>
                  <a:lnTo>
                    <a:pt x="162299" y="126928"/>
                  </a:lnTo>
                  <a:lnTo>
                    <a:pt x="160933" y="121751"/>
                  </a:lnTo>
                  <a:lnTo>
                    <a:pt x="159402" y="116621"/>
                  </a:lnTo>
                  <a:lnTo>
                    <a:pt x="157708" y="111542"/>
                  </a:lnTo>
                  <a:lnTo>
                    <a:pt x="155852" y="106520"/>
                  </a:lnTo>
                  <a:lnTo>
                    <a:pt x="153836" y="101561"/>
                  </a:lnTo>
                  <a:lnTo>
                    <a:pt x="151663" y="96668"/>
                  </a:lnTo>
                  <a:lnTo>
                    <a:pt x="149333" y="91847"/>
                  </a:lnTo>
                  <a:lnTo>
                    <a:pt x="146851" y="87104"/>
                  </a:lnTo>
                  <a:lnTo>
                    <a:pt x="144218" y="82442"/>
                  </a:lnTo>
                  <a:lnTo>
                    <a:pt x="141437" y="77868"/>
                  </a:lnTo>
                  <a:lnTo>
                    <a:pt x="138511" y="73384"/>
                  </a:lnTo>
                  <a:lnTo>
                    <a:pt x="135443" y="68997"/>
                  </a:lnTo>
                  <a:lnTo>
                    <a:pt x="132236" y="64710"/>
                  </a:lnTo>
                  <a:lnTo>
                    <a:pt x="128893" y="60528"/>
                  </a:lnTo>
                  <a:lnTo>
                    <a:pt x="125418" y="56455"/>
                  </a:lnTo>
                  <a:lnTo>
                    <a:pt x="121815" y="52495"/>
                  </a:lnTo>
                  <a:lnTo>
                    <a:pt x="118087" y="48653"/>
                  </a:lnTo>
                  <a:lnTo>
                    <a:pt x="114237" y="44932"/>
                  </a:lnTo>
                  <a:lnTo>
                    <a:pt x="110270" y="41337"/>
                  </a:lnTo>
                  <a:lnTo>
                    <a:pt x="106191" y="37870"/>
                  </a:lnTo>
                  <a:lnTo>
                    <a:pt x="102002" y="34536"/>
                  </a:lnTo>
                  <a:lnTo>
                    <a:pt x="97708" y="31337"/>
                  </a:lnTo>
                  <a:lnTo>
                    <a:pt x="93315" y="28278"/>
                  </a:lnTo>
                  <a:lnTo>
                    <a:pt x="88826" y="25361"/>
                  </a:lnTo>
                  <a:lnTo>
                    <a:pt x="84245" y="22589"/>
                  </a:lnTo>
                  <a:lnTo>
                    <a:pt x="79578" y="19966"/>
                  </a:lnTo>
                  <a:lnTo>
                    <a:pt x="74830" y="17493"/>
                  </a:lnTo>
                  <a:lnTo>
                    <a:pt x="70005" y="15173"/>
                  </a:lnTo>
                  <a:lnTo>
                    <a:pt x="65108" y="13009"/>
                  </a:lnTo>
                  <a:lnTo>
                    <a:pt x="60144" y="11003"/>
                  </a:lnTo>
                  <a:lnTo>
                    <a:pt x="55119" y="9157"/>
                  </a:lnTo>
                  <a:lnTo>
                    <a:pt x="50037" y="7473"/>
                  </a:lnTo>
                  <a:lnTo>
                    <a:pt x="44903" y="5953"/>
                  </a:lnTo>
                  <a:lnTo>
                    <a:pt x="39724" y="4597"/>
                  </a:lnTo>
                  <a:lnTo>
                    <a:pt x="34504" y="3409"/>
                  </a:lnTo>
                  <a:lnTo>
                    <a:pt x="29248" y="2388"/>
                  </a:lnTo>
                  <a:lnTo>
                    <a:pt x="23963" y="1535"/>
                  </a:lnTo>
                  <a:lnTo>
                    <a:pt x="18653" y="853"/>
                  </a:lnTo>
                  <a:lnTo>
                    <a:pt x="13323" y="341"/>
                  </a:lnTo>
                  <a:lnTo>
                    <a:pt x="7980" y="0"/>
                  </a:lnTo>
                  <a:lnTo>
                    <a:pt x="0" y="1669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7980" cy="167167"/>
            </a:xfrm>
            <a:custGeom>
              <a:avLst/>
              <a:pathLst>
                <a:path w="7980" h="167167">
                  <a:moveTo>
                    <a:pt x="7980" y="19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tx81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2025-06-05T16:21:22Z</dcterms:modified>
  <cp:category/>
</cp:coreProperties>
</file>