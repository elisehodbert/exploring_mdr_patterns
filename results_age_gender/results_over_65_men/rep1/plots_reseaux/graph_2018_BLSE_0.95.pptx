
<file path=[Content_Types].xml><?xml version="1.0" encoding="utf-8"?>
<Types xmlns="http://schemas.openxmlformats.org/package/2006/content-types">
  <Default Extension="xml" ContentType="application/xml"/>
  <Default Extension="jpeg" ContentType="image/jpeg"/>
  <Default Extension="bin" ContentType="application/vnd.openxmlformats-officedocument.presentationml.printerSettings"/>
  <Default Extension="rels" ContentType="application/vnd.openxmlformats-package.relationships+xml"/>
  <Default Extension="gif" ContentType="image/gif"/>
  <Default Extension="png" ContentType="image/png"/>
  <Default Extension="svg" ContentType="image/svg+xml"/>
  <Default Extension="bmp" ContentType="image/bmp"/>
  <Default Extension="emf" ContentType="image/x-emf"/>
  <Default Extension="wmf" ContentType="image/x-wmf"/>
  <Default Extension="tiff" ContentType="image/tiff"/>
  <Default Extension="pdf" ContentType="application/pdf"/>
  <Default Extension="jpg" ContentType="application/octet-stream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tags/tag1.xml" ContentType="application/vnd.openxmlformats-officedocument.presentationml.tag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  <Override PartName="/ppt/slides/slide1.xml" ContentType="application/vnd.openxmlformats-officedocument.presentationml.slide+xml"/>
</Types>
</file>

<file path=_rels/.rels><?xml version="1.0" encoding="UTF-8" standalone="yes"?>

<Relationships  xmlns="http://schemas.openxmlformats.org/package/2006/relationships">
<Relationship Id="rId3" Type="http://schemas.openxmlformats.org/package/2006/relationships/metadata/core-properties" Target="docProps/core.xml"/>
<Relationship Id="rId4" Type="http://schemas.openxmlformats.org/officeDocument/2006/relationships/extended-properties" Target="docProps/app.xml"/>
<Relationship Id="rId1" Type="http://schemas.openxmlformats.org/officeDocument/2006/relationships/officeDocument" Target="ppt/presentation.xml"/>
<Relationship Id="rId2" Type="http://schemas.openxmlformats.org/package/2006/relationships/metadata/thumbnail" Target="docProps/thumbnail.jpeg"/>
</Relationships>
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8"/>
  </p:sldIdLst>
  <p:sldSz cx="9144000" cy="6858000" type="screen4x3"/>
  <p:notesSz cx="6858000" cy="9144000"/>
  <p:custDataLst>
    <p:tags r:id="rId3"/>
  </p:custData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 varScale="1">
        <p:scale>
          <a:sx n="92" d="100"/>
          <a:sy n="92" d="100"/>
        </p:scale>
        <p:origin x="-1376" y="-104"/>
      </p:cViewPr>
      <p:guideLst>
        <p:guide orient="horz" pos="216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
<Relationships  xmlns="http://schemas.openxmlformats.org/package/2006/relationships">
<Relationship Id="rId3" Type="http://schemas.openxmlformats.org/officeDocument/2006/relationships/tags" Target="tags/tag1.xml"/>
<Relationship Id="rId4" Type="http://schemas.openxmlformats.org/officeDocument/2006/relationships/presProps" Target="presProps.xml"/>
<Relationship Id="rId5" Type="http://schemas.openxmlformats.org/officeDocument/2006/relationships/viewProps" Target="viewProps.xml"/>
<Relationship Id="rId6" Type="http://schemas.openxmlformats.org/officeDocument/2006/relationships/theme" Target="theme/theme1.xml"/>
<Relationship Id="rId7" Type="http://schemas.openxmlformats.org/officeDocument/2006/relationships/tableStyles" Target="tableStyles.xml"/>
<Relationship Id="rId1" Type="http://schemas.openxmlformats.org/officeDocument/2006/relationships/slideMaster" Target="slideMasters/slideMaster1.xml"/>
<Relationship Id="rId2" Type="http://schemas.openxmlformats.org/officeDocument/2006/relationships/printerSettings" Target="printerSettings/printerSettings1.bin"/>
<Relationship Id="rId8" Type="http://schemas.openxmlformats.org/officeDocument/2006/relationships/slide" Target="slides/slide1.xml"/>
</Relationships>
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21488113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7157698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43154558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6839228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12034912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38580797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75599605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theme" Target="../theme/theme1.xml"/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0782362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
<Relationships  xmlns="http://schemas.openxmlformats.org/package/2006/relationships">
<Relationship Id="rId1" Type="http://schemas.openxmlformats.org/officeDocument/2006/relationships/slideLayout" Target="../slideLayouts/slideLayout7.xml"/>
</Relationships>
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 xmlns:pic="http://schemas.openxmlformats.org/drawingml/2006/picture">
        <p:nvGrpSpPr>
          <p:cNvPr id="2" name=""/>
          <p:cNvGrpSpPr/>
          <p:nvPr/>
        </p:nvGrpSpPr>
        <p:grpSpPr>
          <a:xfrm rot="0">
            <a:off x="0" y="0"/>
            <a:ext cx="9144000" cy="6858000"/>
            <a:chOff x="0" y="0"/>
            <a:chExt cx="9144000" cy="6858000"/>
          </a:xfrm>
        </p:grpSpPr>
        <p:sp>
          <p:nvSpPr>
            <p:cNvPr id="3" name="rc3"/>
            <p:cNvSpPr/>
            <p:nvPr/>
          </p:nvSpPr>
          <p:spPr>
            <a:xfrm>
              <a:off x="0" y="0"/>
              <a:ext cx="9144000" cy="6858000"/>
            </a:xfrm>
            <a:prstGeom prst="rect">
              <a:avLst/>
            </a:prstGeom>
            <a:solidFill>
              <a:srgbClr val="FFFFFF">
                <a:alpha val="100000"/>
              </a:srgbClr>
            </a:solidFill>
            <a:ln w="9525" cap="rnd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" name="tx4"/>
            <p:cNvSpPr/>
            <p:nvPr/>
          </p:nvSpPr>
          <p:spPr>
            <a:xfrm>
              <a:off x="4256737" y="271051"/>
              <a:ext cx="996285" cy="169306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439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439" b="1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2018_BLSE</a:t>
              </a:r>
            </a:p>
          </p:txBody>
        </p:sp>
        <p:sp>
          <p:nvSpPr>
            <p:cNvPr id="5" name="pl5"/>
            <p:cNvSpPr/>
            <p:nvPr/>
          </p:nvSpPr>
          <p:spPr>
            <a:xfrm>
              <a:off x="2701146" y="1363724"/>
              <a:ext cx="1152957" cy="1310978"/>
            </a:xfrm>
            <a:custGeom>
              <a:avLst/>
              <a:pathLst>
                <a:path w="1152957" h="1310978">
                  <a:moveTo>
                    <a:pt x="1152957" y="0"/>
                  </a:moveTo>
                  <a:lnTo>
                    <a:pt x="0" y="1310978"/>
                  </a:lnTo>
                </a:path>
              </a:pathLst>
            </a:custGeom>
            <a:ln w="23812" cap="rnd">
              <a:solidFill>
                <a:srgbClr val="D94851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" name="pl6"/>
            <p:cNvSpPr/>
            <p:nvPr/>
          </p:nvSpPr>
          <p:spPr>
            <a:xfrm>
              <a:off x="2620472" y="1376096"/>
              <a:ext cx="1249538" cy="1823564"/>
            </a:xfrm>
            <a:custGeom>
              <a:avLst/>
              <a:pathLst>
                <a:path w="1249538" h="1823564">
                  <a:moveTo>
                    <a:pt x="1249538" y="0"/>
                  </a:moveTo>
                  <a:lnTo>
                    <a:pt x="0" y="1823564"/>
                  </a:lnTo>
                </a:path>
              </a:pathLst>
            </a:custGeom>
            <a:ln w="17651" cap="rnd">
              <a:solidFill>
                <a:srgbClr val="D94851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" name="pl7"/>
            <p:cNvSpPr/>
            <p:nvPr/>
          </p:nvSpPr>
          <p:spPr>
            <a:xfrm>
              <a:off x="2667989" y="1386448"/>
              <a:ext cx="1219270" cy="2340187"/>
            </a:xfrm>
            <a:custGeom>
              <a:avLst/>
              <a:pathLst>
                <a:path w="1219270" h="2340187">
                  <a:moveTo>
                    <a:pt x="1219270" y="0"/>
                  </a:moveTo>
                  <a:lnTo>
                    <a:pt x="0" y="2340187"/>
                  </a:lnTo>
                </a:path>
              </a:pathLst>
            </a:custGeom>
            <a:ln w="26690" cap="rnd">
              <a:solidFill>
                <a:srgbClr val="D94851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" name="pl8"/>
            <p:cNvSpPr/>
            <p:nvPr/>
          </p:nvSpPr>
          <p:spPr>
            <a:xfrm>
              <a:off x="4074898" y="1363724"/>
              <a:ext cx="2543175" cy="2891736"/>
            </a:xfrm>
            <a:custGeom>
              <a:avLst/>
              <a:pathLst>
                <a:path w="2543175" h="2891736">
                  <a:moveTo>
                    <a:pt x="0" y="0"/>
                  </a:moveTo>
                  <a:lnTo>
                    <a:pt x="2543175" y="2891736"/>
                  </a:lnTo>
                </a:path>
              </a:pathLst>
            </a:custGeom>
            <a:ln w="23812" cap="rnd">
              <a:solidFill>
                <a:srgbClr val="D94851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" name="pl9"/>
            <p:cNvSpPr/>
            <p:nvPr/>
          </p:nvSpPr>
          <p:spPr>
            <a:xfrm>
              <a:off x="4058992" y="1376096"/>
              <a:ext cx="2269750" cy="3312453"/>
            </a:xfrm>
            <a:custGeom>
              <a:avLst/>
              <a:pathLst>
                <a:path w="2269750" h="3312453">
                  <a:moveTo>
                    <a:pt x="0" y="0"/>
                  </a:moveTo>
                  <a:lnTo>
                    <a:pt x="2269750" y="3312453"/>
                  </a:lnTo>
                </a:path>
              </a:pathLst>
            </a:custGeom>
            <a:ln w="23812" cap="rnd">
              <a:solidFill>
                <a:srgbClr val="D94851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" name="pl10"/>
            <p:cNvSpPr/>
            <p:nvPr/>
          </p:nvSpPr>
          <p:spPr>
            <a:xfrm>
              <a:off x="4130432" y="1258491"/>
              <a:ext cx="1724675" cy="210951"/>
            </a:xfrm>
            <a:custGeom>
              <a:avLst/>
              <a:pathLst>
                <a:path w="1724675" h="210951">
                  <a:moveTo>
                    <a:pt x="1724675" y="210951"/>
                  </a:moveTo>
                  <a:lnTo>
                    <a:pt x="0" y="0"/>
                  </a:lnTo>
                </a:path>
              </a:pathLst>
            </a:custGeom>
            <a:ln w="31202" cap="rnd">
              <a:solidFill>
                <a:srgbClr val="D94851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" name="pl11"/>
            <p:cNvSpPr/>
            <p:nvPr/>
          </p:nvSpPr>
          <p:spPr>
            <a:xfrm>
              <a:off x="2746908" y="1549397"/>
              <a:ext cx="3117971" cy="1191175"/>
            </a:xfrm>
            <a:custGeom>
              <a:avLst/>
              <a:pathLst>
                <a:path w="3117971" h="1191175">
                  <a:moveTo>
                    <a:pt x="3117971" y="0"/>
                  </a:moveTo>
                  <a:lnTo>
                    <a:pt x="0" y="1191175"/>
                  </a:lnTo>
                </a:path>
              </a:pathLst>
            </a:custGeom>
            <a:ln w="25874" cap="rnd">
              <a:solidFill>
                <a:srgbClr val="A7282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" name="pl12"/>
            <p:cNvSpPr/>
            <p:nvPr/>
          </p:nvSpPr>
          <p:spPr>
            <a:xfrm>
              <a:off x="2673765" y="1567872"/>
              <a:ext cx="3199489" cy="1691555"/>
            </a:xfrm>
            <a:custGeom>
              <a:avLst/>
              <a:pathLst>
                <a:path w="3199489" h="1691555">
                  <a:moveTo>
                    <a:pt x="3199489" y="0"/>
                  </a:moveTo>
                  <a:lnTo>
                    <a:pt x="0" y="1691555"/>
                  </a:lnTo>
                </a:path>
              </a:pathLst>
            </a:custGeom>
            <a:ln w="25874" cap="rnd">
              <a:solidFill>
                <a:srgbClr val="A7282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" name="pl13"/>
            <p:cNvSpPr/>
            <p:nvPr/>
          </p:nvSpPr>
          <p:spPr>
            <a:xfrm>
              <a:off x="5063274" y="1652116"/>
              <a:ext cx="918033" cy="3751965"/>
            </a:xfrm>
            <a:custGeom>
              <a:avLst/>
              <a:pathLst>
                <a:path w="918033" h="3751965">
                  <a:moveTo>
                    <a:pt x="918033" y="0"/>
                  </a:moveTo>
                  <a:lnTo>
                    <a:pt x="0" y="3751965"/>
                  </a:lnTo>
                </a:path>
              </a:pathLst>
            </a:custGeom>
            <a:ln w="18965" cap="rnd">
              <a:solidFill>
                <a:srgbClr val="A7282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" name="pl14"/>
            <p:cNvSpPr/>
            <p:nvPr/>
          </p:nvSpPr>
          <p:spPr>
            <a:xfrm>
              <a:off x="2727998" y="1585171"/>
              <a:ext cx="3155790" cy="2194283"/>
            </a:xfrm>
            <a:custGeom>
              <a:avLst/>
              <a:pathLst>
                <a:path w="3155790" h="2194283">
                  <a:moveTo>
                    <a:pt x="3155790" y="0"/>
                  </a:moveTo>
                  <a:lnTo>
                    <a:pt x="0" y="2194283"/>
                  </a:lnTo>
                </a:path>
              </a:pathLst>
            </a:custGeom>
            <a:ln w="22284" cap="rnd">
              <a:solidFill>
                <a:srgbClr val="A7282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" name="pl15"/>
            <p:cNvSpPr/>
            <p:nvPr/>
          </p:nvSpPr>
          <p:spPr>
            <a:xfrm>
              <a:off x="2906010" y="1601045"/>
              <a:ext cx="2990305" cy="2668636"/>
            </a:xfrm>
            <a:custGeom>
              <a:avLst/>
              <a:pathLst>
                <a:path w="2990305" h="2668636">
                  <a:moveTo>
                    <a:pt x="2990305" y="0"/>
                  </a:moveTo>
                  <a:lnTo>
                    <a:pt x="0" y="2668636"/>
                  </a:lnTo>
                </a:path>
              </a:pathLst>
            </a:custGeom>
            <a:ln w="14893" cap="rnd">
              <a:solidFill>
                <a:srgbClr val="A7282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" name="pl16"/>
            <p:cNvSpPr/>
            <p:nvPr/>
          </p:nvSpPr>
          <p:spPr>
            <a:xfrm>
              <a:off x="3252455" y="1510034"/>
              <a:ext cx="2602652" cy="318340"/>
            </a:xfrm>
            <a:custGeom>
              <a:avLst/>
              <a:pathLst>
                <a:path w="2602652" h="318340">
                  <a:moveTo>
                    <a:pt x="2602652" y="0"/>
                  </a:moveTo>
                  <a:lnTo>
                    <a:pt x="0" y="318340"/>
                  </a:lnTo>
                </a:path>
              </a:pathLst>
            </a:custGeom>
            <a:ln w="19584" cap="rnd">
              <a:solidFill>
                <a:srgbClr val="A7282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7" name="pl17"/>
            <p:cNvSpPr/>
            <p:nvPr/>
          </p:nvSpPr>
          <p:spPr>
            <a:xfrm>
              <a:off x="3196922" y="1615267"/>
              <a:ext cx="2713719" cy="3085653"/>
            </a:xfrm>
            <a:custGeom>
              <a:avLst/>
              <a:pathLst>
                <a:path w="2713719" h="3085653">
                  <a:moveTo>
                    <a:pt x="2713719" y="0"/>
                  </a:moveTo>
                  <a:lnTo>
                    <a:pt x="0" y="3085653"/>
                  </a:lnTo>
                </a:path>
              </a:pathLst>
            </a:custGeom>
            <a:ln w="25874" cap="rnd">
              <a:solidFill>
                <a:srgbClr val="A7282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" name="pl18"/>
            <p:cNvSpPr/>
            <p:nvPr/>
          </p:nvSpPr>
          <p:spPr>
            <a:xfrm>
              <a:off x="5565263" y="1655705"/>
              <a:ext cx="435770" cy="3615252"/>
            </a:xfrm>
            <a:custGeom>
              <a:avLst/>
              <a:pathLst>
                <a:path w="435770" h="3615252">
                  <a:moveTo>
                    <a:pt x="435770" y="0"/>
                  </a:moveTo>
                  <a:lnTo>
                    <a:pt x="0" y="3615252"/>
                  </a:lnTo>
                </a:path>
              </a:pathLst>
            </a:custGeom>
            <a:ln w="29279" cap="rnd">
              <a:solidFill>
                <a:srgbClr val="A7282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9" name="pl19"/>
            <p:cNvSpPr/>
            <p:nvPr/>
          </p:nvSpPr>
          <p:spPr>
            <a:xfrm>
              <a:off x="6060769" y="1652116"/>
              <a:ext cx="627971" cy="2566494"/>
            </a:xfrm>
            <a:custGeom>
              <a:avLst/>
              <a:pathLst>
                <a:path w="627971" h="2566494">
                  <a:moveTo>
                    <a:pt x="0" y="0"/>
                  </a:moveTo>
                  <a:lnTo>
                    <a:pt x="627971" y="2566494"/>
                  </a:lnTo>
                </a:path>
              </a:pathLst>
            </a:custGeom>
            <a:ln w="30243" cap="rnd">
              <a:solidFill>
                <a:srgbClr val="A7282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0" name="pl20"/>
            <p:cNvSpPr/>
            <p:nvPr/>
          </p:nvSpPr>
          <p:spPr>
            <a:xfrm>
              <a:off x="6021039" y="1656906"/>
              <a:ext cx="0" cy="3361306"/>
            </a:xfrm>
            <a:custGeom>
              <a:avLst/>
              <a:pathLst>
                <a:path w="0" h="3361306">
                  <a:moveTo>
                    <a:pt x="0" y="0"/>
                  </a:moveTo>
                  <a:lnTo>
                    <a:pt x="0" y="3361306"/>
                  </a:lnTo>
                </a:path>
              </a:pathLst>
            </a:custGeom>
            <a:ln w="23812" cap="rnd">
              <a:solidFill>
                <a:srgbClr val="A7282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1" name="pl21"/>
            <p:cNvSpPr/>
            <p:nvPr/>
          </p:nvSpPr>
          <p:spPr>
            <a:xfrm>
              <a:off x="6041044" y="1655705"/>
              <a:ext cx="362185" cy="3004777"/>
            </a:xfrm>
            <a:custGeom>
              <a:avLst/>
              <a:pathLst>
                <a:path w="362185" h="3004777">
                  <a:moveTo>
                    <a:pt x="0" y="0"/>
                  </a:moveTo>
                  <a:lnTo>
                    <a:pt x="362185" y="3004777"/>
                  </a:lnTo>
                </a:path>
              </a:pathLst>
            </a:custGeom>
            <a:ln w="35817" cap="rnd">
              <a:solidFill>
                <a:srgbClr val="A7282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2" name="pl22"/>
            <p:cNvSpPr/>
            <p:nvPr/>
          </p:nvSpPr>
          <p:spPr>
            <a:xfrm>
              <a:off x="5693042" y="1316329"/>
              <a:ext cx="180211" cy="95277"/>
            </a:xfrm>
            <a:custGeom>
              <a:avLst/>
              <a:pathLst>
                <a:path w="180211" h="95277">
                  <a:moveTo>
                    <a:pt x="180211" y="95277"/>
                  </a:moveTo>
                  <a:lnTo>
                    <a:pt x="0" y="0"/>
                  </a:lnTo>
                </a:path>
              </a:pathLst>
            </a:custGeom>
            <a:ln w="26918" cap="rnd">
              <a:solidFill>
                <a:srgbClr val="A7282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3" name="pl23"/>
            <p:cNvSpPr/>
            <p:nvPr/>
          </p:nvSpPr>
          <p:spPr>
            <a:xfrm>
              <a:off x="6079939" y="1646186"/>
              <a:ext cx="780172" cy="2072254"/>
            </a:xfrm>
            <a:custGeom>
              <a:avLst/>
              <a:pathLst>
                <a:path w="780172" h="2072254">
                  <a:moveTo>
                    <a:pt x="0" y="0"/>
                  </a:moveTo>
                  <a:lnTo>
                    <a:pt x="780172" y="2072254"/>
                  </a:lnTo>
                </a:path>
              </a:pathLst>
            </a:custGeom>
            <a:ln w="23812" cap="rnd">
              <a:solidFill>
                <a:srgbClr val="A7282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4" name="pl24"/>
            <p:cNvSpPr/>
            <p:nvPr/>
          </p:nvSpPr>
          <p:spPr>
            <a:xfrm>
              <a:off x="2545985" y="2966197"/>
              <a:ext cx="24757" cy="205395"/>
            </a:xfrm>
            <a:custGeom>
              <a:avLst/>
              <a:pathLst>
                <a:path w="24757" h="205395">
                  <a:moveTo>
                    <a:pt x="24757" y="0"/>
                  </a:moveTo>
                  <a:lnTo>
                    <a:pt x="0" y="205395"/>
                  </a:lnTo>
                </a:path>
              </a:pathLst>
            </a:custGeom>
            <a:ln w="23812" cap="rnd">
              <a:solidFill>
                <a:srgbClr val="A7282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5" name="pl25"/>
            <p:cNvSpPr/>
            <p:nvPr/>
          </p:nvSpPr>
          <p:spPr>
            <a:xfrm>
              <a:off x="2701146" y="2925760"/>
              <a:ext cx="2212000" cy="2515170"/>
            </a:xfrm>
            <a:custGeom>
              <a:avLst/>
              <a:pathLst>
                <a:path w="2212000" h="2515170">
                  <a:moveTo>
                    <a:pt x="0" y="0"/>
                  </a:moveTo>
                  <a:lnTo>
                    <a:pt x="2212000" y="2515170"/>
                  </a:lnTo>
                </a:path>
              </a:pathLst>
            </a:custGeom>
            <a:ln w="25919" cap="rnd">
              <a:solidFill>
                <a:srgbClr val="A7282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6" name="pl26"/>
            <p:cNvSpPr/>
            <p:nvPr/>
          </p:nvSpPr>
          <p:spPr>
            <a:xfrm>
              <a:off x="2590748" y="2967399"/>
              <a:ext cx="0" cy="740321"/>
            </a:xfrm>
            <a:custGeom>
              <a:avLst/>
              <a:pathLst>
                <a:path w="0" h="740321">
                  <a:moveTo>
                    <a:pt x="0" y="0"/>
                  </a:moveTo>
                  <a:lnTo>
                    <a:pt x="0" y="740321"/>
                  </a:lnTo>
                </a:path>
              </a:pathLst>
            </a:custGeom>
            <a:ln w="18965" cap="rnd">
              <a:solidFill>
                <a:srgbClr val="A7282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7" name="pl27"/>
            <p:cNvSpPr/>
            <p:nvPr/>
          </p:nvSpPr>
          <p:spPr>
            <a:xfrm>
              <a:off x="2630479" y="2962609"/>
              <a:ext cx="416315" cy="1701462"/>
            </a:xfrm>
            <a:custGeom>
              <a:avLst/>
              <a:pathLst>
                <a:path w="416315" h="1701462">
                  <a:moveTo>
                    <a:pt x="0" y="0"/>
                  </a:moveTo>
                  <a:lnTo>
                    <a:pt x="416315" y="1701462"/>
                  </a:lnTo>
                </a:path>
              </a:pathLst>
            </a:custGeom>
            <a:ln w="26046" cap="rnd">
              <a:solidFill>
                <a:srgbClr val="A7282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8" name="pl28"/>
            <p:cNvSpPr/>
            <p:nvPr/>
          </p:nvSpPr>
          <p:spPr>
            <a:xfrm>
              <a:off x="2715471" y="2911538"/>
              <a:ext cx="2705064" cy="2414078"/>
            </a:xfrm>
            <a:custGeom>
              <a:avLst/>
              <a:pathLst>
                <a:path w="2705064" h="2414078">
                  <a:moveTo>
                    <a:pt x="0" y="0"/>
                  </a:moveTo>
                  <a:lnTo>
                    <a:pt x="2705064" y="2414078"/>
                  </a:lnTo>
                </a:path>
              </a:pathLst>
            </a:custGeom>
            <a:ln w="14893" cap="rnd">
              <a:solidFill>
                <a:srgbClr val="A7282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9" name="pl29"/>
            <p:cNvSpPr/>
            <p:nvPr/>
          </p:nvSpPr>
          <p:spPr>
            <a:xfrm>
              <a:off x="2746908" y="2859890"/>
              <a:ext cx="3825404" cy="1461440"/>
            </a:xfrm>
            <a:custGeom>
              <a:avLst/>
              <a:pathLst>
                <a:path w="3825404" h="1461440">
                  <a:moveTo>
                    <a:pt x="0" y="0"/>
                  </a:moveTo>
                  <a:lnTo>
                    <a:pt x="3825404" y="1461440"/>
                  </a:lnTo>
                </a:path>
              </a:pathLst>
            </a:custGeom>
            <a:ln w="23812" cap="rnd">
              <a:solidFill>
                <a:srgbClr val="A7282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0" name="pl30"/>
            <p:cNvSpPr/>
            <p:nvPr/>
          </p:nvSpPr>
          <p:spPr>
            <a:xfrm>
              <a:off x="2727998" y="2895664"/>
              <a:ext cx="3155790" cy="2194283"/>
            </a:xfrm>
            <a:custGeom>
              <a:avLst/>
              <a:pathLst>
                <a:path w="3155790" h="2194283">
                  <a:moveTo>
                    <a:pt x="0" y="0"/>
                  </a:moveTo>
                  <a:lnTo>
                    <a:pt x="3155790" y="2194283"/>
                  </a:lnTo>
                </a:path>
              </a:pathLst>
            </a:custGeom>
            <a:ln w="34868" cap="rnd">
              <a:solidFill>
                <a:srgbClr val="D94851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1" name="pl31"/>
            <p:cNvSpPr/>
            <p:nvPr/>
          </p:nvSpPr>
          <p:spPr>
            <a:xfrm>
              <a:off x="2738532" y="2878364"/>
              <a:ext cx="3536917" cy="1869951"/>
            </a:xfrm>
            <a:custGeom>
              <a:avLst/>
              <a:pathLst>
                <a:path w="3536917" h="1869951">
                  <a:moveTo>
                    <a:pt x="0" y="0"/>
                  </a:moveTo>
                  <a:lnTo>
                    <a:pt x="3536917" y="1869951"/>
                  </a:lnTo>
                </a:path>
              </a:pathLst>
            </a:custGeom>
            <a:ln w="24652" cap="rnd">
              <a:solidFill>
                <a:srgbClr val="A7282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2" name="pl32"/>
            <p:cNvSpPr/>
            <p:nvPr/>
          </p:nvSpPr>
          <p:spPr>
            <a:xfrm>
              <a:off x="2752989" y="2840514"/>
              <a:ext cx="4003780" cy="994091"/>
            </a:xfrm>
            <a:custGeom>
              <a:avLst/>
              <a:pathLst>
                <a:path w="4003780" h="994091">
                  <a:moveTo>
                    <a:pt x="0" y="0"/>
                  </a:moveTo>
                  <a:lnTo>
                    <a:pt x="4003780" y="994091"/>
                  </a:lnTo>
                </a:path>
              </a:pathLst>
            </a:custGeom>
            <a:ln w="23812" cap="rnd">
              <a:solidFill>
                <a:srgbClr val="A7282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3" name="pl33"/>
            <p:cNvSpPr/>
            <p:nvPr/>
          </p:nvSpPr>
          <p:spPr>
            <a:xfrm>
              <a:off x="2650703" y="3448866"/>
              <a:ext cx="2248117" cy="2006286"/>
            </a:xfrm>
            <a:custGeom>
              <a:avLst/>
              <a:pathLst>
                <a:path w="2248117" h="2006286">
                  <a:moveTo>
                    <a:pt x="0" y="0"/>
                  </a:moveTo>
                  <a:lnTo>
                    <a:pt x="2248117" y="2006286"/>
                  </a:lnTo>
                </a:path>
              </a:pathLst>
            </a:custGeom>
            <a:ln w="36112" cap="rnd">
              <a:solidFill>
                <a:srgbClr val="A7282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4" name="pl34"/>
            <p:cNvSpPr/>
            <p:nvPr/>
          </p:nvSpPr>
          <p:spPr>
            <a:xfrm>
              <a:off x="2545985" y="3503526"/>
              <a:ext cx="24757" cy="205395"/>
            </a:xfrm>
            <a:custGeom>
              <a:avLst/>
              <a:pathLst>
                <a:path w="24757" h="205395">
                  <a:moveTo>
                    <a:pt x="0" y="0"/>
                  </a:moveTo>
                  <a:lnTo>
                    <a:pt x="24757" y="205395"/>
                  </a:lnTo>
                </a:path>
              </a:pathLst>
            </a:custGeom>
            <a:ln w="29126" cap="rnd">
              <a:solidFill>
                <a:srgbClr val="A7282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5" name="pl35"/>
            <p:cNvSpPr/>
            <p:nvPr/>
          </p:nvSpPr>
          <p:spPr>
            <a:xfrm>
              <a:off x="2565711" y="3499937"/>
              <a:ext cx="175845" cy="718674"/>
            </a:xfrm>
            <a:custGeom>
              <a:avLst/>
              <a:pathLst>
                <a:path w="175845" h="718674">
                  <a:moveTo>
                    <a:pt x="0" y="0"/>
                  </a:moveTo>
                  <a:lnTo>
                    <a:pt x="175845" y="718674"/>
                  </a:lnTo>
                </a:path>
              </a:pathLst>
            </a:custGeom>
            <a:ln w="23812" cap="rnd">
              <a:solidFill>
                <a:srgbClr val="A7282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6" name="pl36"/>
            <p:cNvSpPr/>
            <p:nvPr/>
          </p:nvSpPr>
          <p:spPr>
            <a:xfrm>
              <a:off x="2584880" y="3494007"/>
              <a:ext cx="442744" cy="1175994"/>
            </a:xfrm>
            <a:custGeom>
              <a:avLst/>
              <a:pathLst>
                <a:path w="442744" h="1175994">
                  <a:moveTo>
                    <a:pt x="0" y="0"/>
                  </a:moveTo>
                  <a:lnTo>
                    <a:pt x="442744" y="1175994"/>
                  </a:lnTo>
                </a:path>
              </a:pathLst>
            </a:custGeom>
            <a:ln w="37041" cap="rnd">
              <a:solidFill>
                <a:srgbClr val="A7282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7" name="pl37"/>
            <p:cNvSpPr/>
            <p:nvPr/>
          </p:nvSpPr>
          <p:spPr>
            <a:xfrm>
              <a:off x="2663230" y="3432992"/>
              <a:ext cx="2744777" cy="1908498"/>
            </a:xfrm>
            <a:custGeom>
              <a:avLst/>
              <a:pathLst>
                <a:path w="2744777" h="1908498">
                  <a:moveTo>
                    <a:pt x="0" y="0"/>
                  </a:moveTo>
                  <a:lnTo>
                    <a:pt x="2744777" y="1908498"/>
                  </a:lnTo>
                </a:path>
              </a:pathLst>
            </a:custGeom>
            <a:ln w="32971" cap="rnd">
              <a:solidFill>
                <a:srgbClr val="A7282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8" name="pl38"/>
            <p:cNvSpPr/>
            <p:nvPr/>
          </p:nvSpPr>
          <p:spPr>
            <a:xfrm>
              <a:off x="2688222" y="3377842"/>
              <a:ext cx="3878008" cy="962863"/>
            </a:xfrm>
            <a:custGeom>
              <a:avLst/>
              <a:pathLst>
                <a:path w="3878008" h="962863">
                  <a:moveTo>
                    <a:pt x="0" y="0"/>
                  </a:moveTo>
                  <a:lnTo>
                    <a:pt x="3878008" y="962863"/>
                  </a:lnTo>
                </a:path>
              </a:pathLst>
            </a:custGeom>
            <a:ln w="23812" cap="rnd">
              <a:solidFill>
                <a:srgbClr val="A7282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9" name="pl39"/>
            <p:cNvSpPr/>
            <p:nvPr/>
          </p:nvSpPr>
          <p:spPr>
            <a:xfrm>
              <a:off x="2673765" y="3415692"/>
              <a:ext cx="3199489" cy="1691555"/>
            </a:xfrm>
            <a:custGeom>
              <a:avLst/>
              <a:pathLst>
                <a:path w="3199489" h="1691555">
                  <a:moveTo>
                    <a:pt x="0" y="0"/>
                  </a:moveTo>
                  <a:lnTo>
                    <a:pt x="3199489" y="1691555"/>
                  </a:lnTo>
                </a:path>
              </a:pathLst>
            </a:custGeom>
            <a:ln w="37656" cap="rnd">
              <a:solidFill>
                <a:srgbClr val="A7282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0" name="pl40"/>
            <p:cNvSpPr/>
            <p:nvPr/>
          </p:nvSpPr>
          <p:spPr>
            <a:xfrm>
              <a:off x="2682140" y="3397218"/>
              <a:ext cx="3584935" cy="1369572"/>
            </a:xfrm>
            <a:custGeom>
              <a:avLst/>
              <a:pathLst>
                <a:path w="3584935" h="1369572">
                  <a:moveTo>
                    <a:pt x="0" y="0"/>
                  </a:moveTo>
                  <a:lnTo>
                    <a:pt x="3584935" y="1369572"/>
                  </a:lnTo>
                </a:path>
              </a:pathLst>
            </a:custGeom>
            <a:ln w="32971" cap="rnd">
              <a:solidFill>
                <a:srgbClr val="A7282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1" name="pl41"/>
            <p:cNvSpPr/>
            <p:nvPr/>
          </p:nvSpPr>
          <p:spPr>
            <a:xfrm>
              <a:off x="2691911" y="3357855"/>
              <a:ext cx="4061169" cy="496736"/>
            </a:xfrm>
            <a:custGeom>
              <a:avLst/>
              <a:pathLst>
                <a:path w="4061169" h="496736">
                  <a:moveTo>
                    <a:pt x="0" y="0"/>
                  </a:moveTo>
                  <a:lnTo>
                    <a:pt x="4061169" y="496736"/>
                  </a:lnTo>
                </a:path>
              </a:pathLst>
            </a:custGeom>
            <a:ln w="23812" cap="rnd">
              <a:solidFill>
                <a:srgbClr val="A7282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2" name="pl42"/>
            <p:cNvSpPr/>
            <p:nvPr/>
          </p:nvSpPr>
          <p:spPr>
            <a:xfrm>
              <a:off x="5185785" y="5477206"/>
              <a:ext cx="197231" cy="48970"/>
            </a:xfrm>
            <a:custGeom>
              <a:avLst/>
              <a:pathLst>
                <a:path w="197231" h="48970">
                  <a:moveTo>
                    <a:pt x="0" y="48970"/>
                  </a:moveTo>
                  <a:lnTo>
                    <a:pt x="197231" y="0"/>
                  </a:lnTo>
                </a:path>
              </a:pathLst>
            </a:custGeom>
            <a:ln w="14893" cap="rnd">
              <a:solidFill>
                <a:srgbClr val="A7282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3" name="pl43"/>
            <p:cNvSpPr/>
            <p:nvPr/>
          </p:nvSpPr>
          <p:spPr>
            <a:xfrm>
              <a:off x="5160794" y="4476421"/>
              <a:ext cx="1430428" cy="994605"/>
            </a:xfrm>
            <a:custGeom>
              <a:avLst/>
              <a:pathLst>
                <a:path w="1430428" h="994605">
                  <a:moveTo>
                    <a:pt x="0" y="994605"/>
                  </a:moveTo>
                  <a:lnTo>
                    <a:pt x="1430428" y="0"/>
                  </a:lnTo>
                </a:path>
              </a:pathLst>
            </a:custGeom>
            <a:ln w="29944" cap="rnd">
              <a:solidFill>
                <a:srgbClr val="A7282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4" name="pl44"/>
            <p:cNvSpPr/>
            <p:nvPr/>
          </p:nvSpPr>
          <p:spPr>
            <a:xfrm>
              <a:off x="5179703" y="5245039"/>
              <a:ext cx="685175" cy="261761"/>
            </a:xfrm>
            <a:custGeom>
              <a:avLst/>
              <a:pathLst>
                <a:path w="685175" h="261761">
                  <a:moveTo>
                    <a:pt x="0" y="261761"/>
                  </a:moveTo>
                  <a:lnTo>
                    <a:pt x="685175" y="0"/>
                  </a:lnTo>
                </a:path>
              </a:pathLst>
            </a:custGeom>
            <a:ln w="18965" cap="rnd">
              <a:solidFill>
                <a:srgbClr val="6A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5" name="pl45"/>
            <p:cNvSpPr/>
            <p:nvPr/>
          </p:nvSpPr>
          <p:spPr>
            <a:xfrm>
              <a:off x="5171328" y="4904582"/>
              <a:ext cx="1104122" cy="583744"/>
            </a:xfrm>
            <a:custGeom>
              <a:avLst/>
              <a:pathLst>
                <a:path w="1104122" h="583744">
                  <a:moveTo>
                    <a:pt x="0" y="583744"/>
                  </a:moveTo>
                  <a:lnTo>
                    <a:pt x="1104122" y="0"/>
                  </a:lnTo>
                </a:path>
              </a:pathLst>
            </a:custGeom>
            <a:ln w="31202" cap="rnd">
              <a:solidFill>
                <a:srgbClr val="A7282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6" name="pl46"/>
            <p:cNvSpPr/>
            <p:nvPr/>
          </p:nvSpPr>
          <p:spPr>
            <a:xfrm>
              <a:off x="2727998" y="3970320"/>
              <a:ext cx="2158295" cy="1500705"/>
            </a:xfrm>
            <a:custGeom>
              <a:avLst/>
              <a:pathLst>
                <a:path w="2158295" h="1500705">
                  <a:moveTo>
                    <a:pt x="0" y="0"/>
                  </a:moveTo>
                  <a:lnTo>
                    <a:pt x="2158295" y="1500705"/>
                  </a:lnTo>
                </a:path>
              </a:pathLst>
            </a:custGeom>
            <a:ln w="25919" cap="rnd">
              <a:solidFill>
                <a:srgbClr val="A7282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7" name="pl47"/>
            <p:cNvSpPr/>
            <p:nvPr/>
          </p:nvSpPr>
          <p:spPr>
            <a:xfrm>
              <a:off x="2649648" y="4031335"/>
              <a:ext cx="72739" cy="193206"/>
            </a:xfrm>
            <a:custGeom>
              <a:avLst/>
              <a:pathLst>
                <a:path w="72739" h="193206">
                  <a:moveTo>
                    <a:pt x="0" y="0"/>
                  </a:moveTo>
                  <a:lnTo>
                    <a:pt x="72739" y="193206"/>
                  </a:lnTo>
                </a:path>
              </a:pathLst>
            </a:custGeom>
            <a:ln w="22284" cap="rnd">
              <a:solidFill>
                <a:srgbClr val="A7282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8" name="pl48"/>
            <p:cNvSpPr/>
            <p:nvPr/>
          </p:nvSpPr>
          <p:spPr>
            <a:xfrm>
              <a:off x="2667989" y="4023140"/>
              <a:ext cx="341293" cy="655056"/>
            </a:xfrm>
            <a:custGeom>
              <a:avLst/>
              <a:pathLst>
                <a:path w="341293" h="655056">
                  <a:moveTo>
                    <a:pt x="0" y="0"/>
                  </a:moveTo>
                  <a:lnTo>
                    <a:pt x="341293" y="655056"/>
                  </a:lnTo>
                </a:path>
              </a:pathLst>
            </a:custGeom>
            <a:ln w="17394" cap="rnd">
              <a:solidFill>
                <a:srgbClr val="A7282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9" name="pl49"/>
            <p:cNvSpPr/>
            <p:nvPr/>
          </p:nvSpPr>
          <p:spPr>
            <a:xfrm>
              <a:off x="2738532" y="3953021"/>
              <a:ext cx="2658941" cy="1405769"/>
            </a:xfrm>
            <a:custGeom>
              <a:avLst/>
              <a:pathLst>
                <a:path w="2658941" h="1405769">
                  <a:moveTo>
                    <a:pt x="0" y="0"/>
                  </a:moveTo>
                  <a:lnTo>
                    <a:pt x="2658941" y="1405769"/>
                  </a:lnTo>
                </a:path>
              </a:pathLst>
            </a:custGeom>
            <a:ln w="25919" cap="rnd">
              <a:solidFill>
                <a:srgbClr val="A7282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0" name="pl50"/>
            <p:cNvSpPr/>
            <p:nvPr/>
          </p:nvSpPr>
          <p:spPr>
            <a:xfrm>
              <a:off x="2756679" y="3895183"/>
              <a:ext cx="3805862" cy="465509"/>
            </a:xfrm>
            <a:custGeom>
              <a:avLst/>
              <a:pathLst>
                <a:path w="3805862" h="465509">
                  <a:moveTo>
                    <a:pt x="0" y="0"/>
                  </a:moveTo>
                  <a:lnTo>
                    <a:pt x="3805862" y="465509"/>
                  </a:lnTo>
                </a:path>
              </a:pathLst>
            </a:custGeom>
            <a:ln w="35386" cap="rnd">
              <a:solidFill>
                <a:srgbClr val="A7282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1" name="pl51"/>
            <p:cNvSpPr/>
            <p:nvPr/>
          </p:nvSpPr>
          <p:spPr>
            <a:xfrm>
              <a:off x="2746908" y="3934546"/>
              <a:ext cx="3117971" cy="1191175"/>
            </a:xfrm>
            <a:custGeom>
              <a:avLst/>
              <a:pathLst>
                <a:path w="3117971" h="1191175">
                  <a:moveTo>
                    <a:pt x="0" y="0"/>
                  </a:moveTo>
                  <a:lnTo>
                    <a:pt x="3117971" y="1191175"/>
                  </a:lnTo>
                </a:path>
              </a:pathLst>
            </a:custGeom>
            <a:ln w="35386" cap="rnd">
              <a:solidFill>
                <a:srgbClr val="6A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2" name="pl52"/>
            <p:cNvSpPr/>
            <p:nvPr/>
          </p:nvSpPr>
          <p:spPr>
            <a:xfrm>
              <a:off x="2752989" y="3915170"/>
              <a:ext cx="3508003" cy="870995"/>
            </a:xfrm>
            <a:custGeom>
              <a:avLst/>
              <a:pathLst>
                <a:path w="3508003" h="870995">
                  <a:moveTo>
                    <a:pt x="0" y="0"/>
                  </a:moveTo>
                  <a:lnTo>
                    <a:pt x="3508003" y="870995"/>
                  </a:lnTo>
                </a:path>
              </a:pathLst>
            </a:custGeom>
            <a:ln w="18301" cap="rnd">
              <a:solidFill>
                <a:srgbClr val="A7282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3" name="pl53"/>
            <p:cNvSpPr/>
            <p:nvPr/>
          </p:nvSpPr>
          <p:spPr>
            <a:xfrm>
              <a:off x="2757915" y="3874888"/>
              <a:ext cx="3993928" cy="0"/>
            </a:xfrm>
            <a:custGeom>
              <a:avLst/>
              <a:pathLst>
                <a:path w="3993928" h="0">
                  <a:moveTo>
                    <a:pt x="0" y="0"/>
                  </a:moveTo>
                  <a:lnTo>
                    <a:pt x="3993928" y="0"/>
                  </a:lnTo>
                </a:path>
              </a:pathLst>
            </a:custGeom>
            <a:ln w="20714" cap="rnd">
              <a:solidFill>
                <a:srgbClr val="A7282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4" name="pl54"/>
            <p:cNvSpPr/>
            <p:nvPr/>
          </p:nvSpPr>
          <p:spPr>
            <a:xfrm>
              <a:off x="2929072" y="4459121"/>
              <a:ext cx="1946687" cy="1029204"/>
            </a:xfrm>
            <a:custGeom>
              <a:avLst/>
              <a:pathLst>
                <a:path w="1946687" h="1029204">
                  <a:moveTo>
                    <a:pt x="0" y="0"/>
                  </a:moveTo>
                  <a:lnTo>
                    <a:pt x="1946687" y="1029204"/>
                  </a:lnTo>
                </a:path>
              </a:pathLst>
            </a:custGeom>
            <a:ln w="17651" cap="rnd">
              <a:solidFill>
                <a:srgbClr val="A7282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5" name="pl55"/>
            <p:cNvSpPr/>
            <p:nvPr/>
          </p:nvSpPr>
          <p:spPr>
            <a:xfrm>
              <a:off x="2875779" y="4518888"/>
              <a:ext cx="116254" cy="169660"/>
            </a:xfrm>
            <a:custGeom>
              <a:avLst/>
              <a:pathLst>
                <a:path w="116254" h="169660">
                  <a:moveTo>
                    <a:pt x="0" y="0"/>
                  </a:moveTo>
                  <a:lnTo>
                    <a:pt x="116254" y="169660"/>
                  </a:lnTo>
                </a:path>
              </a:pathLst>
            </a:custGeom>
            <a:ln w="26690" cap="rnd">
              <a:solidFill>
                <a:srgbClr val="A7282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6" name="pl56"/>
            <p:cNvSpPr/>
            <p:nvPr/>
          </p:nvSpPr>
          <p:spPr>
            <a:xfrm>
              <a:off x="2937447" y="4440647"/>
              <a:ext cx="2451651" cy="936617"/>
            </a:xfrm>
            <a:custGeom>
              <a:avLst/>
              <a:pathLst>
                <a:path w="2451651" h="936617">
                  <a:moveTo>
                    <a:pt x="0" y="0"/>
                  </a:moveTo>
                  <a:lnTo>
                    <a:pt x="2451651" y="936617"/>
                  </a:lnTo>
                </a:path>
              </a:pathLst>
            </a:custGeom>
            <a:ln w="24716" cap="rnd">
              <a:solidFill>
                <a:srgbClr val="A7282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7" name="pl57"/>
            <p:cNvSpPr/>
            <p:nvPr/>
          </p:nvSpPr>
          <p:spPr>
            <a:xfrm>
              <a:off x="2948455" y="4380988"/>
              <a:ext cx="3612849" cy="0"/>
            </a:xfrm>
            <a:custGeom>
              <a:avLst/>
              <a:pathLst>
                <a:path w="3612849" h="0">
                  <a:moveTo>
                    <a:pt x="0" y="0"/>
                  </a:moveTo>
                  <a:lnTo>
                    <a:pt x="3612849" y="0"/>
                  </a:lnTo>
                </a:path>
              </a:pathLst>
            </a:custGeom>
            <a:ln w="23812" cap="rnd">
              <a:solidFill>
                <a:srgbClr val="A7282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8" name="pl58"/>
            <p:cNvSpPr/>
            <p:nvPr/>
          </p:nvSpPr>
          <p:spPr>
            <a:xfrm>
              <a:off x="2943529" y="4421271"/>
              <a:ext cx="2915268" cy="723826"/>
            </a:xfrm>
            <a:custGeom>
              <a:avLst/>
              <a:pathLst>
                <a:path w="2915268" h="723826">
                  <a:moveTo>
                    <a:pt x="0" y="0"/>
                  </a:moveTo>
                  <a:lnTo>
                    <a:pt x="2915268" y="723826"/>
                  </a:lnTo>
                </a:path>
              </a:pathLst>
            </a:custGeom>
            <a:ln w="31202" cap="rnd">
              <a:solidFill>
                <a:srgbClr val="A7282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9" name="pl59"/>
            <p:cNvSpPr/>
            <p:nvPr/>
          </p:nvSpPr>
          <p:spPr>
            <a:xfrm>
              <a:off x="2947218" y="4401284"/>
              <a:ext cx="3310085" cy="404869"/>
            </a:xfrm>
            <a:custGeom>
              <a:avLst/>
              <a:pathLst>
                <a:path w="3310085" h="404869">
                  <a:moveTo>
                    <a:pt x="0" y="0"/>
                  </a:moveTo>
                  <a:lnTo>
                    <a:pt x="3310085" y="404869"/>
                  </a:lnTo>
                </a:path>
              </a:pathLst>
            </a:custGeom>
            <a:ln w="25874" cap="rnd">
              <a:solidFill>
                <a:srgbClr val="A7282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0" name="pl60"/>
            <p:cNvSpPr/>
            <p:nvPr/>
          </p:nvSpPr>
          <p:spPr>
            <a:xfrm>
              <a:off x="2584880" y="2005117"/>
              <a:ext cx="442744" cy="1175994"/>
            </a:xfrm>
            <a:custGeom>
              <a:avLst/>
              <a:pathLst>
                <a:path w="442744" h="1175994">
                  <a:moveTo>
                    <a:pt x="442744" y="0"/>
                  </a:moveTo>
                  <a:lnTo>
                    <a:pt x="0" y="1175994"/>
                  </a:lnTo>
                </a:path>
              </a:pathLst>
            </a:custGeom>
            <a:ln w="38100" cap="rnd">
              <a:solidFill>
                <a:srgbClr val="A7282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1" name="pl61"/>
            <p:cNvSpPr/>
            <p:nvPr/>
          </p:nvSpPr>
          <p:spPr>
            <a:xfrm>
              <a:off x="3163766" y="1996922"/>
              <a:ext cx="1782536" cy="3421284"/>
            </a:xfrm>
            <a:custGeom>
              <a:avLst/>
              <a:pathLst>
                <a:path w="1782536" h="3421284">
                  <a:moveTo>
                    <a:pt x="0" y="0"/>
                  </a:moveTo>
                  <a:lnTo>
                    <a:pt x="1782536" y="3421284"/>
                  </a:lnTo>
                </a:path>
              </a:pathLst>
            </a:custGeom>
            <a:ln w="17651" cap="rnd">
              <a:solidFill>
                <a:srgbClr val="A7282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2" name="pl62"/>
            <p:cNvSpPr/>
            <p:nvPr/>
          </p:nvSpPr>
          <p:spPr>
            <a:xfrm>
              <a:off x="2630479" y="2011048"/>
              <a:ext cx="416315" cy="1701462"/>
            </a:xfrm>
            <a:custGeom>
              <a:avLst/>
              <a:pathLst>
                <a:path w="416315" h="1701462">
                  <a:moveTo>
                    <a:pt x="416315" y="0"/>
                  </a:moveTo>
                  <a:lnTo>
                    <a:pt x="0" y="1701462"/>
                  </a:lnTo>
                </a:path>
              </a:pathLst>
            </a:custGeom>
            <a:ln w="26690" cap="rnd">
              <a:solidFill>
                <a:srgbClr val="A7282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3" name="pl63"/>
            <p:cNvSpPr/>
            <p:nvPr/>
          </p:nvSpPr>
          <p:spPr>
            <a:xfrm>
              <a:off x="2801292" y="2014636"/>
              <a:ext cx="265227" cy="2200385"/>
            </a:xfrm>
            <a:custGeom>
              <a:avLst/>
              <a:pathLst>
                <a:path w="265227" h="2200385">
                  <a:moveTo>
                    <a:pt x="265227" y="0"/>
                  </a:moveTo>
                  <a:lnTo>
                    <a:pt x="0" y="2200385"/>
                  </a:lnTo>
                </a:path>
              </a:pathLst>
            </a:custGeom>
            <a:ln w="29279" cap="rnd">
              <a:solidFill>
                <a:srgbClr val="D94851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4" name="pl64"/>
            <p:cNvSpPr/>
            <p:nvPr/>
          </p:nvSpPr>
          <p:spPr>
            <a:xfrm>
              <a:off x="3086524" y="2015838"/>
              <a:ext cx="0" cy="2643443"/>
            </a:xfrm>
            <a:custGeom>
              <a:avLst/>
              <a:pathLst>
                <a:path w="0" h="2643443">
                  <a:moveTo>
                    <a:pt x="0" y="0"/>
                  </a:moveTo>
                  <a:lnTo>
                    <a:pt x="0" y="2643443"/>
                  </a:lnTo>
                </a:path>
              </a:pathLst>
            </a:custGeom>
            <a:ln w="30243" cap="rnd">
              <a:solidFill>
                <a:srgbClr val="6A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5" name="pl65"/>
            <p:cNvSpPr/>
            <p:nvPr/>
          </p:nvSpPr>
          <p:spPr>
            <a:xfrm>
              <a:off x="3181016" y="1986570"/>
              <a:ext cx="2269750" cy="3312453"/>
            </a:xfrm>
            <a:custGeom>
              <a:avLst/>
              <a:pathLst>
                <a:path w="2269750" h="3312453">
                  <a:moveTo>
                    <a:pt x="0" y="0"/>
                  </a:moveTo>
                  <a:lnTo>
                    <a:pt x="2269750" y="3312453"/>
                  </a:lnTo>
                </a:path>
              </a:pathLst>
            </a:custGeom>
            <a:ln w="23812" cap="rnd">
              <a:solidFill>
                <a:srgbClr val="A7282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6" name="pl66"/>
            <p:cNvSpPr/>
            <p:nvPr/>
          </p:nvSpPr>
          <p:spPr>
            <a:xfrm>
              <a:off x="3196922" y="1974199"/>
              <a:ext cx="2713719" cy="3085653"/>
            </a:xfrm>
            <a:custGeom>
              <a:avLst/>
              <a:pathLst>
                <a:path w="2713719" h="3085653">
                  <a:moveTo>
                    <a:pt x="0" y="0"/>
                  </a:moveTo>
                  <a:lnTo>
                    <a:pt x="2713719" y="3085653"/>
                  </a:lnTo>
                </a:path>
              </a:pathLst>
            </a:custGeom>
            <a:ln w="38100" cap="rnd">
              <a:solidFill>
                <a:srgbClr val="6A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7" name="pl67"/>
            <p:cNvSpPr/>
            <p:nvPr/>
          </p:nvSpPr>
          <p:spPr>
            <a:xfrm>
              <a:off x="3242684" y="4886107"/>
              <a:ext cx="1624699" cy="620692"/>
            </a:xfrm>
            <a:custGeom>
              <a:avLst/>
              <a:pathLst>
                <a:path w="1624699" h="620692">
                  <a:moveTo>
                    <a:pt x="0" y="0"/>
                  </a:moveTo>
                  <a:lnTo>
                    <a:pt x="1624699" y="620692"/>
                  </a:lnTo>
                </a:path>
              </a:pathLst>
            </a:custGeom>
            <a:ln w="17651" cap="rnd">
              <a:solidFill>
                <a:srgbClr val="A7282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8" name="pl68"/>
            <p:cNvSpPr/>
            <p:nvPr/>
          </p:nvSpPr>
          <p:spPr>
            <a:xfrm>
              <a:off x="3248766" y="4866731"/>
              <a:ext cx="2134250" cy="529909"/>
            </a:xfrm>
            <a:custGeom>
              <a:avLst/>
              <a:pathLst>
                <a:path w="2134250" h="529909">
                  <a:moveTo>
                    <a:pt x="0" y="0"/>
                  </a:moveTo>
                  <a:lnTo>
                    <a:pt x="2134250" y="529909"/>
                  </a:lnTo>
                </a:path>
              </a:pathLst>
            </a:custGeom>
            <a:ln w="26690" cap="rnd">
              <a:solidFill>
                <a:srgbClr val="A7282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9" name="pl69"/>
            <p:cNvSpPr/>
            <p:nvPr/>
          </p:nvSpPr>
          <p:spPr>
            <a:xfrm>
              <a:off x="3252455" y="4401284"/>
              <a:ext cx="3310085" cy="404869"/>
            </a:xfrm>
            <a:custGeom>
              <a:avLst/>
              <a:pathLst>
                <a:path w="3310085" h="404869">
                  <a:moveTo>
                    <a:pt x="0" y="404869"/>
                  </a:moveTo>
                  <a:lnTo>
                    <a:pt x="3310085" y="0"/>
                  </a:lnTo>
                </a:path>
              </a:pathLst>
            </a:custGeom>
            <a:ln w="35817" cap="rnd">
              <a:solidFill>
                <a:srgbClr val="A7282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0" name="pl70"/>
            <p:cNvSpPr/>
            <p:nvPr/>
          </p:nvSpPr>
          <p:spPr>
            <a:xfrm>
              <a:off x="3252455" y="4846744"/>
              <a:ext cx="2602652" cy="318340"/>
            </a:xfrm>
            <a:custGeom>
              <a:avLst/>
              <a:pathLst>
                <a:path w="2602652" h="318340">
                  <a:moveTo>
                    <a:pt x="0" y="0"/>
                  </a:moveTo>
                  <a:lnTo>
                    <a:pt x="2602652" y="318340"/>
                  </a:lnTo>
                </a:path>
              </a:pathLst>
            </a:custGeom>
            <a:ln w="26918" cap="rnd">
              <a:solidFill>
                <a:srgbClr val="A7282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1" name="pl71"/>
            <p:cNvSpPr/>
            <p:nvPr/>
          </p:nvSpPr>
          <p:spPr>
            <a:xfrm>
              <a:off x="3253692" y="4826449"/>
              <a:ext cx="3002375" cy="0"/>
            </a:xfrm>
            <a:custGeom>
              <a:avLst/>
              <a:pathLst>
                <a:path w="3002375" h="0">
                  <a:moveTo>
                    <a:pt x="0" y="0"/>
                  </a:moveTo>
                  <a:lnTo>
                    <a:pt x="3002375" y="0"/>
                  </a:lnTo>
                </a:path>
              </a:pathLst>
            </a:custGeom>
            <a:ln w="23812" cap="rnd">
              <a:solidFill>
                <a:srgbClr val="D94851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2" name="pl72"/>
            <p:cNvSpPr/>
            <p:nvPr/>
          </p:nvSpPr>
          <p:spPr>
            <a:xfrm>
              <a:off x="5669981" y="4492295"/>
              <a:ext cx="933767" cy="833321"/>
            </a:xfrm>
            <a:custGeom>
              <a:avLst/>
              <a:pathLst>
                <a:path w="933767" h="833321">
                  <a:moveTo>
                    <a:pt x="0" y="833321"/>
                  </a:moveTo>
                  <a:lnTo>
                    <a:pt x="933767" y="0"/>
                  </a:lnTo>
                </a:path>
              </a:pathLst>
            </a:custGeom>
            <a:ln w="38100" cap="rnd">
              <a:solidFill>
                <a:srgbClr val="6A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3" name="pl73"/>
            <p:cNvSpPr/>
            <p:nvPr/>
          </p:nvSpPr>
          <p:spPr>
            <a:xfrm>
              <a:off x="5693042" y="5263513"/>
              <a:ext cx="180211" cy="95277"/>
            </a:xfrm>
            <a:custGeom>
              <a:avLst/>
              <a:pathLst>
                <a:path w="180211" h="95277">
                  <a:moveTo>
                    <a:pt x="0" y="95277"/>
                  </a:moveTo>
                  <a:lnTo>
                    <a:pt x="180211" y="0"/>
                  </a:lnTo>
                </a:path>
              </a:pathLst>
            </a:custGeom>
            <a:ln w="34868" cap="rnd">
              <a:solidFill>
                <a:srgbClr val="6A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4" name="pl74"/>
            <p:cNvSpPr/>
            <p:nvPr/>
          </p:nvSpPr>
          <p:spPr>
            <a:xfrm>
              <a:off x="6787372" y="4031335"/>
              <a:ext cx="72739" cy="193206"/>
            </a:xfrm>
            <a:custGeom>
              <a:avLst/>
              <a:pathLst>
                <a:path w="72739" h="193206">
                  <a:moveTo>
                    <a:pt x="0" y="193206"/>
                  </a:moveTo>
                  <a:lnTo>
                    <a:pt x="72739" y="0"/>
                  </a:lnTo>
                </a:path>
              </a:pathLst>
            </a:custGeom>
            <a:ln w="24652" cap="rnd">
              <a:solidFill>
                <a:srgbClr val="A7282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5" name="pl75"/>
            <p:cNvSpPr/>
            <p:nvPr/>
          </p:nvSpPr>
          <p:spPr>
            <a:xfrm>
              <a:off x="6131436" y="4506517"/>
              <a:ext cx="486638" cy="553335"/>
            </a:xfrm>
            <a:custGeom>
              <a:avLst/>
              <a:pathLst>
                <a:path w="486638" h="553335">
                  <a:moveTo>
                    <a:pt x="0" y="553335"/>
                  </a:moveTo>
                  <a:lnTo>
                    <a:pt x="486638" y="0"/>
                  </a:lnTo>
                </a:path>
              </a:pathLst>
            </a:custGeom>
            <a:ln w="17651" cap="rnd">
              <a:solidFill>
                <a:srgbClr val="A7282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6" name="pl76"/>
            <p:cNvSpPr/>
            <p:nvPr/>
          </p:nvSpPr>
          <p:spPr>
            <a:xfrm>
              <a:off x="6517726" y="4518888"/>
              <a:ext cx="116254" cy="169660"/>
            </a:xfrm>
            <a:custGeom>
              <a:avLst/>
              <a:pathLst>
                <a:path w="116254" h="169660">
                  <a:moveTo>
                    <a:pt x="0" y="169660"/>
                  </a:moveTo>
                  <a:lnTo>
                    <a:pt x="116254" y="0"/>
                  </a:lnTo>
                </a:path>
              </a:pathLst>
            </a:custGeom>
            <a:ln w="26690" cap="rnd">
              <a:solidFill>
                <a:srgbClr val="A7282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7" name="pl77"/>
            <p:cNvSpPr/>
            <p:nvPr/>
          </p:nvSpPr>
          <p:spPr>
            <a:xfrm>
              <a:off x="6500476" y="4023140"/>
              <a:ext cx="341293" cy="655056"/>
            </a:xfrm>
            <a:custGeom>
              <a:avLst/>
              <a:pathLst>
                <a:path w="341293" h="655056">
                  <a:moveTo>
                    <a:pt x="0" y="655056"/>
                  </a:moveTo>
                  <a:lnTo>
                    <a:pt x="341293" y="0"/>
                  </a:lnTo>
                </a:path>
              </a:pathLst>
            </a:custGeom>
            <a:ln w="23812" cap="rnd">
              <a:solidFill>
                <a:srgbClr val="A7282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8" name="pl78"/>
            <p:cNvSpPr/>
            <p:nvPr/>
          </p:nvSpPr>
          <p:spPr>
            <a:xfrm>
              <a:off x="4131668" y="1238196"/>
              <a:ext cx="1246422" cy="0"/>
            </a:xfrm>
            <a:custGeom>
              <a:avLst/>
              <a:pathLst>
                <a:path w="1246422" h="0">
                  <a:moveTo>
                    <a:pt x="1246422" y="0"/>
                  </a:moveTo>
                  <a:lnTo>
                    <a:pt x="0" y="0"/>
                  </a:lnTo>
                </a:path>
              </a:pathLst>
            </a:custGeom>
            <a:ln w="38100" cap="rnd">
              <a:solidFill>
                <a:srgbClr val="D94851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9" name="pl79"/>
            <p:cNvSpPr/>
            <p:nvPr/>
          </p:nvSpPr>
          <p:spPr>
            <a:xfrm>
              <a:off x="2738532" y="1316329"/>
              <a:ext cx="2658941" cy="1405769"/>
            </a:xfrm>
            <a:custGeom>
              <a:avLst/>
              <a:pathLst>
                <a:path w="2658941" h="1405769">
                  <a:moveTo>
                    <a:pt x="2658941" y="0"/>
                  </a:moveTo>
                  <a:lnTo>
                    <a:pt x="0" y="1405769"/>
                  </a:lnTo>
                </a:path>
              </a:pathLst>
            </a:custGeom>
            <a:ln w="17651" cap="rnd">
              <a:solidFill>
                <a:srgbClr val="A7282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0" name="pl80"/>
            <p:cNvSpPr/>
            <p:nvPr/>
          </p:nvSpPr>
          <p:spPr>
            <a:xfrm>
              <a:off x="2663230" y="1333628"/>
              <a:ext cx="2744777" cy="1908498"/>
            </a:xfrm>
            <a:custGeom>
              <a:avLst/>
              <a:pathLst>
                <a:path w="2744777" h="1908498">
                  <a:moveTo>
                    <a:pt x="2744777" y="0"/>
                  </a:moveTo>
                  <a:lnTo>
                    <a:pt x="0" y="1908498"/>
                  </a:lnTo>
                </a:path>
              </a:pathLst>
            </a:custGeom>
            <a:ln w="26690" cap="rnd">
              <a:solidFill>
                <a:srgbClr val="A7282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1" name="pl81"/>
            <p:cNvSpPr/>
            <p:nvPr/>
          </p:nvSpPr>
          <p:spPr>
            <a:xfrm>
              <a:off x="5043549" y="1404162"/>
              <a:ext cx="481704" cy="3996330"/>
            </a:xfrm>
            <a:custGeom>
              <a:avLst/>
              <a:pathLst>
                <a:path w="481704" h="3996330">
                  <a:moveTo>
                    <a:pt x="481704" y="0"/>
                  </a:moveTo>
                  <a:lnTo>
                    <a:pt x="0" y="3996330"/>
                  </a:lnTo>
                </a:path>
              </a:pathLst>
            </a:custGeom>
            <a:ln w="36112" cap="rnd">
              <a:solidFill>
                <a:srgbClr val="A7282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2" name="pl82"/>
            <p:cNvSpPr/>
            <p:nvPr/>
          </p:nvSpPr>
          <p:spPr>
            <a:xfrm>
              <a:off x="2715471" y="1349502"/>
              <a:ext cx="2705064" cy="2414078"/>
            </a:xfrm>
            <a:custGeom>
              <a:avLst/>
              <a:pathLst>
                <a:path w="2705064" h="2414078">
                  <a:moveTo>
                    <a:pt x="2705064" y="0"/>
                  </a:moveTo>
                  <a:lnTo>
                    <a:pt x="0" y="2414078"/>
                  </a:lnTo>
                </a:path>
              </a:pathLst>
            </a:custGeom>
            <a:ln w="29126" cap="rnd">
              <a:solidFill>
                <a:srgbClr val="A7282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3" name="pl83"/>
            <p:cNvSpPr/>
            <p:nvPr/>
          </p:nvSpPr>
          <p:spPr>
            <a:xfrm>
              <a:off x="2891685" y="1363724"/>
              <a:ext cx="2543175" cy="2891736"/>
            </a:xfrm>
            <a:custGeom>
              <a:avLst/>
              <a:pathLst>
                <a:path w="2543175" h="2891736">
                  <a:moveTo>
                    <a:pt x="2543175" y="0"/>
                  </a:moveTo>
                  <a:lnTo>
                    <a:pt x="0" y="2891736"/>
                  </a:lnTo>
                </a:path>
              </a:pathLst>
            </a:custGeom>
            <a:ln w="23812" cap="rnd">
              <a:solidFill>
                <a:srgbClr val="A7282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4" name="pl84"/>
            <p:cNvSpPr/>
            <p:nvPr/>
          </p:nvSpPr>
          <p:spPr>
            <a:xfrm>
              <a:off x="3248766" y="1278478"/>
              <a:ext cx="2134250" cy="529909"/>
            </a:xfrm>
            <a:custGeom>
              <a:avLst/>
              <a:pathLst>
                <a:path w="2134250" h="529909">
                  <a:moveTo>
                    <a:pt x="2134250" y="0"/>
                  </a:moveTo>
                  <a:lnTo>
                    <a:pt x="0" y="529909"/>
                  </a:lnTo>
                </a:path>
              </a:pathLst>
            </a:custGeom>
            <a:ln w="38100" cap="rnd">
              <a:solidFill>
                <a:srgbClr val="D94851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5" name="pl85"/>
            <p:cNvSpPr/>
            <p:nvPr/>
          </p:nvSpPr>
          <p:spPr>
            <a:xfrm>
              <a:off x="3181016" y="1376096"/>
              <a:ext cx="2269750" cy="3312453"/>
            </a:xfrm>
            <a:custGeom>
              <a:avLst/>
              <a:pathLst>
                <a:path w="2269750" h="3312453">
                  <a:moveTo>
                    <a:pt x="2269750" y="0"/>
                  </a:moveTo>
                  <a:lnTo>
                    <a:pt x="0" y="3312453"/>
                  </a:lnTo>
                </a:path>
              </a:pathLst>
            </a:custGeom>
            <a:ln w="17651" cap="rnd">
              <a:solidFill>
                <a:srgbClr val="A7282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6" name="pl86"/>
            <p:cNvSpPr/>
            <p:nvPr/>
          </p:nvSpPr>
          <p:spPr>
            <a:xfrm>
              <a:off x="5545258" y="1405363"/>
              <a:ext cx="0" cy="3864392"/>
            </a:xfrm>
            <a:custGeom>
              <a:avLst/>
              <a:pathLst>
                <a:path w="0" h="3864392">
                  <a:moveTo>
                    <a:pt x="0" y="0"/>
                  </a:moveTo>
                  <a:lnTo>
                    <a:pt x="0" y="3864392"/>
                  </a:lnTo>
                </a:path>
              </a:pathLst>
            </a:custGeom>
            <a:ln w="26690" cap="rnd">
              <a:solidFill>
                <a:srgbClr val="A7282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7" name="pl87"/>
            <p:cNvSpPr/>
            <p:nvPr/>
          </p:nvSpPr>
          <p:spPr>
            <a:xfrm>
              <a:off x="5604158" y="1394643"/>
              <a:ext cx="1065413" cy="2829898"/>
            </a:xfrm>
            <a:custGeom>
              <a:avLst/>
              <a:pathLst>
                <a:path w="1065413" h="2829898">
                  <a:moveTo>
                    <a:pt x="0" y="0"/>
                  </a:moveTo>
                  <a:lnTo>
                    <a:pt x="1065413" y="2829898"/>
                  </a:lnTo>
                </a:path>
              </a:pathLst>
            </a:custGeom>
            <a:ln w="37041" cap="rnd">
              <a:solidFill>
                <a:srgbClr val="A7282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8" name="pl88"/>
            <p:cNvSpPr/>
            <p:nvPr/>
          </p:nvSpPr>
          <p:spPr>
            <a:xfrm>
              <a:off x="5565263" y="1404162"/>
              <a:ext cx="435770" cy="3615252"/>
            </a:xfrm>
            <a:custGeom>
              <a:avLst/>
              <a:pathLst>
                <a:path w="435770" h="3615252">
                  <a:moveTo>
                    <a:pt x="0" y="0"/>
                  </a:moveTo>
                  <a:lnTo>
                    <a:pt x="435770" y="3615252"/>
                  </a:lnTo>
                </a:path>
              </a:pathLst>
            </a:custGeom>
            <a:ln w="32971" cap="rnd">
              <a:solidFill>
                <a:srgbClr val="A7282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9" name="pl89"/>
            <p:cNvSpPr/>
            <p:nvPr/>
          </p:nvSpPr>
          <p:spPr>
            <a:xfrm>
              <a:off x="5584989" y="1400573"/>
              <a:ext cx="798515" cy="3263498"/>
            </a:xfrm>
            <a:custGeom>
              <a:avLst/>
              <a:pathLst>
                <a:path w="798515" h="3263498">
                  <a:moveTo>
                    <a:pt x="0" y="0"/>
                  </a:moveTo>
                  <a:lnTo>
                    <a:pt x="798515" y="3263498"/>
                  </a:lnTo>
                </a:path>
              </a:pathLst>
            </a:custGeom>
            <a:ln w="23812" cap="rnd">
              <a:solidFill>
                <a:srgbClr val="A7282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0" name="pl90"/>
            <p:cNvSpPr/>
            <p:nvPr/>
          </p:nvSpPr>
          <p:spPr>
            <a:xfrm>
              <a:off x="5622499" y="1386448"/>
              <a:ext cx="1219270" cy="2340187"/>
            </a:xfrm>
            <a:custGeom>
              <a:avLst/>
              <a:pathLst>
                <a:path w="1219270" h="2340187">
                  <a:moveTo>
                    <a:pt x="0" y="0"/>
                  </a:moveTo>
                  <a:lnTo>
                    <a:pt x="1219270" y="2340187"/>
                  </a:lnTo>
                </a:path>
              </a:pathLst>
            </a:custGeom>
            <a:ln w="38100" cap="rnd">
              <a:solidFill>
                <a:srgbClr val="A7282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1" name="pg91"/>
            <p:cNvSpPr/>
            <p:nvPr/>
          </p:nvSpPr>
          <p:spPr>
            <a:xfrm>
              <a:off x="6938985" y="3170392"/>
              <a:ext cx="44793" cy="167167"/>
            </a:xfrm>
            <a:custGeom>
              <a:avLst/>
              <a:pathLst>
                <a:path w="44793" h="167167">
                  <a:moveTo>
                    <a:pt x="44793" y="0"/>
                  </a:moveTo>
                  <a:lnTo>
                    <a:pt x="38316" y="125"/>
                  </a:lnTo>
                  <a:lnTo>
                    <a:pt x="31849" y="501"/>
                  </a:lnTo>
                  <a:lnTo>
                    <a:pt x="25402" y="1128"/>
                  </a:lnTo>
                  <a:lnTo>
                    <a:pt x="18984" y="2004"/>
                  </a:lnTo>
                  <a:lnTo>
                    <a:pt x="12604" y="3128"/>
                  </a:lnTo>
                  <a:lnTo>
                    <a:pt x="6273" y="4498"/>
                  </a:lnTo>
                  <a:lnTo>
                    <a:pt x="0" y="6113"/>
                  </a:lnTo>
                  <a:lnTo>
                    <a:pt x="44793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2" name="pg92"/>
            <p:cNvSpPr/>
            <p:nvPr/>
          </p:nvSpPr>
          <p:spPr>
            <a:xfrm>
              <a:off x="6938985" y="3176505"/>
              <a:ext cx="44793" cy="161054"/>
            </a:xfrm>
            <a:custGeom>
              <a:avLst/>
              <a:pathLst>
                <a:path w="44793" h="161054">
                  <a:moveTo>
                    <a:pt x="0" y="0"/>
                  </a:moveTo>
                  <a:lnTo>
                    <a:pt x="44793" y="161054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3" name="pg93"/>
            <p:cNvSpPr/>
            <p:nvPr/>
          </p:nvSpPr>
          <p:spPr>
            <a:xfrm>
              <a:off x="6938985" y="3176505"/>
              <a:ext cx="44793" cy="161054"/>
            </a:xfrm>
            <a:custGeom>
              <a:avLst/>
              <a:pathLst>
                <a:path w="44793" h="161054">
                  <a:moveTo>
                    <a:pt x="0" y="0"/>
                  </a:moveTo>
                  <a:lnTo>
                    <a:pt x="44793" y="161054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4" name="pg94"/>
            <p:cNvSpPr/>
            <p:nvPr/>
          </p:nvSpPr>
          <p:spPr>
            <a:xfrm>
              <a:off x="6938985" y="3176505"/>
              <a:ext cx="44793" cy="161054"/>
            </a:xfrm>
            <a:custGeom>
              <a:avLst/>
              <a:pathLst>
                <a:path w="44793" h="161054">
                  <a:moveTo>
                    <a:pt x="0" y="0"/>
                  </a:moveTo>
                  <a:lnTo>
                    <a:pt x="44793" y="161054"/>
                  </a:lnTo>
                  <a:close/>
                </a:path>
              </a:pathLst>
            </a:custGeom>
            <a:solidFill>
              <a:srgbClr val="DCB702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5" name="pg95"/>
            <p:cNvSpPr/>
            <p:nvPr/>
          </p:nvSpPr>
          <p:spPr>
            <a:xfrm>
              <a:off x="6938985" y="3176505"/>
              <a:ext cx="44793" cy="161054"/>
            </a:xfrm>
            <a:custGeom>
              <a:avLst/>
              <a:pathLst>
                <a:path w="44793" h="161054">
                  <a:moveTo>
                    <a:pt x="0" y="0"/>
                  </a:moveTo>
                  <a:lnTo>
                    <a:pt x="44793" y="161054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6" name="pg96"/>
            <p:cNvSpPr/>
            <p:nvPr/>
          </p:nvSpPr>
          <p:spPr>
            <a:xfrm>
              <a:off x="6938985" y="3176505"/>
              <a:ext cx="44793" cy="161054"/>
            </a:xfrm>
            <a:custGeom>
              <a:avLst/>
              <a:pathLst>
                <a:path w="44793" h="161054">
                  <a:moveTo>
                    <a:pt x="0" y="0"/>
                  </a:moveTo>
                  <a:lnTo>
                    <a:pt x="44793" y="161054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7" name="pg97"/>
            <p:cNvSpPr/>
            <p:nvPr/>
          </p:nvSpPr>
          <p:spPr>
            <a:xfrm>
              <a:off x="6938985" y="3176505"/>
              <a:ext cx="44793" cy="161054"/>
            </a:xfrm>
            <a:custGeom>
              <a:avLst/>
              <a:pathLst>
                <a:path w="44793" h="161054">
                  <a:moveTo>
                    <a:pt x="0" y="0"/>
                  </a:moveTo>
                  <a:lnTo>
                    <a:pt x="44793" y="161054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8" name="pg98"/>
            <p:cNvSpPr/>
            <p:nvPr/>
          </p:nvSpPr>
          <p:spPr>
            <a:xfrm>
              <a:off x="6938985" y="3176505"/>
              <a:ext cx="44793" cy="161054"/>
            </a:xfrm>
            <a:custGeom>
              <a:avLst/>
              <a:pathLst>
                <a:path w="44793" h="161054">
                  <a:moveTo>
                    <a:pt x="0" y="0"/>
                  </a:moveTo>
                  <a:lnTo>
                    <a:pt x="44793" y="161054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9" name="pg99"/>
            <p:cNvSpPr/>
            <p:nvPr/>
          </p:nvSpPr>
          <p:spPr>
            <a:xfrm>
              <a:off x="6938985" y="3176505"/>
              <a:ext cx="44793" cy="161054"/>
            </a:xfrm>
            <a:custGeom>
              <a:avLst/>
              <a:pathLst>
                <a:path w="44793" h="161054">
                  <a:moveTo>
                    <a:pt x="0" y="0"/>
                  </a:moveTo>
                  <a:lnTo>
                    <a:pt x="44793" y="161054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0" name="pg100"/>
            <p:cNvSpPr/>
            <p:nvPr/>
          </p:nvSpPr>
          <p:spPr>
            <a:xfrm>
              <a:off x="6938985" y="3176505"/>
              <a:ext cx="44793" cy="161054"/>
            </a:xfrm>
            <a:custGeom>
              <a:avLst/>
              <a:pathLst>
                <a:path w="44793" h="161054">
                  <a:moveTo>
                    <a:pt x="0" y="0"/>
                  </a:moveTo>
                  <a:lnTo>
                    <a:pt x="44793" y="161054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1" name="pg101"/>
            <p:cNvSpPr/>
            <p:nvPr/>
          </p:nvSpPr>
          <p:spPr>
            <a:xfrm>
              <a:off x="6938985" y="3176505"/>
              <a:ext cx="44793" cy="161054"/>
            </a:xfrm>
            <a:custGeom>
              <a:avLst/>
              <a:pathLst>
                <a:path w="44793" h="161054">
                  <a:moveTo>
                    <a:pt x="0" y="0"/>
                  </a:moveTo>
                  <a:lnTo>
                    <a:pt x="44793" y="161054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2" name="pg102"/>
            <p:cNvSpPr/>
            <p:nvPr/>
          </p:nvSpPr>
          <p:spPr>
            <a:xfrm>
              <a:off x="6938985" y="3176505"/>
              <a:ext cx="44793" cy="161054"/>
            </a:xfrm>
            <a:custGeom>
              <a:avLst/>
              <a:pathLst>
                <a:path w="44793" h="161054">
                  <a:moveTo>
                    <a:pt x="0" y="0"/>
                  </a:moveTo>
                  <a:lnTo>
                    <a:pt x="44793" y="161054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3" name="pg103"/>
            <p:cNvSpPr/>
            <p:nvPr/>
          </p:nvSpPr>
          <p:spPr>
            <a:xfrm>
              <a:off x="6938985" y="3176505"/>
              <a:ext cx="44793" cy="161054"/>
            </a:xfrm>
            <a:custGeom>
              <a:avLst/>
              <a:pathLst>
                <a:path w="44793" h="161054">
                  <a:moveTo>
                    <a:pt x="0" y="0"/>
                  </a:moveTo>
                  <a:lnTo>
                    <a:pt x="44793" y="161054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4" name="pg104"/>
            <p:cNvSpPr/>
            <p:nvPr/>
          </p:nvSpPr>
          <p:spPr>
            <a:xfrm>
              <a:off x="6938985" y="3176505"/>
              <a:ext cx="44793" cy="161054"/>
            </a:xfrm>
            <a:custGeom>
              <a:avLst/>
              <a:pathLst>
                <a:path w="44793" h="161054">
                  <a:moveTo>
                    <a:pt x="0" y="0"/>
                  </a:moveTo>
                  <a:lnTo>
                    <a:pt x="44793" y="161054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5" name="pg105"/>
            <p:cNvSpPr/>
            <p:nvPr/>
          </p:nvSpPr>
          <p:spPr>
            <a:xfrm>
              <a:off x="6938985" y="3176505"/>
              <a:ext cx="44793" cy="161054"/>
            </a:xfrm>
            <a:custGeom>
              <a:avLst/>
              <a:pathLst>
                <a:path w="44793" h="161054">
                  <a:moveTo>
                    <a:pt x="0" y="0"/>
                  </a:moveTo>
                  <a:lnTo>
                    <a:pt x="44793" y="161054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6" name="pg106"/>
            <p:cNvSpPr/>
            <p:nvPr/>
          </p:nvSpPr>
          <p:spPr>
            <a:xfrm>
              <a:off x="6938985" y="3176505"/>
              <a:ext cx="44793" cy="161054"/>
            </a:xfrm>
            <a:custGeom>
              <a:avLst/>
              <a:pathLst>
                <a:path w="44793" h="161054">
                  <a:moveTo>
                    <a:pt x="0" y="0"/>
                  </a:moveTo>
                  <a:lnTo>
                    <a:pt x="44793" y="161054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7" name="pg107"/>
            <p:cNvSpPr/>
            <p:nvPr/>
          </p:nvSpPr>
          <p:spPr>
            <a:xfrm>
              <a:off x="6938985" y="3176505"/>
              <a:ext cx="44793" cy="161054"/>
            </a:xfrm>
            <a:custGeom>
              <a:avLst/>
              <a:pathLst>
                <a:path w="44793" h="161054">
                  <a:moveTo>
                    <a:pt x="0" y="0"/>
                  </a:moveTo>
                  <a:lnTo>
                    <a:pt x="44793" y="161054"/>
                  </a:lnTo>
                  <a:close/>
                </a:path>
              </a:pathLst>
            </a:custGeom>
            <a:solidFill>
              <a:srgbClr val="B155A7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8" name="pg108"/>
            <p:cNvSpPr/>
            <p:nvPr/>
          </p:nvSpPr>
          <p:spPr>
            <a:xfrm>
              <a:off x="6938985" y="3176505"/>
              <a:ext cx="44793" cy="161054"/>
            </a:xfrm>
            <a:custGeom>
              <a:avLst/>
              <a:pathLst>
                <a:path w="44793" h="161054">
                  <a:moveTo>
                    <a:pt x="0" y="0"/>
                  </a:moveTo>
                  <a:lnTo>
                    <a:pt x="44793" y="161054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9" name="pg109"/>
            <p:cNvSpPr/>
            <p:nvPr/>
          </p:nvSpPr>
          <p:spPr>
            <a:xfrm>
              <a:off x="6938985" y="3176505"/>
              <a:ext cx="44793" cy="161054"/>
            </a:xfrm>
            <a:custGeom>
              <a:avLst/>
              <a:pathLst>
                <a:path w="44793" h="161054">
                  <a:moveTo>
                    <a:pt x="0" y="0"/>
                  </a:moveTo>
                  <a:lnTo>
                    <a:pt x="44793" y="161054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0" name="pg110"/>
            <p:cNvSpPr/>
            <p:nvPr/>
          </p:nvSpPr>
          <p:spPr>
            <a:xfrm>
              <a:off x="6938985" y="3176505"/>
              <a:ext cx="44793" cy="161054"/>
            </a:xfrm>
            <a:custGeom>
              <a:avLst/>
              <a:pathLst>
                <a:path w="44793" h="161054">
                  <a:moveTo>
                    <a:pt x="0" y="0"/>
                  </a:moveTo>
                  <a:lnTo>
                    <a:pt x="44793" y="161054"/>
                  </a:lnTo>
                  <a:close/>
                </a:path>
              </a:pathLst>
            </a:custGeom>
            <a:solidFill>
              <a:srgbClr val="EE637F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1" name="pg111"/>
            <p:cNvSpPr/>
            <p:nvPr/>
          </p:nvSpPr>
          <p:spPr>
            <a:xfrm>
              <a:off x="6938985" y="3176505"/>
              <a:ext cx="44793" cy="161054"/>
            </a:xfrm>
            <a:custGeom>
              <a:avLst/>
              <a:pathLst>
                <a:path w="44793" h="161054">
                  <a:moveTo>
                    <a:pt x="0" y="0"/>
                  </a:moveTo>
                  <a:lnTo>
                    <a:pt x="44793" y="161054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2" name="pg112"/>
            <p:cNvSpPr/>
            <p:nvPr/>
          </p:nvSpPr>
          <p:spPr>
            <a:xfrm>
              <a:off x="6938985" y="3176505"/>
              <a:ext cx="44793" cy="161054"/>
            </a:xfrm>
            <a:custGeom>
              <a:avLst/>
              <a:pathLst>
                <a:path w="44793" h="161054">
                  <a:moveTo>
                    <a:pt x="0" y="0"/>
                  </a:moveTo>
                  <a:lnTo>
                    <a:pt x="44793" y="161054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3" name="pg113"/>
            <p:cNvSpPr/>
            <p:nvPr/>
          </p:nvSpPr>
          <p:spPr>
            <a:xfrm>
              <a:off x="6938985" y="3176505"/>
              <a:ext cx="44793" cy="161054"/>
            </a:xfrm>
            <a:custGeom>
              <a:avLst/>
              <a:pathLst>
                <a:path w="44793" h="161054">
                  <a:moveTo>
                    <a:pt x="0" y="0"/>
                  </a:moveTo>
                  <a:lnTo>
                    <a:pt x="44793" y="161054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4" name="pg114"/>
            <p:cNvSpPr/>
            <p:nvPr/>
          </p:nvSpPr>
          <p:spPr>
            <a:xfrm>
              <a:off x="6938985" y="3176505"/>
              <a:ext cx="44793" cy="161054"/>
            </a:xfrm>
            <a:custGeom>
              <a:avLst/>
              <a:pathLst>
                <a:path w="44793" h="161054">
                  <a:moveTo>
                    <a:pt x="0" y="0"/>
                  </a:moveTo>
                  <a:lnTo>
                    <a:pt x="44793" y="161054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5" name="pg115"/>
            <p:cNvSpPr/>
            <p:nvPr/>
          </p:nvSpPr>
          <p:spPr>
            <a:xfrm>
              <a:off x="6938985" y="3176505"/>
              <a:ext cx="44793" cy="161054"/>
            </a:xfrm>
            <a:custGeom>
              <a:avLst/>
              <a:pathLst>
                <a:path w="44793" h="161054">
                  <a:moveTo>
                    <a:pt x="0" y="0"/>
                  </a:moveTo>
                  <a:lnTo>
                    <a:pt x="44793" y="161054"/>
                  </a:lnTo>
                  <a:close/>
                </a:path>
              </a:pathLst>
            </a:custGeom>
            <a:solidFill>
              <a:srgbClr val="FF7F40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6" name="pg116"/>
            <p:cNvSpPr/>
            <p:nvPr/>
          </p:nvSpPr>
          <p:spPr>
            <a:xfrm>
              <a:off x="6938985" y="3176505"/>
              <a:ext cx="44793" cy="161054"/>
            </a:xfrm>
            <a:custGeom>
              <a:avLst/>
              <a:pathLst>
                <a:path w="44793" h="161054">
                  <a:moveTo>
                    <a:pt x="0" y="0"/>
                  </a:moveTo>
                  <a:lnTo>
                    <a:pt x="44793" y="161054"/>
                  </a:lnTo>
                  <a:close/>
                </a:path>
              </a:pathLst>
            </a:custGeom>
            <a:solidFill>
              <a:srgbClr val="BCED54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7" name="pg117"/>
            <p:cNvSpPr/>
            <p:nvPr/>
          </p:nvSpPr>
          <p:spPr>
            <a:xfrm>
              <a:off x="6816611" y="3170935"/>
              <a:ext cx="334334" cy="333770"/>
            </a:xfrm>
            <a:custGeom>
              <a:avLst/>
              <a:pathLst>
                <a:path w="334334" h="333770">
                  <a:moveTo>
                    <a:pt x="122374" y="5569"/>
                  </a:moveTo>
                  <a:lnTo>
                    <a:pt x="117289" y="7071"/>
                  </a:lnTo>
                  <a:lnTo>
                    <a:pt x="112254" y="8733"/>
                  </a:lnTo>
                  <a:lnTo>
                    <a:pt x="107274" y="10554"/>
                  </a:lnTo>
                  <a:lnTo>
                    <a:pt x="102355" y="12531"/>
                  </a:lnTo>
                  <a:lnTo>
                    <a:pt x="97501" y="14664"/>
                  </a:lnTo>
                  <a:lnTo>
                    <a:pt x="92717" y="16950"/>
                  </a:lnTo>
                  <a:lnTo>
                    <a:pt x="88008" y="19386"/>
                  </a:lnTo>
                  <a:lnTo>
                    <a:pt x="83378" y="21971"/>
                  </a:lnTo>
                  <a:lnTo>
                    <a:pt x="78833" y="24701"/>
                  </a:lnTo>
                  <a:lnTo>
                    <a:pt x="74377" y="27573"/>
                  </a:lnTo>
                  <a:lnTo>
                    <a:pt x="70014" y="30586"/>
                  </a:lnTo>
                  <a:lnTo>
                    <a:pt x="65749" y="33735"/>
                  </a:lnTo>
                  <a:lnTo>
                    <a:pt x="61585" y="37018"/>
                  </a:lnTo>
                  <a:lnTo>
                    <a:pt x="57528" y="40432"/>
                  </a:lnTo>
                  <a:lnTo>
                    <a:pt x="53582" y="43972"/>
                  </a:lnTo>
                  <a:lnTo>
                    <a:pt x="49749" y="47636"/>
                  </a:lnTo>
                  <a:lnTo>
                    <a:pt x="46035" y="51420"/>
                  </a:lnTo>
                  <a:lnTo>
                    <a:pt x="42442" y="55319"/>
                  </a:lnTo>
                  <a:lnTo>
                    <a:pt x="38975" y="59330"/>
                  </a:lnTo>
                  <a:lnTo>
                    <a:pt x="35637" y="63449"/>
                  </a:lnTo>
                  <a:lnTo>
                    <a:pt x="32431" y="67673"/>
                  </a:lnTo>
                  <a:lnTo>
                    <a:pt x="29361" y="71995"/>
                  </a:lnTo>
                  <a:lnTo>
                    <a:pt x="26430" y="76413"/>
                  </a:lnTo>
                  <a:lnTo>
                    <a:pt x="23640" y="80921"/>
                  </a:lnTo>
                  <a:lnTo>
                    <a:pt x="20994" y="85516"/>
                  </a:lnTo>
                  <a:lnTo>
                    <a:pt x="18495" y="90193"/>
                  </a:lnTo>
                  <a:lnTo>
                    <a:pt x="16146" y="94946"/>
                  </a:lnTo>
                  <a:lnTo>
                    <a:pt x="13949" y="99771"/>
                  </a:lnTo>
                  <a:lnTo>
                    <a:pt x="11906" y="104664"/>
                  </a:lnTo>
                  <a:lnTo>
                    <a:pt x="10019" y="109619"/>
                  </a:lnTo>
                  <a:lnTo>
                    <a:pt x="8291" y="114631"/>
                  </a:lnTo>
                  <a:lnTo>
                    <a:pt x="6722" y="119695"/>
                  </a:lnTo>
                  <a:lnTo>
                    <a:pt x="5314" y="124807"/>
                  </a:lnTo>
                  <a:lnTo>
                    <a:pt x="4069" y="129961"/>
                  </a:lnTo>
                  <a:lnTo>
                    <a:pt x="2989" y="135152"/>
                  </a:lnTo>
                  <a:lnTo>
                    <a:pt x="2073" y="140374"/>
                  </a:lnTo>
                  <a:lnTo>
                    <a:pt x="1324" y="145623"/>
                  </a:lnTo>
                  <a:lnTo>
                    <a:pt x="741" y="150893"/>
                  </a:lnTo>
                  <a:lnTo>
                    <a:pt x="326" y="156178"/>
                  </a:lnTo>
                  <a:lnTo>
                    <a:pt x="79" y="161475"/>
                  </a:lnTo>
                  <a:lnTo>
                    <a:pt x="0" y="166776"/>
                  </a:lnTo>
                  <a:lnTo>
                    <a:pt x="88" y="172077"/>
                  </a:lnTo>
                  <a:lnTo>
                    <a:pt x="345" y="177373"/>
                  </a:lnTo>
                  <a:lnTo>
                    <a:pt x="770" y="182658"/>
                  </a:lnTo>
                  <a:lnTo>
                    <a:pt x="1362" y="187927"/>
                  </a:lnTo>
                  <a:lnTo>
                    <a:pt x="2121" y="193174"/>
                  </a:lnTo>
                  <a:lnTo>
                    <a:pt x="3046" y="198395"/>
                  </a:lnTo>
                  <a:lnTo>
                    <a:pt x="4136" y="203584"/>
                  </a:lnTo>
                  <a:lnTo>
                    <a:pt x="5391" y="208735"/>
                  </a:lnTo>
                  <a:lnTo>
                    <a:pt x="6807" y="213844"/>
                  </a:lnTo>
                  <a:lnTo>
                    <a:pt x="8386" y="218906"/>
                  </a:lnTo>
                  <a:lnTo>
                    <a:pt x="10123" y="223915"/>
                  </a:lnTo>
                  <a:lnTo>
                    <a:pt x="12019" y="228867"/>
                  </a:lnTo>
                  <a:lnTo>
                    <a:pt x="14071" y="233755"/>
                  </a:lnTo>
                  <a:lnTo>
                    <a:pt x="16277" y="238577"/>
                  </a:lnTo>
                  <a:lnTo>
                    <a:pt x="18635" y="243326"/>
                  </a:lnTo>
                  <a:lnTo>
                    <a:pt x="21142" y="247997"/>
                  </a:lnTo>
                  <a:lnTo>
                    <a:pt x="23796" y="252587"/>
                  </a:lnTo>
                  <a:lnTo>
                    <a:pt x="26594" y="257091"/>
                  </a:lnTo>
                  <a:lnTo>
                    <a:pt x="29534" y="261503"/>
                  </a:lnTo>
                  <a:lnTo>
                    <a:pt x="32612" y="265820"/>
                  </a:lnTo>
                  <a:lnTo>
                    <a:pt x="35826" y="270037"/>
                  </a:lnTo>
                  <a:lnTo>
                    <a:pt x="39171" y="274151"/>
                  </a:lnTo>
                  <a:lnTo>
                    <a:pt x="42645" y="278156"/>
                  </a:lnTo>
                  <a:lnTo>
                    <a:pt x="46245" y="282048"/>
                  </a:lnTo>
                  <a:lnTo>
                    <a:pt x="49966" y="285825"/>
                  </a:lnTo>
                  <a:lnTo>
                    <a:pt x="53805" y="289482"/>
                  </a:lnTo>
                  <a:lnTo>
                    <a:pt x="57759" y="293015"/>
                  </a:lnTo>
                  <a:lnTo>
                    <a:pt x="61822" y="296421"/>
                  </a:lnTo>
                  <a:lnTo>
                    <a:pt x="65991" y="299697"/>
                  </a:lnTo>
                  <a:lnTo>
                    <a:pt x="70262" y="302838"/>
                  </a:lnTo>
                  <a:lnTo>
                    <a:pt x="74631" y="305843"/>
                  </a:lnTo>
                  <a:lnTo>
                    <a:pt x="79092" y="308707"/>
                  </a:lnTo>
                  <a:lnTo>
                    <a:pt x="83642" y="311429"/>
                  </a:lnTo>
                  <a:lnTo>
                    <a:pt x="88276" y="314005"/>
                  </a:lnTo>
                  <a:lnTo>
                    <a:pt x="92990" y="316433"/>
                  </a:lnTo>
                  <a:lnTo>
                    <a:pt x="97778" y="318710"/>
                  </a:lnTo>
                  <a:lnTo>
                    <a:pt x="102636" y="320834"/>
                  </a:lnTo>
                  <a:lnTo>
                    <a:pt x="107559" y="322803"/>
                  </a:lnTo>
                  <a:lnTo>
                    <a:pt x="112542" y="324614"/>
                  </a:lnTo>
                  <a:lnTo>
                    <a:pt x="117580" y="326267"/>
                  </a:lnTo>
                  <a:lnTo>
                    <a:pt x="122667" y="327759"/>
                  </a:lnTo>
                  <a:lnTo>
                    <a:pt x="127800" y="329090"/>
                  </a:lnTo>
                  <a:lnTo>
                    <a:pt x="132972" y="330256"/>
                  </a:lnTo>
                  <a:lnTo>
                    <a:pt x="138178" y="331258"/>
                  </a:lnTo>
                  <a:lnTo>
                    <a:pt x="143414" y="332095"/>
                  </a:lnTo>
                  <a:lnTo>
                    <a:pt x="148673" y="332765"/>
                  </a:lnTo>
                  <a:lnTo>
                    <a:pt x="153951" y="333268"/>
                  </a:lnTo>
                  <a:lnTo>
                    <a:pt x="159243" y="333603"/>
                  </a:lnTo>
                  <a:lnTo>
                    <a:pt x="164542" y="333770"/>
                  </a:lnTo>
                  <a:lnTo>
                    <a:pt x="169844" y="333770"/>
                  </a:lnTo>
                  <a:lnTo>
                    <a:pt x="175143" y="333601"/>
                  </a:lnTo>
                  <a:lnTo>
                    <a:pt x="180435" y="333264"/>
                  </a:lnTo>
                  <a:lnTo>
                    <a:pt x="185713" y="332759"/>
                  </a:lnTo>
                  <a:lnTo>
                    <a:pt x="190972" y="332087"/>
                  </a:lnTo>
                  <a:lnTo>
                    <a:pt x="196207" y="331249"/>
                  </a:lnTo>
                  <a:lnTo>
                    <a:pt x="201413" y="330246"/>
                  </a:lnTo>
                  <a:lnTo>
                    <a:pt x="206585" y="329077"/>
                  </a:lnTo>
                  <a:lnTo>
                    <a:pt x="211717" y="327745"/>
                  </a:lnTo>
                  <a:lnTo>
                    <a:pt x="216804" y="326252"/>
                  </a:lnTo>
                  <a:lnTo>
                    <a:pt x="221841" y="324597"/>
                  </a:lnTo>
                  <a:lnTo>
                    <a:pt x="226824" y="322784"/>
                  </a:lnTo>
                  <a:lnTo>
                    <a:pt x="231746" y="320813"/>
                  </a:lnTo>
                  <a:lnTo>
                    <a:pt x="236603" y="318688"/>
                  </a:lnTo>
                  <a:lnTo>
                    <a:pt x="241391" y="316409"/>
                  </a:lnTo>
                  <a:lnTo>
                    <a:pt x="246104" y="313980"/>
                  </a:lnTo>
                  <a:lnTo>
                    <a:pt x="250737" y="311403"/>
                  </a:lnTo>
                  <a:lnTo>
                    <a:pt x="255286" y="308680"/>
                  </a:lnTo>
                  <a:lnTo>
                    <a:pt x="259747" y="305814"/>
                  </a:lnTo>
                  <a:lnTo>
                    <a:pt x="264114" y="302808"/>
                  </a:lnTo>
                  <a:lnTo>
                    <a:pt x="268384" y="299665"/>
                  </a:lnTo>
                  <a:lnTo>
                    <a:pt x="272553" y="296388"/>
                  </a:lnTo>
                  <a:lnTo>
                    <a:pt x="276615" y="292981"/>
                  </a:lnTo>
                  <a:lnTo>
                    <a:pt x="280567" y="289446"/>
                  </a:lnTo>
                  <a:lnTo>
                    <a:pt x="284405" y="285788"/>
                  </a:lnTo>
                  <a:lnTo>
                    <a:pt x="288125" y="282010"/>
                  </a:lnTo>
                  <a:lnTo>
                    <a:pt x="291723" y="278116"/>
                  </a:lnTo>
                  <a:lnTo>
                    <a:pt x="295196" y="274110"/>
                  </a:lnTo>
                  <a:lnTo>
                    <a:pt x="298541" y="269996"/>
                  </a:lnTo>
                  <a:lnTo>
                    <a:pt x="301753" y="265778"/>
                  </a:lnTo>
                  <a:lnTo>
                    <a:pt x="304830" y="261460"/>
                  </a:lnTo>
                  <a:lnTo>
                    <a:pt x="307768" y="257047"/>
                  </a:lnTo>
                  <a:lnTo>
                    <a:pt x="310565" y="252542"/>
                  </a:lnTo>
                  <a:lnTo>
                    <a:pt x="313217" y="247952"/>
                  </a:lnTo>
                  <a:lnTo>
                    <a:pt x="315723" y="243279"/>
                  </a:lnTo>
                  <a:lnTo>
                    <a:pt x="318079" y="238529"/>
                  </a:lnTo>
                  <a:lnTo>
                    <a:pt x="320284" y="233707"/>
                  </a:lnTo>
                  <a:lnTo>
                    <a:pt x="322334" y="228818"/>
                  </a:lnTo>
                  <a:lnTo>
                    <a:pt x="324228" y="223866"/>
                  </a:lnTo>
                  <a:lnTo>
                    <a:pt x="325965" y="218856"/>
                  </a:lnTo>
                  <a:lnTo>
                    <a:pt x="327541" y="213794"/>
                  </a:lnTo>
                  <a:lnTo>
                    <a:pt x="328956" y="208684"/>
                  </a:lnTo>
                  <a:lnTo>
                    <a:pt x="330209" y="203532"/>
                  </a:lnTo>
                  <a:lnTo>
                    <a:pt x="331297" y="198343"/>
                  </a:lnTo>
                  <a:lnTo>
                    <a:pt x="332221" y="193122"/>
                  </a:lnTo>
                  <a:lnTo>
                    <a:pt x="332978" y="187875"/>
                  </a:lnTo>
                  <a:lnTo>
                    <a:pt x="333569" y="182606"/>
                  </a:lnTo>
                  <a:lnTo>
                    <a:pt x="333992" y="177321"/>
                  </a:lnTo>
                  <a:lnTo>
                    <a:pt x="334247" y="172025"/>
                  </a:lnTo>
                  <a:lnTo>
                    <a:pt x="334334" y="166724"/>
                  </a:lnTo>
                  <a:lnTo>
                    <a:pt x="334253" y="161422"/>
                  </a:lnTo>
                  <a:lnTo>
                    <a:pt x="334004" y="156126"/>
                  </a:lnTo>
                  <a:lnTo>
                    <a:pt x="333588" y="150840"/>
                  </a:lnTo>
                  <a:lnTo>
                    <a:pt x="333003" y="145571"/>
                  </a:lnTo>
                  <a:lnTo>
                    <a:pt x="332252" y="140322"/>
                  </a:lnTo>
                  <a:lnTo>
                    <a:pt x="331335" y="135100"/>
                  </a:lnTo>
                  <a:lnTo>
                    <a:pt x="330253" y="129910"/>
                  </a:lnTo>
                  <a:lnTo>
                    <a:pt x="329007" y="124756"/>
                  </a:lnTo>
                  <a:lnTo>
                    <a:pt x="327597" y="119645"/>
                  </a:lnTo>
                  <a:lnTo>
                    <a:pt x="326027" y="114581"/>
                  </a:lnTo>
                  <a:lnTo>
                    <a:pt x="324297" y="109569"/>
                  </a:lnTo>
                  <a:lnTo>
                    <a:pt x="322408" y="104615"/>
                  </a:lnTo>
                  <a:lnTo>
                    <a:pt x="320364" y="99723"/>
                  </a:lnTo>
                  <a:lnTo>
                    <a:pt x="318165" y="94898"/>
                  </a:lnTo>
                  <a:lnTo>
                    <a:pt x="315814" y="90146"/>
                  </a:lnTo>
                  <a:lnTo>
                    <a:pt x="313314" y="85470"/>
                  </a:lnTo>
                  <a:lnTo>
                    <a:pt x="310667" y="80876"/>
                  </a:lnTo>
                  <a:lnTo>
                    <a:pt x="307876" y="76369"/>
                  </a:lnTo>
                  <a:lnTo>
                    <a:pt x="304943" y="71952"/>
                  </a:lnTo>
                  <a:lnTo>
                    <a:pt x="301871" y="67630"/>
                  </a:lnTo>
                  <a:lnTo>
                    <a:pt x="298664" y="63408"/>
                  </a:lnTo>
                  <a:lnTo>
                    <a:pt x="295325" y="59290"/>
                  </a:lnTo>
                  <a:lnTo>
                    <a:pt x="291856" y="55280"/>
                  </a:lnTo>
                  <a:lnTo>
                    <a:pt x="288263" y="51382"/>
                  </a:lnTo>
                  <a:lnTo>
                    <a:pt x="284547" y="47599"/>
                  </a:lnTo>
                  <a:lnTo>
                    <a:pt x="280714" y="43937"/>
                  </a:lnTo>
                  <a:lnTo>
                    <a:pt x="276766" y="40397"/>
                  </a:lnTo>
                  <a:lnTo>
                    <a:pt x="272708" y="36985"/>
                  </a:lnTo>
                  <a:lnTo>
                    <a:pt x="268543" y="33703"/>
                  </a:lnTo>
                  <a:lnTo>
                    <a:pt x="264277" y="30555"/>
                  </a:lnTo>
                  <a:lnTo>
                    <a:pt x="259913" y="27544"/>
                  </a:lnTo>
                  <a:lnTo>
                    <a:pt x="255456" y="24673"/>
                  </a:lnTo>
                  <a:lnTo>
                    <a:pt x="250910" y="21944"/>
                  </a:lnTo>
                  <a:lnTo>
                    <a:pt x="246280" y="19362"/>
                  </a:lnTo>
                  <a:lnTo>
                    <a:pt x="241570" y="16927"/>
                  </a:lnTo>
                  <a:lnTo>
                    <a:pt x="236785" y="14642"/>
                  </a:lnTo>
                  <a:lnTo>
                    <a:pt x="231930" y="12511"/>
                  </a:lnTo>
                  <a:lnTo>
                    <a:pt x="227010" y="10535"/>
                  </a:lnTo>
                  <a:lnTo>
                    <a:pt x="222030" y="8716"/>
                  </a:lnTo>
                  <a:lnTo>
                    <a:pt x="216995" y="7055"/>
                  </a:lnTo>
                  <a:lnTo>
                    <a:pt x="211910" y="5555"/>
                  </a:lnTo>
                  <a:lnTo>
                    <a:pt x="206779" y="4217"/>
                  </a:lnTo>
                  <a:lnTo>
                    <a:pt x="201609" y="3043"/>
                  </a:lnTo>
                  <a:lnTo>
                    <a:pt x="196404" y="2033"/>
                  </a:lnTo>
                  <a:lnTo>
                    <a:pt x="191170" y="1188"/>
                  </a:lnTo>
                  <a:lnTo>
                    <a:pt x="185911" y="510"/>
                  </a:lnTo>
                  <a:lnTo>
                    <a:pt x="180634" y="0"/>
                  </a:lnTo>
                  <a:lnTo>
                    <a:pt x="167167" y="166624"/>
                  </a:lnTo>
                  <a:close/>
                </a:path>
              </a:pathLst>
            </a:custGeom>
            <a:solidFill>
              <a:srgbClr val="FFFFFF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8" name="pg118"/>
            <p:cNvSpPr/>
            <p:nvPr/>
          </p:nvSpPr>
          <p:spPr>
            <a:xfrm>
              <a:off x="6983779" y="3170392"/>
              <a:ext cx="13467" cy="167167"/>
            </a:xfrm>
            <a:custGeom>
              <a:avLst/>
              <a:pathLst>
                <a:path w="13467" h="167167">
                  <a:moveTo>
                    <a:pt x="13467" y="543"/>
                  </a:moveTo>
                  <a:lnTo>
                    <a:pt x="0" y="0"/>
                  </a:lnTo>
                  <a:lnTo>
                    <a:pt x="0" y="167167"/>
                  </a:lnTo>
                  <a:close/>
                </a:path>
              </a:pathLst>
            </a:custGeom>
            <a:solidFill>
              <a:srgbClr val="DCDCDC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9" name="pg119"/>
            <p:cNvSpPr/>
            <p:nvPr/>
          </p:nvSpPr>
          <p:spPr>
            <a:xfrm>
              <a:off x="6919011" y="2633064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0" name="pg120"/>
            <p:cNvSpPr/>
            <p:nvPr/>
          </p:nvSpPr>
          <p:spPr>
            <a:xfrm>
              <a:off x="6751844" y="2633064"/>
              <a:ext cx="167167" cy="188860"/>
            </a:xfrm>
            <a:custGeom>
              <a:avLst/>
              <a:pathLst>
                <a:path w="167167" h="188860">
                  <a:moveTo>
                    <a:pt x="167167" y="0"/>
                  </a:moveTo>
                  <a:lnTo>
                    <a:pt x="161803" y="86"/>
                  </a:lnTo>
                  <a:lnTo>
                    <a:pt x="156444" y="344"/>
                  </a:lnTo>
                  <a:lnTo>
                    <a:pt x="151097" y="774"/>
                  </a:lnTo>
                  <a:lnTo>
                    <a:pt x="145766" y="1375"/>
                  </a:lnTo>
                  <a:lnTo>
                    <a:pt x="140457" y="2147"/>
                  </a:lnTo>
                  <a:lnTo>
                    <a:pt x="135176" y="3089"/>
                  </a:lnTo>
                  <a:lnTo>
                    <a:pt x="129927" y="4200"/>
                  </a:lnTo>
                  <a:lnTo>
                    <a:pt x="124717" y="5479"/>
                  </a:lnTo>
                  <a:lnTo>
                    <a:pt x="119551" y="6924"/>
                  </a:lnTo>
                  <a:lnTo>
                    <a:pt x="114434" y="8535"/>
                  </a:lnTo>
                  <a:lnTo>
                    <a:pt x="109371" y="10308"/>
                  </a:lnTo>
                  <a:lnTo>
                    <a:pt x="104367" y="12244"/>
                  </a:lnTo>
                  <a:lnTo>
                    <a:pt x="99429" y="14339"/>
                  </a:lnTo>
                  <a:lnTo>
                    <a:pt x="94560" y="16591"/>
                  </a:lnTo>
                  <a:lnTo>
                    <a:pt x="89765" y="18998"/>
                  </a:lnTo>
                  <a:lnTo>
                    <a:pt x="85051" y="21558"/>
                  </a:lnTo>
                  <a:lnTo>
                    <a:pt x="80421" y="24268"/>
                  </a:lnTo>
                  <a:lnTo>
                    <a:pt x="75880" y="27125"/>
                  </a:lnTo>
                  <a:lnTo>
                    <a:pt x="71434" y="30126"/>
                  </a:lnTo>
                  <a:lnTo>
                    <a:pt x="67086" y="33269"/>
                  </a:lnTo>
                  <a:lnTo>
                    <a:pt x="62841" y="36549"/>
                  </a:lnTo>
                  <a:lnTo>
                    <a:pt x="58703" y="39964"/>
                  </a:lnTo>
                  <a:lnTo>
                    <a:pt x="54677" y="43510"/>
                  </a:lnTo>
                  <a:lnTo>
                    <a:pt x="50768" y="47183"/>
                  </a:lnTo>
                  <a:lnTo>
                    <a:pt x="46977" y="50980"/>
                  </a:lnTo>
                  <a:lnTo>
                    <a:pt x="43311" y="54896"/>
                  </a:lnTo>
                  <a:lnTo>
                    <a:pt x="39772" y="58928"/>
                  </a:lnTo>
                  <a:lnTo>
                    <a:pt x="36365" y="63072"/>
                  </a:lnTo>
                  <a:lnTo>
                    <a:pt x="33092" y="67322"/>
                  </a:lnTo>
                  <a:lnTo>
                    <a:pt x="29957" y="71676"/>
                  </a:lnTo>
                  <a:lnTo>
                    <a:pt x="26964" y="76128"/>
                  </a:lnTo>
                  <a:lnTo>
                    <a:pt x="24115" y="80673"/>
                  </a:lnTo>
                  <a:lnTo>
                    <a:pt x="21413" y="85308"/>
                  </a:lnTo>
                  <a:lnTo>
                    <a:pt x="18862" y="90027"/>
                  </a:lnTo>
                  <a:lnTo>
                    <a:pt x="16463" y="94826"/>
                  </a:lnTo>
                  <a:lnTo>
                    <a:pt x="14219" y="99698"/>
                  </a:lnTo>
                  <a:lnTo>
                    <a:pt x="12133" y="104641"/>
                  </a:lnTo>
                  <a:lnTo>
                    <a:pt x="10206" y="109648"/>
                  </a:lnTo>
                  <a:lnTo>
                    <a:pt x="8442" y="114714"/>
                  </a:lnTo>
                  <a:lnTo>
                    <a:pt x="6840" y="119834"/>
                  </a:lnTo>
                  <a:lnTo>
                    <a:pt x="5404" y="125003"/>
                  </a:lnTo>
                  <a:lnTo>
                    <a:pt x="4134" y="130215"/>
                  </a:lnTo>
                  <a:lnTo>
                    <a:pt x="3033" y="135465"/>
                  </a:lnTo>
                  <a:lnTo>
                    <a:pt x="2100" y="140748"/>
                  </a:lnTo>
                  <a:lnTo>
                    <a:pt x="1337" y="146059"/>
                  </a:lnTo>
                  <a:lnTo>
                    <a:pt x="745" y="151391"/>
                  </a:lnTo>
                  <a:lnTo>
                    <a:pt x="325" y="156739"/>
                  </a:lnTo>
                  <a:lnTo>
                    <a:pt x="76" y="162098"/>
                  </a:lnTo>
                  <a:lnTo>
                    <a:pt x="0" y="167462"/>
                  </a:lnTo>
                  <a:lnTo>
                    <a:pt x="95" y="172826"/>
                  </a:lnTo>
                  <a:lnTo>
                    <a:pt x="363" y="178184"/>
                  </a:lnTo>
                  <a:lnTo>
                    <a:pt x="802" y="183530"/>
                  </a:lnTo>
                  <a:lnTo>
                    <a:pt x="1413" y="188860"/>
                  </a:lnTo>
                  <a:lnTo>
                    <a:pt x="167167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1" name="pg121"/>
            <p:cNvSpPr/>
            <p:nvPr/>
          </p:nvSpPr>
          <p:spPr>
            <a:xfrm>
              <a:off x="6753257" y="2800231"/>
              <a:ext cx="165753" cy="21693"/>
            </a:xfrm>
            <a:custGeom>
              <a:avLst/>
              <a:pathLst>
                <a:path w="165753" h="21693">
                  <a:moveTo>
                    <a:pt x="0" y="21693"/>
                  </a:moveTo>
                  <a:lnTo>
                    <a:pt x="165753" y="0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2" name="pg122"/>
            <p:cNvSpPr/>
            <p:nvPr/>
          </p:nvSpPr>
          <p:spPr>
            <a:xfrm>
              <a:off x="6753257" y="2800231"/>
              <a:ext cx="165753" cy="21693"/>
            </a:xfrm>
            <a:custGeom>
              <a:avLst/>
              <a:pathLst>
                <a:path w="165753" h="21693">
                  <a:moveTo>
                    <a:pt x="0" y="21693"/>
                  </a:moveTo>
                  <a:lnTo>
                    <a:pt x="165753" y="0"/>
                  </a:lnTo>
                  <a:close/>
                </a:path>
              </a:pathLst>
            </a:custGeom>
            <a:solidFill>
              <a:srgbClr val="DCB702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3" name="pg123"/>
            <p:cNvSpPr/>
            <p:nvPr/>
          </p:nvSpPr>
          <p:spPr>
            <a:xfrm>
              <a:off x="6753257" y="2800231"/>
              <a:ext cx="165753" cy="21693"/>
            </a:xfrm>
            <a:custGeom>
              <a:avLst/>
              <a:pathLst>
                <a:path w="165753" h="21693">
                  <a:moveTo>
                    <a:pt x="0" y="21693"/>
                  </a:moveTo>
                  <a:lnTo>
                    <a:pt x="165753" y="0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4" name="pg124"/>
            <p:cNvSpPr/>
            <p:nvPr/>
          </p:nvSpPr>
          <p:spPr>
            <a:xfrm>
              <a:off x="6753257" y="2800231"/>
              <a:ext cx="165753" cy="21693"/>
            </a:xfrm>
            <a:custGeom>
              <a:avLst/>
              <a:pathLst>
                <a:path w="165753" h="21693">
                  <a:moveTo>
                    <a:pt x="0" y="21693"/>
                  </a:moveTo>
                  <a:lnTo>
                    <a:pt x="165753" y="0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5" name="pg125"/>
            <p:cNvSpPr/>
            <p:nvPr/>
          </p:nvSpPr>
          <p:spPr>
            <a:xfrm>
              <a:off x="6753257" y="2800231"/>
              <a:ext cx="165753" cy="21693"/>
            </a:xfrm>
            <a:custGeom>
              <a:avLst/>
              <a:pathLst>
                <a:path w="165753" h="21693">
                  <a:moveTo>
                    <a:pt x="0" y="21693"/>
                  </a:moveTo>
                  <a:lnTo>
                    <a:pt x="165753" y="0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6" name="pg126"/>
            <p:cNvSpPr/>
            <p:nvPr/>
          </p:nvSpPr>
          <p:spPr>
            <a:xfrm>
              <a:off x="6753257" y="2800231"/>
              <a:ext cx="165753" cy="21693"/>
            </a:xfrm>
            <a:custGeom>
              <a:avLst/>
              <a:pathLst>
                <a:path w="165753" h="21693">
                  <a:moveTo>
                    <a:pt x="0" y="21693"/>
                  </a:moveTo>
                  <a:lnTo>
                    <a:pt x="165753" y="0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7" name="pg127"/>
            <p:cNvSpPr/>
            <p:nvPr/>
          </p:nvSpPr>
          <p:spPr>
            <a:xfrm>
              <a:off x="6753257" y="2800231"/>
              <a:ext cx="165753" cy="21693"/>
            </a:xfrm>
            <a:custGeom>
              <a:avLst/>
              <a:pathLst>
                <a:path w="165753" h="21693">
                  <a:moveTo>
                    <a:pt x="0" y="21693"/>
                  </a:moveTo>
                  <a:lnTo>
                    <a:pt x="165753" y="0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8" name="pg128"/>
            <p:cNvSpPr/>
            <p:nvPr/>
          </p:nvSpPr>
          <p:spPr>
            <a:xfrm>
              <a:off x="6753257" y="2800231"/>
              <a:ext cx="165753" cy="21693"/>
            </a:xfrm>
            <a:custGeom>
              <a:avLst/>
              <a:pathLst>
                <a:path w="165753" h="21693">
                  <a:moveTo>
                    <a:pt x="0" y="21693"/>
                  </a:moveTo>
                  <a:lnTo>
                    <a:pt x="165753" y="0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9" name="pg129"/>
            <p:cNvSpPr/>
            <p:nvPr/>
          </p:nvSpPr>
          <p:spPr>
            <a:xfrm>
              <a:off x="6753257" y="2800231"/>
              <a:ext cx="165753" cy="21693"/>
            </a:xfrm>
            <a:custGeom>
              <a:avLst/>
              <a:pathLst>
                <a:path w="165753" h="21693">
                  <a:moveTo>
                    <a:pt x="0" y="21693"/>
                  </a:moveTo>
                  <a:lnTo>
                    <a:pt x="165753" y="0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0" name="pg130"/>
            <p:cNvSpPr/>
            <p:nvPr/>
          </p:nvSpPr>
          <p:spPr>
            <a:xfrm>
              <a:off x="6753257" y="2800231"/>
              <a:ext cx="165753" cy="21693"/>
            </a:xfrm>
            <a:custGeom>
              <a:avLst/>
              <a:pathLst>
                <a:path w="165753" h="21693">
                  <a:moveTo>
                    <a:pt x="0" y="21693"/>
                  </a:moveTo>
                  <a:lnTo>
                    <a:pt x="165753" y="0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1" name="pg131"/>
            <p:cNvSpPr/>
            <p:nvPr/>
          </p:nvSpPr>
          <p:spPr>
            <a:xfrm>
              <a:off x="6753257" y="2800231"/>
              <a:ext cx="165753" cy="21693"/>
            </a:xfrm>
            <a:custGeom>
              <a:avLst/>
              <a:pathLst>
                <a:path w="165753" h="21693">
                  <a:moveTo>
                    <a:pt x="0" y="21693"/>
                  </a:moveTo>
                  <a:lnTo>
                    <a:pt x="165753" y="0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2" name="pg132"/>
            <p:cNvSpPr/>
            <p:nvPr/>
          </p:nvSpPr>
          <p:spPr>
            <a:xfrm>
              <a:off x="6753257" y="2800231"/>
              <a:ext cx="165753" cy="21693"/>
            </a:xfrm>
            <a:custGeom>
              <a:avLst/>
              <a:pathLst>
                <a:path w="165753" h="21693">
                  <a:moveTo>
                    <a:pt x="0" y="21693"/>
                  </a:moveTo>
                  <a:lnTo>
                    <a:pt x="165753" y="0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3" name="pg133"/>
            <p:cNvSpPr/>
            <p:nvPr/>
          </p:nvSpPr>
          <p:spPr>
            <a:xfrm>
              <a:off x="6753257" y="2800231"/>
              <a:ext cx="165753" cy="21693"/>
            </a:xfrm>
            <a:custGeom>
              <a:avLst/>
              <a:pathLst>
                <a:path w="165753" h="21693">
                  <a:moveTo>
                    <a:pt x="0" y="21693"/>
                  </a:moveTo>
                  <a:lnTo>
                    <a:pt x="165753" y="0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4" name="pg134"/>
            <p:cNvSpPr/>
            <p:nvPr/>
          </p:nvSpPr>
          <p:spPr>
            <a:xfrm>
              <a:off x="6753257" y="2800231"/>
              <a:ext cx="165753" cy="21693"/>
            </a:xfrm>
            <a:custGeom>
              <a:avLst/>
              <a:pathLst>
                <a:path w="165753" h="21693">
                  <a:moveTo>
                    <a:pt x="0" y="21693"/>
                  </a:moveTo>
                  <a:lnTo>
                    <a:pt x="165753" y="0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5" name="pg135"/>
            <p:cNvSpPr/>
            <p:nvPr/>
          </p:nvSpPr>
          <p:spPr>
            <a:xfrm>
              <a:off x="6753257" y="2800231"/>
              <a:ext cx="165753" cy="21693"/>
            </a:xfrm>
            <a:custGeom>
              <a:avLst/>
              <a:pathLst>
                <a:path w="165753" h="21693">
                  <a:moveTo>
                    <a:pt x="0" y="21693"/>
                  </a:moveTo>
                  <a:lnTo>
                    <a:pt x="165753" y="0"/>
                  </a:lnTo>
                  <a:close/>
                </a:path>
              </a:pathLst>
            </a:custGeom>
            <a:solidFill>
              <a:srgbClr val="B155A7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6" name="pg136"/>
            <p:cNvSpPr/>
            <p:nvPr/>
          </p:nvSpPr>
          <p:spPr>
            <a:xfrm>
              <a:off x="6753257" y="2800231"/>
              <a:ext cx="165753" cy="21693"/>
            </a:xfrm>
            <a:custGeom>
              <a:avLst/>
              <a:pathLst>
                <a:path w="165753" h="21693">
                  <a:moveTo>
                    <a:pt x="0" y="21693"/>
                  </a:moveTo>
                  <a:lnTo>
                    <a:pt x="165753" y="0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7" name="pg137"/>
            <p:cNvSpPr/>
            <p:nvPr/>
          </p:nvSpPr>
          <p:spPr>
            <a:xfrm>
              <a:off x="6753257" y="2800231"/>
              <a:ext cx="165753" cy="21693"/>
            </a:xfrm>
            <a:custGeom>
              <a:avLst/>
              <a:pathLst>
                <a:path w="165753" h="21693">
                  <a:moveTo>
                    <a:pt x="0" y="21693"/>
                  </a:moveTo>
                  <a:lnTo>
                    <a:pt x="165753" y="0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8" name="pg138"/>
            <p:cNvSpPr/>
            <p:nvPr/>
          </p:nvSpPr>
          <p:spPr>
            <a:xfrm>
              <a:off x="6753257" y="2800231"/>
              <a:ext cx="165753" cy="21693"/>
            </a:xfrm>
            <a:custGeom>
              <a:avLst/>
              <a:pathLst>
                <a:path w="165753" h="21693">
                  <a:moveTo>
                    <a:pt x="0" y="21693"/>
                  </a:moveTo>
                  <a:lnTo>
                    <a:pt x="165753" y="0"/>
                  </a:lnTo>
                  <a:close/>
                </a:path>
              </a:pathLst>
            </a:custGeom>
            <a:solidFill>
              <a:srgbClr val="EE637F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9" name="pg139"/>
            <p:cNvSpPr/>
            <p:nvPr/>
          </p:nvSpPr>
          <p:spPr>
            <a:xfrm>
              <a:off x="6753257" y="2800231"/>
              <a:ext cx="165753" cy="21693"/>
            </a:xfrm>
            <a:custGeom>
              <a:avLst/>
              <a:pathLst>
                <a:path w="165753" h="21693">
                  <a:moveTo>
                    <a:pt x="0" y="21693"/>
                  </a:moveTo>
                  <a:lnTo>
                    <a:pt x="165753" y="0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0" name="pg140"/>
            <p:cNvSpPr/>
            <p:nvPr/>
          </p:nvSpPr>
          <p:spPr>
            <a:xfrm>
              <a:off x="6753257" y="2800231"/>
              <a:ext cx="165753" cy="21693"/>
            </a:xfrm>
            <a:custGeom>
              <a:avLst/>
              <a:pathLst>
                <a:path w="165753" h="21693">
                  <a:moveTo>
                    <a:pt x="0" y="21693"/>
                  </a:moveTo>
                  <a:lnTo>
                    <a:pt x="165753" y="0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1" name="pg141"/>
            <p:cNvSpPr/>
            <p:nvPr/>
          </p:nvSpPr>
          <p:spPr>
            <a:xfrm>
              <a:off x="6753257" y="2800231"/>
              <a:ext cx="165753" cy="21693"/>
            </a:xfrm>
            <a:custGeom>
              <a:avLst/>
              <a:pathLst>
                <a:path w="165753" h="21693">
                  <a:moveTo>
                    <a:pt x="0" y="21693"/>
                  </a:moveTo>
                  <a:lnTo>
                    <a:pt x="165753" y="0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2" name="pg142"/>
            <p:cNvSpPr/>
            <p:nvPr/>
          </p:nvSpPr>
          <p:spPr>
            <a:xfrm>
              <a:off x="6753257" y="2800231"/>
              <a:ext cx="165753" cy="21693"/>
            </a:xfrm>
            <a:custGeom>
              <a:avLst/>
              <a:pathLst>
                <a:path w="165753" h="21693">
                  <a:moveTo>
                    <a:pt x="0" y="21693"/>
                  </a:moveTo>
                  <a:lnTo>
                    <a:pt x="165753" y="0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3" name="pg143"/>
            <p:cNvSpPr/>
            <p:nvPr/>
          </p:nvSpPr>
          <p:spPr>
            <a:xfrm>
              <a:off x="6753257" y="2800231"/>
              <a:ext cx="165753" cy="21693"/>
            </a:xfrm>
            <a:custGeom>
              <a:avLst/>
              <a:pathLst>
                <a:path w="165753" h="21693">
                  <a:moveTo>
                    <a:pt x="0" y="21693"/>
                  </a:moveTo>
                  <a:lnTo>
                    <a:pt x="165753" y="0"/>
                  </a:lnTo>
                  <a:close/>
                </a:path>
              </a:pathLst>
            </a:custGeom>
            <a:solidFill>
              <a:srgbClr val="FF7F40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4" name="pg144"/>
            <p:cNvSpPr/>
            <p:nvPr/>
          </p:nvSpPr>
          <p:spPr>
            <a:xfrm>
              <a:off x="6753257" y="2800231"/>
              <a:ext cx="165753" cy="21693"/>
            </a:xfrm>
            <a:custGeom>
              <a:avLst/>
              <a:pathLst>
                <a:path w="165753" h="21693">
                  <a:moveTo>
                    <a:pt x="0" y="21693"/>
                  </a:moveTo>
                  <a:lnTo>
                    <a:pt x="165753" y="0"/>
                  </a:lnTo>
                  <a:close/>
                </a:path>
              </a:pathLst>
            </a:custGeom>
            <a:solidFill>
              <a:srgbClr val="BCED54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5" name="pg145"/>
            <p:cNvSpPr/>
            <p:nvPr/>
          </p:nvSpPr>
          <p:spPr>
            <a:xfrm>
              <a:off x="6753257" y="2659661"/>
              <a:ext cx="332908" cy="307731"/>
            </a:xfrm>
            <a:custGeom>
              <a:avLst/>
              <a:pathLst>
                <a:path w="332908" h="307731">
                  <a:moveTo>
                    <a:pt x="0" y="162263"/>
                  </a:moveTo>
                  <a:lnTo>
                    <a:pt x="774" y="167526"/>
                  </a:lnTo>
                  <a:lnTo>
                    <a:pt x="1715" y="172763"/>
                  </a:lnTo>
                  <a:lnTo>
                    <a:pt x="2823" y="177967"/>
                  </a:lnTo>
                  <a:lnTo>
                    <a:pt x="4095" y="183133"/>
                  </a:lnTo>
                  <a:lnTo>
                    <a:pt x="5532" y="188256"/>
                  </a:lnTo>
                  <a:lnTo>
                    <a:pt x="7130" y="193330"/>
                  </a:lnTo>
                  <a:lnTo>
                    <a:pt x="8890" y="198351"/>
                  </a:lnTo>
                  <a:lnTo>
                    <a:pt x="10808" y="203314"/>
                  </a:lnTo>
                  <a:lnTo>
                    <a:pt x="12883" y="208213"/>
                  </a:lnTo>
                  <a:lnTo>
                    <a:pt x="15113" y="213044"/>
                  </a:lnTo>
                  <a:lnTo>
                    <a:pt x="17496" y="217801"/>
                  </a:lnTo>
                  <a:lnTo>
                    <a:pt x="20029" y="222480"/>
                  </a:lnTo>
                  <a:lnTo>
                    <a:pt x="22709" y="227076"/>
                  </a:lnTo>
                  <a:lnTo>
                    <a:pt x="25535" y="231584"/>
                  </a:lnTo>
                  <a:lnTo>
                    <a:pt x="28502" y="236000"/>
                  </a:lnTo>
                  <a:lnTo>
                    <a:pt x="31608" y="240319"/>
                  </a:lnTo>
                  <a:lnTo>
                    <a:pt x="34851" y="244538"/>
                  </a:lnTo>
                  <a:lnTo>
                    <a:pt x="38226" y="248651"/>
                  </a:lnTo>
                  <a:lnTo>
                    <a:pt x="41730" y="252655"/>
                  </a:lnTo>
                  <a:lnTo>
                    <a:pt x="45359" y="256545"/>
                  </a:lnTo>
                  <a:lnTo>
                    <a:pt x="49111" y="260317"/>
                  </a:lnTo>
                  <a:lnTo>
                    <a:pt x="52981" y="263968"/>
                  </a:lnTo>
                  <a:lnTo>
                    <a:pt x="56965" y="267495"/>
                  </a:lnTo>
                  <a:lnTo>
                    <a:pt x="61059" y="270892"/>
                  </a:lnTo>
                  <a:lnTo>
                    <a:pt x="65259" y="274158"/>
                  </a:lnTo>
                  <a:lnTo>
                    <a:pt x="69562" y="277288"/>
                  </a:lnTo>
                  <a:lnTo>
                    <a:pt x="73961" y="280280"/>
                  </a:lnTo>
                  <a:lnTo>
                    <a:pt x="78454" y="283131"/>
                  </a:lnTo>
                  <a:lnTo>
                    <a:pt x="83035" y="285837"/>
                  </a:lnTo>
                  <a:lnTo>
                    <a:pt x="87699" y="288395"/>
                  </a:lnTo>
                  <a:lnTo>
                    <a:pt x="92443" y="290804"/>
                  </a:lnTo>
                  <a:lnTo>
                    <a:pt x="97261" y="293061"/>
                  </a:lnTo>
                  <a:lnTo>
                    <a:pt x="102149" y="295164"/>
                  </a:lnTo>
                  <a:lnTo>
                    <a:pt x="107101" y="297110"/>
                  </a:lnTo>
                  <a:lnTo>
                    <a:pt x="112112" y="298897"/>
                  </a:lnTo>
                  <a:lnTo>
                    <a:pt x="117178" y="300524"/>
                  </a:lnTo>
                  <a:lnTo>
                    <a:pt x="122292" y="301988"/>
                  </a:lnTo>
                  <a:lnTo>
                    <a:pt x="127451" y="303290"/>
                  </a:lnTo>
                  <a:lnTo>
                    <a:pt x="132649" y="304426"/>
                  </a:lnTo>
                  <a:lnTo>
                    <a:pt x="137880" y="305397"/>
                  </a:lnTo>
                  <a:lnTo>
                    <a:pt x="143140" y="306200"/>
                  </a:lnTo>
                  <a:lnTo>
                    <a:pt x="148422" y="306836"/>
                  </a:lnTo>
                  <a:lnTo>
                    <a:pt x="153722" y="307303"/>
                  </a:lnTo>
                  <a:lnTo>
                    <a:pt x="159034" y="307602"/>
                  </a:lnTo>
                  <a:lnTo>
                    <a:pt x="164353" y="307731"/>
                  </a:lnTo>
                  <a:lnTo>
                    <a:pt x="169673" y="307691"/>
                  </a:lnTo>
                  <a:lnTo>
                    <a:pt x="174989" y="307482"/>
                  </a:lnTo>
                  <a:lnTo>
                    <a:pt x="180296" y="307103"/>
                  </a:lnTo>
                  <a:lnTo>
                    <a:pt x="185589" y="306556"/>
                  </a:lnTo>
                  <a:lnTo>
                    <a:pt x="190861" y="305841"/>
                  </a:lnTo>
                  <a:lnTo>
                    <a:pt x="196108" y="304958"/>
                  </a:lnTo>
                  <a:lnTo>
                    <a:pt x="201323" y="303909"/>
                  </a:lnTo>
                  <a:lnTo>
                    <a:pt x="206503" y="302694"/>
                  </a:lnTo>
                  <a:lnTo>
                    <a:pt x="211642" y="301315"/>
                  </a:lnTo>
                  <a:lnTo>
                    <a:pt x="216734" y="299773"/>
                  </a:lnTo>
                  <a:lnTo>
                    <a:pt x="221775" y="298070"/>
                  </a:lnTo>
                  <a:lnTo>
                    <a:pt x="226759" y="296208"/>
                  </a:lnTo>
                  <a:lnTo>
                    <a:pt x="231681" y="294188"/>
                  </a:lnTo>
                  <a:lnTo>
                    <a:pt x="236536" y="292012"/>
                  </a:lnTo>
                  <a:lnTo>
                    <a:pt x="241319" y="289683"/>
                  </a:lnTo>
                  <a:lnTo>
                    <a:pt x="246026" y="287202"/>
                  </a:lnTo>
                  <a:lnTo>
                    <a:pt x="250652" y="284574"/>
                  </a:lnTo>
                  <a:lnTo>
                    <a:pt x="255192" y="281799"/>
                  </a:lnTo>
                  <a:lnTo>
                    <a:pt x="259641" y="278881"/>
                  </a:lnTo>
                  <a:lnTo>
                    <a:pt x="263995" y="275823"/>
                  </a:lnTo>
                  <a:lnTo>
                    <a:pt x="268249" y="272628"/>
                  </a:lnTo>
                  <a:lnTo>
                    <a:pt x="272400" y="269300"/>
                  </a:lnTo>
                  <a:lnTo>
                    <a:pt x="276442" y="265841"/>
                  </a:lnTo>
                  <a:lnTo>
                    <a:pt x="280373" y="262255"/>
                  </a:lnTo>
                  <a:lnTo>
                    <a:pt x="284187" y="258546"/>
                  </a:lnTo>
                  <a:lnTo>
                    <a:pt x="287882" y="254717"/>
                  </a:lnTo>
                  <a:lnTo>
                    <a:pt x="291452" y="250773"/>
                  </a:lnTo>
                  <a:lnTo>
                    <a:pt x="294896" y="246717"/>
                  </a:lnTo>
                  <a:lnTo>
                    <a:pt x="298208" y="242553"/>
                  </a:lnTo>
                  <a:lnTo>
                    <a:pt x="301386" y="238287"/>
                  </a:lnTo>
                  <a:lnTo>
                    <a:pt x="304427" y="233921"/>
                  </a:lnTo>
                  <a:lnTo>
                    <a:pt x="307328" y="229461"/>
                  </a:lnTo>
                  <a:lnTo>
                    <a:pt x="310085" y="224910"/>
                  </a:lnTo>
                  <a:lnTo>
                    <a:pt x="312696" y="220274"/>
                  </a:lnTo>
                  <a:lnTo>
                    <a:pt x="315158" y="215558"/>
                  </a:lnTo>
                  <a:lnTo>
                    <a:pt x="317469" y="210765"/>
                  </a:lnTo>
                  <a:lnTo>
                    <a:pt x="319626" y="205902"/>
                  </a:lnTo>
                  <a:lnTo>
                    <a:pt x="321627" y="200972"/>
                  </a:lnTo>
                  <a:lnTo>
                    <a:pt x="323470" y="195981"/>
                  </a:lnTo>
                  <a:lnTo>
                    <a:pt x="325153" y="190934"/>
                  </a:lnTo>
                  <a:lnTo>
                    <a:pt x="326675" y="185836"/>
                  </a:lnTo>
                  <a:lnTo>
                    <a:pt x="328034" y="180692"/>
                  </a:lnTo>
                  <a:lnTo>
                    <a:pt x="329229" y="175507"/>
                  </a:lnTo>
                  <a:lnTo>
                    <a:pt x="330258" y="170287"/>
                  </a:lnTo>
                  <a:lnTo>
                    <a:pt x="331121" y="165037"/>
                  </a:lnTo>
                  <a:lnTo>
                    <a:pt x="331815" y="159762"/>
                  </a:lnTo>
                  <a:lnTo>
                    <a:pt x="332342" y="154468"/>
                  </a:lnTo>
                  <a:lnTo>
                    <a:pt x="332700" y="149159"/>
                  </a:lnTo>
                  <a:lnTo>
                    <a:pt x="332889" y="143842"/>
                  </a:lnTo>
                  <a:lnTo>
                    <a:pt x="332908" y="138522"/>
                  </a:lnTo>
                  <a:lnTo>
                    <a:pt x="332759" y="133204"/>
                  </a:lnTo>
                  <a:lnTo>
                    <a:pt x="332440" y="127893"/>
                  </a:lnTo>
                  <a:lnTo>
                    <a:pt x="331952" y="122595"/>
                  </a:lnTo>
                  <a:lnTo>
                    <a:pt x="331295" y="117315"/>
                  </a:lnTo>
                  <a:lnTo>
                    <a:pt x="330472" y="112059"/>
                  </a:lnTo>
                  <a:lnTo>
                    <a:pt x="329481" y="106831"/>
                  </a:lnTo>
                  <a:lnTo>
                    <a:pt x="328324" y="101638"/>
                  </a:lnTo>
                  <a:lnTo>
                    <a:pt x="327003" y="96484"/>
                  </a:lnTo>
                  <a:lnTo>
                    <a:pt x="325518" y="91375"/>
                  </a:lnTo>
                  <a:lnTo>
                    <a:pt x="323872" y="86316"/>
                  </a:lnTo>
                  <a:lnTo>
                    <a:pt x="322065" y="81311"/>
                  </a:lnTo>
                  <a:lnTo>
                    <a:pt x="320100" y="76367"/>
                  </a:lnTo>
                  <a:lnTo>
                    <a:pt x="317979" y="71488"/>
                  </a:lnTo>
                  <a:lnTo>
                    <a:pt x="315704" y="66678"/>
                  </a:lnTo>
                  <a:lnTo>
                    <a:pt x="313276" y="61944"/>
                  </a:lnTo>
                  <a:lnTo>
                    <a:pt x="310699" y="57289"/>
                  </a:lnTo>
                  <a:lnTo>
                    <a:pt x="307976" y="52719"/>
                  </a:lnTo>
                  <a:lnTo>
                    <a:pt x="305108" y="48237"/>
                  </a:lnTo>
                  <a:lnTo>
                    <a:pt x="302099" y="43849"/>
                  </a:lnTo>
                  <a:lnTo>
                    <a:pt x="298952" y="39559"/>
                  </a:lnTo>
                  <a:lnTo>
                    <a:pt x="295670" y="35372"/>
                  </a:lnTo>
                  <a:lnTo>
                    <a:pt x="292257" y="31291"/>
                  </a:lnTo>
                  <a:lnTo>
                    <a:pt x="288715" y="27320"/>
                  </a:lnTo>
                  <a:lnTo>
                    <a:pt x="285049" y="23465"/>
                  </a:lnTo>
                  <a:lnTo>
                    <a:pt x="281262" y="19728"/>
                  </a:lnTo>
                  <a:lnTo>
                    <a:pt x="277358" y="16113"/>
                  </a:lnTo>
                  <a:lnTo>
                    <a:pt x="273341" y="12624"/>
                  </a:lnTo>
                  <a:lnTo>
                    <a:pt x="269215" y="9265"/>
                  </a:lnTo>
                  <a:lnTo>
                    <a:pt x="264984" y="6039"/>
                  </a:lnTo>
                  <a:lnTo>
                    <a:pt x="260652" y="2950"/>
                  </a:lnTo>
                  <a:lnTo>
                    <a:pt x="256225" y="0"/>
                  </a:lnTo>
                  <a:lnTo>
                    <a:pt x="165753" y="140569"/>
                  </a:lnTo>
                  <a:close/>
                </a:path>
              </a:pathLst>
            </a:custGeom>
            <a:solidFill>
              <a:srgbClr val="FFFFFF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6" name="pg146"/>
            <p:cNvSpPr/>
            <p:nvPr/>
          </p:nvSpPr>
          <p:spPr>
            <a:xfrm>
              <a:off x="6919011" y="2633064"/>
              <a:ext cx="90471" cy="167167"/>
            </a:xfrm>
            <a:custGeom>
              <a:avLst/>
              <a:pathLst>
                <a:path w="90471" h="167167">
                  <a:moveTo>
                    <a:pt x="90471" y="26597"/>
                  </a:moveTo>
                  <a:lnTo>
                    <a:pt x="85692" y="23634"/>
                  </a:lnTo>
                  <a:lnTo>
                    <a:pt x="80816" y="20833"/>
                  </a:lnTo>
                  <a:lnTo>
                    <a:pt x="75849" y="18198"/>
                  </a:lnTo>
                  <a:lnTo>
                    <a:pt x="70795" y="15731"/>
                  </a:lnTo>
                  <a:lnTo>
                    <a:pt x="65662" y="13435"/>
                  </a:lnTo>
                  <a:lnTo>
                    <a:pt x="60455" y="11314"/>
                  </a:lnTo>
                  <a:lnTo>
                    <a:pt x="55179" y="9369"/>
                  </a:lnTo>
                  <a:lnTo>
                    <a:pt x="49840" y="7602"/>
                  </a:lnTo>
                  <a:lnTo>
                    <a:pt x="44445" y="6016"/>
                  </a:lnTo>
                  <a:lnTo>
                    <a:pt x="39000" y="4613"/>
                  </a:lnTo>
                  <a:lnTo>
                    <a:pt x="33511" y="3393"/>
                  </a:lnTo>
                  <a:lnTo>
                    <a:pt x="27984" y="2358"/>
                  </a:lnTo>
                  <a:lnTo>
                    <a:pt x="22425" y="1511"/>
                  </a:lnTo>
                  <a:lnTo>
                    <a:pt x="16841" y="850"/>
                  </a:lnTo>
                  <a:lnTo>
                    <a:pt x="11238" y="378"/>
                  </a:lnTo>
                  <a:lnTo>
                    <a:pt x="5622" y="94"/>
                  </a:lnTo>
                  <a:lnTo>
                    <a:pt x="0" y="0"/>
                  </a:lnTo>
                  <a:lnTo>
                    <a:pt x="0" y="167167"/>
                  </a:lnTo>
                  <a:close/>
                </a:path>
              </a:pathLst>
            </a:custGeom>
            <a:solidFill>
              <a:srgbClr val="DCDCDC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7" name="pg147"/>
            <p:cNvSpPr/>
            <p:nvPr/>
          </p:nvSpPr>
          <p:spPr>
            <a:xfrm>
              <a:off x="6728472" y="212696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8" name="pg148"/>
            <p:cNvSpPr/>
            <p:nvPr/>
          </p:nvSpPr>
          <p:spPr>
            <a:xfrm>
              <a:off x="6728472" y="212696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9" name="pg149"/>
            <p:cNvSpPr/>
            <p:nvPr/>
          </p:nvSpPr>
          <p:spPr>
            <a:xfrm>
              <a:off x="6658395" y="2126963"/>
              <a:ext cx="70076" cy="167167"/>
            </a:xfrm>
            <a:custGeom>
              <a:avLst/>
              <a:pathLst>
                <a:path w="70076" h="167167">
                  <a:moveTo>
                    <a:pt x="70076" y="0"/>
                  </a:moveTo>
                  <a:lnTo>
                    <a:pt x="64052" y="108"/>
                  </a:lnTo>
                  <a:lnTo>
                    <a:pt x="58035" y="434"/>
                  </a:lnTo>
                  <a:lnTo>
                    <a:pt x="52034" y="976"/>
                  </a:lnTo>
                  <a:lnTo>
                    <a:pt x="46056" y="1734"/>
                  </a:lnTo>
                  <a:lnTo>
                    <a:pt x="40110" y="2707"/>
                  </a:lnTo>
                  <a:lnTo>
                    <a:pt x="34202" y="3894"/>
                  </a:lnTo>
                  <a:lnTo>
                    <a:pt x="28341" y="5293"/>
                  </a:lnTo>
                  <a:lnTo>
                    <a:pt x="22534" y="6902"/>
                  </a:lnTo>
                  <a:lnTo>
                    <a:pt x="16789" y="8720"/>
                  </a:lnTo>
                  <a:lnTo>
                    <a:pt x="11114" y="10743"/>
                  </a:lnTo>
                  <a:lnTo>
                    <a:pt x="5515" y="12970"/>
                  </a:lnTo>
                  <a:lnTo>
                    <a:pt x="0" y="15397"/>
                  </a:lnTo>
                  <a:lnTo>
                    <a:pt x="70076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0" name="pg150"/>
            <p:cNvSpPr/>
            <p:nvPr/>
          </p:nvSpPr>
          <p:spPr>
            <a:xfrm>
              <a:off x="6658395" y="2142360"/>
              <a:ext cx="70076" cy="151770"/>
            </a:xfrm>
            <a:custGeom>
              <a:avLst/>
              <a:pathLst>
                <a:path w="70076" h="151770">
                  <a:moveTo>
                    <a:pt x="0" y="0"/>
                  </a:moveTo>
                  <a:lnTo>
                    <a:pt x="70076" y="151770"/>
                  </a:lnTo>
                  <a:close/>
                </a:path>
              </a:pathLst>
            </a:custGeom>
            <a:solidFill>
              <a:srgbClr val="DCB702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1" name="pg151"/>
            <p:cNvSpPr/>
            <p:nvPr/>
          </p:nvSpPr>
          <p:spPr>
            <a:xfrm>
              <a:off x="6658395" y="2142360"/>
              <a:ext cx="70076" cy="151770"/>
            </a:xfrm>
            <a:custGeom>
              <a:avLst/>
              <a:pathLst>
                <a:path w="70076" h="151770">
                  <a:moveTo>
                    <a:pt x="0" y="0"/>
                  </a:moveTo>
                  <a:lnTo>
                    <a:pt x="70076" y="151770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2" name="pg152"/>
            <p:cNvSpPr/>
            <p:nvPr/>
          </p:nvSpPr>
          <p:spPr>
            <a:xfrm>
              <a:off x="6658395" y="2142360"/>
              <a:ext cx="70076" cy="151770"/>
            </a:xfrm>
            <a:custGeom>
              <a:avLst/>
              <a:pathLst>
                <a:path w="70076" h="151770">
                  <a:moveTo>
                    <a:pt x="0" y="0"/>
                  </a:moveTo>
                  <a:lnTo>
                    <a:pt x="70076" y="151770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3" name="pg153"/>
            <p:cNvSpPr/>
            <p:nvPr/>
          </p:nvSpPr>
          <p:spPr>
            <a:xfrm>
              <a:off x="6658395" y="2142360"/>
              <a:ext cx="70076" cy="151770"/>
            </a:xfrm>
            <a:custGeom>
              <a:avLst/>
              <a:pathLst>
                <a:path w="70076" h="151770">
                  <a:moveTo>
                    <a:pt x="0" y="0"/>
                  </a:moveTo>
                  <a:lnTo>
                    <a:pt x="70076" y="151770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4" name="pg154"/>
            <p:cNvSpPr/>
            <p:nvPr/>
          </p:nvSpPr>
          <p:spPr>
            <a:xfrm>
              <a:off x="6658395" y="2142360"/>
              <a:ext cx="70076" cy="151770"/>
            </a:xfrm>
            <a:custGeom>
              <a:avLst/>
              <a:pathLst>
                <a:path w="70076" h="151770">
                  <a:moveTo>
                    <a:pt x="0" y="0"/>
                  </a:moveTo>
                  <a:lnTo>
                    <a:pt x="70076" y="151770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5" name="pg155"/>
            <p:cNvSpPr/>
            <p:nvPr/>
          </p:nvSpPr>
          <p:spPr>
            <a:xfrm>
              <a:off x="6658395" y="2142360"/>
              <a:ext cx="70076" cy="151770"/>
            </a:xfrm>
            <a:custGeom>
              <a:avLst/>
              <a:pathLst>
                <a:path w="70076" h="151770">
                  <a:moveTo>
                    <a:pt x="0" y="0"/>
                  </a:moveTo>
                  <a:lnTo>
                    <a:pt x="70076" y="151770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6" name="pg156"/>
            <p:cNvSpPr/>
            <p:nvPr/>
          </p:nvSpPr>
          <p:spPr>
            <a:xfrm>
              <a:off x="6658395" y="2142360"/>
              <a:ext cx="70076" cy="151770"/>
            </a:xfrm>
            <a:custGeom>
              <a:avLst/>
              <a:pathLst>
                <a:path w="70076" h="151770">
                  <a:moveTo>
                    <a:pt x="0" y="0"/>
                  </a:moveTo>
                  <a:lnTo>
                    <a:pt x="70076" y="151770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7" name="pg157"/>
            <p:cNvSpPr/>
            <p:nvPr/>
          </p:nvSpPr>
          <p:spPr>
            <a:xfrm>
              <a:off x="6658395" y="2142360"/>
              <a:ext cx="70076" cy="151770"/>
            </a:xfrm>
            <a:custGeom>
              <a:avLst/>
              <a:pathLst>
                <a:path w="70076" h="151770">
                  <a:moveTo>
                    <a:pt x="0" y="0"/>
                  </a:moveTo>
                  <a:lnTo>
                    <a:pt x="70076" y="151770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8" name="pg158"/>
            <p:cNvSpPr/>
            <p:nvPr/>
          </p:nvSpPr>
          <p:spPr>
            <a:xfrm>
              <a:off x="6658395" y="2142360"/>
              <a:ext cx="70076" cy="151770"/>
            </a:xfrm>
            <a:custGeom>
              <a:avLst/>
              <a:pathLst>
                <a:path w="70076" h="151770">
                  <a:moveTo>
                    <a:pt x="0" y="0"/>
                  </a:moveTo>
                  <a:lnTo>
                    <a:pt x="70076" y="151770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9" name="pg159"/>
            <p:cNvSpPr/>
            <p:nvPr/>
          </p:nvSpPr>
          <p:spPr>
            <a:xfrm>
              <a:off x="6658395" y="2142360"/>
              <a:ext cx="70076" cy="151770"/>
            </a:xfrm>
            <a:custGeom>
              <a:avLst/>
              <a:pathLst>
                <a:path w="70076" h="151770">
                  <a:moveTo>
                    <a:pt x="0" y="0"/>
                  </a:moveTo>
                  <a:lnTo>
                    <a:pt x="70076" y="151770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0" name="pg160"/>
            <p:cNvSpPr/>
            <p:nvPr/>
          </p:nvSpPr>
          <p:spPr>
            <a:xfrm>
              <a:off x="6658395" y="2142360"/>
              <a:ext cx="70076" cy="151770"/>
            </a:xfrm>
            <a:custGeom>
              <a:avLst/>
              <a:pathLst>
                <a:path w="70076" h="151770">
                  <a:moveTo>
                    <a:pt x="0" y="0"/>
                  </a:moveTo>
                  <a:lnTo>
                    <a:pt x="70076" y="151770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1" name="pg161"/>
            <p:cNvSpPr/>
            <p:nvPr/>
          </p:nvSpPr>
          <p:spPr>
            <a:xfrm>
              <a:off x="6658395" y="2142360"/>
              <a:ext cx="70076" cy="151770"/>
            </a:xfrm>
            <a:custGeom>
              <a:avLst/>
              <a:pathLst>
                <a:path w="70076" h="151770">
                  <a:moveTo>
                    <a:pt x="0" y="0"/>
                  </a:moveTo>
                  <a:lnTo>
                    <a:pt x="70076" y="151770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2" name="pg162"/>
            <p:cNvSpPr/>
            <p:nvPr/>
          </p:nvSpPr>
          <p:spPr>
            <a:xfrm>
              <a:off x="6658395" y="2142360"/>
              <a:ext cx="70076" cy="151770"/>
            </a:xfrm>
            <a:custGeom>
              <a:avLst/>
              <a:pathLst>
                <a:path w="70076" h="151770">
                  <a:moveTo>
                    <a:pt x="0" y="0"/>
                  </a:moveTo>
                  <a:lnTo>
                    <a:pt x="70076" y="151770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3" name="pg163"/>
            <p:cNvSpPr/>
            <p:nvPr/>
          </p:nvSpPr>
          <p:spPr>
            <a:xfrm>
              <a:off x="6658395" y="2142360"/>
              <a:ext cx="70076" cy="151770"/>
            </a:xfrm>
            <a:custGeom>
              <a:avLst/>
              <a:pathLst>
                <a:path w="70076" h="151770">
                  <a:moveTo>
                    <a:pt x="0" y="0"/>
                  </a:moveTo>
                  <a:lnTo>
                    <a:pt x="70076" y="151770"/>
                  </a:lnTo>
                  <a:close/>
                </a:path>
              </a:pathLst>
            </a:custGeom>
            <a:solidFill>
              <a:srgbClr val="B155A7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4" name="pg164"/>
            <p:cNvSpPr/>
            <p:nvPr/>
          </p:nvSpPr>
          <p:spPr>
            <a:xfrm>
              <a:off x="6658395" y="2142360"/>
              <a:ext cx="70076" cy="151770"/>
            </a:xfrm>
            <a:custGeom>
              <a:avLst/>
              <a:pathLst>
                <a:path w="70076" h="151770">
                  <a:moveTo>
                    <a:pt x="0" y="0"/>
                  </a:moveTo>
                  <a:lnTo>
                    <a:pt x="70076" y="151770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5" name="pg165"/>
            <p:cNvSpPr/>
            <p:nvPr/>
          </p:nvSpPr>
          <p:spPr>
            <a:xfrm>
              <a:off x="6658395" y="2142360"/>
              <a:ext cx="70076" cy="151770"/>
            </a:xfrm>
            <a:custGeom>
              <a:avLst/>
              <a:pathLst>
                <a:path w="70076" h="151770">
                  <a:moveTo>
                    <a:pt x="0" y="0"/>
                  </a:moveTo>
                  <a:lnTo>
                    <a:pt x="70076" y="151770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6" name="pg166"/>
            <p:cNvSpPr/>
            <p:nvPr/>
          </p:nvSpPr>
          <p:spPr>
            <a:xfrm>
              <a:off x="6658395" y="2142360"/>
              <a:ext cx="70076" cy="151770"/>
            </a:xfrm>
            <a:custGeom>
              <a:avLst/>
              <a:pathLst>
                <a:path w="70076" h="151770">
                  <a:moveTo>
                    <a:pt x="0" y="0"/>
                  </a:moveTo>
                  <a:lnTo>
                    <a:pt x="70076" y="151770"/>
                  </a:lnTo>
                  <a:close/>
                </a:path>
              </a:pathLst>
            </a:custGeom>
            <a:solidFill>
              <a:srgbClr val="EE637F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7" name="pg167"/>
            <p:cNvSpPr/>
            <p:nvPr/>
          </p:nvSpPr>
          <p:spPr>
            <a:xfrm>
              <a:off x="6658395" y="2142360"/>
              <a:ext cx="70076" cy="151770"/>
            </a:xfrm>
            <a:custGeom>
              <a:avLst/>
              <a:pathLst>
                <a:path w="70076" h="151770">
                  <a:moveTo>
                    <a:pt x="0" y="0"/>
                  </a:moveTo>
                  <a:lnTo>
                    <a:pt x="70076" y="151770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8" name="pg168"/>
            <p:cNvSpPr/>
            <p:nvPr/>
          </p:nvSpPr>
          <p:spPr>
            <a:xfrm>
              <a:off x="6658395" y="2142360"/>
              <a:ext cx="70076" cy="151770"/>
            </a:xfrm>
            <a:custGeom>
              <a:avLst/>
              <a:pathLst>
                <a:path w="70076" h="151770">
                  <a:moveTo>
                    <a:pt x="0" y="0"/>
                  </a:moveTo>
                  <a:lnTo>
                    <a:pt x="70076" y="151770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9" name="pg169"/>
            <p:cNvSpPr/>
            <p:nvPr/>
          </p:nvSpPr>
          <p:spPr>
            <a:xfrm>
              <a:off x="6658395" y="2142360"/>
              <a:ext cx="70076" cy="151770"/>
            </a:xfrm>
            <a:custGeom>
              <a:avLst/>
              <a:pathLst>
                <a:path w="70076" h="151770">
                  <a:moveTo>
                    <a:pt x="0" y="0"/>
                  </a:moveTo>
                  <a:lnTo>
                    <a:pt x="70076" y="151770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70" name="pg170"/>
            <p:cNvSpPr/>
            <p:nvPr/>
          </p:nvSpPr>
          <p:spPr>
            <a:xfrm>
              <a:off x="6658395" y="2142360"/>
              <a:ext cx="70076" cy="151770"/>
            </a:xfrm>
            <a:custGeom>
              <a:avLst/>
              <a:pathLst>
                <a:path w="70076" h="151770">
                  <a:moveTo>
                    <a:pt x="0" y="0"/>
                  </a:moveTo>
                  <a:lnTo>
                    <a:pt x="70076" y="151770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71" name="pg171"/>
            <p:cNvSpPr/>
            <p:nvPr/>
          </p:nvSpPr>
          <p:spPr>
            <a:xfrm>
              <a:off x="6658395" y="2142360"/>
              <a:ext cx="70076" cy="151770"/>
            </a:xfrm>
            <a:custGeom>
              <a:avLst/>
              <a:pathLst>
                <a:path w="70076" h="151770">
                  <a:moveTo>
                    <a:pt x="0" y="0"/>
                  </a:moveTo>
                  <a:lnTo>
                    <a:pt x="70076" y="151770"/>
                  </a:lnTo>
                  <a:close/>
                </a:path>
              </a:pathLst>
            </a:custGeom>
            <a:solidFill>
              <a:srgbClr val="FF7F40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72" name="pg172"/>
            <p:cNvSpPr/>
            <p:nvPr/>
          </p:nvSpPr>
          <p:spPr>
            <a:xfrm>
              <a:off x="6658395" y="2142360"/>
              <a:ext cx="70076" cy="151770"/>
            </a:xfrm>
            <a:custGeom>
              <a:avLst/>
              <a:pathLst>
                <a:path w="70076" h="151770">
                  <a:moveTo>
                    <a:pt x="0" y="0"/>
                  </a:moveTo>
                  <a:lnTo>
                    <a:pt x="70076" y="151770"/>
                  </a:lnTo>
                  <a:close/>
                </a:path>
              </a:pathLst>
            </a:custGeom>
            <a:solidFill>
              <a:srgbClr val="BCED54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73" name="pg173"/>
            <p:cNvSpPr/>
            <p:nvPr/>
          </p:nvSpPr>
          <p:spPr>
            <a:xfrm>
              <a:off x="6561321" y="2142360"/>
              <a:ext cx="264216" cy="318926"/>
            </a:xfrm>
            <a:custGeom>
              <a:avLst/>
              <a:pathLst>
                <a:path w="264216" h="318926">
                  <a:moveTo>
                    <a:pt x="97074" y="0"/>
                  </a:moveTo>
                  <a:lnTo>
                    <a:pt x="92253" y="2320"/>
                  </a:lnTo>
                  <a:lnTo>
                    <a:pt x="87509" y="4793"/>
                  </a:lnTo>
                  <a:lnTo>
                    <a:pt x="82847" y="7417"/>
                  </a:lnTo>
                  <a:lnTo>
                    <a:pt x="78271" y="10188"/>
                  </a:lnTo>
                  <a:lnTo>
                    <a:pt x="73786" y="13105"/>
                  </a:lnTo>
                  <a:lnTo>
                    <a:pt x="69396" y="16164"/>
                  </a:lnTo>
                  <a:lnTo>
                    <a:pt x="65107" y="19361"/>
                  </a:lnTo>
                  <a:lnTo>
                    <a:pt x="60922" y="22694"/>
                  </a:lnTo>
                  <a:lnTo>
                    <a:pt x="56846" y="26160"/>
                  </a:lnTo>
                  <a:lnTo>
                    <a:pt x="52883" y="29754"/>
                  </a:lnTo>
                  <a:lnTo>
                    <a:pt x="49037" y="33473"/>
                  </a:lnTo>
                  <a:lnTo>
                    <a:pt x="45312" y="37313"/>
                  </a:lnTo>
                  <a:lnTo>
                    <a:pt x="41712" y="41271"/>
                  </a:lnTo>
                  <a:lnTo>
                    <a:pt x="38240" y="45341"/>
                  </a:lnTo>
                  <a:lnTo>
                    <a:pt x="34901" y="49521"/>
                  </a:lnTo>
                  <a:lnTo>
                    <a:pt x="31696" y="53805"/>
                  </a:lnTo>
                  <a:lnTo>
                    <a:pt x="28631" y="58190"/>
                  </a:lnTo>
                  <a:lnTo>
                    <a:pt x="25707" y="62670"/>
                  </a:lnTo>
                  <a:lnTo>
                    <a:pt x="22929" y="67242"/>
                  </a:lnTo>
                  <a:lnTo>
                    <a:pt x="20298" y="71900"/>
                  </a:lnTo>
                  <a:lnTo>
                    <a:pt x="17817" y="76641"/>
                  </a:lnTo>
                  <a:lnTo>
                    <a:pt x="15489" y="81458"/>
                  </a:lnTo>
                  <a:lnTo>
                    <a:pt x="13317" y="86347"/>
                  </a:lnTo>
                  <a:lnTo>
                    <a:pt x="11302" y="91303"/>
                  </a:lnTo>
                  <a:lnTo>
                    <a:pt x="9447" y="96321"/>
                  </a:lnTo>
                  <a:lnTo>
                    <a:pt x="7754" y="101396"/>
                  </a:lnTo>
                  <a:lnTo>
                    <a:pt x="6223" y="106522"/>
                  </a:lnTo>
                  <a:lnTo>
                    <a:pt x="4858" y="111695"/>
                  </a:lnTo>
                  <a:lnTo>
                    <a:pt x="3658" y="116909"/>
                  </a:lnTo>
                  <a:lnTo>
                    <a:pt x="2627" y="122159"/>
                  </a:lnTo>
                  <a:lnTo>
                    <a:pt x="1763" y="127439"/>
                  </a:lnTo>
                  <a:lnTo>
                    <a:pt x="1069" y="132743"/>
                  </a:lnTo>
                  <a:lnTo>
                    <a:pt x="546" y="138068"/>
                  </a:lnTo>
                  <a:lnTo>
                    <a:pt x="193" y="143406"/>
                  </a:lnTo>
                  <a:lnTo>
                    <a:pt x="10" y="148753"/>
                  </a:lnTo>
                  <a:lnTo>
                    <a:pt x="0" y="154103"/>
                  </a:lnTo>
                  <a:lnTo>
                    <a:pt x="160" y="159451"/>
                  </a:lnTo>
                  <a:lnTo>
                    <a:pt x="491" y="164790"/>
                  </a:lnTo>
                  <a:lnTo>
                    <a:pt x="993" y="170117"/>
                  </a:lnTo>
                  <a:lnTo>
                    <a:pt x="1665" y="175424"/>
                  </a:lnTo>
                  <a:lnTo>
                    <a:pt x="2507" y="180708"/>
                  </a:lnTo>
                  <a:lnTo>
                    <a:pt x="3517" y="185962"/>
                  </a:lnTo>
                  <a:lnTo>
                    <a:pt x="4695" y="191180"/>
                  </a:lnTo>
                  <a:lnTo>
                    <a:pt x="6040" y="196359"/>
                  </a:lnTo>
                  <a:lnTo>
                    <a:pt x="7549" y="201491"/>
                  </a:lnTo>
                  <a:lnTo>
                    <a:pt x="9222" y="206573"/>
                  </a:lnTo>
                  <a:lnTo>
                    <a:pt x="11056" y="211599"/>
                  </a:lnTo>
                  <a:lnTo>
                    <a:pt x="13051" y="216563"/>
                  </a:lnTo>
                  <a:lnTo>
                    <a:pt x="15203" y="221461"/>
                  </a:lnTo>
                  <a:lnTo>
                    <a:pt x="17511" y="226288"/>
                  </a:lnTo>
                  <a:lnTo>
                    <a:pt x="19972" y="231038"/>
                  </a:lnTo>
                  <a:lnTo>
                    <a:pt x="22584" y="235707"/>
                  </a:lnTo>
                  <a:lnTo>
                    <a:pt x="25344" y="240290"/>
                  </a:lnTo>
                  <a:lnTo>
                    <a:pt x="28249" y="244783"/>
                  </a:lnTo>
                  <a:lnTo>
                    <a:pt x="31297" y="249180"/>
                  </a:lnTo>
                  <a:lnTo>
                    <a:pt x="34484" y="253477"/>
                  </a:lnTo>
                  <a:lnTo>
                    <a:pt x="37806" y="257670"/>
                  </a:lnTo>
                  <a:lnTo>
                    <a:pt x="41261" y="261755"/>
                  </a:lnTo>
                  <a:lnTo>
                    <a:pt x="44845" y="265727"/>
                  </a:lnTo>
                  <a:lnTo>
                    <a:pt x="48554" y="269583"/>
                  </a:lnTo>
                  <a:lnTo>
                    <a:pt x="52385" y="273317"/>
                  </a:lnTo>
                  <a:lnTo>
                    <a:pt x="56333" y="276928"/>
                  </a:lnTo>
                  <a:lnTo>
                    <a:pt x="60395" y="280410"/>
                  </a:lnTo>
                  <a:lnTo>
                    <a:pt x="64566" y="283760"/>
                  </a:lnTo>
                  <a:lnTo>
                    <a:pt x="68843" y="286975"/>
                  </a:lnTo>
                  <a:lnTo>
                    <a:pt x="73219" y="290052"/>
                  </a:lnTo>
                  <a:lnTo>
                    <a:pt x="77693" y="292987"/>
                  </a:lnTo>
                  <a:lnTo>
                    <a:pt x="82257" y="295777"/>
                  </a:lnTo>
                  <a:lnTo>
                    <a:pt x="86909" y="298420"/>
                  </a:lnTo>
                  <a:lnTo>
                    <a:pt x="91643" y="300912"/>
                  </a:lnTo>
                  <a:lnTo>
                    <a:pt x="96454" y="303252"/>
                  </a:lnTo>
                  <a:lnTo>
                    <a:pt x="101338" y="305437"/>
                  </a:lnTo>
                  <a:lnTo>
                    <a:pt x="106289" y="307464"/>
                  </a:lnTo>
                  <a:lnTo>
                    <a:pt x="111302" y="309332"/>
                  </a:lnTo>
                  <a:lnTo>
                    <a:pt x="116373" y="311039"/>
                  </a:lnTo>
                  <a:lnTo>
                    <a:pt x="121495" y="312582"/>
                  </a:lnTo>
                  <a:lnTo>
                    <a:pt x="126664" y="313960"/>
                  </a:lnTo>
                  <a:lnTo>
                    <a:pt x="131875" y="315173"/>
                  </a:lnTo>
                  <a:lnTo>
                    <a:pt x="137122" y="316218"/>
                  </a:lnTo>
                  <a:lnTo>
                    <a:pt x="142400" y="317095"/>
                  </a:lnTo>
                  <a:lnTo>
                    <a:pt x="147703" y="317802"/>
                  </a:lnTo>
                  <a:lnTo>
                    <a:pt x="153026" y="318339"/>
                  </a:lnTo>
                  <a:lnTo>
                    <a:pt x="158363" y="318706"/>
                  </a:lnTo>
                  <a:lnTo>
                    <a:pt x="163710" y="318902"/>
                  </a:lnTo>
                  <a:lnTo>
                    <a:pt x="169060" y="318926"/>
                  </a:lnTo>
                  <a:lnTo>
                    <a:pt x="174408" y="318780"/>
                  </a:lnTo>
                  <a:lnTo>
                    <a:pt x="179748" y="318462"/>
                  </a:lnTo>
                  <a:lnTo>
                    <a:pt x="185076" y="317973"/>
                  </a:lnTo>
                  <a:lnTo>
                    <a:pt x="190385" y="317315"/>
                  </a:lnTo>
                  <a:lnTo>
                    <a:pt x="195671" y="316486"/>
                  </a:lnTo>
                  <a:lnTo>
                    <a:pt x="200927" y="315489"/>
                  </a:lnTo>
                  <a:lnTo>
                    <a:pt x="206149" y="314325"/>
                  </a:lnTo>
                  <a:lnTo>
                    <a:pt x="211331" y="312993"/>
                  </a:lnTo>
                  <a:lnTo>
                    <a:pt x="216467" y="311497"/>
                  </a:lnTo>
                  <a:lnTo>
                    <a:pt x="221553" y="309837"/>
                  </a:lnTo>
                  <a:lnTo>
                    <a:pt x="226583" y="308015"/>
                  </a:lnTo>
                  <a:lnTo>
                    <a:pt x="231553" y="306034"/>
                  </a:lnTo>
                  <a:lnTo>
                    <a:pt x="236456" y="303894"/>
                  </a:lnTo>
                  <a:lnTo>
                    <a:pt x="241289" y="301598"/>
                  </a:lnTo>
                  <a:lnTo>
                    <a:pt x="246045" y="299149"/>
                  </a:lnTo>
                  <a:lnTo>
                    <a:pt x="250721" y="296549"/>
                  </a:lnTo>
                  <a:lnTo>
                    <a:pt x="255311" y="293800"/>
                  </a:lnTo>
                  <a:lnTo>
                    <a:pt x="259811" y="290907"/>
                  </a:lnTo>
                  <a:lnTo>
                    <a:pt x="264216" y="287870"/>
                  </a:lnTo>
                  <a:lnTo>
                    <a:pt x="167151" y="151770"/>
                  </a:lnTo>
                  <a:close/>
                </a:path>
              </a:pathLst>
            </a:custGeom>
            <a:solidFill>
              <a:srgbClr val="FFFFFF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74" name="pg174"/>
            <p:cNvSpPr/>
            <p:nvPr/>
          </p:nvSpPr>
          <p:spPr>
            <a:xfrm>
              <a:off x="6728472" y="2126963"/>
              <a:ext cx="167163" cy="303267"/>
            </a:xfrm>
            <a:custGeom>
              <a:avLst/>
              <a:pathLst>
                <a:path w="167163" h="303267">
                  <a:moveTo>
                    <a:pt x="97064" y="303267"/>
                  </a:moveTo>
                  <a:lnTo>
                    <a:pt x="101359" y="300100"/>
                  </a:lnTo>
                  <a:lnTo>
                    <a:pt x="105551" y="296797"/>
                  </a:lnTo>
                  <a:lnTo>
                    <a:pt x="109635" y="293362"/>
                  </a:lnTo>
                  <a:lnTo>
                    <a:pt x="113607" y="289798"/>
                  </a:lnTo>
                  <a:lnTo>
                    <a:pt x="117463" y="286109"/>
                  </a:lnTo>
                  <a:lnTo>
                    <a:pt x="121200" y="282299"/>
                  </a:lnTo>
                  <a:lnTo>
                    <a:pt x="124813" y="278372"/>
                  </a:lnTo>
                  <a:lnTo>
                    <a:pt x="128299" y="274331"/>
                  </a:lnTo>
                  <a:lnTo>
                    <a:pt x="131654" y="270181"/>
                  </a:lnTo>
                  <a:lnTo>
                    <a:pt x="134876" y="265926"/>
                  </a:lnTo>
                  <a:lnTo>
                    <a:pt x="137959" y="261571"/>
                  </a:lnTo>
                  <a:lnTo>
                    <a:pt x="140902" y="257119"/>
                  </a:lnTo>
                  <a:lnTo>
                    <a:pt x="143702" y="252576"/>
                  </a:lnTo>
                  <a:lnTo>
                    <a:pt x="146355" y="247945"/>
                  </a:lnTo>
                  <a:lnTo>
                    <a:pt x="148858" y="243232"/>
                  </a:lnTo>
                  <a:lnTo>
                    <a:pt x="151211" y="238442"/>
                  </a:lnTo>
                  <a:lnTo>
                    <a:pt x="153409" y="233579"/>
                  </a:lnTo>
                  <a:lnTo>
                    <a:pt x="155450" y="228649"/>
                  </a:lnTo>
                  <a:lnTo>
                    <a:pt x="157334" y="223655"/>
                  </a:lnTo>
                  <a:lnTo>
                    <a:pt x="159056" y="218605"/>
                  </a:lnTo>
                  <a:lnTo>
                    <a:pt x="160617" y="213501"/>
                  </a:lnTo>
                  <a:lnTo>
                    <a:pt x="162014" y="208351"/>
                  </a:lnTo>
                  <a:lnTo>
                    <a:pt x="163246" y="203159"/>
                  </a:lnTo>
                  <a:lnTo>
                    <a:pt x="164312" y="197929"/>
                  </a:lnTo>
                  <a:lnTo>
                    <a:pt x="165210" y="192669"/>
                  </a:lnTo>
                  <a:lnTo>
                    <a:pt x="165940" y="187382"/>
                  </a:lnTo>
                  <a:lnTo>
                    <a:pt x="166501" y="182075"/>
                  </a:lnTo>
                  <a:lnTo>
                    <a:pt x="166892" y="176753"/>
                  </a:lnTo>
                  <a:lnTo>
                    <a:pt x="167113" y="171421"/>
                  </a:lnTo>
                  <a:lnTo>
                    <a:pt x="167163" y="166085"/>
                  </a:lnTo>
                  <a:lnTo>
                    <a:pt x="167044" y="160750"/>
                  </a:lnTo>
                  <a:lnTo>
                    <a:pt x="166754" y="155421"/>
                  </a:lnTo>
                  <a:lnTo>
                    <a:pt x="166294" y="150104"/>
                  </a:lnTo>
                  <a:lnTo>
                    <a:pt x="165664" y="144805"/>
                  </a:lnTo>
                  <a:lnTo>
                    <a:pt x="164866" y="139528"/>
                  </a:lnTo>
                  <a:lnTo>
                    <a:pt x="163900" y="134280"/>
                  </a:lnTo>
                  <a:lnTo>
                    <a:pt x="162767" y="129065"/>
                  </a:lnTo>
                  <a:lnTo>
                    <a:pt x="161468" y="123889"/>
                  </a:lnTo>
                  <a:lnTo>
                    <a:pt x="160004" y="118757"/>
                  </a:lnTo>
                  <a:lnTo>
                    <a:pt x="158377" y="113674"/>
                  </a:lnTo>
                  <a:lnTo>
                    <a:pt x="156589" y="108646"/>
                  </a:lnTo>
                  <a:lnTo>
                    <a:pt x="154641" y="103678"/>
                  </a:lnTo>
                  <a:lnTo>
                    <a:pt x="152536" y="98774"/>
                  </a:lnTo>
                  <a:lnTo>
                    <a:pt x="150275" y="93940"/>
                  </a:lnTo>
                  <a:lnTo>
                    <a:pt x="147861" y="89181"/>
                  </a:lnTo>
                  <a:lnTo>
                    <a:pt x="145297" y="84501"/>
                  </a:lnTo>
                  <a:lnTo>
                    <a:pt x="142584" y="79905"/>
                  </a:lnTo>
                  <a:lnTo>
                    <a:pt x="139726" y="75398"/>
                  </a:lnTo>
                  <a:lnTo>
                    <a:pt x="136725" y="70985"/>
                  </a:lnTo>
                  <a:lnTo>
                    <a:pt x="133586" y="66670"/>
                  </a:lnTo>
                  <a:lnTo>
                    <a:pt x="130310" y="62457"/>
                  </a:lnTo>
                  <a:lnTo>
                    <a:pt x="126901" y="58351"/>
                  </a:lnTo>
                  <a:lnTo>
                    <a:pt x="123363" y="54356"/>
                  </a:lnTo>
                  <a:lnTo>
                    <a:pt x="119699" y="50476"/>
                  </a:lnTo>
                  <a:lnTo>
                    <a:pt x="115914" y="46714"/>
                  </a:lnTo>
                  <a:lnTo>
                    <a:pt x="112010" y="43076"/>
                  </a:lnTo>
                  <a:lnTo>
                    <a:pt x="107992" y="39564"/>
                  </a:lnTo>
                  <a:lnTo>
                    <a:pt x="103864" y="36182"/>
                  </a:lnTo>
                  <a:lnTo>
                    <a:pt x="99630" y="32933"/>
                  </a:lnTo>
                  <a:lnTo>
                    <a:pt x="95294" y="29821"/>
                  </a:lnTo>
                  <a:lnTo>
                    <a:pt x="90862" y="26849"/>
                  </a:lnTo>
                  <a:lnTo>
                    <a:pt x="86337" y="24021"/>
                  </a:lnTo>
                  <a:lnTo>
                    <a:pt x="81723" y="21338"/>
                  </a:lnTo>
                  <a:lnTo>
                    <a:pt x="77027" y="18803"/>
                  </a:lnTo>
                  <a:lnTo>
                    <a:pt x="72252" y="16420"/>
                  </a:lnTo>
                  <a:lnTo>
                    <a:pt x="67403" y="14191"/>
                  </a:lnTo>
                  <a:lnTo>
                    <a:pt x="62486" y="12117"/>
                  </a:lnTo>
                  <a:lnTo>
                    <a:pt x="57505" y="10202"/>
                  </a:lnTo>
                  <a:lnTo>
                    <a:pt x="52466" y="8446"/>
                  </a:lnTo>
                  <a:lnTo>
                    <a:pt x="47373" y="6852"/>
                  </a:lnTo>
                  <a:lnTo>
                    <a:pt x="42231" y="5422"/>
                  </a:lnTo>
                  <a:lnTo>
                    <a:pt x="37047" y="4156"/>
                  </a:lnTo>
                  <a:lnTo>
                    <a:pt x="31825" y="3057"/>
                  </a:lnTo>
                  <a:lnTo>
                    <a:pt x="26570" y="2125"/>
                  </a:lnTo>
                  <a:lnTo>
                    <a:pt x="21289" y="1361"/>
                  </a:lnTo>
                  <a:lnTo>
                    <a:pt x="15985" y="766"/>
                  </a:lnTo>
                  <a:lnTo>
                    <a:pt x="10666" y="340"/>
                  </a:lnTo>
                  <a:lnTo>
                    <a:pt x="5335" y="85"/>
                  </a:lnTo>
                  <a:lnTo>
                    <a:pt x="0" y="0"/>
                  </a:lnTo>
                  <a:lnTo>
                    <a:pt x="0" y="167167"/>
                  </a:lnTo>
                  <a:close/>
                </a:path>
              </a:pathLst>
            </a:custGeom>
            <a:solidFill>
              <a:srgbClr val="DCDCDC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75" name="pg175"/>
            <p:cNvSpPr/>
            <p:nvPr/>
          </p:nvSpPr>
          <p:spPr>
            <a:xfrm>
              <a:off x="6423235" y="168150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DCB70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76" name="pg176"/>
            <p:cNvSpPr/>
            <p:nvPr/>
          </p:nvSpPr>
          <p:spPr>
            <a:xfrm>
              <a:off x="6423235" y="168150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DCB70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77" name="pg177"/>
            <p:cNvSpPr/>
            <p:nvPr/>
          </p:nvSpPr>
          <p:spPr>
            <a:xfrm>
              <a:off x="6423235" y="168150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DCB70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78" name="pg178"/>
            <p:cNvSpPr/>
            <p:nvPr/>
          </p:nvSpPr>
          <p:spPr>
            <a:xfrm>
              <a:off x="6383183" y="1681503"/>
              <a:ext cx="40051" cy="167167"/>
            </a:xfrm>
            <a:custGeom>
              <a:avLst/>
              <a:pathLst>
                <a:path w="40051" h="167167">
                  <a:moveTo>
                    <a:pt x="40051" y="0"/>
                  </a:moveTo>
                  <a:lnTo>
                    <a:pt x="33312" y="135"/>
                  </a:lnTo>
                  <a:lnTo>
                    <a:pt x="26584" y="543"/>
                  </a:lnTo>
                  <a:lnTo>
                    <a:pt x="19878" y="1221"/>
                  </a:lnTo>
                  <a:lnTo>
                    <a:pt x="13204" y="2169"/>
                  </a:lnTo>
                  <a:lnTo>
                    <a:pt x="6575" y="3386"/>
                  </a:lnTo>
                  <a:lnTo>
                    <a:pt x="0" y="4868"/>
                  </a:lnTo>
                  <a:lnTo>
                    <a:pt x="40051" y="167167"/>
                  </a:lnTo>
                  <a:close/>
                </a:path>
              </a:pathLst>
            </a:custGeom>
            <a:solidFill>
              <a:srgbClr val="DCB702">
                <a:alpha val="100000"/>
              </a:srgbClr>
            </a:solidFill>
            <a:ln w="9525" cap="rnd">
              <a:solidFill>
                <a:srgbClr val="DCB70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79" name="pg179"/>
            <p:cNvSpPr/>
            <p:nvPr/>
          </p:nvSpPr>
          <p:spPr>
            <a:xfrm>
              <a:off x="6383183" y="1686372"/>
              <a:ext cx="40051" cy="162298"/>
            </a:xfrm>
            <a:custGeom>
              <a:avLst/>
              <a:pathLst>
                <a:path w="40051" h="162298">
                  <a:moveTo>
                    <a:pt x="0" y="0"/>
                  </a:moveTo>
                  <a:lnTo>
                    <a:pt x="40051" y="162298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DCB70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0" name="pg180"/>
            <p:cNvSpPr/>
            <p:nvPr/>
          </p:nvSpPr>
          <p:spPr>
            <a:xfrm>
              <a:off x="6383183" y="1686372"/>
              <a:ext cx="40051" cy="162298"/>
            </a:xfrm>
            <a:custGeom>
              <a:avLst/>
              <a:pathLst>
                <a:path w="40051" h="162298">
                  <a:moveTo>
                    <a:pt x="0" y="0"/>
                  </a:moveTo>
                  <a:lnTo>
                    <a:pt x="40051" y="162298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DCB70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1" name="pg181"/>
            <p:cNvSpPr/>
            <p:nvPr/>
          </p:nvSpPr>
          <p:spPr>
            <a:xfrm>
              <a:off x="6383183" y="1686372"/>
              <a:ext cx="40051" cy="162298"/>
            </a:xfrm>
            <a:custGeom>
              <a:avLst/>
              <a:pathLst>
                <a:path w="40051" h="162298">
                  <a:moveTo>
                    <a:pt x="0" y="0"/>
                  </a:moveTo>
                  <a:lnTo>
                    <a:pt x="40051" y="162298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DCB70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2" name="pg182"/>
            <p:cNvSpPr/>
            <p:nvPr/>
          </p:nvSpPr>
          <p:spPr>
            <a:xfrm>
              <a:off x="6383183" y="1686372"/>
              <a:ext cx="40051" cy="162298"/>
            </a:xfrm>
            <a:custGeom>
              <a:avLst/>
              <a:pathLst>
                <a:path w="40051" h="162298">
                  <a:moveTo>
                    <a:pt x="0" y="0"/>
                  </a:moveTo>
                  <a:lnTo>
                    <a:pt x="40051" y="162298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DCB70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3" name="pg183"/>
            <p:cNvSpPr/>
            <p:nvPr/>
          </p:nvSpPr>
          <p:spPr>
            <a:xfrm>
              <a:off x="6383183" y="1686372"/>
              <a:ext cx="40051" cy="162298"/>
            </a:xfrm>
            <a:custGeom>
              <a:avLst/>
              <a:pathLst>
                <a:path w="40051" h="162298">
                  <a:moveTo>
                    <a:pt x="0" y="0"/>
                  </a:moveTo>
                  <a:lnTo>
                    <a:pt x="40051" y="162298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DCB70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4" name="pg184"/>
            <p:cNvSpPr/>
            <p:nvPr/>
          </p:nvSpPr>
          <p:spPr>
            <a:xfrm>
              <a:off x="6383183" y="1686372"/>
              <a:ext cx="40051" cy="162298"/>
            </a:xfrm>
            <a:custGeom>
              <a:avLst/>
              <a:pathLst>
                <a:path w="40051" h="162298">
                  <a:moveTo>
                    <a:pt x="0" y="0"/>
                  </a:moveTo>
                  <a:lnTo>
                    <a:pt x="40051" y="162298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DCB70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5" name="pg185"/>
            <p:cNvSpPr/>
            <p:nvPr/>
          </p:nvSpPr>
          <p:spPr>
            <a:xfrm>
              <a:off x="6383183" y="1686372"/>
              <a:ext cx="40051" cy="162298"/>
            </a:xfrm>
            <a:custGeom>
              <a:avLst/>
              <a:pathLst>
                <a:path w="40051" h="162298">
                  <a:moveTo>
                    <a:pt x="0" y="0"/>
                  </a:moveTo>
                  <a:lnTo>
                    <a:pt x="40051" y="162298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DCB70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6" name="pg186"/>
            <p:cNvSpPr/>
            <p:nvPr/>
          </p:nvSpPr>
          <p:spPr>
            <a:xfrm>
              <a:off x="6383183" y="1686372"/>
              <a:ext cx="40051" cy="162298"/>
            </a:xfrm>
            <a:custGeom>
              <a:avLst/>
              <a:pathLst>
                <a:path w="40051" h="162298">
                  <a:moveTo>
                    <a:pt x="0" y="0"/>
                  </a:moveTo>
                  <a:lnTo>
                    <a:pt x="40051" y="162298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DCB70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7" name="pg187"/>
            <p:cNvSpPr/>
            <p:nvPr/>
          </p:nvSpPr>
          <p:spPr>
            <a:xfrm>
              <a:off x="6383183" y="1686372"/>
              <a:ext cx="40051" cy="162298"/>
            </a:xfrm>
            <a:custGeom>
              <a:avLst/>
              <a:pathLst>
                <a:path w="40051" h="162298">
                  <a:moveTo>
                    <a:pt x="0" y="0"/>
                  </a:moveTo>
                  <a:lnTo>
                    <a:pt x="40051" y="162298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DCB70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8" name="pg188"/>
            <p:cNvSpPr/>
            <p:nvPr/>
          </p:nvSpPr>
          <p:spPr>
            <a:xfrm>
              <a:off x="6383183" y="1686372"/>
              <a:ext cx="40051" cy="162298"/>
            </a:xfrm>
            <a:custGeom>
              <a:avLst/>
              <a:pathLst>
                <a:path w="40051" h="162298">
                  <a:moveTo>
                    <a:pt x="0" y="0"/>
                  </a:moveTo>
                  <a:lnTo>
                    <a:pt x="40051" y="162298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DCB70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9" name="pg189"/>
            <p:cNvSpPr/>
            <p:nvPr/>
          </p:nvSpPr>
          <p:spPr>
            <a:xfrm>
              <a:off x="6383183" y="1686372"/>
              <a:ext cx="40051" cy="162298"/>
            </a:xfrm>
            <a:custGeom>
              <a:avLst/>
              <a:pathLst>
                <a:path w="40051" h="162298">
                  <a:moveTo>
                    <a:pt x="0" y="0"/>
                  </a:moveTo>
                  <a:lnTo>
                    <a:pt x="40051" y="162298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DCB70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90" name="pg190"/>
            <p:cNvSpPr/>
            <p:nvPr/>
          </p:nvSpPr>
          <p:spPr>
            <a:xfrm>
              <a:off x="6383183" y="1686372"/>
              <a:ext cx="40051" cy="162298"/>
            </a:xfrm>
            <a:custGeom>
              <a:avLst/>
              <a:pathLst>
                <a:path w="40051" h="162298">
                  <a:moveTo>
                    <a:pt x="0" y="0"/>
                  </a:moveTo>
                  <a:lnTo>
                    <a:pt x="40051" y="162298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DCB70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91" name="pg191"/>
            <p:cNvSpPr/>
            <p:nvPr/>
          </p:nvSpPr>
          <p:spPr>
            <a:xfrm>
              <a:off x="6383183" y="1686372"/>
              <a:ext cx="40051" cy="162298"/>
            </a:xfrm>
            <a:custGeom>
              <a:avLst/>
              <a:pathLst>
                <a:path w="40051" h="162298">
                  <a:moveTo>
                    <a:pt x="0" y="0"/>
                  </a:moveTo>
                  <a:lnTo>
                    <a:pt x="40051" y="162298"/>
                  </a:lnTo>
                  <a:close/>
                </a:path>
              </a:pathLst>
            </a:custGeom>
            <a:solidFill>
              <a:srgbClr val="B155A7">
                <a:alpha val="100000"/>
              </a:srgbClr>
            </a:solidFill>
            <a:ln w="9525" cap="rnd">
              <a:solidFill>
                <a:srgbClr val="DCB70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92" name="pg192"/>
            <p:cNvSpPr/>
            <p:nvPr/>
          </p:nvSpPr>
          <p:spPr>
            <a:xfrm>
              <a:off x="6383183" y="1686372"/>
              <a:ext cx="40051" cy="162298"/>
            </a:xfrm>
            <a:custGeom>
              <a:avLst/>
              <a:pathLst>
                <a:path w="40051" h="162298">
                  <a:moveTo>
                    <a:pt x="0" y="0"/>
                  </a:moveTo>
                  <a:lnTo>
                    <a:pt x="40051" y="162298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DCB70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93" name="pg193"/>
            <p:cNvSpPr/>
            <p:nvPr/>
          </p:nvSpPr>
          <p:spPr>
            <a:xfrm>
              <a:off x="6383183" y="1686372"/>
              <a:ext cx="40051" cy="162298"/>
            </a:xfrm>
            <a:custGeom>
              <a:avLst/>
              <a:pathLst>
                <a:path w="40051" h="162298">
                  <a:moveTo>
                    <a:pt x="0" y="0"/>
                  </a:moveTo>
                  <a:lnTo>
                    <a:pt x="40051" y="162298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DCB70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94" name="pg194"/>
            <p:cNvSpPr/>
            <p:nvPr/>
          </p:nvSpPr>
          <p:spPr>
            <a:xfrm>
              <a:off x="6383183" y="1686372"/>
              <a:ext cx="40051" cy="162298"/>
            </a:xfrm>
            <a:custGeom>
              <a:avLst/>
              <a:pathLst>
                <a:path w="40051" h="162298">
                  <a:moveTo>
                    <a:pt x="0" y="0"/>
                  </a:moveTo>
                  <a:lnTo>
                    <a:pt x="40051" y="162298"/>
                  </a:lnTo>
                  <a:close/>
                </a:path>
              </a:pathLst>
            </a:custGeom>
            <a:solidFill>
              <a:srgbClr val="EE637F">
                <a:alpha val="100000"/>
              </a:srgbClr>
            </a:solidFill>
            <a:ln w="9525" cap="rnd">
              <a:solidFill>
                <a:srgbClr val="DCB70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95" name="pg195"/>
            <p:cNvSpPr/>
            <p:nvPr/>
          </p:nvSpPr>
          <p:spPr>
            <a:xfrm>
              <a:off x="6383183" y="1686372"/>
              <a:ext cx="40051" cy="162298"/>
            </a:xfrm>
            <a:custGeom>
              <a:avLst/>
              <a:pathLst>
                <a:path w="40051" h="162298">
                  <a:moveTo>
                    <a:pt x="0" y="0"/>
                  </a:moveTo>
                  <a:lnTo>
                    <a:pt x="40051" y="162298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DCB70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96" name="pg196"/>
            <p:cNvSpPr/>
            <p:nvPr/>
          </p:nvSpPr>
          <p:spPr>
            <a:xfrm>
              <a:off x="6383183" y="1686372"/>
              <a:ext cx="40051" cy="162298"/>
            </a:xfrm>
            <a:custGeom>
              <a:avLst/>
              <a:pathLst>
                <a:path w="40051" h="162298">
                  <a:moveTo>
                    <a:pt x="0" y="0"/>
                  </a:moveTo>
                  <a:lnTo>
                    <a:pt x="40051" y="162298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DCB70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97" name="pg197"/>
            <p:cNvSpPr/>
            <p:nvPr/>
          </p:nvSpPr>
          <p:spPr>
            <a:xfrm>
              <a:off x="6383183" y="1686372"/>
              <a:ext cx="40051" cy="162298"/>
            </a:xfrm>
            <a:custGeom>
              <a:avLst/>
              <a:pathLst>
                <a:path w="40051" h="162298">
                  <a:moveTo>
                    <a:pt x="0" y="0"/>
                  </a:moveTo>
                  <a:lnTo>
                    <a:pt x="40051" y="162298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DCB70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98" name="pg198"/>
            <p:cNvSpPr/>
            <p:nvPr/>
          </p:nvSpPr>
          <p:spPr>
            <a:xfrm>
              <a:off x="6383183" y="1686372"/>
              <a:ext cx="40051" cy="162298"/>
            </a:xfrm>
            <a:custGeom>
              <a:avLst/>
              <a:pathLst>
                <a:path w="40051" h="162298">
                  <a:moveTo>
                    <a:pt x="0" y="0"/>
                  </a:moveTo>
                  <a:lnTo>
                    <a:pt x="40051" y="162298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DCB70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99" name="pg199"/>
            <p:cNvSpPr/>
            <p:nvPr/>
          </p:nvSpPr>
          <p:spPr>
            <a:xfrm>
              <a:off x="6383183" y="1686372"/>
              <a:ext cx="40051" cy="162298"/>
            </a:xfrm>
            <a:custGeom>
              <a:avLst/>
              <a:pathLst>
                <a:path w="40051" h="162298">
                  <a:moveTo>
                    <a:pt x="0" y="0"/>
                  </a:moveTo>
                  <a:lnTo>
                    <a:pt x="40051" y="162298"/>
                  </a:lnTo>
                  <a:close/>
                </a:path>
              </a:pathLst>
            </a:custGeom>
            <a:solidFill>
              <a:srgbClr val="FF7F40">
                <a:alpha val="100000"/>
              </a:srgbClr>
            </a:solidFill>
            <a:ln w="9525" cap="rnd">
              <a:solidFill>
                <a:srgbClr val="DCB70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00" name="pg200"/>
            <p:cNvSpPr/>
            <p:nvPr/>
          </p:nvSpPr>
          <p:spPr>
            <a:xfrm>
              <a:off x="6383183" y="1686372"/>
              <a:ext cx="40051" cy="162298"/>
            </a:xfrm>
            <a:custGeom>
              <a:avLst/>
              <a:pathLst>
                <a:path w="40051" h="162298">
                  <a:moveTo>
                    <a:pt x="0" y="0"/>
                  </a:moveTo>
                  <a:lnTo>
                    <a:pt x="40051" y="162298"/>
                  </a:lnTo>
                  <a:close/>
                </a:path>
              </a:pathLst>
            </a:custGeom>
            <a:solidFill>
              <a:srgbClr val="BCED54">
                <a:alpha val="100000"/>
              </a:srgbClr>
            </a:solidFill>
            <a:ln w="9525" cap="rnd">
              <a:solidFill>
                <a:srgbClr val="DCB70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01" name="pg201"/>
            <p:cNvSpPr/>
            <p:nvPr/>
          </p:nvSpPr>
          <p:spPr>
            <a:xfrm>
              <a:off x="6256067" y="1686372"/>
              <a:ext cx="334326" cy="329456"/>
            </a:xfrm>
            <a:custGeom>
              <a:avLst/>
              <a:pathLst>
                <a:path w="334326" h="329456">
                  <a:moveTo>
                    <a:pt x="127115" y="0"/>
                  </a:moveTo>
                  <a:lnTo>
                    <a:pt x="122002" y="1347"/>
                  </a:lnTo>
                  <a:lnTo>
                    <a:pt x="116934" y="2856"/>
                  </a:lnTo>
                  <a:lnTo>
                    <a:pt x="111917" y="4525"/>
                  </a:lnTo>
                  <a:lnTo>
                    <a:pt x="106954" y="6351"/>
                  </a:lnTo>
                  <a:lnTo>
                    <a:pt x="102052" y="8334"/>
                  </a:lnTo>
                  <a:lnTo>
                    <a:pt x="97215" y="10470"/>
                  </a:lnTo>
                  <a:lnTo>
                    <a:pt x="92448" y="12759"/>
                  </a:lnTo>
                  <a:lnTo>
                    <a:pt x="87756" y="15197"/>
                  </a:lnTo>
                  <a:lnTo>
                    <a:pt x="83143" y="17782"/>
                  </a:lnTo>
                  <a:lnTo>
                    <a:pt x="78615" y="20511"/>
                  </a:lnTo>
                  <a:lnTo>
                    <a:pt x="74175" y="23383"/>
                  </a:lnTo>
                  <a:lnTo>
                    <a:pt x="69828" y="26394"/>
                  </a:lnTo>
                  <a:lnTo>
                    <a:pt x="65578" y="29540"/>
                  </a:lnTo>
                  <a:lnTo>
                    <a:pt x="61430" y="32820"/>
                  </a:lnTo>
                  <a:lnTo>
                    <a:pt x="57388" y="36229"/>
                  </a:lnTo>
                  <a:lnTo>
                    <a:pt x="53455" y="39764"/>
                  </a:lnTo>
                  <a:lnTo>
                    <a:pt x="49637" y="43422"/>
                  </a:lnTo>
                  <a:lnTo>
                    <a:pt x="45936" y="47198"/>
                  </a:lnTo>
                  <a:lnTo>
                    <a:pt x="42356" y="51090"/>
                  </a:lnTo>
                  <a:lnTo>
                    <a:pt x="38901" y="55093"/>
                  </a:lnTo>
                  <a:lnTo>
                    <a:pt x="35575" y="59204"/>
                  </a:lnTo>
                  <a:lnTo>
                    <a:pt x="32380" y="63417"/>
                  </a:lnTo>
                  <a:lnTo>
                    <a:pt x="29320" y="67730"/>
                  </a:lnTo>
                  <a:lnTo>
                    <a:pt x="26398" y="72137"/>
                  </a:lnTo>
                  <a:lnTo>
                    <a:pt x="23617" y="76634"/>
                  </a:lnTo>
                  <a:lnTo>
                    <a:pt x="20979" y="81217"/>
                  </a:lnTo>
                  <a:lnTo>
                    <a:pt x="18488" y="85881"/>
                  </a:lnTo>
                  <a:lnTo>
                    <a:pt x="16145" y="90622"/>
                  </a:lnTo>
                  <a:lnTo>
                    <a:pt x="13954" y="95434"/>
                  </a:lnTo>
                  <a:lnTo>
                    <a:pt x="11916" y="100313"/>
                  </a:lnTo>
                  <a:lnTo>
                    <a:pt x="10033" y="105255"/>
                  </a:lnTo>
                  <a:lnTo>
                    <a:pt x="8308" y="110253"/>
                  </a:lnTo>
                  <a:lnTo>
                    <a:pt x="6741" y="115303"/>
                  </a:lnTo>
                  <a:lnTo>
                    <a:pt x="5335" y="120401"/>
                  </a:lnTo>
                  <a:lnTo>
                    <a:pt x="4091" y="125540"/>
                  </a:lnTo>
                  <a:lnTo>
                    <a:pt x="3010" y="130716"/>
                  </a:lnTo>
                  <a:lnTo>
                    <a:pt x="2093" y="135924"/>
                  </a:lnTo>
                  <a:lnTo>
                    <a:pt x="1342" y="141158"/>
                  </a:lnTo>
                  <a:lnTo>
                    <a:pt x="756" y="146413"/>
                  </a:lnTo>
                  <a:lnTo>
                    <a:pt x="337" y="151684"/>
                  </a:lnTo>
                  <a:lnTo>
                    <a:pt x="85" y="156966"/>
                  </a:lnTo>
                  <a:lnTo>
                    <a:pt x="0" y="162253"/>
                  </a:lnTo>
                  <a:lnTo>
                    <a:pt x="82" y="167540"/>
                  </a:lnTo>
                  <a:lnTo>
                    <a:pt x="331" y="172822"/>
                  </a:lnTo>
                  <a:lnTo>
                    <a:pt x="747" y="178094"/>
                  </a:lnTo>
                  <a:lnTo>
                    <a:pt x="1330" y="183349"/>
                  </a:lnTo>
                  <a:lnTo>
                    <a:pt x="2079" y="188584"/>
                  </a:lnTo>
                  <a:lnTo>
                    <a:pt x="2993" y="193792"/>
                  </a:lnTo>
                  <a:lnTo>
                    <a:pt x="4071" y="198969"/>
                  </a:lnTo>
                  <a:lnTo>
                    <a:pt x="5313" y="204109"/>
                  </a:lnTo>
                  <a:lnTo>
                    <a:pt x="6716" y="209207"/>
                  </a:lnTo>
                  <a:lnTo>
                    <a:pt x="8280" y="214258"/>
                  </a:lnTo>
                  <a:lnTo>
                    <a:pt x="10003" y="219257"/>
                  </a:lnTo>
                  <a:lnTo>
                    <a:pt x="11883" y="224200"/>
                  </a:lnTo>
                  <a:lnTo>
                    <a:pt x="13918" y="229080"/>
                  </a:lnTo>
                  <a:lnTo>
                    <a:pt x="16107" y="233893"/>
                  </a:lnTo>
                  <a:lnTo>
                    <a:pt x="18447" y="238635"/>
                  </a:lnTo>
                  <a:lnTo>
                    <a:pt x="20936" y="243301"/>
                  </a:lnTo>
                  <a:lnTo>
                    <a:pt x="23571" y="247885"/>
                  </a:lnTo>
                  <a:lnTo>
                    <a:pt x="26350" y="252384"/>
                  </a:lnTo>
                  <a:lnTo>
                    <a:pt x="29269" y="256793"/>
                  </a:lnTo>
                  <a:lnTo>
                    <a:pt x="32327" y="261107"/>
                  </a:lnTo>
                  <a:lnTo>
                    <a:pt x="35520" y="265322"/>
                  </a:lnTo>
                  <a:lnTo>
                    <a:pt x="38844" y="269434"/>
                  </a:lnTo>
                  <a:lnTo>
                    <a:pt x="42297" y="273439"/>
                  </a:lnTo>
                  <a:lnTo>
                    <a:pt x="45874" y="277333"/>
                  </a:lnTo>
                  <a:lnTo>
                    <a:pt x="49573" y="281112"/>
                  </a:lnTo>
                  <a:lnTo>
                    <a:pt x="53390" y="284771"/>
                  </a:lnTo>
                  <a:lnTo>
                    <a:pt x="57320" y="288309"/>
                  </a:lnTo>
                  <a:lnTo>
                    <a:pt x="61361" y="291720"/>
                  </a:lnTo>
                  <a:lnTo>
                    <a:pt x="65507" y="295001"/>
                  </a:lnTo>
                  <a:lnTo>
                    <a:pt x="69755" y="298150"/>
                  </a:lnTo>
                  <a:lnTo>
                    <a:pt x="74100" y="301163"/>
                  </a:lnTo>
                  <a:lnTo>
                    <a:pt x="78539" y="304037"/>
                  </a:lnTo>
                  <a:lnTo>
                    <a:pt x="83066" y="306769"/>
                  </a:lnTo>
                  <a:lnTo>
                    <a:pt x="87677" y="309357"/>
                  </a:lnTo>
                  <a:lnTo>
                    <a:pt x="92368" y="311798"/>
                  </a:lnTo>
                  <a:lnTo>
                    <a:pt x="97134" y="314089"/>
                  </a:lnTo>
                  <a:lnTo>
                    <a:pt x="101970" y="316228"/>
                  </a:lnTo>
                  <a:lnTo>
                    <a:pt x="106871" y="318213"/>
                  </a:lnTo>
                  <a:lnTo>
                    <a:pt x="111832" y="320042"/>
                  </a:lnTo>
                  <a:lnTo>
                    <a:pt x="116849" y="321713"/>
                  </a:lnTo>
                  <a:lnTo>
                    <a:pt x="121916" y="323225"/>
                  </a:lnTo>
                  <a:lnTo>
                    <a:pt x="127028" y="324575"/>
                  </a:lnTo>
                  <a:lnTo>
                    <a:pt x="132181" y="325763"/>
                  </a:lnTo>
                  <a:lnTo>
                    <a:pt x="137369" y="326788"/>
                  </a:lnTo>
                  <a:lnTo>
                    <a:pt x="142586" y="327648"/>
                  </a:lnTo>
                  <a:lnTo>
                    <a:pt x="147828" y="328343"/>
                  </a:lnTo>
                  <a:lnTo>
                    <a:pt x="153089" y="328872"/>
                  </a:lnTo>
                  <a:lnTo>
                    <a:pt x="158365" y="329234"/>
                  </a:lnTo>
                  <a:lnTo>
                    <a:pt x="163649" y="329428"/>
                  </a:lnTo>
                  <a:lnTo>
                    <a:pt x="168936" y="329456"/>
                  </a:lnTo>
                  <a:lnTo>
                    <a:pt x="174222" y="329317"/>
                  </a:lnTo>
                  <a:lnTo>
                    <a:pt x="179501" y="329010"/>
                  </a:lnTo>
                  <a:lnTo>
                    <a:pt x="184768" y="328536"/>
                  </a:lnTo>
                  <a:lnTo>
                    <a:pt x="190017" y="327897"/>
                  </a:lnTo>
                  <a:lnTo>
                    <a:pt x="195243" y="327091"/>
                  </a:lnTo>
                  <a:lnTo>
                    <a:pt x="200441" y="326121"/>
                  </a:lnTo>
                  <a:lnTo>
                    <a:pt x="205605" y="324986"/>
                  </a:lnTo>
                  <a:lnTo>
                    <a:pt x="210732" y="323689"/>
                  </a:lnTo>
                  <a:lnTo>
                    <a:pt x="215814" y="322231"/>
                  </a:lnTo>
                  <a:lnTo>
                    <a:pt x="220848" y="320612"/>
                  </a:lnTo>
                  <a:lnTo>
                    <a:pt x="225829" y="318835"/>
                  </a:lnTo>
                  <a:lnTo>
                    <a:pt x="230750" y="316901"/>
                  </a:lnTo>
                  <a:lnTo>
                    <a:pt x="235608" y="314813"/>
                  </a:lnTo>
                  <a:lnTo>
                    <a:pt x="240397" y="312572"/>
                  </a:lnTo>
                  <a:lnTo>
                    <a:pt x="245114" y="310181"/>
                  </a:lnTo>
                  <a:lnTo>
                    <a:pt x="249752" y="307641"/>
                  </a:lnTo>
                  <a:lnTo>
                    <a:pt x="254307" y="304957"/>
                  </a:lnTo>
                  <a:lnTo>
                    <a:pt x="258776" y="302129"/>
                  </a:lnTo>
                  <a:lnTo>
                    <a:pt x="263153" y="299162"/>
                  </a:lnTo>
                  <a:lnTo>
                    <a:pt x="267433" y="296058"/>
                  </a:lnTo>
                  <a:lnTo>
                    <a:pt x="271614" y="292820"/>
                  </a:lnTo>
                  <a:lnTo>
                    <a:pt x="275689" y="289451"/>
                  </a:lnTo>
                  <a:lnTo>
                    <a:pt x="279657" y="285955"/>
                  </a:lnTo>
                  <a:lnTo>
                    <a:pt x="283511" y="282335"/>
                  </a:lnTo>
                  <a:lnTo>
                    <a:pt x="287250" y="278596"/>
                  </a:lnTo>
                  <a:lnTo>
                    <a:pt x="290868" y="274739"/>
                  </a:lnTo>
                  <a:lnTo>
                    <a:pt x="294362" y="270771"/>
                  </a:lnTo>
                  <a:lnTo>
                    <a:pt x="297729" y="266694"/>
                  </a:lnTo>
                  <a:lnTo>
                    <a:pt x="300966" y="262512"/>
                  </a:lnTo>
                  <a:lnTo>
                    <a:pt x="304068" y="258230"/>
                  </a:lnTo>
                  <a:lnTo>
                    <a:pt x="307034" y="253852"/>
                  </a:lnTo>
                  <a:lnTo>
                    <a:pt x="309860" y="249383"/>
                  </a:lnTo>
                  <a:lnTo>
                    <a:pt x="312543" y="244826"/>
                  </a:lnTo>
                  <a:lnTo>
                    <a:pt x="315080" y="240187"/>
                  </a:lnTo>
                  <a:lnTo>
                    <a:pt x="317469" y="235470"/>
                  </a:lnTo>
                  <a:lnTo>
                    <a:pt x="319709" y="230679"/>
                  </a:lnTo>
                  <a:lnTo>
                    <a:pt x="321795" y="225821"/>
                  </a:lnTo>
                  <a:lnTo>
                    <a:pt x="323727" y="220898"/>
                  </a:lnTo>
                  <a:lnTo>
                    <a:pt x="325502" y="215917"/>
                  </a:lnTo>
                  <a:lnTo>
                    <a:pt x="327118" y="210883"/>
                  </a:lnTo>
                  <a:lnTo>
                    <a:pt x="328575" y="205800"/>
                  </a:lnTo>
                  <a:lnTo>
                    <a:pt x="329870" y="200673"/>
                  </a:lnTo>
                  <a:lnTo>
                    <a:pt x="331002" y="195508"/>
                  </a:lnTo>
                  <a:lnTo>
                    <a:pt x="331971" y="190309"/>
                  </a:lnTo>
                  <a:lnTo>
                    <a:pt x="332774" y="185083"/>
                  </a:lnTo>
                  <a:lnTo>
                    <a:pt x="333412" y="179834"/>
                  </a:lnTo>
                  <a:lnTo>
                    <a:pt x="333884" y="174567"/>
                  </a:lnTo>
                  <a:lnTo>
                    <a:pt x="334188" y="169288"/>
                  </a:lnTo>
                  <a:lnTo>
                    <a:pt x="334326" y="164002"/>
                  </a:lnTo>
                  <a:lnTo>
                    <a:pt x="334296" y="158714"/>
                  </a:lnTo>
                  <a:lnTo>
                    <a:pt x="334099" y="153430"/>
                  </a:lnTo>
                  <a:lnTo>
                    <a:pt x="333735" y="148155"/>
                  </a:lnTo>
                  <a:lnTo>
                    <a:pt x="333204" y="142894"/>
                  </a:lnTo>
                  <a:lnTo>
                    <a:pt x="332508" y="137652"/>
                  </a:lnTo>
                  <a:lnTo>
                    <a:pt x="331645" y="132435"/>
                  </a:lnTo>
                  <a:lnTo>
                    <a:pt x="330619" y="127248"/>
                  </a:lnTo>
                  <a:lnTo>
                    <a:pt x="329428" y="122096"/>
                  </a:lnTo>
                  <a:lnTo>
                    <a:pt x="328076" y="116984"/>
                  </a:lnTo>
                  <a:lnTo>
                    <a:pt x="326562" y="111918"/>
                  </a:lnTo>
                  <a:lnTo>
                    <a:pt x="324889" y="106902"/>
                  </a:lnTo>
                  <a:lnTo>
                    <a:pt x="323058" y="101941"/>
                  </a:lnTo>
                  <a:lnTo>
                    <a:pt x="321071" y="97041"/>
                  </a:lnTo>
                  <a:lnTo>
                    <a:pt x="318930" y="92206"/>
                  </a:lnTo>
                  <a:lnTo>
                    <a:pt x="316637" y="87441"/>
                  </a:lnTo>
                  <a:lnTo>
                    <a:pt x="314195" y="82751"/>
                  </a:lnTo>
                  <a:lnTo>
                    <a:pt x="311605" y="78141"/>
                  </a:lnTo>
                  <a:lnTo>
                    <a:pt x="308871" y="73614"/>
                  </a:lnTo>
                  <a:lnTo>
                    <a:pt x="305996" y="69177"/>
                  </a:lnTo>
                  <a:lnTo>
                    <a:pt x="302981" y="64833"/>
                  </a:lnTo>
                  <a:lnTo>
                    <a:pt x="299830" y="60586"/>
                  </a:lnTo>
                  <a:lnTo>
                    <a:pt x="296547" y="56441"/>
                  </a:lnTo>
                  <a:lnTo>
                    <a:pt x="293134" y="52402"/>
                  </a:lnTo>
                  <a:lnTo>
                    <a:pt x="289596" y="48473"/>
                  </a:lnTo>
                  <a:lnTo>
                    <a:pt x="285934" y="44658"/>
                  </a:lnTo>
                  <a:lnTo>
                    <a:pt x="282154" y="40960"/>
                  </a:lnTo>
                  <a:lnTo>
                    <a:pt x="278259" y="37384"/>
                  </a:lnTo>
                  <a:lnTo>
                    <a:pt x="274253" y="33933"/>
                  </a:lnTo>
                  <a:lnTo>
                    <a:pt x="270139" y="30610"/>
                  </a:lnTo>
                  <a:lnTo>
                    <a:pt x="265923" y="27420"/>
                  </a:lnTo>
                  <a:lnTo>
                    <a:pt x="261608" y="24364"/>
                  </a:lnTo>
                  <a:lnTo>
                    <a:pt x="257198" y="21446"/>
                  </a:lnTo>
                  <a:lnTo>
                    <a:pt x="252698" y="18669"/>
                  </a:lnTo>
                  <a:lnTo>
                    <a:pt x="248112" y="16035"/>
                  </a:lnTo>
                  <a:lnTo>
                    <a:pt x="243446" y="13548"/>
                  </a:lnTo>
                  <a:lnTo>
                    <a:pt x="238703" y="11210"/>
                  </a:lnTo>
                  <a:lnTo>
                    <a:pt x="233889" y="9023"/>
                  </a:lnTo>
                  <a:lnTo>
                    <a:pt x="167167" y="162298"/>
                  </a:lnTo>
                  <a:close/>
                </a:path>
              </a:pathLst>
            </a:custGeom>
            <a:solidFill>
              <a:srgbClr val="FFFFFF">
                <a:alpha val="100000"/>
              </a:srgbClr>
            </a:solidFill>
            <a:ln w="9525" cap="rnd">
              <a:solidFill>
                <a:srgbClr val="DCB70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02" name="pg202"/>
            <p:cNvSpPr/>
            <p:nvPr/>
          </p:nvSpPr>
          <p:spPr>
            <a:xfrm>
              <a:off x="6423235" y="1681503"/>
              <a:ext cx="66721" cy="167167"/>
            </a:xfrm>
            <a:custGeom>
              <a:avLst/>
              <a:pathLst>
                <a:path w="66721" h="167167">
                  <a:moveTo>
                    <a:pt x="66721" y="13892"/>
                  </a:moveTo>
                  <a:lnTo>
                    <a:pt x="61439" y="11700"/>
                  </a:lnTo>
                  <a:lnTo>
                    <a:pt x="56085" y="9689"/>
                  </a:lnTo>
                  <a:lnTo>
                    <a:pt x="50665" y="7862"/>
                  </a:lnTo>
                  <a:lnTo>
                    <a:pt x="45186" y="6223"/>
                  </a:lnTo>
                  <a:lnTo>
                    <a:pt x="39654" y="4771"/>
                  </a:lnTo>
                  <a:lnTo>
                    <a:pt x="34076" y="3510"/>
                  </a:lnTo>
                  <a:lnTo>
                    <a:pt x="28458" y="2440"/>
                  </a:lnTo>
                  <a:lnTo>
                    <a:pt x="22806" y="1563"/>
                  </a:lnTo>
                  <a:lnTo>
                    <a:pt x="17128" y="879"/>
                  </a:lnTo>
                  <a:lnTo>
                    <a:pt x="11430" y="391"/>
                  </a:lnTo>
                  <a:lnTo>
                    <a:pt x="5718" y="97"/>
                  </a:lnTo>
                  <a:lnTo>
                    <a:pt x="0" y="0"/>
                  </a:lnTo>
                  <a:lnTo>
                    <a:pt x="0" y="167167"/>
                  </a:lnTo>
                  <a:close/>
                </a:path>
              </a:pathLst>
            </a:custGeom>
            <a:solidFill>
              <a:srgbClr val="DCDCDC">
                <a:alpha val="100000"/>
              </a:srgbClr>
            </a:solidFill>
            <a:ln w="9525" cap="rnd">
              <a:solidFill>
                <a:srgbClr val="DCB70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03" name="pg203"/>
            <p:cNvSpPr/>
            <p:nvPr/>
          </p:nvSpPr>
          <p:spPr>
            <a:xfrm>
              <a:off x="6021039" y="132257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04" name="pg204"/>
            <p:cNvSpPr/>
            <p:nvPr/>
          </p:nvSpPr>
          <p:spPr>
            <a:xfrm>
              <a:off x="6021039" y="132257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05" name="pg205"/>
            <p:cNvSpPr/>
            <p:nvPr/>
          </p:nvSpPr>
          <p:spPr>
            <a:xfrm>
              <a:off x="6021039" y="132257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06" name="pg206"/>
            <p:cNvSpPr/>
            <p:nvPr/>
          </p:nvSpPr>
          <p:spPr>
            <a:xfrm>
              <a:off x="6021039" y="132257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DCB702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07" name="pg207"/>
            <p:cNvSpPr/>
            <p:nvPr/>
          </p:nvSpPr>
          <p:spPr>
            <a:xfrm>
              <a:off x="5853880" y="1322571"/>
              <a:ext cx="334325" cy="334324"/>
            </a:xfrm>
            <a:custGeom>
              <a:avLst/>
              <a:pathLst>
                <a:path w="334325" h="334324">
                  <a:moveTo>
                    <a:pt x="167158" y="0"/>
                  </a:moveTo>
                  <a:lnTo>
                    <a:pt x="161873" y="83"/>
                  </a:lnTo>
                  <a:lnTo>
                    <a:pt x="156593" y="334"/>
                  </a:lnTo>
                  <a:lnTo>
                    <a:pt x="151323" y="751"/>
                  </a:lnTo>
                  <a:lnTo>
                    <a:pt x="146070" y="1335"/>
                  </a:lnTo>
                  <a:lnTo>
                    <a:pt x="140837" y="2085"/>
                  </a:lnTo>
                  <a:lnTo>
                    <a:pt x="135631" y="2999"/>
                  </a:lnTo>
                  <a:lnTo>
                    <a:pt x="130456" y="4078"/>
                  </a:lnTo>
                  <a:lnTo>
                    <a:pt x="125318" y="5320"/>
                  </a:lnTo>
                  <a:lnTo>
                    <a:pt x="120222" y="6724"/>
                  </a:lnTo>
                  <a:lnTo>
                    <a:pt x="115173" y="8288"/>
                  </a:lnTo>
                  <a:lnTo>
                    <a:pt x="110175" y="10011"/>
                  </a:lnTo>
                  <a:lnTo>
                    <a:pt x="105235" y="11891"/>
                  </a:lnTo>
                  <a:lnTo>
                    <a:pt x="100357" y="13927"/>
                  </a:lnTo>
                  <a:lnTo>
                    <a:pt x="95545" y="16115"/>
                  </a:lnTo>
                  <a:lnTo>
                    <a:pt x="90805" y="18455"/>
                  </a:lnTo>
                  <a:lnTo>
                    <a:pt x="86142" y="20944"/>
                  </a:lnTo>
                  <a:lnTo>
                    <a:pt x="81559" y="23578"/>
                  </a:lnTo>
                  <a:lnTo>
                    <a:pt x="77062" y="26356"/>
                  </a:lnTo>
                  <a:lnTo>
                    <a:pt x="72655" y="29275"/>
                  </a:lnTo>
                  <a:lnTo>
                    <a:pt x="68342" y="32332"/>
                  </a:lnTo>
                  <a:lnTo>
                    <a:pt x="64129" y="35524"/>
                  </a:lnTo>
                  <a:lnTo>
                    <a:pt x="60018" y="38847"/>
                  </a:lnTo>
                  <a:lnTo>
                    <a:pt x="56015" y="42299"/>
                  </a:lnTo>
                  <a:lnTo>
                    <a:pt x="52122" y="45875"/>
                  </a:lnTo>
                  <a:lnTo>
                    <a:pt x="48345" y="49573"/>
                  </a:lnTo>
                  <a:lnTo>
                    <a:pt x="44686" y="53388"/>
                  </a:lnTo>
                  <a:lnTo>
                    <a:pt x="41150" y="57317"/>
                  </a:lnTo>
                  <a:lnTo>
                    <a:pt x="37740" y="61356"/>
                  </a:lnTo>
                  <a:lnTo>
                    <a:pt x="34459" y="65501"/>
                  </a:lnTo>
                  <a:lnTo>
                    <a:pt x="31311" y="69747"/>
                  </a:lnTo>
                  <a:lnTo>
                    <a:pt x="28299" y="74091"/>
                  </a:lnTo>
                  <a:lnTo>
                    <a:pt x="25426" y="78528"/>
                  </a:lnTo>
                  <a:lnTo>
                    <a:pt x="22694" y="83053"/>
                  </a:lnTo>
                  <a:lnTo>
                    <a:pt x="20107" y="87663"/>
                  </a:lnTo>
                  <a:lnTo>
                    <a:pt x="17667" y="92352"/>
                  </a:lnTo>
                  <a:lnTo>
                    <a:pt x="15376" y="97116"/>
                  </a:lnTo>
                  <a:lnTo>
                    <a:pt x="13237" y="101949"/>
                  </a:lnTo>
                  <a:lnTo>
                    <a:pt x="11252" y="106849"/>
                  </a:lnTo>
                  <a:lnTo>
                    <a:pt x="9423" y="111808"/>
                  </a:lnTo>
                  <a:lnTo>
                    <a:pt x="7752" y="116823"/>
                  </a:lnTo>
                  <a:lnTo>
                    <a:pt x="6240" y="121888"/>
                  </a:lnTo>
                  <a:lnTo>
                    <a:pt x="4888" y="126998"/>
                  </a:lnTo>
                  <a:lnTo>
                    <a:pt x="3700" y="132149"/>
                  </a:lnTo>
                  <a:lnTo>
                    <a:pt x="2674" y="137334"/>
                  </a:lnTo>
                  <a:lnTo>
                    <a:pt x="1813" y="142550"/>
                  </a:lnTo>
                  <a:lnTo>
                    <a:pt x="1117" y="147790"/>
                  </a:lnTo>
                  <a:lnTo>
                    <a:pt x="588" y="153049"/>
                  </a:lnTo>
                  <a:lnTo>
                    <a:pt x="225" y="158323"/>
                  </a:lnTo>
                  <a:lnTo>
                    <a:pt x="29" y="163605"/>
                  </a:lnTo>
                  <a:lnTo>
                    <a:pt x="0" y="168891"/>
                  </a:lnTo>
                  <a:lnTo>
                    <a:pt x="138" y="174175"/>
                  </a:lnTo>
                  <a:lnTo>
                    <a:pt x="443" y="179452"/>
                  </a:lnTo>
                  <a:lnTo>
                    <a:pt x="914" y="184717"/>
                  </a:lnTo>
                  <a:lnTo>
                    <a:pt x="1552" y="189964"/>
                  </a:lnTo>
                  <a:lnTo>
                    <a:pt x="2356" y="195189"/>
                  </a:lnTo>
                  <a:lnTo>
                    <a:pt x="3324" y="200385"/>
                  </a:lnTo>
                  <a:lnTo>
                    <a:pt x="4457" y="205549"/>
                  </a:lnTo>
                  <a:lnTo>
                    <a:pt x="5751" y="210674"/>
                  </a:lnTo>
                  <a:lnTo>
                    <a:pt x="7208" y="215755"/>
                  </a:lnTo>
                  <a:lnTo>
                    <a:pt x="8824" y="220788"/>
                  </a:lnTo>
                  <a:lnTo>
                    <a:pt x="10598" y="225767"/>
                  </a:lnTo>
                  <a:lnTo>
                    <a:pt x="12529" y="230688"/>
                  </a:lnTo>
                  <a:lnTo>
                    <a:pt x="14615" y="235545"/>
                  </a:lnTo>
                  <a:lnTo>
                    <a:pt x="16853" y="240334"/>
                  </a:lnTo>
                  <a:lnTo>
                    <a:pt x="19242" y="245049"/>
                  </a:lnTo>
                  <a:lnTo>
                    <a:pt x="21778" y="249687"/>
                  </a:lnTo>
                  <a:lnTo>
                    <a:pt x="24460" y="254242"/>
                  </a:lnTo>
                  <a:lnTo>
                    <a:pt x="27284" y="258710"/>
                  </a:lnTo>
                  <a:lnTo>
                    <a:pt x="30248" y="263087"/>
                  </a:lnTo>
                  <a:lnTo>
                    <a:pt x="33349" y="267368"/>
                  </a:lnTo>
                  <a:lnTo>
                    <a:pt x="36584" y="271548"/>
                  </a:lnTo>
                  <a:lnTo>
                    <a:pt x="39950" y="275624"/>
                  </a:lnTo>
                  <a:lnTo>
                    <a:pt x="43443" y="279592"/>
                  </a:lnTo>
                  <a:lnTo>
                    <a:pt x="47059" y="283447"/>
                  </a:lnTo>
                  <a:lnTo>
                    <a:pt x="50795" y="287186"/>
                  </a:lnTo>
                  <a:lnTo>
                    <a:pt x="54648" y="290805"/>
                  </a:lnTo>
                  <a:lnTo>
                    <a:pt x="58613" y="294301"/>
                  </a:lnTo>
                  <a:lnTo>
                    <a:pt x="62687" y="297669"/>
                  </a:lnTo>
                  <a:lnTo>
                    <a:pt x="66866" y="300907"/>
                  </a:lnTo>
                  <a:lnTo>
                    <a:pt x="71144" y="304011"/>
                  </a:lnTo>
                  <a:lnTo>
                    <a:pt x="75519" y="306978"/>
                  </a:lnTo>
                  <a:lnTo>
                    <a:pt x="79985" y="309806"/>
                  </a:lnTo>
                  <a:lnTo>
                    <a:pt x="84538" y="312491"/>
                  </a:lnTo>
                  <a:lnTo>
                    <a:pt x="89174" y="315030"/>
                  </a:lnTo>
                  <a:lnTo>
                    <a:pt x="93888" y="317422"/>
                  </a:lnTo>
                  <a:lnTo>
                    <a:pt x="98676" y="319663"/>
                  </a:lnTo>
                  <a:lnTo>
                    <a:pt x="103531" y="321752"/>
                  </a:lnTo>
                  <a:lnTo>
                    <a:pt x="108451" y="323687"/>
                  </a:lnTo>
                  <a:lnTo>
                    <a:pt x="113429" y="325464"/>
                  </a:lnTo>
                  <a:lnTo>
                    <a:pt x="118460" y="327084"/>
                  </a:lnTo>
                  <a:lnTo>
                    <a:pt x="123541" y="328544"/>
                  </a:lnTo>
                  <a:lnTo>
                    <a:pt x="128665" y="329842"/>
                  </a:lnTo>
                  <a:lnTo>
                    <a:pt x="133827" y="330978"/>
                  </a:lnTo>
                  <a:lnTo>
                    <a:pt x="139023" y="331950"/>
                  </a:lnTo>
                  <a:lnTo>
                    <a:pt x="144247" y="332757"/>
                  </a:lnTo>
                  <a:lnTo>
                    <a:pt x="149494" y="333399"/>
                  </a:lnTo>
                  <a:lnTo>
                    <a:pt x="154759" y="333874"/>
                  </a:lnTo>
                  <a:lnTo>
                    <a:pt x="160036" y="334183"/>
                  </a:lnTo>
                  <a:lnTo>
                    <a:pt x="165320" y="334324"/>
                  </a:lnTo>
                  <a:lnTo>
                    <a:pt x="170606" y="334299"/>
                  </a:lnTo>
                  <a:lnTo>
                    <a:pt x="175888" y="334106"/>
                  </a:lnTo>
                  <a:lnTo>
                    <a:pt x="181162" y="333747"/>
                  </a:lnTo>
                  <a:lnTo>
                    <a:pt x="186422" y="333221"/>
                  </a:lnTo>
                  <a:lnTo>
                    <a:pt x="191662" y="332529"/>
                  </a:lnTo>
                  <a:lnTo>
                    <a:pt x="196878" y="331671"/>
                  </a:lnTo>
                  <a:lnTo>
                    <a:pt x="202064" y="330649"/>
                  </a:lnTo>
                  <a:lnTo>
                    <a:pt x="207216" y="329464"/>
                  </a:lnTo>
                  <a:lnTo>
                    <a:pt x="212327" y="328116"/>
                  </a:lnTo>
                  <a:lnTo>
                    <a:pt x="217393" y="326608"/>
                  </a:lnTo>
                  <a:lnTo>
                    <a:pt x="222409" y="324940"/>
                  </a:lnTo>
                  <a:lnTo>
                    <a:pt x="227370" y="323114"/>
                  </a:lnTo>
                  <a:lnTo>
                    <a:pt x="232270" y="321132"/>
                  </a:lnTo>
                  <a:lnTo>
                    <a:pt x="237105" y="318997"/>
                  </a:lnTo>
                  <a:lnTo>
                    <a:pt x="241871" y="316709"/>
                  </a:lnTo>
                  <a:lnTo>
                    <a:pt x="246562" y="314272"/>
                  </a:lnTo>
                  <a:lnTo>
                    <a:pt x="251173" y="311688"/>
                  </a:lnTo>
                  <a:lnTo>
                    <a:pt x="255700" y="308960"/>
                  </a:lnTo>
                  <a:lnTo>
                    <a:pt x="260139" y="306090"/>
                  </a:lnTo>
                  <a:lnTo>
                    <a:pt x="264485" y="303080"/>
                  </a:lnTo>
                  <a:lnTo>
                    <a:pt x="268733" y="299935"/>
                  </a:lnTo>
                  <a:lnTo>
                    <a:pt x="272880" y="296657"/>
                  </a:lnTo>
                  <a:lnTo>
                    <a:pt x="276922" y="293250"/>
                  </a:lnTo>
                  <a:lnTo>
                    <a:pt x="280853" y="289717"/>
                  </a:lnTo>
                  <a:lnTo>
                    <a:pt x="284671" y="286061"/>
                  </a:lnTo>
                  <a:lnTo>
                    <a:pt x="288371" y="282286"/>
                  </a:lnTo>
                  <a:lnTo>
                    <a:pt x="291950" y="278396"/>
                  </a:lnTo>
                  <a:lnTo>
                    <a:pt x="295405" y="274395"/>
                  </a:lnTo>
                  <a:lnTo>
                    <a:pt x="298731" y="270286"/>
                  </a:lnTo>
                  <a:lnTo>
                    <a:pt x="301925" y="266075"/>
                  </a:lnTo>
                  <a:lnTo>
                    <a:pt x="304985" y="261765"/>
                  </a:lnTo>
                  <a:lnTo>
                    <a:pt x="307907" y="257360"/>
                  </a:lnTo>
                  <a:lnTo>
                    <a:pt x="310688" y="252864"/>
                  </a:lnTo>
                  <a:lnTo>
                    <a:pt x="313326" y="248284"/>
                  </a:lnTo>
                  <a:lnTo>
                    <a:pt x="315817" y="243622"/>
                  </a:lnTo>
                  <a:lnTo>
                    <a:pt x="318160" y="238883"/>
                  </a:lnTo>
                  <a:lnTo>
                    <a:pt x="320352" y="234073"/>
                  </a:lnTo>
                  <a:lnTo>
                    <a:pt x="322391" y="229196"/>
                  </a:lnTo>
                  <a:lnTo>
                    <a:pt x="324275" y="224257"/>
                  </a:lnTo>
                  <a:lnTo>
                    <a:pt x="326001" y="219261"/>
                  </a:lnTo>
                  <a:lnTo>
                    <a:pt x="327569" y="214213"/>
                  </a:lnTo>
                  <a:lnTo>
                    <a:pt x="328976" y="209118"/>
                  </a:lnTo>
                  <a:lnTo>
                    <a:pt x="330222" y="203981"/>
                  </a:lnTo>
                  <a:lnTo>
                    <a:pt x="331304" y="198807"/>
                  </a:lnTo>
                  <a:lnTo>
                    <a:pt x="332222" y="193601"/>
                  </a:lnTo>
                  <a:lnTo>
                    <a:pt x="332976" y="188369"/>
                  </a:lnTo>
                  <a:lnTo>
                    <a:pt x="333563" y="183116"/>
                  </a:lnTo>
                  <a:lnTo>
                    <a:pt x="333984" y="177847"/>
                  </a:lnTo>
                  <a:lnTo>
                    <a:pt x="334238" y="172567"/>
                  </a:lnTo>
                  <a:lnTo>
                    <a:pt x="334325" y="167281"/>
                  </a:lnTo>
                  <a:lnTo>
                    <a:pt x="334246" y="161996"/>
                  </a:lnTo>
                  <a:lnTo>
                    <a:pt x="333998" y="156716"/>
                  </a:lnTo>
                  <a:lnTo>
                    <a:pt x="333585" y="151446"/>
                  </a:lnTo>
                  <a:lnTo>
                    <a:pt x="333004" y="146192"/>
                  </a:lnTo>
                  <a:lnTo>
                    <a:pt x="332258" y="140959"/>
                  </a:lnTo>
                  <a:lnTo>
                    <a:pt x="331347" y="135752"/>
                  </a:lnTo>
                  <a:lnTo>
                    <a:pt x="330272" y="130577"/>
                  </a:lnTo>
                  <a:lnTo>
                    <a:pt x="329033" y="125438"/>
                  </a:lnTo>
                  <a:lnTo>
                    <a:pt x="327633" y="120341"/>
                  </a:lnTo>
                  <a:lnTo>
                    <a:pt x="326072" y="115290"/>
                  </a:lnTo>
                  <a:lnTo>
                    <a:pt x="324353" y="110292"/>
                  </a:lnTo>
                  <a:lnTo>
                    <a:pt x="322476" y="105350"/>
                  </a:lnTo>
                  <a:lnTo>
                    <a:pt x="320444" y="100471"/>
                  </a:lnTo>
                  <a:lnTo>
                    <a:pt x="318259" y="95658"/>
                  </a:lnTo>
                  <a:lnTo>
                    <a:pt x="315922" y="90916"/>
                  </a:lnTo>
                  <a:lnTo>
                    <a:pt x="313437" y="86251"/>
                  </a:lnTo>
                  <a:lnTo>
                    <a:pt x="310805" y="81666"/>
                  </a:lnTo>
                  <a:lnTo>
                    <a:pt x="308030" y="77167"/>
                  </a:lnTo>
                  <a:lnTo>
                    <a:pt x="305114" y="72758"/>
                  </a:lnTo>
                  <a:lnTo>
                    <a:pt x="302061" y="68444"/>
                  </a:lnTo>
                  <a:lnTo>
                    <a:pt x="298872" y="64228"/>
                  </a:lnTo>
                  <a:lnTo>
                    <a:pt x="295551" y="60115"/>
                  </a:lnTo>
                  <a:lnTo>
                    <a:pt x="292102" y="56109"/>
                  </a:lnTo>
                  <a:lnTo>
                    <a:pt x="288529" y="52214"/>
                  </a:lnTo>
                  <a:lnTo>
                    <a:pt x="284834" y="48434"/>
                  </a:lnTo>
                  <a:lnTo>
                    <a:pt x="281021" y="44773"/>
                  </a:lnTo>
                  <a:lnTo>
                    <a:pt x="277094" y="41234"/>
                  </a:lnTo>
                  <a:lnTo>
                    <a:pt x="273058" y="37822"/>
                  </a:lnTo>
                  <a:lnTo>
                    <a:pt x="268915" y="34538"/>
                  </a:lnTo>
                  <a:lnTo>
                    <a:pt x="264671" y="31387"/>
                  </a:lnTo>
                  <a:lnTo>
                    <a:pt x="260329" y="28372"/>
                  </a:lnTo>
                  <a:lnTo>
                    <a:pt x="255894" y="25495"/>
                  </a:lnTo>
                  <a:lnTo>
                    <a:pt x="251371" y="22761"/>
                  </a:lnTo>
                  <a:lnTo>
                    <a:pt x="246763" y="20170"/>
                  </a:lnTo>
                  <a:lnTo>
                    <a:pt x="242076" y="17727"/>
                  </a:lnTo>
                  <a:lnTo>
                    <a:pt x="237313" y="15433"/>
                  </a:lnTo>
                  <a:lnTo>
                    <a:pt x="232481" y="13291"/>
                  </a:lnTo>
                  <a:lnTo>
                    <a:pt x="227583" y="11302"/>
                  </a:lnTo>
                  <a:lnTo>
                    <a:pt x="222625" y="9470"/>
                  </a:lnTo>
                  <a:lnTo>
                    <a:pt x="217611" y="7795"/>
                  </a:lnTo>
                  <a:lnTo>
                    <a:pt x="212547" y="6280"/>
                  </a:lnTo>
                  <a:lnTo>
                    <a:pt x="207438" y="4925"/>
                  </a:lnTo>
                  <a:lnTo>
                    <a:pt x="202288" y="3732"/>
                  </a:lnTo>
                  <a:lnTo>
                    <a:pt x="197103" y="2703"/>
                  </a:lnTo>
                  <a:lnTo>
                    <a:pt x="191889" y="1839"/>
                  </a:lnTo>
                  <a:lnTo>
                    <a:pt x="186649" y="1140"/>
                  </a:lnTo>
                  <a:lnTo>
                    <a:pt x="181390" y="606"/>
                  </a:lnTo>
                  <a:lnTo>
                    <a:pt x="176117" y="240"/>
                  </a:lnTo>
                  <a:lnTo>
                    <a:pt x="170835" y="40"/>
                  </a:lnTo>
                  <a:lnTo>
                    <a:pt x="167158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08" name="pg208"/>
            <p:cNvSpPr/>
            <p:nvPr/>
          </p:nvSpPr>
          <p:spPr>
            <a:xfrm>
              <a:off x="6021039" y="1322612"/>
              <a:ext cx="3676" cy="167127"/>
            </a:xfrm>
            <a:custGeom>
              <a:avLst/>
              <a:pathLst>
                <a:path w="3676" h="167127">
                  <a:moveTo>
                    <a:pt x="3676" y="0"/>
                  </a:moveTo>
                  <a:lnTo>
                    <a:pt x="0" y="16712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09" name="pg209"/>
            <p:cNvSpPr/>
            <p:nvPr/>
          </p:nvSpPr>
          <p:spPr>
            <a:xfrm>
              <a:off x="6021039" y="1322612"/>
              <a:ext cx="3676" cy="167127"/>
            </a:xfrm>
            <a:custGeom>
              <a:avLst/>
              <a:pathLst>
                <a:path w="3676" h="167127">
                  <a:moveTo>
                    <a:pt x="3676" y="0"/>
                  </a:moveTo>
                  <a:lnTo>
                    <a:pt x="0" y="16712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10" name="pg210"/>
            <p:cNvSpPr/>
            <p:nvPr/>
          </p:nvSpPr>
          <p:spPr>
            <a:xfrm>
              <a:off x="6021039" y="1322612"/>
              <a:ext cx="3676" cy="167127"/>
            </a:xfrm>
            <a:custGeom>
              <a:avLst/>
              <a:pathLst>
                <a:path w="3676" h="167127">
                  <a:moveTo>
                    <a:pt x="3676" y="0"/>
                  </a:moveTo>
                  <a:lnTo>
                    <a:pt x="0" y="16712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11" name="pg211"/>
            <p:cNvSpPr/>
            <p:nvPr/>
          </p:nvSpPr>
          <p:spPr>
            <a:xfrm>
              <a:off x="6021039" y="1322612"/>
              <a:ext cx="3676" cy="167127"/>
            </a:xfrm>
            <a:custGeom>
              <a:avLst/>
              <a:pathLst>
                <a:path w="3676" h="167127">
                  <a:moveTo>
                    <a:pt x="3676" y="0"/>
                  </a:moveTo>
                  <a:lnTo>
                    <a:pt x="0" y="167127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12" name="pg212"/>
            <p:cNvSpPr/>
            <p:nvPr/>
          </p:nvSpPr>
          <p:spPr>
            <a:xfrm>
              <a:off x="6021039" y="1322612"/>
              <a:ext cx="3676" cy="167127"/>
            </a:xfrm>
            <a:custGeom>
              <a:avLst/>
              <a:pathLst>
                <a:path w="3676" h="167127">
                  <a:moveTo>
                    <a:pt x="3676" y="0"/>
                  </a:moveTo>
                  <a:lnTo>
                    <a:pt x="0" y="167127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13" name="pg213"/>
            <p:cNvSpPr/>
            <p:nvPr/>
          </p:nvSpPr>
          <p:spPr>
            <a:xfrm>
              <a:off x="6021039" y="1322612"/>
              <a:ext cx="3676" cy="167127"/>
            </a:xfrm>
            <a:custGeom>
              <a:avLst/>
              <a:pathLst>
                <a:path w="3676" h="167127">
                  <a:moveTo>
                    <a:pt x="3676" y="0"/>
                  </a:moveTo>
                  <a:lnTo>
                    <a:pt x="0" y="167127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14" name="pg214"/>
            <p:cNvSpPr/>
            <p:nvPr/>
          </p:nvSpPr>
          <p:spPr>
            <a:xfrm>
              <a:off x="6021039" y="1322612"/>
              <a:ext cx="3676" cy="167127"/>
            </a:xfrm>
            <a:custGeom>
              <a:avLst/>
              <a:pathLst>
                <a:path w="3676" h="167127">
                  <a:moveTo>
                    <a:pt x="3676" y="0"/>
                  </a:moveTo>
                  <a:lnTo>
                    <a:pt x="0" y="167127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15" name="pg215"/>
            <p:cNvSpPr/>
            <p:nvPr/>
          </p:nvSpPr>
          <p:spPr>
            <a:xfrm>
              <a:off x="6021039" y="1322612"/>
              <a:ext cx="3676" cy="167127"/>
            </a:xfrm>
            <a:custGeom>
              <a:avLst/>
              <a:pathLst>
                <a:path w="3676" h="167127">
                  <a:moveTo>
                    <a:pt x="3676" y="0"/>
                  </a:moveTo>
                  <a:lnTo>
                    <a:pt x="0" y="16712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16" name="pg216"/>
            <p:cNvSpPr/>
            <p:nvPr/>
          </p:nvSpPr>
          <p:spPr>
            <a:xfrm>
              <a:off x="6021039" y="1322612"/>
              <a:ext cx="3676" cy="167127"/>
            </a:xfrm>
            <a:custGeom>
              <a:avLst/>
              <a:pathLst>
                <a:path w="3676" h="167127">
                  <a:moveTo>
                    <a:pt x="3676" y="0"/>
                  </a:moveTo>
                  <a:lnTo>
                    <a:pt x="0" y="16712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17" name="pg217"/>
            <p:cNvSpPr/>
            <p:nvPr/>
          </p:nvSpPr>
          <p:spPr>
            <a:xfrm>
              <a:off x="6021039" y="1322612"/>
              <a:ext cx="3676" cy="167127"/>
            </a:xfrm>
            <a:custGeom>
              <a:avLst/>
              <a:pathLst>
                <a:path w="3676" h="167127">
                  <a:moveTo>
                    <a:pt x="3676" y="0"/>
                  </a:moveTo>
                  <a:lnTo>
                    <a:pt x="0" y="16712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18" name="pg218"/>
            <p:cNvSpPr/>
            <p:nvPr/>
          </p:nvSpPr>
          <p:spPr>
            <a:xfrm>
              <a:off x="6021039" y="1322612"/>
              <a:ext cx="3676" cy="167127"/>
            </a:xfrm>
            <a:custGeom>
              <a:avLst/>
              <a:pathLst>
                <a:path w="3676" h="167127">
                  <a:moveTo>
                    <a:pt x="3676" y="0"/>
                  </a:moveTo>
                  <a:lnTo>
                    <a:pt x="0" y="16712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19" name="pg219"/>
            <p:cNvSpPr/>
            <p:nvPr/>
          </p:nvSpPr>
          <p:spPr>
            <a:xfrm>
              <a:off x="6021039" y="1322612"/>
              <a:ext cx="3676" cy="167127"/>
            </a:xfrm>
            <a:custGeom>
              <a:avLst/>
              <a:pathLst>
                <a:path w="3676" h="167127">
                  <a:moveTo>
                    <a:pt x="3676" y="0"/>
                  </a:moveTo>
                  <a:lnTo>
                    <a:pt x="0" y="167127"/>
                  </a:lnTo>
                  <a:close/>
                </a:path>
              </a:pathLst>
            </a:custGeom>
            <a:solidFill>
              <a:srgbClr val="B155A7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20" name="pg220"/>
            <p:cNvSpPr/>
            <p:nvPr/>
          </p:nvSpPr>
          <p:spPr>
            <a:xfrm>
              <a:off x="6021039" y="1322612"/>
              <a:ext cx="3676" cy="167127"/>
            </a:xfrm>
            <a:custGeom>
              <a:avLst/>
              <a:pathLst>
                <a:path w="3676" h="167127">
                  <a:moveTo>
                    <a:pt x="3676" y="0"/>
                  </a:moveTo>
                  <a:lnTo>
                    <a:pt x="0" y="167127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21" name="pg221"/>
            <p:cNvSpPr/>
            <p:nvPr/>
          </p:nvSpPr>
          <p:spPr>
            <a:xfrm>
              <a:off x="6021039" y="1322612"/>
              <a:ext cx="3676" cy="167127"/>
            </a:xfrm>
            <a:custGeom>
              <a:avLst/>
              <a:pathLst>
                <a:path w="3676" h="167127">
                  <a:moveTo>
                    <a:pt x="3676" y="0"/>
                  </a:moveTo>
                  <a:lnTo>
                    <a:pt x="0" y="167127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22" name="pg222"/>
            <p:cNvSpPr/>
            <p:nvPr/>
          </p:nvSpPr>
          <p:spPr>
            <a:xfrm>
              <a:off x="6021039" y="1322612"/>
              <a:ext cx="3676" cy="167127"/>
            </a:xfrm>
            <a:custGeom>
              <a:avLst/>
              <a:pathLst>
                <a:path w="3676" h="167127">
                  <a:moveTo>
                    <a:pt x="3676" y="0"/>
                  </a:moveTo>
                  <a:lnTo>
                    <a:pt x="0" y="167127"/>
                  </a:lnTo>
                  <a:close/>
                </a:path>
              </a:pathLst>
            </a:custGeom>
            <a:solidFill>
              <a:srgbClr val="EE637F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23" name="pg223"/>
            <p:cNvSpPr/>
            <p:nvPr/>
          </p:nvSpPr>
          <p:spPr>
            <a:xfrm>
              <a:off x="6021039" y="1322612"/>
              <a:ext cx="3676" cy="167127"/>
            </a:xfrm>
            <a:custGeom>
              <a:avLst/>
              <a:pathLst>
                <a:path w="3676" h="167127">
                  <a:moveTo>
                    <a:pt x="3676" y="0"/>
                  </a:moveTo>
                  <a:lnTo>
                    <a:pt x="0" y="167127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24" name="pg224"/>
            <p:cNvSpPr/>
            <p:nvPr/>
          </p:nvSpPr>
          <p:spPr>
            <a:xfrm>
              <a:off x="6021039" y="1322612"/>
              <a:ext cx="3676" cy="167127"/>
            </a:xfrm>
            <a:custGeom>
              <a:avLst/>
              <a:pathLst>
                <a:path w="3676" h="167127">
                  <a:moveTo>
                    <a:pt x="3676" y="0"/>
                  </a:moveTo>
                  <a:lnTo>
                    <a:pt x="0" y="167127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25" name="pg225"/>
            <p:cNvSpPr/>
            <p:nvPr/>
          </p:nvSpPr>
          <p:spPr>
            <a:xfrm>
              <a:off x="6021039" y="1322612"/>
              <a:ext cx="3676" cy="167127"/>
            </a:xfrm>
            <a:custGeom>
              <a:avLst/>
              <a:pathLst>
                <a:path w="3676" h="167127">
                  <a:moveTo>
                    <a:pt x="3676" y="0"/>
                  </a:moveTo>
                  <a:lnTo>
                    <a:pt x="0" y="167127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26" name="pg226"/>
            <p:cNvSpPr/>
            <p:nvPr/>
          </p:nvSpPr>
          <p:spPr>
            <a:xfrm>
              <a:off x="6021039" y="1322612"/>
              <a:ext cx="3676" cy="167127"/>
            </a:xfrm>
            <a:custGeom>
              <a:avLst/>
              <a:pathLst>
                <a:path w="3676" h="167127">
                  <a:moveTo>
                    <a:pt x="3676" y="0"/>
                  </a:moveTo>
                  <a:lnTo>
                    <a:pt x="0" y="167127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27" name="pg227"/>
            <p:cNvSpPr/>
            <p:nvPr/>
          </p:nvSpPr>
          <p:spPr>
            <a:xfrm>
              <a:off x="6021039" y="1322612"/>
              <a:ext cx="3676" cy="167127"/>
            </a:xfrm>
            <a:custGeom>
              <a:avLst/>
              <a:pathLst>
                <a:path w="3676" h="167127">
                  <a:moveTo>
                    <a:pt x="3676" y="0"/>
                  </a:moveTo>
                  <a:lnTo>
                    <a:pt x="0" y="167127"/>
                  </a:lnTo>
                  <a:close/>
                </a:path>
              </a:pathLst>
            </a:custGeom>
            <a:solidFill>
              <a:srgbClr val="FF7F40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28" name="pg228"/>
            <p:cNvSpPr/>
            <p:nvPr/>
          </p:nvSpPr>
          <p:spPr>
            <a:xfrm>
              <a:off x="6021039" y="1322612"/>
              <a:ext cx="3676" cy="167127"/>
            </a:xfrm>
            <a:custGeom>
              <a:avLst/>
              <a:pathLst>
                <a:path w="3676" h="167127">
                  <a:moveTo>
                    <a:pt x="3676" y="0"/>
                  </a:moveTo>
                  <a:lnTo>
                    <a:pt x="0" y="167127"/>
                  </a:lnTo>
                  <a:close/>
                </a:path>
              </a:pathLst>
            </a:custGeom>
            <a:solidFill>
              <a:srgbClr val="BCED54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29" name="pg229"/>
            <p:cNvSpPr/>
            <p:nvPr/>
          </p:nvSpPr>
          <p:spPr>
            <a:xfrm>
              <a:off x="6021039" y="1322612"/>
              <a:ext cx="3676" cy="167127"/>
            </a:xfrm>
            <a:custGeom>
              <a:avLst/>
              <a:pathLst>
                <a:path w="3676" h="167127">
                  <a:moveTo>
                    <a:pt x="3676" y="0"/>
                  </a:moveTo>
                  <a:lnTo>
                    <a:pt x="0" y="167127"/>
                  </a:lnTo>
                  <a:close/>
                </a:path>
              </a:pathLst>
            </a:custGeom>
            <a:solidFill>
              <a:srgbClr val="FFFFFF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30" name="pg230"/>
            <p:cNvSpPr/>
            <p:nvPr/>
          </p:nvSpPr>
          <p:spPr>
            <a:xfrm>
              <a:off x="6021039" y="1322571"/>
              <a:ext cx="3676" cy="167167"/>
            </a:xfrm>
            <a:custGeom>
              <a:avLst/>
              <a:pathLst>
                <a:path w="3676" h="167167">
                  <a:moveTo>
                    <a:pt x="3676" y="40"/>
                  </a:moveTo>
                  <a:lnTo>
                    <a:pt x="0" y="0"/>
                  </a:lnTo>
                  <a:lnTo>
                    <a:pt x="0" y="167167"/>
                  </a:lnTo>
                  <a:close/>
                </a:path>
              </a:pathLst>
            </a:custGeom>
            <a:solidFill>
              <a:srgbClr val="DCDCDC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31" name="pg231"/>
            <p:cNvSpPr/>
            <p:nvPr/>
          </p:nvSpPr>
          <p:spPr>
            <a:xfrm>
              <a:off x="5545258" y="1071028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32" name="pg232"/>
            <p:cNvSpPr/>
            <p:nvPr/>
          </p:nvSpPr>
          <p:spPr>
            <a:xfrm>
              <a:off x="5545258" y="1071028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33" name="pg233"/>
            <p:cNvSpPr/>
            <p:nvPr/>
          </p:nvSpPr>
          <p:spPr>
            <a:xfrm>
              <a:off x="5545258" y="1071028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34" name="pg234"/>
            <p:cNvSpPr/>
            <p:nvPr/>
          </p:nvSpPr>
          <p:spPr>
            <a:xfrm>
              <a:off x="5545258" y="1071028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DCB702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35" name="pg235"/>
            <p:cNvSpPr/>
            <p:nvPr/>
          </p:nvSpPr>
          <p:spPr>
            <a:xfrm>
              <a:off x="5545258" y="1071028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36" name="pg236"/>
            <p:cNvSpPr/>
            <p:nvPr/>
          </p:nvSpPr>
          <p:spPr>
            <a:xfrm>
              <a:off x="5378102" y="1071028"/>
              <a:ext cx="334321" cy="334329"/>
            </a:xfrm>
            <a:custGeom>
              <a:avLst/>
              <a:pathLst>
                <a:path w="334321" h="334329">
                  <a:moveTo>
                    <a:pt x="167155" y="0"/>
                  </a:moveTo>
                  <a:lnTo>
                    <a:pt x="161865" y="83"/>
                  </a:lnTo>
                  <a:lnTo>
                    <a:pt x="156579" y="334"/>
                  </a:lnTo>
                  <a:lnTo>
                    <a:pt x="151305" y="753"/>
                  </a:lnTo>
                  <a:lnTo>
                    <a:pt x="146046" y="1338"/>
                  </a:lnTo>
                  <a:lnTo>
                    <a:pt x="140809" y="2089"/>
                  </a:lnTo>
                  <a:lnTo>
                    <a:pt x="135597" y="3005"/>
                  </a:lnTo>
                  <a:lnTo>
                    <a:pt x="130418" y="4086"/>
                  </a:lnTo>
                  <a:lnTo>
                    <a:pt x="125275" y="5331"/>
                  </a:lnTo>
                  <a:lnTo>
                    <a:pt x="120174" y="6737"/>
                  </a:lnTo>
                  <a:lnTo>
                    <a:pt x="115120" y="8304"/>
                  </a:lnTo>
                  <a:lnTo>
                    <a:pt x="110119" y="10031"/>
                  </a:lnTo>
                  <a:lnTo>
                    <a:pt x="105174" y="11914"/>
                  </a:lnTo>
                  <a:lnTo>
                    <a:pt x="100292" y="13954"/>
                  </a:lnTo>
                  <a:lnTo>
                    <a:pt x="95477" y="16147"/>
                  </a:lnTo>
                  <a:lnTo>
                    <a:pt x="90733" y="18491"/>
                  </a:lnTo>
                  <a:lnTo>
                    <a:pt x="86066" y="20984"/>
                  </a:lnTo>
                  <a:lnTo>
                    <a:pt x="81480" y="23623"/>
                  </a:lnTo>
                  <a:lnTo>
                    <a:pt x="76980" y="26407"/>
                  </a:lnTo>
                  <a:lnTo>
                    <a:pt x="72571" y="29331"/>
                  </a:lnTo>
                  <a:lnTo>
                    <a:pt x="68256" y="32393"/>
                  </a:lnTo>
                  <a:lnTo>
                    <a:pt x="64040" y="35591"/>
                  </a:lnTo>
                  <a:lnTo>
                    <a:pt x="59928" y="38920"/>
                  </a:lnTo>
                  <a:lnTo>
                    <a:pt x="55923" y="42378"/>
                  </a:lnTo>
                  <a:lnTo>
                    <a:pt x="52029" y="45961"/>
                  </a:lnTo>
                  <a:lnTo>
                    <a:pt x="48251" y="49665"/>
                  </a:lnTo>
                  <a:lnTo>
                    <a:pt x="44592" y="53487"/>
                  </a:lnTo>
                  <a:lnTo>
                    <a:pt x="41055" y="57423"/>
                  </a:lnTo>
                  <a:lnTo>
                    <a:pt x="37645" y="61469"/>
                  </a:lnTo>
                  <a:lnTo>
                    <a:pt x="34365" y="65620"/>
                  </a:lnTo>
                  <a:lnTo>
                    <a:pt x="31218" y="69874"/>
                  </a:lnTo>
                  <a:lnTo>
                    <a:pt x="28207" y="74224"/>
                  </a:lnTo>
                  <a:lnTo>
                    <a:pt x="25335" y="78668"/>
                  </a:lnTo>
                  <a:lnTo>
                    <a:pt x="22605" y="83201"/>
                  </a:lnTo>
                  <a:lnTo>
                    <a:pt x="20020" y="87818"/>
                  </a:lnTo>
                  <a:lnTo>
                    <a:pt x="17583" y="92514"/>
                  </a:lnTo>
                  <a:lnTo>
                    <a:pt x="15295" y="97285"/>
                  </a:lnTo>
                  <a:lnTo>
                    <a:pt x="13160" y="102126"/>
                  </a:lnTo>
                  <a:lnTo>
                    <a:pt x="11178" y="107032"/>
                  </a:lnTo>
                  <a:lnTo>
                    <a:pt x="9353" y="111999"/>
                  </a:lnTo>
                  <a:lnTo>
                    <a:pt x="7686" y="117021"/>
                  </a:lnTo>
                  <a:lnTo>
                    <a:pt x="6179" y="122093"/>
                  </a:lnTo>
                  <a:lnTo>
                    <a:pt x="4833" y="127210"/>
                  </a:lnTo>
                  <a:lnTo>
                    <a:pt x="3650" y="132367"/>
                  </a:lnTo>
                  <a:lnTo>
                    <a:pt x="2631" y="137559"/>
                  </a:lnTo>
                  <a:lnTo>
                    <a:pt x="1776" y="142781"/>
                  </a:lnTo>
                  <a:lnTo>
                    <a:pt x="1087" y="148027"/>
                  </a:lnTo>
                  <a:lnTo>
                    <a:pt x="565" y="153292"/>
                  </a:lnTo>
                  <a:lnTo>
                    <a:pt x="209" y="158571"/>
                  </a:lnTo>
                  <a:lnTo>
                    <a:pt x="20" y="163859"/>
                  </a:lnTo>
                  <a:lnTo>
                    <a:pt x="0" y="169150"/>
                  </a:lnTo>
                  <a:lnTo>
                    <a:pt x="146" y="174439"/>
                  </a:lnTo>
                  <a:lnTo>
                    <a:pt x="460" y="179721"/>
                  </a:lnTo>
                  <a:lnTo>
                    <a:pt x="941" y="184991"/>
                  </a:lnTo>
                  <a:lnTo>
                    <a:pt x="1588" y="190242"/>
                  </a:lnTo>
                  <a:lnTo>
                    <a:pt x="2401" y="195470"/>
                  </a:lnTo>
                  <a:lnTo>
                    <a:pt x="3379" y="200670"/>
                  </a:lnTo>
                  <a:lnTo>
                    <a:pt x="4522" y="205837"/>
                  </a:lnTo>
                  <a:lnTo>
                    <a:pt x="5827" y="210964"/>
                  </a:lnTo>
                  <a:lnTo>
                    <a:pt x="7294" y="216048"/>
                  </a:lnTo>
                  <a:lnTo>
                    <a:pt x="8921" y="221083"/>
                  </a:lnTo>
                  <a:lnTo>
                    <a:pt x="10707" y="226064"/>
                  </a:lnTo>
                  <a:lnTo>
                    <a:pt x="12649" y="230985"/>
                  </a:lnTo>
                  <a:lnTo>
                    <a:pt x="14746" y="235843"/>
                  </a:lnTo>
                  <a:lnTo>
                    <a:pt x="16996" y="240632"/>
                  </a:lnTo>
                  <a:lnTo>
                    <a:pt x="19396" y="245348"/>
                  </a:lnTo>
                  <a:lnTo>
                    <a:pt x="21944" y="249985"/>
                  </a:lnTo>
                  <a:lnTo>
                    <a:pt x="24638" y="254539"/>
                  </a:lnTo>
                  <a:lnTo>
                    <a:pt x="27475" y="259005"/>
                  </a:lnTo>
                  <a:lnTo>
                    <a:pt x="30451" y="263380"/>
                  </a:lnTo>
                  <a:lnTo>
                    <a:pt x="33565" y="267658"/>
                  </a:lnTo>
                  <a:lnTo>
                    <a:pt x="36812" y="271836"/>
                  </a:lnTo>
                  <a:lnTo>
                    <a:pt x="40190" y="275908"/>
                  </a:lnTo>
                  <a:lnTo>
                    <a:pt x="43695" y="279872"/>
                  </a:lnTo>
                  <a:lnTo>
                    <a:pt x="47323" y="283723"/>
                  </a:lnTo>
                  <a:lnTo>
                    <a:pt x="51072" y="287457"/>
                  </a:lnTo>
                  <a:lnTo>
                    <a:pt x="54937" y="291071"/>
                  </a:lnTo>
                  <a:lnTo>
                    <a:pt x="58915" y="294560"/>
                  </a:lnTo>
                  <a:lnTo>
                    <a:pt x="63001" y="297922"/>
                  </a:lnTo>
                  <a:lnTo>
                    <a:pt x="67191" y="301152"/>
                  </a:lnTo>
                  <a:lnTo>
                    <a:pt x="71481" y="304249"/>
                  </a:lnTo>
                  <a:lnTo>
                    <a:pt x="75868" y="307208"/>
                  </a:lnTo>
                  <a:lnTo>
                    <a:pt x="80346" y="310027"/>
                  </a:lnTo>
                  <a:lnTo>
                    <a:pt x="84910" y="312703"/>
                  </a:lnTo>
                  <a:lnTo>
                    <a:pt x="89557" y="315233"/>
                  </a:lnTo>
                  <a:lnTo>
                    <a:pt x="94282" y="317615"/>
                  </a:lnTo>
                  <a:lnTo>
                    <a:pt x="99080" y="319845"/>
                  </a:lnTo>
                  <a:lnTo>
                    <a:pt x="103946" y="321923"/>
                  </a:lnTo>
                  <a:lnTo>
                    <a:pt x="108875" y="323846"/>
                  </a:lnTo>
                  <a:lnTo>
                    <a:pt x="113863" y="325612"/>
                  </a:lnTo>
                  <a:lnTo>
                    <a:pt x="118904" y="327219"/>
                  </a:lnTo>
                  <a:lnTo>
                    <a:pt x="123994" y="328666"/>
                  </a:lnTo>
                  <a:lnTo>
                    <a:pt x="129127" y="329951"/>
                  </a:lnTo>
                  <a:lnTo>
                    <a:pt x="134298" y="331073"/>
                  </a:lnTo>
                  <a:lnTo>
                    <a:pt x="139501" y="332031"/>
                  </a:lnTo>
                  <a:lnTo>
                    <a:pt x="144733" y="332824"/>
                  </a:lnTo>
                  <a:lnTo>
                    <a:pt x="149987" y="333450"/>
                  </a:lnTo>
                  <a:lnTo>
                    <a:pt x="155258" y="333910"/>
                  </a:lnTo>
                  <a:lnTo>
                    <a:pt x="160541" y="334203"/>
                  </a:lnTo>
                  <a:lnTo>
                    <a:pt x="165831" y="334329"/>
                  </a:lnTo>
                  <a:lnTo>
                    <a:pt x="171122" y="334287"/>
                  </a:lnTo>
                  <a:lnTo>
                    <a:pt x="176409" y="334078"/>
                  </a:lnTo>
                  <a:lnTo>
                    <a:pt x="181686" y="333702"/>
                  </a:lnTo>
                  <a:lnTo>
                    <a:pt x="186949" y="333158"/>
                  </a:lnTo>
                  <a:lnTo>
                    <a:pt x="192193" y="332449"/>
                  </a:lnTo>
                  <a:lnTo>
                    <a:pt x="197411" y="331574"/>
                  </a:lnTo>
                  <a:lnTo>
                    <a:pt x="202599" y="330534"/>
                  </a:lnTo>
                  <a:lnTo>
                    <a:pt x="207752" y="329330"/>
                  </a:lnTo>
                  <a:lnTo>
                    <a:pt x="212863" y="327964"/>
                  </a:lnTo>
                  <a:lnTo>
                    <a:pt x="217929" y="326437"/>
                  </a:lnTo>
                  <a:lnTo>
                    <a:pt x="222945" y="324750"/>
                  </a:lnTo>
                  <a:lnTo>
                    <a:pt x="227904" y="322906"/>
                  </a:lnTo>
                  <a:lnTo>
                    <a:pt x="232802" y="320905"/>
                  </a:lnTo>
                  <a:lnTo>
                    <a:pt x="237635" y="318751"/>
                  </a:lnTo>
                  <a:lnTo>
                    <a:pt x="242397" y="316444"/>
                  </a:lnTo>
                  <a:lnTo>
                    <a:pt x="247083" y="313988"/>
                  </a:lnTo>
                  <a:lnTo>
                    <a:pt x="251690" y="311385"/>
                  </a:lnTo>
                  <a:lnTo>
                    <a:pt x="256212" y="308637"/>
                  </a:lnTo>
                  <a:lnTo>
                    <a:pt x="260644" y="305748"/>
                  </a:lnTo>
                  <a:lnTo>
                    <a:pt x="264983" y="302720"/>
                  </a:lnTo>
                  <a:lnTo>
                    <a:pt x="269224" y="299556"/>
                  </a:lnTo>
                  <a:lnTo>
                    <a:pt x="273363" y="296259"/>
                  </a:lnTo>
                  <a:lnTo>
                    <a:pt x="277395" y="292833"/>
                  </a:lnTo>
                  <a:lnTo>
                    <a:pt x="281317" y="289282"/>
                  </a:lnTo>
                  <a:lnTo>
                    <a:pt x="285125" y="285607"/>
                  </a:lnTo>
                  <a:lnTo>
                    <a:pt x="288814" y="281815"/>
                  </a:lnTo>
                  <a:lnTo>
                    <a:pt x="292381" y="277907"/>
                  </a:lnTo>
                  <a:lnTo>
                    <a:pt x="295823" y="273888"/>
                  </a:lnTo>
                  <a:lnTo>
                    <a:pt x="299136" y="269763"/>
                  </a:lnTo>
                  <a:lnTo>
                    <a:pt x="302317" y="265534"/>
                  </a:lnTo>
                  <a:lnTo>
                    <a:pt x="305363" y="261208"/>
                  </a:lnTo>
                  <a:lnTo>
                    <a:pt x="308270" y="256786"/>
                  </a:lnTo>
                  <a:lnTo>
                    <a:pt x="311035" y="252276"/>
                  </a:lnTo>
                  <a:lnTo>
                    <a:pt x="313657" y="247679"/>
                  </a:lnTo>
                  <a:lnTo>
                    <a:pt x="316131" y="243003"/>
                  </a:lnTo>
                  <a:lnTo>
                    <a:pt x="318457" y="238250"/>
                  </a:lnTo>
                  <a:lnTo>
                    <a:pt x="320631" y="233426"/>
                  </a:lnTo>
                  <a:lnTo>
                    <a:pt x="322651" y="228536"/>
                  </a:lnTo>
                  <a:lnTo>
                    <a:pt x="324515" y="223584"/>
                  </a:lnTo>
                  <a:lnTo>
                    <a:pt x="326222" y="218575"/>
                  </a:lnTo>
                  <a:lnTo>
                    <a:pt x="327769" y="213515"/>
                  </a:lnTo>
                  <a:lnTo>
                    <a:pt x="329155" y="208409"/>
                  </a:lnTo>
                  <a:lnTo>
                    <a:pt x="330379" y="203261"/>
                  </a:lnTo>
                  <a:lnTo>
                    <a:pt x="331440" y="198078"/>
                  </a:lnTo>
                  <a:lnTo>
                    <a:pt x="332336" y="192863"/>
                  </a:lnTo>
                  <a:lnTo>
                    <a:pt x="333066" y="187622"/>
                  </a:lnTo>
                  <a:lnTo>
                    <a:pt x="333631" y="182361"/>
                  </a:lnTo>
                  <a:lnTo>
                    <a:pt x="334028" y="177085"/>
                  </a:lnTo>
                  <a:lnTo>
                    <a:pt x="334258" y="171799"/>
                  </a:lnTo>
                  <a:lnTo>
                    <a:pt x="334321" y="166508"/>
                  </a:lnTo>
                  <a:lnTo>
                    <a:pt x="334217" y="161218"/>
                  </a:lnTo>
                  <a:lnTo>
                    <a:pt x="333945" y="155934"/>
                  </a:lnTo>
                  <a:lnTo>
                    <a:pt x="333506" y="150661"/>
                  </a:lnTo>
                  <a:lnTo>
                    <a:pt x="332900" y="145405"/>
                  </a:lnTo>
                  <a:lnTo>
                    <a:pt x="332128" y="140170"/>
                  </a:lnTo>
                  <a:lnTo>
                    <a:pt x="331191" y="134963"/>
                  </a:lnTo>
                  <a:lnTo>
                    <a:pt x="330090" y="129787"/>
                  </a:lnTo>
                  <a:lnTo>
                    <a:pt x="328825" y="124649"/>
                  </a:lnTo>
                  <a:lnTo>
                    <a:pt x="327399" y="119554"/>
                  </a:lnTo>
                  <a:lnTo>
                    <a:pt x="325812" y="114507"/>
                  </a:lnTo>
                  <a:lnTo>
                    <a:pt x="324066" y="109512"/>
                  </a:lnTo>
                  <a:lnTo>
                    <a:pt x="322162" y="104575"/>
                  </a:lnTo>
                  <a:lnTo>
                    <a:pt x="320104" y="99701"/>
                  </a:lnTo>
                  <a:lnTo>
                    <a:pt x="317892" y="94894"/>
                  </a:lnTo>
                  <a:lnTo>
                    <a:pt x="315529" y="90160"/>
                  </a:lnTo>
                  <a:lnTo>
                    <a:pt x="313018" y="85502"/>
                  </a:lnTo>
                  <a:lnTo>
                    <a:pt x="310360" y="80927"/>
                  </a:lnTo>
                  <a:lnTo>
                    <a:pt x="307559" y="76438"/>
                  </a:lnTo>
                  <a:lnTo>
                    <a:pt x="167155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37" name="pg237"/>
            <p:cNvSpPr/>
            <p:nvPr/>
          </p:nvSpPr>
          <p:spPr>
            <a:xfrm>
              <a:off x="5545258" y="1147467"/>
              <a:ext cx="140403" cy="90728"/>
            </a:xfrm>
            <a:custGeom>
              <a:avLst/>
              <a:pathLst>
                <a:path w="140403" h="90728">
                  <a:moveTo>
                    <a:pt x="140403" y="0"/>
                  </a:moveTo>
                  <a:lnTo>
                    <a:pt x="0" y="90728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38" name="pg238"/>
            <p:cNvSpPr/>
            <p:nvPr/>
          </p:nvSpPr>
          <p:spPr>
            <a:xfrm>
              <a:off x="5545258" y="1147467"/>
              <a:ext cx="140403" cy="90728"/>
            </a:xfrm>
            <a:custGeom>
              <a:avLst/>
              <a:pathLst>
                <a:path w="140403" h="90728">
                  <a:moveTo>
                    <a:pt x="140403" y="0"/>
                  </a:moveTo>
                  <a:lnTo>
                    <a:pt x="0" y="90728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39" name="pg239"/>
            <p:cNvSpPr/>
            <p:nvPr/>
          </p:nvSpPr>
          <p:spPr>
            <a:xfrm>
              <a:off x="5545258" y="1147467"/>
              <a:ext cx="140403" cy="90728"/>
            </a:xfrm>
            <a:custGeom>
              <a:avLst/>
              <a:pathLst>
                <a:path w="140403" h="90728">
                  <a:moveTo>
                    <a:pt x="140403" y="0"/>
                  </a:moveTo>
                  <a:lnTo>
                    <a:pt x="0" y="90728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40" name="pg240"/>
            <p:cNvSpPr/>
            <p:nvPr/>
          </p:nvSpPr>
          <p:spPr>
            <a:xfrm>
              <a:off x="5545258" y="1147467"/>
              <a:ext cx="140403" cy="90728"/>
            </a:xfrm>
            <a:custGeom>
              <a:avLst/>
              <a:pathLst>
                <a:path w="140403" h="90728">
                  <a:moveTo>
                    <a:pt x="140403" y="0"/>
                  </a:moveTo>
                  <a:lnTo>
                    <a:pt x="0" y="90728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41" name="pg241"/>
            <p:cNvSpPr/>
            <p:nvPr/>
          </p:nvSpPr>
          <p:spPr>
            <a:xfrm>
              <a:off x="5545258" y="1147467"/>
              <a:ext cx="140403" cy="90728"/>
            </a:xfrm>
            <a:custGeom>
              <a:avLst/>
              <a:pathLst>
                <a:path w="140403" h="90728">
                  <a:moveTo>
                    <a:pt x="140403" y="0"/>
                  </a:moveTo>
                  <a:lnTo>
                    <a:pt x="0" y="90728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42" name="pg242"/>
            <p:cNvSpPr/>
            <p:nvPr/>
          </p:nvSpPr>
          <p:spPr>
            <a:xfrm>
              <a:off x="5545258" y="1147467"/>
              <a:ext cx="140403" cy="90728"/>
            </a:xfrm>
            <a:custGeom>
              <a:avLst/>
              <a:pathLst>
                <a:path w="140403" h="90728">
                  <a:moveTo>
                    <a:pt x="140403" y="0"/>
                  </a:moveTo>
                  <a:lnTo>
                    <a:pt x="0" y="90728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43" name="pg243"/>
            <p:cNvSpPr/>
            <p:nvPr/>
          </p:nvSpPr>
          <p:spPr>
            <a:xfrm>
              <a:off x="5545258" y="1147467"/>
              <a:ext cx="140403" cy="90728"/>
            </a:xfrm>
            <a:custGeom>
              <a:avLst/>
              <a:pathLst>
                <a:path w="140403" h="90728">
                  <a:moveTo>
                    <a:pt x="140403" y="0"/>
                  </a:moveTo>
                  <a:lnTo>
                    <a:pt x="0" y="90728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44" name="pg244"/>
            <p:cNvSpPr/>
            <p:nvPr/>
          </p:nvSpPr>
          <p:spPr>
            <a:xfrm>
              <a:off x="5545258" y="1147467"/>
              <a:ext cx="140403" cy="90728"/>
            </a:xfrm>
            <a:custGeom>
              <a:avLst/>
              <a:pathLst>
                <a:path w="140403" h="90728">
                  <a:moveTo>
                    <a:pt x="140403" y="0"/>
                  </a:moveTo>
                  <a:lnTo>
                    <a:pt x="0" y="90728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45" name="pg245"/>
            <p:cNvSpPr/>
            <p:nvPr/>
          </p:nvSpPr>
          <p:spPr>
            <a:xfrm>
              <a:off x="5545258" y="1147467"/>
              <a:ext cx="140403" cy="90728"/>
            </a:xfrm>
            <a:custGeom>
              <a:avLst/>
              <a:pathLst>
                <a:path w="140403" h="90728">
                  <a:moveTo>
                    <a:pt x="140403" y="0"/>
                  </a:moveTo>
                  <a:lnTo>
                    <a:pt x="0" y="90728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46" name="pg246"/>
            <p:cNvSpPr/>
            <p:nvPr/>
          </p:nvSpPr>
          <p:spPr>
            <a:xfrm>
              <a:off x="5545258" y="1147467"/>
              <a:ext cx="140403" cy="90728"/>
            </a:xfrm>
            <a:custGeom>
              <a:avLst/>
              <a:pathLst>
                <a:path w="140403" h="90728">
                  <a:moveTo>
                    <a:pt x="140403" y="0"/>
                  </a:moveTo>
                  <a:lnTo>
                    <a:pt x="0" y="90728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47" name="pg247"/>
            <p:cNvSpPr/>
            <p:nvPr/>
          </p:nvSpPr>
          <p:spPr>
            <a:xfrm>
              <a:off x="5545258" y="1147467"/>
              <a:ext cx="140403" cy="90728"/>
            </a:xfrm>
            <a:custGeom>
              <a:avLst/>
              <a:pathLst>
                <a:path w="140403" h="90728">
                  <a:moveTo>
                    <a:pt x="140403" y="0"/>
                  </a:moveTo>
                  <a:lnTo>
                    <a:pt x="0" y="90728"/>
                  </a:lnTo>
                  <a:close/>
                </a:path>
              </a:pathLst>
            </a:custGeom>
            <a:solidFill>
              <a:srgbClr val="B155A7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48" name="pg248"/>
            <p:cNvSpPr/>
            <p:nvPr/>
          </p:nvSpPr>
          <p:spPr>
            <a:xfrm>
              <a:off x="5545258" y="1147467"/>
              <a:ext cx="140403" cy="90728"/>
            </a:xfrm>
            <a:custGeom>
              <a:avLst/>
              <a:pathLst>
                <a:path w="140403" h="90728">
                  <a:moveTo>
                    <a:pt x="140403" y="0"/>
                  </a:moveTo>
                  <a:lnTo>
                    <a:pt x="0" y="90728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49" name="pg249"/>
            <p:cNvSpPr/>
            <p:nvPr/>
          </p:nvSpPr>
          <p:spPr>
            <a:xfrm>
              <a:off x="5545258" y="1147467"/>
              <a:ext cx="140403" cy="90728"/>
            </a:xfrm>
            <a:custGeom>
              <a:avLst/>
              <a:pathLst>
                <a:path w="140403" h="90728">
                  <a:moveTo>
                    <a:pt x="140403" y="0"/>
                  </a:moveTo>
                  <a:lnTo>
                    <a:pt x="0" y="90728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50" name="pg250"/>
            <p:cNvSpPr/>
            <p:nvPr/>
          </p:nvSpPr>
          <p:spPr>
            <a:xfrm>
              <a:off x="5545258" y="1147467"/>
              <a:ext cx="140403" cy="90728"/>
            </a:xfrm>
            <a:custGeom>
              <a:avLst/>
              <a:pathLst>
                <a:path w="140403" h="90728">
                  <a:moveTo>
                    <a:pt x="140403" y="0"/>
                  </a:moveTo>
                  <a:lnTo>
                    <a:pt x="0" y="90728"/>
                  </a:lnTo>
                  <a:close/>
                </a:path>
              </a:pathLst>
            </a:custGeom>
            <a:solidFill>
              <a:srgbClr val="EE637F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51" name="pg251"/>
            <p:cNvSpPr/>
            <p:nvPr/>
          </p:nvSpPr>
          <p:spPr>
            <a:xfrm>
              <a:off x="5545258" y="1147467"/>
              <a:ext cx="140403" cy="90728"/>
            </a:xfrm>
            <a:custGeom>
              <a:avLst/>
              <a:pathLst>
                <a:path w="140403" h="90728">
                  <a:moveTo>
                    <a:pt x="140403" y="0"/>
                  </a:moveTo>
                  <a:lnTo>
                    <a:pt x="0" y="90728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52" name="pg252"/>
            <p:cNvSpPr/>
            <p:nvPr/>
          </p:nvSpPr>
          <p:spPr>
            <a:xfrm>
              <a:off x="5545258" y="1147467"/>
              <a:ext cx="140403" cy="90728"/>
            </a:xfrm>
            <a:custGeom>
              <a:avLst/>
              <a:pathLst>
                <a:path w="140403" h="90728">
                  <a:moveTo>
                    <a:pt x="140403" y="0"/>
                  </a:moveTo>
                  <a:lnTo>
                    <a:pt x="0" y="90728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53" name="pg253"/>
            <p:cNvSpPr/>
            <p:nvPr/>
          </p:nvSpPr>
          <p:spPr>
            <a:xfrm>
              <a:off x="5545258" y="1147467"/>
              <a:ext cx="140403" cy="90728"/>
            </a:xfrm>
            <a:custGeom>
              <a:avLst/>
              <a:pathLst>
                <a:path w="140403" h="90728">
                  <a:moveTo>
                    <a:pt x="140403" y="0"/>
                  </a:moveTo>
                  <a:lnTo>
                    <a:pt x="0" y="90728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54" name="pg254"/>
            <p:cNvSpPr/>
            <p:nvPr/>
          </p:nvSpPr>
          <p:spPr>
            <a:xfrm>
              <a:off x="5545258" y="1147467"/>
              <a:ext cx="140403" cy="90728"/>
            </a:xfrm>
            <a:custGeom>
              <a:avLst/>
              <a:pathLst>
                <a:path w="140403" h="90728">
                  <a:moveTo>
                    <a:pt x="140403" y="0"/>
                  </a:moveTo>
                  <a:lnTo>
                    <a:pt x="0" y="90728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55" name="pg255"/>
            <p:cNvSpPr/>
            <p:nvPr/>
          </p:nvSpPr>
          <p:spPr>
            <a:xfrm>
              <a:off x="5545258" y="1147467"/>
              <a:ext cx="140403" cy="90728"/>
            </a:xfrm>
            <a:custGeom>
              <a:avLst/>
              <a:pathLst>
                <a:path w="140403" h="90728">
                  <a:moveTo>
                    <a:pt x="140403" y="0"/>
                  </a:moveTo>
                  <a:lnTo>
                    <a:pt x="0" y="90728"/>
                  </a:lnTo>
                  <a:close/>
                </a:path>
              </a:pathLst>
            </a:custGeom>
            <a:solidFill>
              <a:srgbClr val="FF7F40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56" name="pg256"/>
            <p:cNvSpPr/>
            <p:nvPr/>
          </p:nvSpPr>
          <p:spPr>
            <a:xfrm>
              <a:off x="5545258" y="1147467"/>
              <a:ext cx="140403" cy="90728"/>
            </a:xfrm>
            <a:custGeom>
              <a:avLst/>
              <a:pathLst>
                <a:path w="140403" h="90728">
                  <a:moveTo>
                    <a:pt x="140403" y="0"/>
                  </a:moveTo>
                  <a:lnTo>
                    <a:pt x="0" y="90728"/>
                  </a:lnTo>
                  <a:close/>
                </a:path>
              </a:pathLst>
            </a:custGeom>
            <a:solidFill>
              <a:srgbClr val="BCED54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57" name="pg257"/>
            <p:cNvSpPr/>
            <p:nvPr/>
          </p:nvSpPr>
          <p:spPr>
            <a:xfrm>
              <a:off x="5545258" y="1146440"/>
              <a:ext cx="140403" cy="91755"/>
            </a:xfrm>
            <a:custGeom>
              <a:avLst/>
              <a:pathLst>
                <a:path w="140403" h="91755">
                  <a:moveTo>
                    <a:pt x="140403" y="1026"/>
                  </a:moveTo>
                  <a:lnTo>
                    <a:pt x="139734" y="0"/>
                  </a:lnTo>
                  <a:lnTo>
                    <a:pt x="0" y="91755"/>
                  </a:lnTo>
                  <a:close/>
                </a:path>
              </a:pathLst>
            </a:custGeom>
            <a:solidFill>
              <a:srgbClr val="FFFFFF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58" name="pg258"/>
            <p:cNvSpPr/>
            <p:nvPr/>
          </p:nvSpPr>
          <p:spPr>
            <a:xfrm>
              <a:off x="5545258" y="1071028"/>
              <a:ext cx="139734" cy="167167"/>
            </a:xfrm>
            <a:custGeom>
              <a:avLst/>
              <a:pathLst>
                <a:path w="139734" h="167167">
                  <a:moveTo>
                    <a:pt x="139734" y="75411"/>
                  </a:moveTo>
                  <a:lnTo>
                    <a:pt x="136632" y="70852"/>
                  </a:lnTo>
                  <a:lnTo>
                    <a:pt x="133380" y="66397"/>
                  </a:lnTo>
                  <a:lnTo>
                    <a:pt x="129984" y="62052"/>
                  </a:lnTo>
                  <a:lnTo>
                    <a:pt x="126446" y="57822"/>
                  </a:lnTo>
                  <a:lnTo>
                    <a:pt x="122770" y="53710"/>
                  </a:lnTo>
                  <a:lnTo>
                    <a:pt x="118961" y="49722"/>
                  </a:lnTo>
                  <a:lnTo>
                    <a:pt x="115022" y="45862"/>
                  </a:lnTo>
                  <a:lnTo>
                    <a:pt x="110958" y="42134"/>
                  </a:lnTo>
                  <a:lnTo>
                    <a:pt x="106773" y="38542"/>
                  </a:lnTo>
                  <a:lnTo>
                    <a:pt x="102472" y="35090"/>
                  </a:lnTo>
                  <a:lnTo>
                    <a:pt x="98060" y="31782"/>
                  </a:lnTo>
                  <a:lnTo>
                    <a:pt x="93540" y="28621"/>
                  </a:lnTo>
                  <a:lnTo>
                    <a:pt x="88919" y="25611"/>
                  </a:lnTo>
                  <a:lnTo>
                    <a:pt x="84202" y="22754"/>
                  </a:lnTo>
                  <a:lnTo>
                    <a:pt x="79392" y="20056"/>
                  </a:lnTo>
                  <a:lnTo>
                    <a:pt x="74496" y="17517"/>
                  </a:lnTo>
                  <a:lnTo>
                    <a:pt x="69519" y="15141"/>
                  </a:lnTo>
                  <a:lnTo>
                    <a:pt x="64467" y="12930"/>
                  </a:lnTo>
                  <a:lnTo>
                    <a:pt x="59344" y="10888"/>
                  </a:lnTo>
                  <a:lnTo>
                    <a:pt x="54157" y="9015"/>
                  </a:lnTo>
                  <a:lnTo>
                    <a:pt x="48910" y="7315"/>
                  </a:lnTo>
                  <a:lnTo>
                    <a:pt x="43611" y="5788"/>
                  </a:lnTo>
                  <a:lnTo>
                    <a:pt x="38264" y="4438"/>
                  </a:lnTo>
                  <a:lnTo>
                    <a:pt x="32875" y="3264"/>
                  </a:lnTo>
                  <a:lnTo>
                    <a:pt x="27451" y="2269"/>
                  </a:lnTo>
                  <a:lnTo>
                    <a:pt x="21996" y="1453"/>
                  </a:lnTo>
                  <a:lnTo>
                    <a:pt x="16518" y="818"/>
                  </a:lnTo>
                  <a:lnTo>
                    <a:pt x="11022" y="363"/>
                  </a:lnTo>
                  <a:lnTo>
                    <a:pt x="5514" y="90"/>
                  </a:lnTo>
                  <a:lnTo>
                    <a:pt x="0" y="0"/>
                  </a:lnTo>
                  <a:lnTo>
                    <a:pt x="0" y="167167"/>
                  </a:lnTo>
                  <a:close/>
                </a:path>
              </a:pathLst>
            </a:custGeom>
            <a:solidFill>
              <a:srgbClr val="DCDCDC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59" name="pg259"/>
            <p:cNvSpPr/>
            <p:nvPr/>
          </p:nvSpPr>
          <p:spPr>
            <a:xfrm>
              <a:off x="5023544" y="94149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60" name="pg260"/>
            <p:cNvSpPr/>
            <p:nvPr/>
          </p:nvSpPr>
          <p:spPr>
            <a:xfrm>
              <a:off x="5023544" y="94149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61" name="pg261"/>
            <p:cNvSpPr/>
            <p:nvPr/>
          </p:nvSpPr>
          <p:spPr>
            <a:xfrm>
              <a:off x="5023544" y="94149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62" name="pg262"/>
            <p:cNvSpPr/>
            <p:nvPr/>
          </p:nvSpPr>
          <p:spPr>
            <a:xfrm>
              <a:off x="5023544" y="94149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DCB702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63" name="pg263"/>
            <p:cNvSpPr/>
            <p:nvPr/>
          </p:nvSpPr>
          <p:spPr>
            <a:xfrm>
              <a:off x="5023544" y="94149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64" name="pg264"/>
            <p:cNvSpPr/>
            <p:nvPr/>
          </p:nvSpPr>
          <p:spPr>
            <a:xfrm>
              <a:off x="5023544" y="94149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65" name="pg265"/>
            <p:cNvSpPr/>
            <p:nvPr/>
          </p:nvSpPr>
          <p:spPr>
            <a:xfrm>
              <a:off x="4914431" y="941493"/>
              <a:ext cx="109113" cy="167167"/>
            </a:xfrm>
            <a:custGeom>
              <a:avLst/>
              <a:pathLst>
                <a:path w="109113" h="167167">
                  <a:moveTo>
                    <a:pt x="109113" y="0"/>
                  </a:moveTo>
                  <a:lnTo>
                    <a:pt x="103453" y="95"/>
                  </a:lnTo>
                  <a:lnTo>
                    <a:pt x="97799" y="383"/>
                  </a:lnTo>
                  <a:lnTo>
                    <a:pt x="92158" y="861"/>
                  </a:lnTo>
                  <a:lnTo>
                    <a:pt x="86537" y="1531"/>
                  </a:lnTo>
                  <a:lnTo>
                    <a:pt x="80942" y="2390"/>
                  </a:lnTo>
                  <a:lnTo>
                    <a:pt x="75379" y="3439"/>
                  </a:lnTo>
                  <a:lnTo>
                    <a:pt x="69855" y="4675"/>
                  </a:lnTo>
                  <a:lnTo>
                    <a:pt x="64376" y="6097"/>
                  </a:lnTo>
                  <a:lnTo>
                    <a:pt x="58948" y="7704"/>
                  </a:lnTo>
                  <a:lnTo>
                    <a:pt x="53577" y="9494"/>
                  </a:lnTo>
                  <a:lnTo>
                    <a:pt x="48270" y="11465"/>
                  </a:lnTo>
                  <a:lnTo>
                    <a:pt x="43033" y="13614"/>
                  </a:lnTo>
                  <a:lnTo>
                    <a:pt x="37872" y="15939"/>
                  </a:lnTo>
                  <a:lnTo>
                    <a:pt x="32793" y="18438"/>
                  </a:lnTo>
                  <a:lnTo>
                    <a:pt x="27801" y="21108"/>
                  </a:lnTo>
                  <a:lnTo>
                    <a:pt x="22902" y="23944"/>
                  </a:lnTo>
                  <a:lnTo>
                    <a:pt x="18102" y="26945"/>
                  </a:lnTo>
                  <a:lnTo>
                    <a:pt x="13407" y="30107"/>
                  </a:lnTo>
                  <a:lnTo>
                    <a:pt x="8821" y="33426"/>
                  </a:lnTo>
                  <a:lnTo>
                    <a:pt x="4350" y="36899"/>
                  </a:lnTo>
                  <a:lnTo>
                    <a:pt x="0" y="40521"/>
                  </a:lnTo>
                  <a:lnTo>
                    <a:pt x="109113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66" name="pg266"/>
            <p:cNvSpPr/>
            <p:nvPr/>
          </p:nvSpPr>
          <p:spPr>
            <a:xfrm>
              <a:off x="4914431" y="982014"/>
              <a:ext cx="109113" cy="126646"/>
            </a:xfrm>
            <a:custGeom>
              <a:avLst/>
              <a:pathLst>
                <a:path w="109113" h="126646">
                  <a:moveTo>
                    <a:pt x="0" y="0"/>
                  </a:moveTo>
                  <a:lnTo>
                    <a:pt x="109113" y="126646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67" name="pg267"/>
            <p:cNvSpPr/>
            <p:nvPr/>
          </p:nvSpPr>
          <p:spPr>
            <a:xfrm>
              <a:off x="4914431" y="982014"/>
              <a:ext cx="109113" cy="126646"/>
            </a:xfrm>
            <a:custGeom>
              <a:avLst/>
              <a:pathLst>
                <a:path w="109113" h="126646">
                  <a:moveTo>
                    <a:pt x="0" y="0"/>
                  </a:moveTo>
                  <a:lnTo>
                    <a:pt x="109113" y="126646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68" name="pg268"/>
            <p:cNvSpPr/>
            <p:nvPr/>
          </p:nvSpPr>
          <p:spPr>
            <a:xfrm>
              <a:off x="4914431" y="982014"/>
              <a:ext cx="109113" cy="126646"/>
            </a:xfrm>
            <a:custGeom>
              <a:avLst/>
              <a:pathLst>
                <a:path w="109113" h="126646">
                  <a:moveTo>
                    <a:pt x="0" y="0"/>
                  </a:moveTo>
                  <a:lnTo>
                    <a:pt x="109113" y="126646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69" name="pg269"/>
            <p:cNvSpPr/>
            <p:nvPr/>
          </p:nvSpPr>
          <p:spPr>
            <a:xfrm>
              <a:off x="4914431" y="982014"/>
              <a:ext cx="109113" cy="126646"/>
            </a:xfrm>
            <a:custGeom>
              <a:avLst/>
              <a:pathLst>
                <a:path w="109113" h="126646">
                  <a:moveTo>
                    <a:pt x="0" y="0"/>
                  </a:moveTo>
                  <a:lnTo>
                    <a:pt x="109113" y="126646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70" name="pg270"/>
            <p:cNvSpPr/>
            <p:nvPr/>
          </p:nvSpPr>
          <p:spPr>
            <a:xfrm>
              <a:off x="4914431" y="982014"/>
              <a:ext cx="109113" cy="126646"/>
            </a:xfrm>
            <a:custGeom>
              <a:avLst/>
              <a:pathLst>
                <a:path w="109113" h="126646">
                  <a:moveTo>
                    <a:pt x="0" y="0"/>
                  </a:moveTo>
                  <a:lnTo>
                    <a:pt x="109113" y="126646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71" name="pg271"/>
            <p:cNvSpPr/>
            <p:nvPr/>
          </p:nvSpPr>
          <p:spPr>
            <a:xfrm>
              <a:off x="4914431" y="982014"/>
              <a:ext cx="109113" cy="126646"/>
            </a:xfrm>
            <a:custGeom>
              <a:avLst/>
              <a:pathLst>
                <a:path w="109113" h="126646">
                  <a:moveTo>
                    <a:pt x="0" y="0"/>
                  </a:moveTo>
                  <a:lnTo>
                    <a:pt x="109113" y="126646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72" name="pg272"/>
            <p:cNvSpPr/>
            <p:nvPr/>
          </p:nvSpPr>
          <p:spPr>
            <a:xfrm>
              <a:off x="4914431" y="982014"/>
              <a:ext cx="109113" cy="126646"/>
            </a:xfrm>
            <a:custGeom>
              <a:avLst/>
              <a:pathLst>
                <a:path w="109113" h="126646">
                  <a:moveTo>
                    <a:pt x="0" y="0"/>
                  </a:moveTo>
                  <a:lnTo>
                    <a:pt x="109113" y="126646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73" name="pg273"/>
            <p:cNvSpPr/>
            <p:nvPr/>
          </p:nvSpPr>
          <p:spPr>
            <a:xfrm>
              <a:off x="4914431" y="982014"/>
              <a:ext cx="109113" cy="126646"/>
            </a:xfrm>
            <a:custGeom>
              <a:avLst/>
              <a:pathLst>
                <a:path w="109113" h="126646">
                  <a:moveTo>
                    <a:pt x="0" y="0"/>
                  </a:moveTo>
                  <a:lnTo>
                    <a:pt x="109113" y="126646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74" name="pg274"/>
            <p:cNvSpPr/>
            <p:nvPr/>
          </p:nvSpPr>
          <p:spPr>
            <a:xfrm>
              <a:off x="4914431" y="982014"/>
              <a:ext cx="109113" cy="126646"/>
            </a:xfrm>
            <a:custGeom>
              <a:avLst/>
              <a:pathLst>
                <a:path w="109113" h="126646">
                  <a:moveTo>
                    <a:pt x="0" y="0"/>
                  </a:moveTo>
                  <a:lnTo>
                    <a:pt x="109113" y="126646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75" name="pg275"/>
            <p:cNvSpPr/>
            <p:nvPr/>
          </p:nvSpPr>
          <p:spPr>
            <a:xfrm>
              <a:off x="4914431" y="982014"/>
              <a:ext cx="109113" cy="126646"/>
            </a:xfrm>
            <a:custGeom>
              <a:avLst/>
              <a:pathLst>
                <a:path w="109113" h="126646">
                  <a:moveTo>
                    <a:pt x="0" y="0"/>
                  </a:moveTo>
                  <a:lnTo>
                    <a:pt x="109113" y="126646"/>
                  </a:lnTo>
                  <a:close/>
                </a:path>
              </a:pathLst>
            </a:custGeom>
            <a:solidFill>
              <a:srgbClr val="B155A7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76" name="pg276"/>
            <p:cNvSpPr/>
            <p:nvPr/>
          </p:nvSpPr>
          <p:spPr>
            <a:xfrm>
              <a:off x="4914431" y="982014"/>
              <a:ext cx="109113" cy="126646"/>
            </a:xfrm>
            <a:custGeom>
              <a:avLst/>
              <a:pathLst>
                <a:path w="109113" h="126646">
                  <a:moveTo>
                    <a:pt x="0" y="0"/>
                  </a:moveTo>
                  <a:lnTo>
                    <a:pt x="109113" y="126646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77" name="pg277"/>
            <p:cNvSpPr/>
            <p:nvPr/>
          </p:nvSpPr>
          <p:spPr>
            <a:xfrm>
              <a:off x="4914431" y="982014"/>
              <a:ext cx="109113" cy="126646"/>
            </a:xfrm>
            <a:custGeom>
              <a:avLst/>
              <a:pathLst>
                <a:path w="109113" h="126646">
                  <a:moveTo>
                    <a:pt x="0" y="0"/>
                  </a:moveTo>
                  <a:lnTo>
                    <a:pt x="109113" y="126646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78" name="pg278"/>
            <p:cNvSpPr/>
            <p:nvPr/>
          </p:nvSpPr>
          <p:spPr>
            <a:xfrm>
              <a:off x="4914431" y="982014"/>
              <a:ext cx="109113" cy="126646"/>
            </a:xfrm>
            <a:custGeom>
              <a:avLst/>
              <a:pathLst>
                <a:path w="109113" h="126646">
                  <a:moveTo>
                    <a:pt x="0" y="0"/>
                  </a:moveTo>
                  <a:lnTo>
                    <a:pt x="109113" y="126646"/>
                  </a:lnTo>
                  <a:close/>
                </a:path>
              </a:pathLst>
            </a:custGeom>
            <a:solidFill>
              <a:srgbClr val="EE637F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79" name="pg279"/>
            <p:cNvSpPr/>
            <p:nvPr/>
          </p:nvSpPr>
          <p:spPr>
            <a:xfrm>
              <a:off x="4914431" y="982014"/>
              <a:ext cx="109113" cy="126646"/>
            </a:xfrm>
            <a:custGeom>
              <a:avLst/>
              <a:pathLst>
                <a:path w="109113" h="126646">
                  <a:moveTo>
                    <a:pt x="0" y="0"/>
                  </a:moveTo>
                  <a:lnTo>
                    <a:pt x="109113" y="126646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80" name="pg280"/>
            <p:cNvSpPr/>
            <p:nvPr/>
          </p:nvSpPr>
          <p:spPr>
            <a:xfrm>
              <a:off x="4914431" y="982014"/>
              <a:ext cx="109113" cy="126646"/>
            </a:xfrm>
            <a:custGeom>
              <a:avLst/>
              <a:pathLst>
                <a:path w="109113" h="126646">
                  <a:moveTo>
                    <a:pt x="0" y="0"/>
                  </a:moveTo>
                  <a:lnTo>
                    <a:pt x="109113" y="126646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81" name="pg281"/>
            <p:cNvSpPr/>
            <p:nvPr/>
          </p:nvSpPr>
          <p:spPr>
            <a:xfrm>
              <a:off x="4914431" y="982014"/>
              <a:ext cx="109113" cy="126646"/>
            </a:xfrm>
            <a:custGeom>
              <a:avLst/>
              <a:pathLst>
                <a:path w="109113" h="126646">
                  <a:moveTo>
                    <a:pt x="0" y="0"/>
                  </a:moveTo>
                  <a:lnTo>
                    <a:pt x="109113" y="126646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82" name="pg282"/>
            <p:cNvSpPr/>
            <p:nvPr/>
          </p:nvSpPr>
          <p:spPr>
            <a:xfrm>
              <a:off x="4914431" y="982014"/>
              <a:ext cx="109113" cy="126646"/>
            </a:xfrm>
            <a:custGeom>
              <a:avLst/>
              <a:pathLst>
                <a:path w="109113" h="126646">
                  <a:moveTo>
                    <a:pt x="0" y="0"/>
                  </a:moveTo>
                  <a:lnTo>
                    <a:pt x="109113" y="126646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83" name="pg283"/>
            <p:cNvSpPr/>
            <p:nvPr/>
          </p:nvSpPr>
          <p:spPr>
            <a:xfrm>
              <a:off x="4914431" y="982014"/>
              <a:ext cx="109113" cy="126646"/>
            </a:xfrm>
            <a:custGeom>
              <a:avLst/>
              <a:pathLst>
                <a:path w="109113" h="126646">
                  <a:moveTo>
                    <a:pt x="0" y="0"/>
                  </a:moveTo>
                  <a:lnTo>
                    <a:pt x="109113" y="126646"/>
                  </a:lnTo>
                  <a:close/>
                </a:path>
              </a:pathLst>
            </a:custGeom>
            <a:solidFill>
              <a:srgbClr val="FF7F40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84" name="pg284"/>
            <p:cNvSpPr/>
            <p:nvPr/>
          </p:nvSpPr>
          <p:spPr>
            <a:xfrm>
              <a:off x="4914431" y="982014"/>
              <a:ext cx="109113" cy="126646"/>
            </a:xfrm>
            <a:custGeom>
              <a:avLst/>
              <a:pathLst>
                <a:path w="109113" h="126646">
                  <a:moveTo>
                    <a:pt x="0" y="0"/>
                  </a:moveTo>
                  <a:lnTo>
                    <a:pt x="109113" y="126646"/>
                  </a:lnTo>
                  <a:close/>
                </a:path>
              </a:pathLst>
            </a:custGeom>
            <a:solidFill>
              <a:srgbClr val="BCED54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85" name="pg285"/>
            <p:cNvSpPr/>
            <p:nvPr/>
          </p:nvSpPr>
          <p:spPr>
            <a:xfrm>
              <a:off x="4856377" y="954424"/>
              <a:ext cx="334334" cy="321385"/>
            </a:xfrm>
            <a:custGeom>
              <a:avLst/>
              <a:pathLst>
                <a:path w="334334" h="321385">
                  <a:moveTo>
                    <a:pt x="58053" y="27590"/>
                  </a:moveTo>
                  <a:lnTo>
                    <a:pt x="54087" y="31118"/>
                  </a:lnTo>
                  <a:lnTo>
                    <a:pt x="50235" y="34770"/>
                  </a:lnTo>
                  <a:lnTo>
                    <a:pt x="46501" y="38543"/>
                  </a:lnTo>
                  <a:lnTo>
                    <a:pt x="42889" y="42433"/>
                  </a:lnTo>
                  <a:lnTo>
                    <a:pt x="39402" y="46435"/>
                  </a:lnTo>
                  <a:lnTo>
                    <a:pt x="36044" y="50546"/>
                  </a:lnTo>
                  <a:lnTo>
                    <a:pt x="32818" y="54761"/>
                  </a:lnTo>
                  <a:lnTo>
                    <a:pt x="29727" y="59077"/>
                  </a:lnTo>
                  <a:lnTo>
                    <a:pt x="26775" y="63488"/>
                  </a:lnTo>
                  <a:lnTo>
                    <a:pt x="23964" y="67992"/>
                  </a:lnTo>
                  <a:lnTo>
                    <a:pt x="21298" y="72582"/>
                  </a:lnTo>
                  <a:lnTo>
                    <a:pt x="18779" y="77254"/>
                  </a:lnTo>
                  <a:lnTo>
                    <a:pt x="16410" y="82004"/>
                  </a:lnTo>
                  <a:lnTo>
                    <a:pt x="14193" y="86827"/>
                  </a:lnTo>
                  <a:lnTo>
                    <a:pt x="12130" y="91718"/>
                  </a:lnTo>
                  <a:lnTo>
                    <a:pt x="10223" y="96672"/>
                  </a:lnTo>
                  <a:lnTo>
                    <a:pt x="8474" y="101684"/>
                  </a:lnTo>
                  <a:lnTo>
                    <a:pt x="6886" y="106749"/>
                  </a:lnTo>
                  <a:lnTo>
                    <a:pt x="5459" y="111862"/>
                  </a:lnTo>
                  <a:lnTo>
                    <a:pt x="4195" y="117017"/>
                  </a:lnTo>
                  <a:lnTo>
                    <a:pt x="3095" y="122211"/>
                  </a:lnTo>
                  <a:lnTo>
                    <a:pt x="2161" y="127436"/>
                  </a:lnTo>
                  <a:lnTo>
                    <a:pt x="1394" y="132688"/>
                  </a:lnTo>
                  <a:lnTo>
                    <a:pt x="793" y="137962"/>
                  </a:lnTo>
                  <a:lnTo>
                    <a:pt x="360" y="143253"/>
                  </a:lnTo>
                  <a:lnTo>
                    <a:pt x="96" y="148555"/>
                  </a:lnTo>
                  <a:lnTo>
                    <a:pt x="0" y="153862"/>
                  </a:lnTo>
                  <a:lnTo>
                    <a:pt x="72" y="159170"/>
                  </a:lnTo>
                  <a:lnTo>
                    <a:pt x="313" y="164473"/>
                  </a:lnTo>
                  <a:lnTo>
                    <a:pt x="722" y="169765"/>
                  </a:lnTo>
                  <a:lnTo>
                    <a:pt x="1299" y="175042"/>
                  </a:lnTo>
                  <a:lnTo>
                    <a:pt x="2043" y="180298"/>
                  </a:lnTo>
                  <a:lnTo>
                    <a:pt x="2954" y="185527"/>
                  </a:lnTo>
                  <a:lnTo>
                    <a:pt x="4030" y="190725"/>
                  </a:lnTo>
                  <a:lnTo>
                    <a:pt x="5271" y="195886"/>
                  </a:lnTo>
                  <a:lnTo>
                    <a:pt x="6675" y="201005"/>
                  </a:lnTo>
                  <a:lnTo>
                    <a:pt x="8241" y="206077"/>
                  </a:lnTo>
                  <a:lnTo>
                    <a:pt x="9967" y="211097"/>
                  </a:lnTo>
                  <a:lnTo>
                    <a:pt x="11851" y="216060"/>
                  </a:lnTo>
                  <a:lnTo>
                    <a:pt x="13893" y="220960"/>
                  </a:lnTo>
                  <a:lnTo>
                    <a:pt x="16088" y="225792"/>
                  </a:lnTo>
                  <a:lnTo>
                    <a:pt x="18436" y="230553"/>
                  </a:lnTo>
                  <a:lnTo>
                    <a:pt x="20934" y="235237"/>
                  </a:lnTo>
                  <a:lnTo>
                    <a:pt x="23580" y="239839"/>
                  </a:lnTo>
                  <a:lnTo>
                    <a:pt x="26370" y="244355"/>
                  </a:lnTo>
                  <a:lnTo>
                    <a:pt x="29302" y="248779"/>
                  </a:lnTo>
                  <a:lnTo>
                    <a:pt x="32374" y="253109"/>
                  </a:lnTo>
                  <a:lnTo>
                    <a:pt x="35581" y="257339"/>
                  </a:lnTo>
                  <a:lnTo>
                    <a:pt x="38921" y="261465"/>
                  </a:lnTo>
                  <a:lnTo>
                    <a:pt x="42390" y="265482"/>
                  </a:lnTo>
                  <a:lnTo>
                    <a:pt x="45985" y="269388"/>
                  </a:lnTo>
                  <a:lnTo>
                    <a:pt x="49702" y="273177"/>
                  </a:lnTo>
                  <a:lnTo>
                    <a:pt x="53538" y="276847"/>
                  </a:lnTo>
                  <a:lnTo>
                    <a:pt x="57488" y="280393"/>
                  </a:lnTo>
                  <a:lnTo>
                    <a:pt x="61549" y="283811"/>
                  </a:lnTo>
                  <a:lnTo>
                    <a:pt x="65716" y="287100"/>
                  </a:lnTo>
                  <a:lnTo>
                    <a:pt x="69985" y="290254"/>
                  </a:lnTo>
                  <a:lnTo>
                    <a:pt x="74353" y="293271"/>
                  </a:lnTo>
                  <a:lnTo>
                    <a:pt x="78814" y="296147"/>
                  </a:lnTo>
                  <a:lnTo>
                    <a:pt x="83364" y="298881"/>
                  </a:lnTo>
                  <a:lnTo>
                    <a:pt x="87999" y="301469"/>
                  </a:lnTo>
                  <a:lnTo>
                    <a:pt x="92713" y="303908"/>
                  </a:lnTo>
                  <a:lnTo>
                    <a:pt x="97503" y="306196"/>
                  </a:lnTo>
                  <a:lnTo>
                    <a:pt x="102363" y="308332"/>
                  </a:lnTo>
                  <a:lnTo>
                    <a:pt x="107288" y="310311"/>
                  </a:lnTo>
                  <a:lnTo>
                    <a:pt x="112274" y="312134"/>
                  </a:lnTo>
                  <a:lnTo>
                    <a:pt x="117315" y="313797"/>
                  </a:lnTo>
                  <a:lnTo>
                    <a:pt x="122406" y="315300"/>
                  </a:lnTo>
                  <a:lnTo>
                    <a:pt x="127542" y="316639"/>
                  </a:lnTo>
                  <a:lnTo>
                    <a:pt x="132718" y="317816"/>
                  </a:lnTo>
                  <a:lnTo>
                    <a:pt x="137929" y="318827"/>
                  </a:lnTo>
                  <a:lnTo>
                    <a:pt x="143170" y="319672"/>
                  </a:lnTo>
                  <a:lnTo>
                    <a:pt x="148435" y="320351"/>
                  </a:lnTo>
                  <a:lnTo>
                    <a:pt x="153718" y="320862"/>
                  </a:lnTo>
                  <a:lnTo>
                    <a:pt x="159015" y="321205"/>
                  </a:lnTo>
                  <a:lnTo>
                    <a:pt x="164321" y="321379"/>
                  </a:lnTo>
                  <a:lnTo>
                    <a:pt x="169629" y="321385"/>
                  </a:lnTo>
                  <a:lnTo>
                    <a:pt x="174935" y="321223"/>
                  </a:lnTo>
                  <a:lnTo>
                    <a:pt x="180233" y="320892"/>
                  </a:lnTo>
                  <a:lnTo>
                    <a:pt x="185517" y="320393"/>
                  </a:lnTo>
                  <a:lnTo>
                    <a:pt x="190784" y="319727"/>
                  </a:lnTo>
                  <a:lnTo>
                    <a:pt x="196026" y="318894"/>
                  </a:lnTo>
                  <a:lnTo>
                    <a:pt x="201239" y="317894"/>
                  </a:lnTo>
                  <a:lnTo>
                    <a:pt x="206418" y="316730"/>
                  </a:lnTo>
                  <a:lnTo>
                    <a:pt x="211558" y="315402"/>
                  </a:lnTo>
                  <a:lnTo>
                    <a:pt x="216652" y="313911"/>
                  </a:lnTo>
                  <a:lnTo>
                    <a:pt x="221697" y="312259"/>
                  </a:lnTo>
                  <a:lnTo>
                    <a:pt x="226687" y="310448"/>
                  </a:lnTo>
                  <a:lnTo>
                    <a:pt x="231616" y="308480"/>
                  </a:lnTo>
                  <a:lnTo>
                    <a:pt x="236481" y="306356"/>
                  </a:lnTo>
                  <a:lnTo>
                    <a:pt x="241276" y="304078"/>
                  </a:lnTo>
                  <a:lnTo>
                    <a:pt x="245996" y="301650"/>
                  </a:lnTo>
                  <a:lnTo>
                    <a:pt x="250637" y="299073"/>
                  </a:lnTo>
                  <a:lnTo>
                    <a:pt x="255193" y="296350"/>
                  </a:lnTo>
                  <a:lnTo>
                    <a:pt x="259661" y="293483"/>
                  </a:lnTo>
                  <a:lnTo>
                    <a:pt x="264035" y="290476"/>
                  </a:lnTo>
                  <a:lnTo>
                    <a:pt x="268312" y="287332"/>
                  </a:lnTo>
                  <a:lnTo>
                    <a:pt x="272487" y="284053"/>
                  </a:lnTo>
                  <a:lnTo>
                    <a:pt x="276556" y="280644"/>
                  </a:lnTo>
                  <a:lnTo>
                    <a:pt x="280514" y="277107"/>
                  </a:lnTo>
                  <a:lnTo>
                    <a:pt x="284358" y="273447"/>
                  </a:lnTo>
                  <a:lnTo>
                    <a:pt x="288084" y="269666"/>
                  </a:lnTo>
                  <a:lnTo>
                    <a:pt x="291688" y="265768"/>
                  </a:lnTo>
                  <a:lnTo>
                    <a:pt x="295166" y="261759"/>
                  </a:lnTo>
                  <a:lnTo>
                    <a:pt x="298515" y="257640"/>
                  </a:lnTo>
                  <a:lnTo>
                    <a:pt x="301732" y="253418"/>
                  </a:lnTo>
                  <a:lnTo>
                    <a:pt x="304813" y="249095"/>
                  </a:lnTo>
                  <a:lnTo>
                    <a:pt x="307756" y="244677"/>
                  </a:lnTo>
                  <a:lnTo>
                    <a:pt x="310556" y="240168"/>
                  </a:lnTo>
                  <a:lnTo>
                    <a:pt x="313212" y="235572"/>
                  </a:lnTo>
                  <a:lnTo>
                    <a:pt x="315721" y="230894"/>
                  </a:lnTo>
                  <a:lnTo>
                    <a:pt x="318080" y="226139"/>
                  </a:lnTo>
                  <a:lnTo>
                    <a:pt x="320287" y="221311"/>
                  </a:lnTo>
                  <a:lnTo>
                    <a:pt x="322339" y="216416"/>
                  </a:lnTo>
                  <a:lnTo>
                    <a:pt x="324235" y="211458"/>
                  </a:lnTo>
                  <a:lnTo>
                    <a:pt x="325973" y="206442"/>
                  </a:lnTo>
                  <a:lnTo>
                    <a:pt x="327551" y="201373"/>
                  </a:lnTo>
                  <a:lnTo>
                    <a:pt x="328966" y="196257"/>
                  </a:lnTo>
                  <a:lnTo>
                    <a:pt x="330219" y="191099"/>
                  </a:lnTo>
                  <a:lnTo>
                    <a:pt x="331307" y="185904"/>
                  </a:lnTo>
                  <a:lnTo>
                    <a:pt x="332230" y="180676"/>
                  </a:lnTo>
                  <a:lnTo>
                    <a:pt x="332986" y="175422"/>
                  </a:lnTo>
                  <a:lnTo>
                    <a:pt x="333575" y="170147"/>
                  </a:lnTo>
                  <a:lnTo>
                    <a:pt x="333996" y="164855"/>
                  </a:lnTo>
                  <a:lnTo>
                    <a:pt x="334249" y="159553"/>
                  </a:lnTo>
                  <a:lnTo>
                    <a:pt x="334334" y="154245"/>
                  </a:lnTo>
                  <a:lnTo>
                    <a:pt x="334250" y="148938"/>
                  </a:lnTo>
                  <a:lnTo>
                    <a:pt x="333998" y="143636"/>
                  </a:lnTo>
                  <a:lnTo>
                    <a:pt x="333577" y="138344"/>
                  </a:lnTo>
                  <a:lnTo>
                    <a:pt x="332988" y="133069"/>
                  </a:lnTo>
                  <a:lnTo>
                    <a:pt x="332233" y="127814"/>
                  </a:lnTo>
                  <a:lnTo>
                    <a:pt x="331311" y="122587"/>
                  </a:lnTo>
                  <a:lnTo>
                    <a:pt x="330223" y="117391"/>
                  </a:lnTo>
                  <a:lnTo>
                    <a:pt x="328971" y="112233"/>
                  </a:lnTo>
                  <a:lnTo>
                    <a:pt x="327556" y="107117"/>
                  </a:lnTo>
                  <a:lnTo>
                    <a:pt x="325979" y="102048"/>
                  </a:lnTo>
                  <a:lnTo>
                    <a:pt x="324242" y="97032"/>
                  </a:lnTo>
                  <a:lnTo>
                    <a:pt x="322346" y="92074"/>
                  </a:lnTo>
                  <a:lnTo>
                    <a:pt x="320295" y="87178"/>
                  </a:lnTo>
                  <a:lnTo>
                    <a:pt x="318088" y="82350"/>
                  </a:lnTo>
                  <a:lnTo>
                    <a:pt x="315730" y="77595"/>
                  </a:lnTo>
                  <a:lnTo>
                    <a:pt x="313222" y="72917"/>
                  </a:lnTo>
                  <a:lnTo>
                    <a:pt x="310566" y="68320"/>
                  </a:lnTo>
                  <a:lnTo>
                    <a:pt x="307766" y="63811"/>
                  </a:lnTo>
                  <a:lnTo>
                    <a:pt x="304824" y="59392"/>
                  </a:lnTo>
                  <a:lnTo>
                    <a:pt x="301743" y="55069"/>
                  </a:lnTo>
                  <a:lnTo>
                    <a:pt x="298527" y="50847"/>
                  </a:lnTo>
                  <a:lnTo>
                    <a:pt x="295178" y="46728"/>
                  </a:lnTo>
                  <a:lnTo>
                    <a:pt x="291700" y="42718"/>
                  </a:lnTo>
                  <a:lnTo>
                    <a:pt x="288097" y="38820"/>
                  </a:lnTo>
                  <a:lnTo>
                    <a:pt x="284371" y="35039"/>
                  </a:lnTo>
                  <a:lnTo>
                    <a:pt x="280528" y="31378"/>
                  </a:lnTo>
                  <a:lnTo>
                    <a:pt x="276570" y="27840"/>
                  </a:lnTo>
                  <a:lnTo>
                    <a:pt x="272502" y="24431"/>
                  </a:lnTo>
                  <a:lnTo>
                    <a:pt x="268327" y="21152"/>
                  </a:lnTo>
                  <a:lnTo>
                    <a:pt x="264051" y="18007"/>
                  </a:lnTo>
                  <a:lnTo>
                    <a:pt x="259677" y="14999"/>
                  </a:lnTo>
                  <a:lnTo>
                    <a:pt x="255209" y="12133"/>
                  </a:lnTo>
                  <a:lnTo>
                    <a:pt x="250653" y="9409"/>
                  </a:lnTo>
                  <a:lnTo>
                    <a:pt x="246013" y="6831"/>
                  </a:lnTo>
                  <a:lnTo>
                    <a:pt x="241293" y="4402"/>
                  </a:lnTo>
                  <a:lnTo>
                    <a:pt x="236498" y="2124"/>
                  </a:lnTo>
                  <a:lnTo>
                    <a:pt x="231634" y="0"/>
                  </a:lnTo>
                  <a:lnTo>
                    <a:pt x="167167" y="154236"/>
                  </a:lnTo>
                  <a:close/>
                </a:path>
              </a:pathLst>
            </a:custGeom>
            <a:solidFill>
              <a:srgbClr val="FFFFFF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86" name="pg286"/>
            <p:cNvSpPr/>
            <p:nvPr/>
          </p:nvSpPr>
          <p:spPr>
            <a:xfrm>
              <a:off x="5023544" y="941493"/>
              <a:ext cx="64467" cy="167167"/>
            </a:xfrm>
            <a:custGeom>
              <a:avLst/>
              <a:pathLst>
                <a:path w="64467" h="167167">
                  <a:moveTo>
                    <a:pt x="64467" y="12930"/>
                  </a:moveTo>
                  <a:lnTo>
                    <a:pt x="58875" y="10710"/>
                  </a:lnTo>
                  <a:lnTo>
                    <a:pt x="53207" y="8693"/>
                  </a:lnTo>
                  <a:lnTo>
                    <a:pt x="47470" y="6881"/>
                  </a:lnTo>
                  <a:lnTo>
                    <a:pt x="41672" y="5277"/>
                  </a:lnTo>
                  <a:lnTo>
                    <a:pt x="35819" y="3882"/>
                  </a:lnTo>
                  <a:lnTo>
                    <a:pt x="29920" y="2699"/>
                  </a:lnTo>
                  <a:lnTo>
                    <a:pt x="23983" y="1729"/>
                  </a:lnTo>
                  <a:lnTo>
                    <a:pt x="18014" y="973"/>
                  </a:lnTo>
                  <a:lnTo>
                    <a:pt x="12022" y="432"/>
                  </a:lnTo>
                  <a:lnTo>
                    <a:pt x="6015" y="108"/>
                  </a:lnTo>
                  <a:lnTo>
                    <a:pt x="0" y="0"/>
                  </a:lnTo>
                  <a:lnTo>
                    <a:pt x="0" y="167167"/>
                  </a:lnTo>
                  <a:close/>
                </a:path>
              </a:pathLst>
            </a:custGeom>
            <a:solidFill>
              <a:srgbClr val="DCDCDC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87" name="pg287"/>
            <p:cNvSpPr/>
            <p:nvPr/>
          </p:nvSpPr>
          <p:spPr>
            <a:xfrm>
              <a:off x="4486215" y="94149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88" name="pg288"/>
            <p:cNvSpPr/>
            <p:nvPr/>
          </p:nvSpPr>
          <p:spPr>
            <a:xfrm>
              <a:off x="4486215" y="94149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89" name="pg289"/>
            <p:cNvSpPr/>
            <p:nvPr/>
          </p:nvSpPr>
          <p:spPr>
            <a:xfrm>
              <a:off x="4486215" y="94149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90" name="pg290"/>
            <p:cNvSpPr/>
            <p:nvPr/>
          </p:nvSpPr>
          <p:spPr>
            <a:xfrm>
              <a:off x="4486215" y="94149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DCB702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91" name="pg291"/>
            <p:cNvSpPr/>
            <p:nvPr/>
          </p:nvSpPr>
          <p:spPr>
            <a:xfrm>
              <a:off x="4486215" y="94149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92" name="pg292"/>
            <p:cNvSpPr/>
            <p:nvPr/>
          </p:nvSpPr>
          <p:spPr>
            <a:xfrm>
              <a:off x="4486215" y="94149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93" name="pg293"/>
            <p:cNvSpPr/>
            <p:nvPr/>
          </p:nvSpPr>
          <p:spPr>
            <a:xfrm>
              <a:off x="4486215" y="94149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94" name="pg294"/>
            <p:cNvSpPr/>
            <p:nvPr/>
          </p:nvSpPr>
          <p:spPr>
            <a:xfrm>
              <a:off x="4395744" y="941493"/>
              <a:ext cx="90471" cy="167167"/>
            </a:xfrm>
            <a:custGeom>
              <a:avLst/>
              <a:pathLst>
                <a:path w="90471" h="167167">
                  <a:moveTo>
                    <a:pt x="90471" y="0"/>
                  </a:moveTo>
                  <a:lnTo>
                    <a:pt x="84848" y="94"/>
                  </a:lnTo>
                  <a:lnTo>
                    <a:pt x="79233" y="378"/>
                  </a:lnTo>
                  <a:lnTo>
                    <a:pt x="73629" y="850"/>
                  </a:lnTo>
                  <a:lnTo>
                    <a:pt x="68045" y="1511"/>
                  </a:lnTo>
                  <a:lnTo>
                    <a:pt x="62486" y="2358"/>
                  </a:lnTo>
                  <a:lnTo>
                    <a:pt x="56959" y="3393"/>
                  </a:lnTo>
                  <a:lnTo>
                    <a:pt x="51470" y="4613"/>
                  </a:lnTo>
                  <a:lnTo>
                    <a:pt x="46025" y="6016"/>
                  </a:lnTo>
                  <a:lnTo>
                    <a:pt x="40630" y="7602"/>
                  </a:lnTo>
                  <a:lnTo>
                    <a:pt x="35292" y="9369"/>
                  </a:lnTo>
                  <a:lnTo>
                    <a:pt x="30016" y="11314"/>
                  </a:lnTo>
                  <a:lnTo>
                    <a:pt x="24808" y="13435"/>
                  </a:lnTo>
                  <a:lnTo>
                    <a:pt x="19675" y="15731"/>
                  </a:lnTo>
                  <a:lnTo>
                    <a:pt x="14622" y="18198"/>
                  </a:lnTo>
                  <a:lnTo>
                    <a:pt x="9654" y="20833"/>
                  </a:lnTo>
                  <a:lnTo>
                    <a:pt x="4778" y="23634"/>
                  </a:lnTo>
                  <a:lnTo>
                    <a:pt x="0" y="26597"/>
                  </a:lnTo>
                  <a:lnTo>
                    <a:pt x="90471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95" name="pg295"/>
            <p:cNvSpPr/>
            <p:nvPr/>
          </p:nvSpPr>
          <p:spPr>
            <a:xfrm>
              <a:off x="4395744" y="968090"/>
              <a:ext cx="90471" cy="140569"/>
            </a:xfrm>
            <a:custGeom>
              <a:avLst/>
              <a:pathLst>
                <a:path w="90471" h="140569">
                  <a:moveTo>
                    <a:pt x="0" y="0"/>
                  </a:moveTo>
                  <a:lnTo>
                    <a:pt x="90471" y="140569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96" name="pg296"/>
            <p:cNvSpPr/>
            <p:nvPr/>
          </p:nvSpPr>
          <p:spPr>
            <a:xfrm>
              <a:off x="4395744" y="968090"/>
              <a:ext cx="90471" cy="140569"/>
            </a:xfrm>
            <a:custGeom>
              <a:avLst/>
              <a:pathLst>
                <a:path w="90471" h="140569">
                  <a:moveTo>
                    <a:pt x="0" y="0"/>
                  </a:moveTo>
                  <a:lnTo>
                    <a:pt x="90471" y="140569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97" name="pg297"/>
            <p:cNvSpPr/>
            <p:nvPr/>
          </p:nvSpPr>
          <p:spPr>
            <a:xfrm>
              <a:off x="4395744" y="968090"/>
              <a:ext cx="90471" cy="140569"/>
            </a:xfrm>
            <a:custGeom>
              <a:avLst/>
              <a:pathLst>
                <a:path w="90471" h="140569">
                  <a:moveTo>
                    <a:pt x="0" y="0"/>
                  </a:moveTo>
                  <a:lnTo>
                    <a:pt x="90471" y="140569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98" name="pg298"/>
            <p:cNvSpPr/>
            <p:nvPr/>
          </p:nvSpPr>
          <p:spPr>
            <a:xfrm>
              <a:off x="4395744" y="968090"/>
              <a:ext cx="90471" cy="140569"/>
            </a:xfrm>
            <a:custGeom>
              <a:avLst/>
              <a:pathLst>
                <a:path w="90471" h="140569">
                  <a:moveTo>
                    <a:pt x="0" y="0"/>
                  </a:moveTo>
                  <a:lnTo>
                    <a:pt x="90471" y="140569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99" name="pg299"/>
            <p:cNvSpPr/>
            <p:nvPr/>
          </p:nvSpPr>
          <p:spPr>
            <a:xfrm>
              <a:off x="4395744" y="968090"/>
              <a:ext cx="90471" cy="140569"/>
            </a:xfrm>
            <a:custGeom>
              <a:avLst/>
              <a:pathLst>
                <a:path w="90471" h="140569">
                  <a:moveTo>
                    <a:pt x="0" y="0"/>
                  </a:moveTo>
                  <a:lnTo>
                    <a:pt x="90471" y="140569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00" name="pg300"/>
            <p:cNvSpPr/>
            <p:nvPr/>
          </p:nvSpPr>
          <p:spPr>
            <a:xfrm>
              <a:off x="4395744" y="968090"/>
              <a:ext cx="90471" cy="140569"/>
            </a:xfrm>
            <a:custGeom>
              <a:avLst/>
              <a:pathLst>
                <a:path w="90471" h="140569">
                  <a:moveTo>
                    <a:pt x="0" y="0"/>
                  </a:moveTo>
                  <a:lnTo>
                    <a:pt x="90471" y="140569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01" name="pg301"/>
            <p:cNvSpPr/>
            <p:nvPr/>
          </p:nvSpPr>
          <p:spPr>
            <a:xfrm>
              <a:off x="4395744" y="968090"/>
              <a:ext cx="90471" cy="140569"/>
            </a:xfrm>
            <a:custGeom>
              <a:avLst/>
              <a:pathLst>
                <a:path w="90471" h="140569">
                  <a:moveTo>
                    <a:pt x="0" y="0"/>
                  </a:moveTo>
                  <a:lnTo>
                    <a:pt x="90471" y="140569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02" name="pg302"/>
            <p:cNvSpPr/>
            <p:nvPr/>
          </p:nvSpPr>
          <p:spPr>
            <a:xfrm>
              <a:off x="4395744" y="968090"/>
              <a:ext cx="90471" cy="140569"/>
            </a:xfrm>
            <a:custGeom>
              <a:avLst/>
              <a:pathLst>
                <a:path w="90471" h="140569">
                  <a:moveTo>
                    <a:pt x="0" y="0"/>
                  </a:moveTo>
                  <a:lnTo>
                    <a:pt x="90471" y="140569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03" name="pg303"/>
            <p:cNvSpPr/>
            <p:nvPr/>
          </p:nvSpPr>
          <p:spPr>
            <a:xfrm>
              <a:off x="4395744" y="968090"/>
              <a:ext cx="90471" cy="140569"/>
            </a:xfrm>
            <a:custGeom>
              <a:avLst/>
              <a:pathLst>
                <a:path w="90471" h="140569">
                  <a:moveTo>
                    <a:pt x="0" y="0"/>
                  </a:moveTo>
                  <a:lnTo>
                    <a:pt x="90471" y="140569"/>
                  </a:lnTo>
                  <a:close/>
                </a:path>
              </a:pathLst>
            </a:custGeom>
            <a:solidFill>
              <a:srgbClr val="B155A7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04" name="pg304"/>
            <p:cNvSpPr/>
            <p:nvPr/>
          </p:nvSpPr>
          <p:spPr>
            <a:xfrm>
              <a:off x="4395744" y="968090"/>
              <a:ext cx="90471" cy="140569"/>
            </a:xfrm>
            <a:custGeom>
              <a:avLst/>
              <a:pathLst>
                <a:path w="90471" h="140569">
                  <a:moveTo>
                    <a:pt x="0" y="0"/>
                  </a:moveTo>
                  <a:lnTo>
                    <a:pt x="90471" y="140569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05" name="pg305"/>
            <p:cNvSpPr/>
            <p:nvPr/>
          </p:nvSpPr>
          <p:spPr>
            <a:xfrm>
              <a:off x="4395744" y="968090"/>
              <a:ext cx="90471" cy="140569"/>
            </a:xfrm>
            <a:custGeom>
              <a:avLst/>
              <a:pathLst>
                <a:path w="90471" h="140569">
                  <a:moveTo>
                    <a:pt x="0" y="0"/>
                  </a:moveTo>
                  <a:lnTo>
                    <a:pt x="90471" y="140569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06" name="pg306"/>
            <p:cNvSpPr/>
            <p:nvPr/>
          </p:nvSpPr>
          <p:spPr>
            <a:xfrm>
              <a:off x="4395744" y="968090"/>
              <a:ext cx="90471" cy="140569"/>
            </a:xfrm>
            <a:custGeom>
              <a:avLst/>
              <a:pathLst>
                <a:path w="90471" h="140569">
                  <a:moveTo>
                    <a:pt x="0" y="0"/>
                  </a:moveTo>
                  <a:lnTo>
                    <a:pt x="90471" y="140569"/>
                  </a:lnTo>
                  <a:close/>
                </a:path>
              </a:pathLst>
            </a:custGeom>
            <a:solidFill>
              <a:srgbClr val="EE637F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07" name="pg307"/>
            <p:cNvSpPr/>
            <p:nvPr/>
          </p:nvSpPr>
          <p:spPr>
            <a:xfrm>
              <a:off x="4395744" y="968090"/>
              <a:ext cx="90471" cy="140569"/>
            </a:xfrm>
            <a:custGeom>
              <a:avLst/>
              <a:pathLst>
                <a:path w="90471" h="140569">
                  <a:moveTo>
                    <a:pt x="0" y="0"/>
                  </a:moveTo>
                  <a:lnTo>
                    <a:pt x="90471" y="140569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08" name="pg308"/>
            <p:cNvSpPr/>
            <p:nvPr/>
          </p:nvSpPr>
          <p:spPr>
            <a:xfrm>
              <a:off x="4395744" y="968090"/>
              <a:ext cx="90471" cy="140569"/>
            </a:xfrm>
            <a:custGeom>
              <a:avLst/>
              <a:pathLst>
                <a:path w="90471" h="140569">
                  <a:moveTo>
                    <a:pt x="0" y="0"/>
                  </a:moveTo>
                  <a:lnTo>
                    <a:pt x="90471" y="140569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09" name="pg309"/>
            <p:cNvSpPr/>
            <p:nvPr/>
          </p:nvSpPr>
          <p:spPr>
            <a:xfrm>
              <a:off x="4395744" y="968090"/>
              <a:ext cx="90471" cy="140569"/>
            </a:xfrm>
            <a:custGeom>
              <a:avLst/>
              <a:pathLst>
                <a:path w="90471" h="140569">
                  <a:moveTo>
                    <a:pt x="0" y="0"/>
                  </a:moveTo>
                  <a:lnTo>
                    <a:pt x="90471" y="140569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10" name="pg310"/>
            <p:cNvSpPr/>
            <p:nvPr/>
          </p:nvSpPr>
          <p:spPr>
            <a:xfrm>
              <a:off x="4395744" y="968090"/>
              <a:ext cx="90471" cy="140569"/>
            </a:xfrm>
            <a:custGeom>
              <a:avLst/>
              <a:pathLst>
                <a:path w="90471" h="140569">
                  <a:moveTo>
                    <a:pt x="0" y="0"/>
                  </a:moveTo>
                  <a:lnTo>
                    <a:pt x="90471" y="140569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11" name="pg311"/>
            <p:cNvSpPr/>
            <p:nvPr/>
          </p:nvSpPr>
          <p:spPr>
            <a:xfrm>
              <a:off x="4395744" y="968090"/>
              <a:ext cx="90471" cy="140569"/>
            </a:xfrm>
            <a:custGeom>
              <a:avLst/>
              <a:pathLst>
                <a:path w="90471" h="140569">
                  <a:moveTo>
                    <a:pt x="0" y="0"/>
                  </a:moveTo>
                  <a:lnTo>
                    <a:pt x="90471" y="140569"/>
                  </a:lnTo>
                  <a:close/>
                </a:path>
              </a:pathLst>
            </a:custGeom>
            <a:solidFill>
              <a:srgbClr val="FF7F40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12" name="pg312"/>
            <p:cNvSpPr/>
            <p:nvPr/>
          </p:nvSpPr>
          <p:spPr>
            <a:xfrm>
              <a:off x="4395744" y="968090"/>
              <a:ext cx="90471" cy="140569"/>
            </a:xfrm>
            <a:custGeom>
              <a:avLst/>
              <a:pathLst>
                <a:path w="90471" h="140569">
                  <a:moveTo>
                    <a:pt x="0" y="0"/>
                  </a:moveTo>
                  <a:lnTo>
                    <a:pt x="90471" y="140569"/>
                  </a:lnTo>
                  <a:close/>
                </a:path>
              </a:pathLst>
            </a:custGeom>
            <a:solidFill>
              <a:srgbClr val="BCED54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13" name="pg313"/>
            <p:cNvSpPr/>
            <p:nvPr/>
          </p:nvSpPr>
          <p:spPr>
            <a:xfrm>
              <a:off x="4319048" y="968090"/>
              <a:ext cx="167167" cy="280807"/>
            </a:xfrm>
            <a:custGeom>
              <a:avLst/>
              <a:pathLst>
                <a:path w="167167" h="280807">
                  <a:moveTo>
                    <a:pt x="76695" y="0"/>
                  </a:moveTo>
                  <a:lnTo>
                    <a:pt x="72222" y="2982"/>
                  </a:lnTo>
                  <a:lnTo>
                    <a:pt x="67846" y="6106"/>
                  </a:lnTo>
                  <a:lnTo>
                    <a:pt x="63573" y="9370"/>
                  </a:lnTo>
                  <a:lnTo>
                    <a:pt x="59408" y="12769"/>
                  </a:lnTo>
                  <a:lnTo>
                    <a:pt x="55353" y="16301"/>
                  </a:lnTo>
                  <a:lnTo>
                    <a:pt x="51415" y="19961"/>
                  </a:lnTo>
                  <a:lnTo>
                    <a:pt x="47596" y="23745"/>
                  </a:lnTo>
                  <a:lnTo>
                    <a:pt x="43901" y="27651"/>
                  </a:lnTo>
                  <a:lnTo>
                    <a:pt x="40333" y="31674"/>
                  </a:lnTo>
                  <a:lnTo>
                    <a:pt x="36897" y="35809"/>
                  </a:lnTo>
                  <a:lnTo>
                    <a:pt x="33595" y="40052"/>
                  </a:lnTo>
                  <a:lnTo>
                    <a:pt x="30432" y="44400"/>
                  </a:lnTo>
                  <a:lnTo>
                    <a:pt x="27410" y="48847"/>
                  </a:lnTo>
                  <a:lnTo>
                    <a:pt x="24533" y="53389"/>
                  </a:lnTo>
                  <a:lnTo>
                    <a:pt x="21803" y="58021"/>
                  </a:lnTo>
                  <a:lnTo>
                    <a:pt x="19223" y="62738"/>
                  </a:lnTo>
                  <a:lnTo>
                    <a:pt x="16797" y="67536"/>
                  </a:lnTo>
                  <a:lnTo>
                    <a:pt x="14526" y="72410"/>
                  </a:lnTo>
                  <a:lnTo>
                    <a:pt x="12413" y="77354"/>
                  </a:lnTo>
                  <a:lnTo>
                    <a:pt x="10460" y="82363"/>
                  </a:lnTo>
                  <a:lnTo>
                    <a:pt x="8669" y="87433"/>
                  </a:lnTo>
                  <a:lnTo>
                    <a:pt x="7042" y="92557"/>
                  </a:lnTo>
                  <a:lnTo>
                    <a:pt x="5581" y="97731"/>
                  </a:lnTo>
                  <a:lnTo>
                    <a:pt x="4287" y="102950"/>
                  </a:lnTo>
                  <a:lnTo>
                    <a:pt x="3162" y="108208"/>
                  </a:lnTo>
                  <a:lnTo>
                    <a:pt x="2206" y="113499"/>
                  </a:lnTo>
                  <a:lnTo>
                    <a:pt x="1420" y="118817"/>
                  </a:lnTo>
                  <a:lnTo>
                    <a:pt x="807" y="124159"/>
                  </a:lnTo>
                  <a:lnTo>
                    <a:pt x="365" y="129517"/>
                  </a:lnTo>
                  <a:lnTo>
                    <a:pt x="96" y="134887"/>
                  </a:lnTo>
                  <a:lnTo>
                    <a:pt x="0" y="140263"/>
                  </a:lnTo>
                  <a:lnTo>
                    <a:pt x="76" y="145639"/>
                  </a:lnTo>
                  <a:lnTo>
                    <a:pt x="326" y="151010"/>
                  </a:lnTo>
                  <a:lnTo>
                    <a:pt x="748" y="156370"/>
                  </a:lnTo>
                  <a:lnTo>
                    <a:pt x="1342" y="161714"/>
                  </a:lnTo>
                  <a:lnTo>
                    <a:pt x="2108" y="167035"/>
                  </a:lnTo>
                  <a:lnTo>
                    <a:pt x="3044" y="172330"/>
                  </a:lnTo>
                  <a:lnTo>
                    <a:pt x="4150" y="177591"/>
                  </a:lnTo>
                  <a:lnTo>
                    <a:pt x="5425" y="182815"/>
                  </a:lnTo>
                  <a:lnTo>
                    <a:pt x="6867" y="187994"/>
                  </a:lnTo>
                  <a:lnTo>
                    <a:pt x="8476" y="193125"/>
                  </a:lnTo>
                  <a:lnTo>
                    <a:pt x="10248" y="198201"/>
                  </a:lnTo>
                  <a:lnTo>
                    <a:pt x="12182" y="203218"/>
                  </a:lnTo>
                  <a:lnTo>
                    <a:pt x="14277" y="208169"/>
                  </a:lnTo>
                  <a:lnTo>
                    <a:pt x="16530" y="213051"/>
                  </a:lnTo>
                  <a:lnTo>
                    <a:pt x="18939" y="217858"/>
                  </a:lnTo>
                  <a:lnTo>
                    <a:pt x="21501" y="222585"/>
                  </a:lnTo>
                  <a:lnTo>
                    <a:pt x="24214" y="227227"/>
                  </a:lnTo>
                  <a:lnTo>
                    <a:pt x="27075" y="231779"/>
                  </a:lnTo>
                  <a:lnTo>
                    <a:pt x="30080" y="236237"/>
                  </a:lnTo>
                  <a:lnTo>
                    <a:pt x="33228" y="240596"/>
                  </a:lnTo>
                  <a:lnTo>
                    <a:pt x="36514" y="244852"/>
                  </a:lnTo>
                  <a:lnTo>
                    <a:pt x="39935" y="249000"/>
                  </a:lnTo>
                  <a:lnTo>
                    <a:pt x="43488" y="253035"/>
                  </a:lnTo>
                  <a:lnTo>
                    <a:pt x="47169" y="256954"/>
                  </a:lnTo>
                  <a:lnTo>
                    <a:pt x="50974" y="260753"/>
                  </a:lnTo>
                  <a:lnTo>
                    <a:pt x="54899" y="264428"/>
                  </a:lnTo>
                  <a:lnTo>
                    <a:pt x="58940" y="267974"/>
                  </a:lnTo>
                  <a:lnTo>
                    <a:pt x="63093" y="271388"/>
                  </a:lnTo>
                  <a:lnTo>
                    <a:pt x="67354" y="274668"/>
                  </a:lnTo>
                  <a:lnTo>
                    <a:pt x="71718" y="277808"/>
                  </a:lnTo>
                  <a:lnTo>
                    <a:pt x="76181" y="280807"/>
                  </a:lnTo>
                  <a:lnTo>
                    <a:pt x="167167" y="140569"/>
                  </a:lnTo>
                  <a:close/>
                </a:path>
              </a:pathLst>
            </a:custGeom>
            <a:solidFill>
              <a:srgbClr val="FFFFFF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14" name="pg314"/>
            <p:cNvSpPr/>
            <p:nvPr/>
          </p:nvSpPr>
          <p:spPr>
            <a:xfrm>
              <a:off x="4395229" y="941493"/>
              <a:ext cx="258136" cy="334333"/>
            </a:xfrm>
            <a:custGeom>
              <a:avLst/>
              <a:pathLst>
                <a:path w="258136" h="334333">
                  <a:moveTo>
                    <a:pt x="0" y="307404"/>
                  </a:moveTo>
                  <a:lnTo>
                    <a:pt x="4500" y="310224"/>
                  </a:lnTo>
                  <a:lnTo>
                    <a:pt x="9088" y="312899"/>
                  </a:lnTo>
                  <a:lnTo>
                    <a:pt x="13758" y="315427"/>
                  </a:lnTo>
                  <a:lnTo>
                    <a:pt x="18507" y="317805"/>
                  </a:lnTo>
                  <a:lnTo>
                    <a:pt x="23328" y="320031"/>
                  </a:lnTo>
                  <a:lnTo>
                    <a:pt x="28218" y="322103"/>
                  </a:lnTo>
                  <a:lnTo>
                    <a:pt x="33171" y="324019"/>
                  </a:lnTo>
                  <a:lnTo>
                    <a:pt x="38183" y="325776"/>
                  </a:lnTo>
                  <a:lnTo>
                    <a:pt x="43248" y="327373"/>
                  </a:lnTo>
                  <a:lnTo>
                    <a:pt x="48361" y="328809"/>
                  </a:lnTo>
                  <a:lnTo>
                    <a:pt x="53517" y="330081"/>
                  </a:lnTo>
                  <a:lnTo>
                    <a:pt x="58711" y="331189"/>
                  </a:lnTo>
                  <a:lnTo>
                    <a:pt x="63937" y="332132"/>
                  </a:lnTo>
                  <a:lnTo>
                    <a:pt x="69191" y="332908"/>
                  </a:lnTo>
                  <a:lnTo>
                    <a:pt x="74467" y="333516"/>
                  </a:lnTo>
                  <a:lnTo>
                    <a:pt x="79759" y="333957"/>
                  </a:lnTo>
                  <a:lnTo>
                    <a:pt x="85063" y="334229"/>
                  </a:lnTo>
                  <a:lnTo>
                    <a:pt x="90373" y="334333"/>
                  </a:lnTo>
                  <a:lnTo>
                    <a:pt x="95683" y="334268"/>
                  </a:lnTo>
                  <a:lnTo>
                    <a:pt x="100989" y="334035"/>
                  </a:lnTo>
                  <a:lnTo>
                    <a:pt x="106284" y="333633"/>
                  </a:lnTo>
                  <a:lnTo>
                    <a:pt x="111564" y="333063"/>
                  </a:lnTo>
                  <a:lnTo>
                    <a:pt x="116823" y="332326"/>
                  </a:lnTo>
                  <a:lnTo>
                    <a:pt x="122057" y="331421"/>
                  </a:lnTo>
                  <a:lnTo>
                    <a:pt x="127259" y="330352"/>
                  </a:lnTo>
                  <a:lnTo>
                    <a:pt x="132424" y="329117"/>
                  </a:lnTo>
                  <a:lnTo>
                    <a:pt x="137547" y="327719"/>
                  </a:lnTo>
                  <a:lnTo>
                    <a:pt x="142624" y="326159"/>
                  </a:lnTo>
                  <a:lnTo>
                    <a:pt x="147648" y="324438"/>
                  </a:lnTo>
                  <a:lnTo>
                    <a:pt x="152615" y="322559"/>
                  </a:lnTo>
                  <a:lnTo>
                    <a:pt x="157520" y="320523"/>
                  </a:lnTo>
                  <a:lnTo>
                    <a:pt x="162358" y="318332"/>
                  </a:lnTo>
                  <a:lnTo>
                    <a:pt x="167123" y="315989"/>
                  </a:lnTo>
                  <a:lnTo>
                    <a:pt x="171812" y="313495"/>
                  </a:lnTo>
                  <a:lnTo>
                    <a:pt x="176420" y="310854"/>
                  </a:lnTo>
                  <a:lnTo>
                    <a:pt x="180941" y="308068"/>
                  </a:lnTo>
                  <a:lnTo>
                    <a:pt x="185371" y="305139"/>
                  </a:lnTo>
                  <a:lnTo>
                    <a:pt x="189706" y="302071"/>
                  </a:lnTo>
                  <a:lnTo>
                    <a:pt x="193942" y="298867"/>
                  </a:lnTo>
                  <a:lnTo>
                    <a:pt x="198073" y="295530"/>
                  </a:lnTo>
                  <a:lnTo>
                    <a:pt x="202096" y="292064"/>
                  </a:lnTo>
                  <a:lnTo>
                    <a:pt x="206008" y="288472"/>
                  </a:lnTo>
                  <a:lnTo>
                    <a:pt x="209803" y="284757"/>
                  </a:lnTo>
                  <a:lnTo>
                    <a:pt x="213478" y="280923"/>
                  </a:lnTo>
                  <a:lnTo>
                    <a:pt x="217030" y="276975"/>
                  </a:lnTo>
                  <a:lnTo>
                    <a:pt x="220454" y="272916"/>
                  </a:lnTo>
                  <a:lnTo>
                    <a:pt x="223748" y="268750"/>
                  </a:lnTo>
                  <a:lnTo>
                    <a:pt x="226908" y="264481"/>
                  </a:lnTo>
                  <a:lnTo>
                    <a:pt x="229930" y="260114"/>
                  </a:lnTo>
                  <a:lnTo>
                    <a:pt x="232813" y="255654"/>
                  </a:lnTo>
                  <a:lnTo>
                    <a:pt x="235552" y="251104"/>
                  </a:lnTo>
                  <a:lnTo>
                    <a:pt x="238145" y="246470"/>
                  </a:lnTo>
                  <a:lnTo>
                    <a:pt x="240590" y="241755"/>
                  </a:lnTo>
                  <a:lnTo>
                    <a:pt x="242884" y="236965"/>
                  </a:lnTo>
                  <a:lnTo>
                    <a:pt x="245024" y="232105"/>
                  </a:lnTo>
                  <a:lnTo>
                    <a:pt x="247009" y="227179"/>
                  </a:lnTo>
                  <a:lnTo>
                    <a:pt x="248837" y="222193"/>
                  </a:lnTo>
                  <a:lnTo>
                    <a:pt x="250505" y="217151"/>
                  </a:lnTo>
                  <a:lnTo>
                    <a:pt x="252012" y="212059"/>
                  </a:lnTo>
                  <a:lnTo>
                    <a:pt x="253357" y="206921"/>
                  </a:lnTo>
                  <a:lnTo>
                    <a:pt x="254538" y="201743"/>
                  </a:lnTo>
                  <a:lnTo>
                    <a:pt x="255554" y="196530"/>
                  </a:lnTo>
                  <a:lnTo>
                    <a:pt x="256403" y="191288"/>
                  </a:lnTo>
                  <a:lnTo>
                    <a:pt x="257086" y="186021"/>
                  </a:lnTo>
                  <a:lnTo>
                    <a:pt x="257601" y="180736"/>
                  </a:lnTo>
                  <a:lnTo>
                    <a:pt x="257948" y="175436"/>
                  </a:lnTo>
                  <a:lnTo>
                    <a:pt x="258127" y="170129"/>
                  </a:lnTo>
                  <a:lnTo>
                    <a:pt x="258136" y="164818"/>
                  </a:lnTo>
                  <a:lnTo>
                    <a:pt x="257977" y="159510"/>
                  </a:lnTo>
                  <a:lnTo>
                    <a:pt x="257650" y="154209"/>
                  </a:lnTo>
                  <a:lnTo>
                    <a:pt x="257154" y="148921"/>
                  </a:lnTo>
                  <a:lnTo>
                    <a:pt x="256491" y="143652"/>
                  </a:lnTo>
                  <a:lnTo>
                    <a:pt x="255660" y="138407"/>
                  </a:lnTo>
                  <a:lnTo>
                    <a:pt x="254664" y="133191"/>
                  </a:lnTo>
                  <a:lnTo>
                    <a:pt x="253502" y="128008"/>
                  </a:lnTo>
                  <a:lnTo>
                    <a:pt x="252176" y="122866"/>
                  </a:lnTo>
                  <a:lnTo>
                    <a:pt x="250687" y="117768"/>
                  </a:lnTo>
                  <a:lnTo>
                    <a:pt x="249038" y="112720"/>
                  </a:lnTo>
                  <a:lnTo>
                    <a:pt x="247228" y="107727"/>
                  </a:lnTo>
                  <a:lnTo>
                    <a:pt x="245261" y="102794"/>
                  </a:lnTo>
                  <a:lnTo>
                    <a:pt x="243139" y="97926"/>
                  </a:lnTo>
                  <a:lnTo>
                    <a:pt x="240863" y="93128"/>
                  </a:lnTo>
                  <a:lnTo>
                    <a:pt x="238435" y="88404"/>
                  </a:lnTo>
                  <a:lnTo>
                    <a:pt x="235859" y="83760"/>
                  </a:lnTo>
                  <a:lnTo>
                    <a:pt x="233136" y="79200"/>
                  </a:lnTo>
                  <a:lnTo>
                    <a:pt x="230270" y="74729"/>
                  </a:lnTo>
                  <a:lnTo>
                    <a:pt x="227264" y="70352"/>
                  </a:lnTo>
                  <a:lnTo>
                    <a:pt x="224120" y="66072"/>
                  </a:lnTo>
                  <a:lnTo>
                    <a:pt x="220841" y="61894"/>
                  </a:lnTo>
                  <a:lnTo>
                    <a:pt x="217432" y="57822"/>
                  </a:lnTo>
                  <a:lnTo>
                    <a:pt x="213894" y="53861"/>
                  </a:lnTo>
                  <a:lnTo>
                    <a:pt x="210233" y="50014"/>
                  </a:lnTo>
                  <a:lnTo>
                    <a:pt x="206452" y="46285"/>
                  </a:lnTo>
                  <a:lnTo>
                    <a:pt x="202554" y="42678"/>
                  </a:lnTo>
                  <a:lnTo>
                    <a:pt x="198543" y="39197"/>
                  </a:lnTo>
                  <a:lnTo>
                    <a:pt x="194424" y="35845"/>
                  </a:lnTo>
                  <a:lnTo>
                    <a:pt x="190200" y="32625"/>
                  </a:lnTo>
                  <a:lnTo>
                    <a:pt x="185876" y="29542"/>
                  </a:lnTo>
                  <a:lnTo>
                    <a:pt x="181457" y="26597"/>
                  </a:lnTo>
                  <a:lnTo>
                    <a:pt x="176946" y="23794"/>
                  </a:lnTo>
                  <a:lnTo>
                    <a:pt x="172348" y="21136"/>
                  </a:lnTo>
                  <a:lnTo>
                    <a:pt x="167669" y="18625"/>
                  </a:lnTo>
                  <a:lnTo>
                    <a:pt x="162911" y="16264"/>
                  </a:lnTo>
                  <a:lnTo>
                    <a:pt x="158082" y="14056"/>
                  </a:lnTo>
                  <a:lnTo>
                    <a:pt x="153184" y="12002"/>
                  </a:lnTo>
                  <a:lnTo>
                    <a:pt x="148224" y="10104"/>
                  </a:lnTo>
                  <a:lnTo>
                    <a:pt x="143206" y="8365"/>
                  </a:lnTo>
                  <a:lnTo>
                    <a:pt x="138135" y="6787"/>
                  </a:lnTo>
                  <a:lnTo>
                    <a:pt x="133017" y="5370"/>
                  </a:lnTo>
                  <a:lnTo>
                    <a:pt x="127856" y="4116"/>
                  </a:lnTo>
                  <a:lnTo>
                    <a:pt x="122659" y="3027"/>
                  </a:lnTo>
                  <a:lnTo>
                    <a:pt x="117429" y="2104"/>
                  </a:lnTo>
                  <a:lnTo>
                    <a:pt x="112172" y="1348"/>
                  </a:lnTo>
                  <a:lnTo>
                    <a:pt x="106894" y="758"/>
                  </a:lnTo>
                  <a:lnTo>
                    <a:pt x="101600" y="337"/>
                  </a:lnTo>
                  <a:lnTo>
                    <a:pt x="96296" y="84"/>
                  </a:lnTo>
                  <a:lnTo>
                    <a:pt x="90985" y="0"/>
                  </a:lnTo>
                  <a:lnTo>
                    <a:pt x="90985" y="167167"/>
                  </a:lnTo>
                  <a:close/>
                </a:path>
              </a:pathLst>
            </a:custGeom>
            <a:solidFill>
              <a:srgbClr val="DCDCDC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15" name="pg315"/>
            <p:cNvSpPr/>
            <p:nvPr/>
          </p:nvSpPr>
          <p:spPr>
            <a:xfrm>
              <a:off x="3964501" y="1071028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16" name="pg316"/>
            <p:cNvSpPr/>
            <p:nvPr/>
          </p:nvSpPr>
          <p:spPr>
            <a:xfrm>
              <a:off x="3964501" y="1071028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17" name="pg317"/>
            <p:cNvSpPr/>
            <p:nvPr/>
          </p:nvSpPr>
          <p:spPr>
            <a:xfrm>
              <a:off x="3964501" y="1071028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18" name="pg318"/>
            <p:cNvSpPr/>
            <p:nvPr/>
          </p:nvSpPr>
          <p:spPr>
            <a:xfrm>
              <a:off x="3964501" y="1071028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DCB702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19" name="pg319"/>
            <p:cNvSpPr/>
            <p:nvPr/>
          </p:nvSpPr>
          <p:spPr>
            <a:xfrm>
              <a:off x="3964501" y="1071028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20" name="pg320"/>
            <p:cNvSpPr/>
            <p:nvPr/>
          </p:nvSpPr>
          <p:spPr>
            <a:xfrm>
              <a:off x="3964501" y="1071028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21" name="pg321"/>
            <p:cNvSpPr/>
            <p:nvPr/>
          </p:nvSpPr>
          <p:spPr>
            <a:xfrm>
              <a:off x="3964501" y="1071028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22" name="pg322"/>
            <p:cNvSpPr/>
            <p:nvPr/>
          </p:nvSpPr>
          <p:spPr>
            <a:xfrm>
              <a:off x="3964501" y="1071028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23" name="pg323"/>
            <p:cNvSpPr/>
            <p:nvPr/>
          </p:nvSpPr>
          <p:spPr>
            <a:xfrm>
              <a:off x="3797349" y="1071028"/>
              <a:ext cx="273925" cy="334333"/>
            </a:xfrm>
            <a:custGeom>
              <a:avLst/>
              <a:pathLst>
                <a:path w="273925" h="334333">
                  <a:moveTo>
                    <a:pt x="167151" y="0"/>
                  </a:moveTo>
                  <a:lnTo>
                    <a:pt x="161855" y="83"/>
                  </a:lnTo>
                  <a:lnTo>
                    <a:pt x="156563" y="335"/>
                  </a:lnTo>
                  <a:lnTo>
                    <a:pt x="151283" y="754"/>
                  </a:lnTo>
                  <a:lnTo>
                    <a:pt x="146018" y="1341"/>
                  </a:lnTo>
                  <a:lnTo>
                    <a:pt x="140775" y="2094"/>
                  </a:lnTo>
                  <a:lnTo>
                    <a:pt x="135558" y="3012"/>
                  </a:lnTo>
                  <a:lnTo>
                    <a:pt x="130373" y="4096"/>
                  </a:lnTo>
                  <a:lnTo>
                    <a:pt x="125224" y="5343"/>
                  </a:lnTo>
                  <a:lnTo>
                    <a:pt x="120118" y="6752"/>
                  </a:lnTo>
                  <a:lnTo>
                    <a:pt x="115059" y="8323"/>
                  </a:lnTo>
                  <a:lnTo>
                    <a:pt x="110052" y="10053"/>
                  </a:lnTo>
                  <a:lnTo>
                    <a:pt x="105103" y="11941"/>
                  </a:lnTo>
                  <a:lnTo>
                    <a:pt x="100216" y="13985"/>
                  </a:lnTo>
                  <a:lnTo>
                    <a:pt x="95396" y="16183"/>
                  </a:lnTo>
                  <a:lnTo>
                    <a:pt x="90648" y="18532"/>
                  </a:lnTo>
                  <a:lnTo>
                    <a:pt x="85977" y="21031"/>
                  </a:lnTo>
                  <a:lnTo>
                    <a:pt x="81388" y="23676"/>
                  </a:lnTo>
                  <a:lnTo>
                    <a:pt x="76885" y="26466"/>
                  </a:lnTo>
                  <a:lnTo>
                    <a:pt x="72472" y="29396"/>
                  </a:lnTo>
                  <a:lnTo>
                    <a:pt x="68154" y="32465"/>
                  </a:lnTo>
                  <a:lnTo>
                    <a:pt x="63936" y="35670"/>
                  </a:lnTo>
                  <a:lnTo>
                    <a:pt x="59821" y="39006"/>
                  </a:lnTo>
                  <a:lnTo>
                    <a:pt x="55815" y="42471"/>
                  </a:lnTo>
                  <a:lnTo>
                    <a:pt x="51920" y="46061"/>
                  </a:lnTo>
                  <a:lnTo>
                    <a:pt x="48140" y="49773"/>
                  </a:lnTo>
                  <a:lnTo>
                    <a:pt x="44481" y="53603"/>
                  </a:lnTo>
                  <a:lnTo>
                    <a:pt x="40944" y="57546"/>
                  </a:lnTo>
                  <a:lnTo>
                    <a:pt x="37534" y="61600"/>
                  </a:lnTo>
                  <a:lnTo>
                    <a:pt x="34254" y="65760"/>
                  </a:lnTo>
                  <a:lnTo>
                    <a:pt x="31108" y="70022"/>
                  </a:lnTo>
                  <a:lnTo>
                    <a:pt x="28098" y="74381"/>
                  </a:lnTo>
                  <a:lnTo>
                    <a:pt x="25228" y="78833"/>
                  </a:lnTo>
                  <a:lnTo>
                    <a:pt x="22501" y="83374"/>
                  </a:lnTo>
                  <a:lnTo>
                    <a:pt x="19919" y="87999"/>
                  </a:lnTo>
                  <a:lnTo>
                    <a:pt x="17484" y="92704"/>
                  </a:lnTo>
                  <a:lnTo>
                    <a:pt x="15200" y="97484"/>
                  </a:lnTo>
                  <a:lnTo>
                    <a:pt x="13068" y="102333"/>
                  </a:lnTo>
                  <a:lnTo>
                    <a:pt x="11092" y="107248"/>
                  </a:lnTo>
                  <a:lnTo>
                    <a:pt x="9271" y="112222"/>
                  </a:lnTo>
                  <a:lnTo>
                    <a:pt x="7610" y="117252"/>
                  </a:lnTo>
                  <a:lnTo>
                    <a:pt x="6108" y="122332"/>
                  </a:lnTo>
                  <a:lnTo>
                    <a:pt x="4769" y="127457"/>
                  </a:lnTo>
                  <a:lnTo>
                    <a:pt x="3592" y="132622"/>
                  </a:lnTo>
                  <a:lnTo>
                    <a:pt x="2580" y="137822"/>
                  </a:lnTo>
                  <a:lnTo>
                    <a:pt x="1733" y="143051"/>
                  </a:lnTo>
                  <a:lnTo>
                    <a:pt x="1052" y="148304"/>
                  </a:lnTo>
                  <a:lnTo>
                    <a:pt x="537" y="153576"/>
                  </a:lnTo>
                  <a:lnTo>
                    <a:pt x="190" y="158862"/>
                  </a:lnTo>
                  <a:lnTo>
                    <a:pt x="11" y="164156"/>
                  </a:lnTo>
                  <a:lnTo>
                    <a:pt x="0" y="169453"/>
                  </a:lnTo>
                  <a:lnTo>
                    <a:pt x="156" y="174748"/>
                  </a:lnTo>
                  <a:lnTo>
                    <a:pt x="480" y="180036"/>
                  </a:lnTo>
                  <a:lnTo>
                    <a:pt x="971" y="185310"/>
                  </a:lnTo>
                  <a:lnTo>
                    <a:pt x="1630" y="190566"/>
                  </a:lnTo>
                  <a:lnTo>
                    <a:pt x="2454" y="195799"/>
                  </a:lnTo>
                  <a:lnTo>
                    <a:pt x="3444" y="201003"/>
                  </a:lnTo>
                  <a:lnTo>
                    <a:pt x="4598" y="206173"/>
                  </a:lnTo>
                  <a:lnTo>
                    <a:pt x="5916" y="211304"/>
                  </a:lnTo>
                  <a:lnTo>
                    <a:pt x="7395" y="216390"/>
                  </a:lnTo>
                  <a:lnTo>
                    <a:pt x="9035" y="221427"/>
                  </a:lnTo>
                  <a:lnTo>
                    <a:pt x="10833" y="226410"/>
                  </a:lnTo>
                  <a:lnTo>
                    <a:pt x="12789" y="231333"/>
                  </a:lnTo>
                  <a:lnTo>
                    <a:pt x="14900" y="236191"/>
                  </a:lnTo>
                  <a:lnTo>
                    <a:pt x="17163" y="240981"/>
                  </a:lnTo>
                  <a:lnTo>
                    <a:pt x="19577" y="245696"/>
                  </a:lnTo>
                  <a:lnTo>
                    <a:pt x="22139" y="250332"/>
                  </a:lnTo>
                  <a:lnTo>
                    <a:pt x="24847" y="254885"/>
                  </a:lnTo>
                  <a:lnTo>
                    <a:pt x="27698" y="259350"/>
                  </a:lnTo>
                  <a:lnTo>
                    <a:pt x="30689" y="263722"/>
                  </a:lnTo>
                  <a:lnTo>
                    <a:pt x="33816" y="267997"/>
                  </a:lnTo>
                  <a:lnTo>
                    <a:pt x="37078" y="272171"/>
                  </a:lnTo>
                  <a:lnTo>
                    <a:pt x="40470" y="276240"/>
                  </a:lnTo>
                  <a:lnTo>
                    <a:pt x="43990" y="280199"/>
                  </a:lnTo>
                  <a:lnTo>
                    <a:pt x="47633" y="284044"/>
                  </a:lnTo>
                  <a:lnTo>
                    <a:pt x="51396" y="287772"/>
                  </a:lnTo>
                  <a:lnTo>
                    <a:pt x="55276" y="291380"/>
                  </a:lnTo>
                  <a:lnTo>
                    <a:pt x="59267" y="294862"/>
                  </a:lnTo>
                  <a:lnTo>
                    <a:pt x="63367" y="298216"/>
                  </a:lnTo>
                  <a:lnTo>
                    <a:pt x="67572" y="301438"/>
                  </a:lnTo>
                  <a:lnTo>
                    <a:pt x="71876" y="304526"/>
                  </a:lnTo>
                  <a:lnTo>
                    <a:pt x="76276" y="307476"/>
                  </a:lnTo>
                  <a:lnTo>
                    <a:pt x="80767" y="310285"/>
                  </a:lnTo>
                  <a:lnTo>
                    <a:pt x="85345" y="312950"/>
                  </a:lnTo>
                  <a:lnTo>
                    <a:pt x="90005" y="315469"/>
                  </a:lnTo>
                  <a:lnTo>
                    <a:pt x="94743" y="317839"/>
                  </a:lnTo>
                  <a:lnTo>
                    <a:pt x="99553" y="320057"/>
                  </a:lnTo>
                  <a:lnTo>
                    <a:pt x="104431" y="322122"/>
                  </a:lnTo>
                  <a:lnTo>
                    <a:pt x="109372" y="324032"/>
                  </a:lnTo>
                  <a:lnTo>
                    <a:pt x="114371" y="325784"/>
                  </a:lnTo>
                  <a:lnTo>
                    <a:pt x="119423" y="327376"/>
                  </a:lnTo>
                  <a:lnTo>
                    <a:pt x="124524" y="328808"/>
                  </a:lnTo>
                  <a:lnTo>
                    <a:pt x="129666" y="330077"/>
                  </a:lnTo>
                  <a:lnTo>
                    <a:pt x="134847" y="331183"/>
                  </a:lnTo>
                  <a:lnTo>
                    <a:pt x="140060" y="332125"/>
                  </a:lnTo>
                  <a:lnTo>
                    <a:pt x="145300" y="332900"/>
                  </a:lnTo>
                  <a:lnTo>
                    <a:pt x="150562" y="333509"/>
                  </a:lnTo>
                  <a:lnTo>
                    <a:pt x="155841" y="333951"/>
                  </a:lnTo>
                  <a:lnTo>
                    <a:pt x="161131" y="334226"/>
                  </a:lnTo>
                  <a:lnTo>
                    <a:pt x="166427" y="334333"/>
                  </a:lnTo>
                  <a:lnTo>
                    <a:pt x="171724" y="334272"/>
                  </a:lnTo>
                  <a:lnTo>
                    <a:pt x="177016" y="334043"/>
                  </a:lnTo>
                  <a:lnTo>
                    <a:pt x="182299" y="333647"/>
                  </a:lnTo>
                  <a:lnTo>
                    <a:pt x="187566" y="333083"/>
                  </a:lnTo>
                  <a:lnTo>
                    <a:pt x="192812" y="332353"/>
                  </a:lnTo>
                  <a:lnTo>
                    <a:pt x="198033" y="331457"/>
                  </a:lnTo>
                  <a:lnTo>
                    <a:pt x="203223" y="330396"/>
                  </a:lnTo>
                  <a:lnTo>
                    <a:pt x="208377" y="329171"/>
                  </a:lnTo>
                  <a:lnTo>
                    <a:pt x="213489" y="327784"/>
                  </a:lnTo>
                  <a:lnTo>
                    <a:pt x="218555" y="326235"/>
                  </a:lnTo>
                  <a:lnTo>
                    <a:pt x="223569" y="324526"/>
                  </a:lnTo>
                  <a:lnTo>
                    <a:pt x="228527" y="322660"/>
                  </a:lnTo>
                  <a:lnTo>
                    <a:pt x="233422" y="320637"/>
                  </a:lnTo>
                  <a:lnTo>
                    <a:pt x="238252" y="318460"/>
                  </a:lnTo>
                  <a:lnTo>
                    <a:pt x="243010" y="316132"/>
                  </a:lnTo>
                  <a:lnTo>
                    <a:pt x="247691" y="313653"/>
                  </a:lnTo>
                  <a:lnTo>
                    <a:pt x="252292" y="311028"/>
                  </a:lnTo>
                  <a:lnTo>
                    <a:pt x="256808" y="308258"/>
                  </a:lnTo>
                  <a:lnTo>
                    <a:pt x="261233" y="305347"/>
                  </a:lnTo>
                  <a:lnTo>
                    <a:pt x="265564" y="302296"/>
                  </a:lnTo>
                  <a:lnTo>
                    <a:pt x="269796" y="299110"/>
                  </a:lnTo>
                  <a:lnTo>
                    <a:pt x="273925" y="295792"/>
                  </a:lnTo>
                  <a:lnTo>
                    <a:pt x="167151" y="167167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24" name="pg324"/>
            <p:cNvSpPr/>
            <p:nvPr/>
          </p:nvSpPr>
          <p:spPr>
            <a:xfrm>
              <a:off x="3964501" y="1238196"/>
              <a:ext cx="106773" cy="128624"/>
            </a:xfrm>
            <a:custGeom>
              <a:avLst/>
              <a:pathLst>
                <a:path w="106773" h="128624">
                  <a:moveTo>
                    <a:pt x="106773" y="128624"/>
                  </a:moveTo>
                  <a:lnTo>
                    <a:pt x="0" y="0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25" name="pg325"/>
            <p:cNvSpPr/>
            <p:nvPr/>
          </p:nvSpPr>
          <p:spPr>
            <a:xfrm>
              <a:off x="3964501" y="1238196"/>
              <a:ext cx="106773" cy="128624"/>
            </a:xfrm>
            <a:custGeom>
              <a:avLst/>
              <a:pathLst>
                <a:path w="106773" h="128624">
                  <a:moveTo>
                    <a:pt x="106773" y="128624"/>
                  </a:moveTo>
                  <a:lnTo>
                    <a:pt x="0" y="0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26" name="pg326"/>
            <p:cNvSpPr/>
            <p:nvPr/>
          </p:nvSpPr>
          <p:spPr>
            <a:xfrm>
              <a:off x="3964501" y="1238196"/>
              <a:ext cx="106773" cy="128624"/>
            </a:xfrm>
            <a:custGeom>
              <a:avLst/>
              <a:pathLst>
                <a:path w="106773" h="128624">
                  <a:moveTo>
                    <a:pt x="106773" y="128624"/>
                  </a:moveTo>
                  <a:lnTo>
                    <a:pt x="0" y="0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27" name="pg327"/>
            <p:cNvSpPr/>
            <p:nvPr/>
          </p:nvSpPr>
          <p:spPr>
            <a:xfrm>
              <a:off x="3964501" y="1238196"/>
              <a:ext cx="106773" cy="128624"/>
            </a:xfrm>
            <a:custGeom>
              <a:avLst/>
              <a:pathLst>
                <a:path w="106773" h="128624">
                  <a:moveTo>
                    <a:pt x="106773" y="128624"/>
                  </a:moveTo>
                  <a:lnTo>
                    <a:pt x="0" y="0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28" name="pg328"/>
            <p:cNvSpPr/>
            <p:nvPr/>
          </p:nvSpPr>
          <p:spPr>
            <a:xfrm>
              <a:off x="3964501" y="1238196"/>
              <a:ext cx="106773" cy="128624"/>
            </a:xfrm>
            <a:custGeom>
              <a:avLst/>
              <a:pathLst>
                <a:path w="106773" h="128624">
                  <a:moveTo>
                    <a:pt x="106773" y="128624"/>
                  </a:moveTo>
                  <a:lnTo>
                    <a:pt x="0" y="0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29" name="pg329"/>
            <p:cNvSpPr/>
            <p:nvPr/>
          </p:nvSpPr>
          <p:spPr>
            <a:xfrm>
              <a:off x="3964501" y="1238196"/>
              <a:ext cx="106773" cy="128624"/>
            </a:xfrm>
            <a:custGeom>
              <a:avLst/>
              <a:pathLst>
                <a:path w="106773" h="128624">
                  <a:moveTo>
                    <a:pt x="106773" y="128624"/>
                  </a:moveTo>
                  <a:lnTo>
                    <a:pt x="0" y="0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30" name="pg330"/>
            <p:cNvSpPr/>
            <p:nvPr/>
          </p:nvSpPr>
          <p:spPr>
            <a:xfrm>
              <a:off x="3964501" y="1238196"/>
              <a:ext cx="106773" cy="128624"/>
            </a:xfrm>
            <a:custGeom>
              <a:avLst/>
              <a:pathLst>
                <a:path w="106773" h="128624">
                  <a:moveTo>
                    <a:pt x="106773" y="128624"/>
                  </a:moveTo>
                  <a:lnTo>
                    <a:pt x="0" y="0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31" name="pg331"/>
            <p:cNvSpPr/>
            <p:nvPr/>
          </p:nvSpPr>
          <p:spPr>
            <a:xfrm>
              <a:off x="3964501" y="1238196"/>
              <a:ext cx="106773" cy="128624"/>
            </a:xfrm>
            <a:custGeom>
              <a:avLst/>
              <a:pathLst>
                <a:path w="106773" h="128624">
                  <a:moveTo>
                    <a:pt x="106773" y="128624"/>
                  </a:moveTo>
                  <a:lnTo>
                    <a:pt x="0" y="0"/>
                  </a:lnTo>
                  <a:close/>
                </a:path>
              </a:pathLst>
            </a:custGeom>
            <a:solidFill>
              <a:srgbClr val="B155A7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32" name="pg332"/>
            <p:cNvSpPr/>
            <p:nvPr/>
          </p:nvSpPr>
          <p:spPr>
            <a:xfrm>
              <a:off x="3964501" y="1238196"/>
              <a:ext cx="106773" cy="128624"/>
            </a:xfrm>
            <a:custGeom>
              <a:avLst/>
              <a:pathLst>
                <a:path w="106773" h="128624">
                  <a:moveTo>
                    <a:pt x="106773" y="128624"/>
                  </a:moveTo>
                  <a:lnTo>
                    <a:pt x="0" y="0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33" name="pg333"/>
            <p:cNvSpPr/>
            <p:nvPr/>
          </p:nvSpPr>
          <p:spPr>
            <a:xfrm>
              <a:off x="3964501" y="1238196"/>
              <a:ext cx="106773" cy="128624"/>
            </a:xfrm>
            <a:custGeom>
              <a:avLst/>
              <a:pathLst>
                <a:path w="106773" h="128624">
                  <a:moveTo>
                    <a:pt x="106773" y="128624"/>
                  </a:moveTo>
                  <a:lnTo>
                    <a:pt x="0" y="0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34" name="pg334"/>
            <p:cNvSpPr/>
            <p:nvPr/>
          </p:nvSpPr>
          <p:spPr>
            <a:xfrm>
              <a:off x="3964501" y="1238196"/>
              <a:ext cx="106773" cy="128624"/>
            </a:xfrm>
            <a:custGeom>
              <a:avLst/>
              <a:pathLst>
                <a:path w="106773" h="128624">
                  <a:moveTo>
                    <a:pt x="106773" y="128624"/>
                  </a:moveTo>
                  <a:lnTo>
                    <a:pt x="0" y="0"/>
                  </a:lnTo>
                  <a:close/>
                </a:path>
              </a:pathLst>
            </a:custGeom>
            <a:solidFill>
              <a:srgbClr val="EE637F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35" name="pg335"/>
            <p:cNvSpPr/>
            <p:nvPr/>
          </p:nvSpPr>
          <p:spPr>
            <a:xfrm>
              <a:off x="3964501" y="1238196"/>
              <a:ext cx="106773" cy="128624"/>
            </a:xfrm>
            <a:custGeom>
              <a:avLst/>
              <a:pathLst>
                <a:path w="106773" h="128624">
                  <a:moveTo>
                    <a:pt x="106773" y="128624"/>
                  </a:moveTo>
                  <a:lnTo>
                    <a:pt x="0" y="0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36" name="pg336"/>
            <p:cNvSpPr/>
            <p:nvPr/>
          </p:nvSpPr>
          <p:spPr>
            <a:xfrm>
              <a:off x="3964501" y="1238196"/>
              <a:ext cx="106773" cy="128624"/>
            </a:xfrm>
            <a:custGeom>
              <a:avLst/>
              <a:pathLst>
                <a:path w="106773" h="128624">
                  <a:moveTo>
                    <a:pt x="106773" y="128624"/>
                  </a:moveTo>
                  <a:lnTo>
                    <a:pt x="0" y="0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37" name="pg337"/>
            <p:cNvSpPr/>
            <p:nvPr/>
          </p:nvSpPr>
          <p:spPr>
            <a:xfrm>
              <a:off x="3964501" y="1238196"/>
              <a:ext cx="106773" cy="128624"/>
            </a:xfrm>
            <a:custGeom>
              <a:avLst/>
              <a:pathLst>
                <a:path w="106773" h="128624">
                  <a:moveTo>
                    <a:pt x="106773" y="128624"/>
                  </a:moveTo>
                  <a:lnTo>
                    <a:pt x="0" y="0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38" name="pg338"/>
            <p:cNvSpPr/>
            <p:nvPr/>
          </p:nvSpPr>
          <p:spPr>
            <a:xfrm>
              <a:off x="3964501" y="1238196"/>
              <a:ext cx="106773" cy="128624"/>
            </a:xfrm>
            <a:custGeom>
              <a:avLst/>
              <a:pathLst>
                <a:path w="106773" h="128624">
                  <a:moveTo>
                    <a:pt x="106773" y="128624"/>
                  </a:moveTo>
                  <a:lnTo>
                    <a:pt x="0" y="0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39" name="pg339"/>
            <p:cNvSpPr/>
            <p:nvPr/>
          </p:nvSpPr>
          <p:spPr>
            <a:xfrm>
              <a:off x="3964501" y="1238196"/>
              <a:ext cx="106773" cy="128624"/>
            </a:xfrm>
            <a:custGeom>
              <a:avLst/>
              <a:pathLst>
                <a:path w="106773" h="128624">
                  <a:moveTo>
                    <a:pt x="106773" y="128624"/>
                  </a:moveTo>
                  <a:lnTo>
                    <a:pt x="0" y="0"/>
                  </a:lnTo>
                  <a:close/>
                </a:path>
              </a:pathLst>
            </a:custGeom>
            <a:solidFill>
              <a:srgbClr val="FF7F40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40" name="pg340"/>
            <p:cNvSpPr/>
            <p:nvPr/>
          </p:nvSpPr>
          <p:spPr>
            <a:xfrm>
              <a:off x="3964501" y="1238196"/>
              <a:ext cx="106773" cy="128624"/>
            </a:xfrm>
            <a:custGeom>
              <a:avLst/>
              <a:pathLst>
                <a:path w="106773" h="128624">
                  <a:moveTo>
                    <a:pt x="106773" y="128624"/>
                  </a:moveTo>
                  <a:lnTo>
                    <a:pt x="0" y="0"/>
                  </a:lnTo>
                  <a:close/>
                </a:path>
              </a:pathLst>
            </a:custGeom>
            <a:solidFill>
              <a:srgbClr val="BCED54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41" name="pg341"/>
            <p:cNvSpPr/>
            <p:nvPr/>
          </p:nvSpPr>
          <p:spPr>
            <a:xfrm>
              <a:off x="3964501" y="1083959"/>
              <a:ext cx="167155" cy="282861"/>
            </a:xfrm>
            <a:custGeom>
              <a:avLst/>
              <a:pathLst>
                <a:path w="167155" h="282861">
                  <a:moveTo>
                    <a:pt x="106773" y="282861"/>
                  </a:moveTo>
                  <a:lnTo>
                    <a:pt x="110843" y="279371"/>
                  </a:lnTo>
                  <a:lnTo>
                    <a:pt x="114799" y="275751"/>
                  </a:lnTo>
                  <a:lnTo>
                    <a:pt x="118637" y="272007"/>
                  </a:lnTo>
                  <a:lnTo>
                    <a:pt x="122353" y="268142"/>
                  </a:lnTo>
                  <a:lnTo>
                    <a:pt x="125943" y="264159"/>
                  </a:lnTo>
                  <a:lnTo>
                    <a:pt x="129404" y="260064"/>
                  </a:lnTo>
                  <a:lnTo>
                    <a:pt x="132731" y="255859"/>
                  </a:lnTo>
                  <a:lnTo>
                    <a:pt x="135922" y="251550"/>
                  </a:lnTo>
                  <a:lnTo>
                    <a:pt x="138973" y="247141"/>
                  </a:lnTo>
                  <a:lnTo>
                    <a:pt x="141881" y="242636"/>
                  </a:lnTo>
                  <a:lnTo>
                    <a:pt x="144643" y="238041"/>
                  </a:lnTo>
                  <a:lnTo>
                    <a:pt x="147256" y="233359"/>
                  </a:lnTo>
                  <a:lnTo>
                    <a:pt x="149718" y="228596"/>
                  </a:lnTo>
                  <a:lnTo>
                    <a:pt x="152026" y="223756"/>
                  </a:lnTo>
                  <a:lnTo>
                    <a:pt x="154177" y="218845"/>
                  </a:lnTo>
                  <a:lnTo>
                    <a:pt x="156170" y="213867"/>
                  </a:lnTo>
                  <a:lnTo>
                    <a:pt x="158002" y="208828"/>
                  </a:lnTo>
                  <a:lnTo>
                    <a:pt x="159671" y="203733"/>
                  </a:lnTo>
                  <a:lnTo>
                    <a:pt x="161176" y="198586"/>
                  </a:lnTo>
                  <a:lnTo>
                    <a:pt x="162516" y="193395"/>
                  </a:lnTo>
                  <a:lnTo>
                    <a:pt x="163688" y="188163"/>
                  </a:lnTo>
                  <a:lnTo>
                    <a:pt x="164692" y="182896"/>
                  </a:lnTo>
                  <a:lnTo>
                    <a:pt x="165526" y="177599"/>
                  </a:lnTo>
                  <a:lnTo>
                    <a:pt x="166190" y="172279"/>
                  </a:lnTo>
                  <a:lnTo>
                    <a:pt x="166684" y="166939"/>
                  </a:lnTo>
                  <a:lnTo>
                    <a:pt x="167005" y="161587"/>
                  </a:lnTo>
                  <a:lnTo>
                    <a:pt x="167155" y="156228"/>
                  </a:lnTo>
                  <a:lnTo>
                    <a:pt x="167133" y="150866"/>
                  </a:lnTo>
                  <a:lnTo>
                    <a:pt x="166939" y="145508"/>
                  </a:lnTo>
                  <a:lnTo>
                    <a:pt x="166573" y="140158"/>
                  </a:lnTo>
                  <a:lnTo>
                    <a:pt x="166036" y="134823"/>
                  </a:lnTo>
                  <a:lnTo>
                    <a:pt x="165328" y="129509"/>
                  </a:lnTo>
                  <a:lnTo>
                    <a:pt x="164450" y="124219"/>
                  </a:lnTo>
                  <a:lnTo>
                    <a:pt x="163403" y="118961"/>
                  </a:lnTo>
                  <a:lnTo>
                    <a:pt x="162187" y="113738"/>
                  </a:lnTo>
                  <a:lnTo>
                    <a:pt x="160805" y="108558"/>
                  </a:lnTo>
                  <a:lnTo>
                    <a:pt x="159258" y="103424"/>
                  </a:lnTo>
                  <a:lnTo>
                    <a:pt x="157546" y="98343"/>
                  </a:lnTo>
                  <a:lnTo>
                    <a:pt x="155673" y="93319"/>
                  </a:lnTo>
                  <a:lnTo>
                    <a:pt x="153639" y="88358"/>
                  </a:lnTo>
                  <a:lnTo>
                    <a:pt x="151447" y="83465"/>
                  </a:lnTo>
                  <a:lnTo>
                    <a:pt x="149099" y="78644"/>
                  </a:lnTo>
                  <a:lnTo>
                    <a:pt x="146599" y="73901"/>
                  </a:lnTo>
                  <a:lnTo>
                    <a:pt x="143947" y="69241"/>
                  </a:lnTo>
                  <a:lnTo>
                    <a:pt x="141147" y="64668"/>
                  </a:lnTo>
                  <a:lnTo>
                    <a:pt x="138202" y="60188"/>
                  </a:lnTo>
                  <a:lnTo>
                    <a:pt x="135115" y="55804"/>
                  </a:lnTo>
                  <a:lnTo>
                    <a:pt x="131888" y="51522"/>
                  </a:lnTo>
                  <a:lnTo>
                    <a:pt x="128526" y="47345"/>
                  </a:lnTo>
                  <a:lnTo>
                    <a:pt x="125032" y="43278"/>
                  </a:lnTo>
                  <a:lnTo>
                    <a:pt x="121410" y="39325"/>
                  </a:lnTo>
                  <a:lnTo>
                    <a:pt x="117662" y="35490"/>
                  </a:lnTo>
                  <a:lnTo>
                    <a:pt x="113793" y="31778"/>
                  </a:lnTo>
                  <a:lnTo>
                    <a:pt x="109807" y="28192"/>
                  </a:lnTo>
                  <a:lnTo>
                    <a:pt x="105709" y="24735"/>
                  </a:lnTo>
                  <a:lnTo>
                    <a:pt x="101501" y="21411"/>
                  </a:lnTo>
                  <a:lnTo>
                    <a:pt x="97189" y="18225"/>
                  </a:lnTo>
                  <a:lnTo>
                    <a:pt x="92777" y="15178"/>
                  </a:lnTo>
                  <a:lnTo>
                    <a:pt x="88270" y="12274"/>
                  </a:lnTo>
                  <a:lnTo>
                    <a:pt x="83672" y="9516"/>
                  </a:lnTo>
                  <a:lnTo>
                    <a:pt x="78987" y="6907"/>
                  </a:lnTo>
                  <a:lnTo>
                    <a:pt x="74222" y="4450"/>
                  </a:lnTo>
                  <a:lnTo>
                    <a:pt x="69380" y="2146"/>
                  </a:lnTo>
                  <a:lnTo>
                    <a:pt x="64467" y="0"/>
                  </a:lnTo>
                  <a:lnTo>
                    <a:pt x="0" y="154236"/>
                  </a:lnTo>
                  <a:close/>
                </a:path>
              </a:pathLst>
            </a:custGeom>
            <a:solidFill>
              <a:srgbClr val="FFFFFF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42" name="pg342"/>
            <p:cNvSpPr/>
            <p:nvPr/>
          </p:nvSpPr>
          <p:spPr>
            <a:xfrm>
              <a:off x="3964501" y="1071028"/>
              <a:ext cx="64467" cy="167167"/>
            </a:xfrm>
            <a:custGeom>
              <a:avLst/>
              <a:pathLst>
                <a:path w="64467" h="167167">
                  <a:moveTo>
                    <a:pt x="64467" y="12930"/>
                  </a:moveTo>
                  <a:lnTo>
                    <a:pt x="58875" y="10710"/>
                  </a:lnTo>
                  <a:lnTo>
                    <a:pt x="53207" y="8693"/>
                  </a:lnTo>
                  <a:lnTo>
                    <a:pt x="47470" y="6881"/>
                  </a:lnTo>
                  <a:lnTo>
                    <a:pt x="41672" y="5277"/>
                  </a:lnTo>
                  <a:lnTo>
                    <a:pt x="35819" y="3882"/>
                  </a:lnTo>
                  <a:lnTo>
                    <a:pt x="29920" y="2699"/>
                  </a:lnTo>
                  <a:lnTo>
                    <a:pt x="23983" y="1729"/>
                  </a:lnTo>
                  <a:lnTo>
                    <a:pt x="18014" y="973"/>
                  </a:lnTo>
                  <a:lnTo>
                    <a:pt x="12022" y="432"/>
                  </a:lnTo>
                  <a:lnTo>
                    <a:pt x="6015" y="108"/>
                  </a:lnTo>
                  <a:lnTo>
                    <a:pt x="0" y="0"/>
                  </a:lnTo>
                  <a:lnTo>
                    <a:pt x="0" y="167167"/>
                  </a:lnTo>
                  <a:close/>
                </a:path>
              </a:pathLst>
            </a:custGeom>
            <a:solidFill>
              <a:srgbClr val="DCDCDC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43" name="pg343"/>
            <p:cNvSpPr/>
            <p:nvPr/>
          </p:nvSpPr>
          <p:spPr>
            <a:xfrm>
              <a:off x="3488720" y="132257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44" name="pg344"/>
            <p:cNvSpPr/>
            <p:nvPr/>
          </p:nvSpPr>
          <p:spPr>
            <a:xfrm>
              <a:off x="3488720" y="132257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45" name="pg345"/>
            <p:cNvSpPr/>
            <p:nvPr/>
          </p:nvSpPr>
          <p:spPr>
            <a:xfrm>
              <a:off x="3488720" y="132257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46" name="pg346"/>
            <p:cNvSpPr/>
            <p:nvPr/>
          </p:nvSpPr>
          <p:spPr>
            <a:xfrm>
              <a:off x="3488720" y="132257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DCB702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47" name="pg347"/>
            <p:cNvSpPr/>
            <p:nvPr/>
          </p:nvSpPr>
          <p:spPr>
            <a:xfrm>
              <a:off x="3488720" y="132257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48" name="pg348"/>
            <p:cNvSpPr/>
            <p:nvPr/>
          </p:nvSpPr>
          <p:spPr>
            <a:xfrm>
              <a:off x="3488720" y="132257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49" name="pg349"/>
            <p:cNvSpPr/>
            <p:nvPr/>
          </p:nvSpPr>
          <p:spPr>
            <a:xfrm>
              <a:off x="3488720" y="132257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50" name="pg350"/>
            <p:cNvSpPr/>
            <p:nvPr/>
          </p:nvSpPr>
          <p:spPr>
            <a:xfrm>
              <a:off x="3488720" y="132257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51" name="pg351"/>
            <p:cNvSpPr/>
            <p:nvPr/>
          </p:nvSpPr>
          <p:spPr>
            <a:xfrm>
              <a:off x="3488720" y="132257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52" name="pg352"/>
            <p:cNvSpPr/>
            <p:nvPr/>
          </p:nvSpPr>
          <p:spPr>
            <a:xfrm>
              <a:off x="3364710" y="1322571"/>
              <a:ext cx="124010" cy="167167"/>
            </a:xfrm>
            <a:custGeom>
              <a:avLst/>
              <a:pathLst>
                <a:path w="124010" h="167167">
                  <a:moveTo>
                    <a:pt x="124010" y="0"/>
                  </a:moveTo>
                  <a:lnTo>
                    <a:pt x="118422" y="93"/>
                  </a:lnTo>
                  <a:lnTo>
                    <a:pt x="112841" y="373"/>
                  </a:lnTo>
                  <a:lnTo>
                    <a:pt x="107272" y="840"/>
                  </a:lnTo>
                  <a:lnTo>
                    <a:pt x="101722" y="1492"/>
                  </a:lnTo>
                  <a:lnTo>
                    <a:pt x="96196" y="2330"/>
                  </a:lnTo>
                  <a:lnTo>
                    <a:pt x="90702" y="3351"/>
                  </a:lnTo>
                  <a:lnTo>
                    <a:pt x="85245" y="4556"/>
                  </a:lnTo>
                  <a:lnTo>
                    <a:pt x="79831" y="5943"/>
                  </a:lnTo>
                  <a:lnTo>
                    <a:pt x="74467" y="7510"/>
                  </a:lnTo>
                  <a:lnTo>
                    <a:pt x="69158" y="9255"/>
                  </a:lnTo>
                  <a:lnTo>
                    <a:pt x="63910" y="11177"/>
                  </a:lnTo>
                  <a:lnTo>
                    <a:pt x="58730" y="13273"/>
                  </a:lnTo>
                  <a:lnTo>
                    <a:pt x="53622" y="15541"/>
                  </a:lnTo>
                  <a:lnTo>
                    <a:pt x="48593" y="17978"/>
                  </a:lnTo>
                  <a:lnTo>
                    <a:pt x="43649" y="20583"/>
                  </a:lnTo>
                  <a:lnTo>
                    <a:pt x="38794" y="23351"/>
                  </a:lnTo>
                  <a:lnTo>
                    <a:pt x="34034" y="26279"/>
                  </a:lnTo>
                  <a:lnTo>
                    <a:pt x="29375" y="29366"/>
                  </a:lnTo>
                  <a:lnTo>
                    <a:pt x="24822" y="32606"/>
                  </a:lnTo>
                  <a:lnTo>
                    <a:pt x="20380" y="35997"/>
                  </a:lnTo>
                  <a:lnTo>
                    <a:pt x="16053" y="39534"/>
                  </a:lnTo>
                  <a:lnTo>
                    <a:pt x="11847" y="43214"/>
                  </a:lnTo>
                  <a:lnTo>
                    <a:pt x="7766" y="47032"/>
                  </a:lnTo>
                  <a:lnTo>
                    <a:pt x="3816" y="50985"/>
                  </a:lnTo>
                  <a:lnTo>
                    <a:pt x="0" y="55067"/>
                  </a:lnTo>
                  <a:lnTo>
                    <a:pt x="124010" y="167167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53" name="pg353"/>
            <p:cNvSpPr/>
            <p:nvPr/>
          </p:nvSpPr>
          <p:spPr>
            <a:xfrm>
              <a:off x="3364710" y="1377639"/>
              <a:ext cx="124010" cy="112099"/>
            </a:xfrm>
            <a:custGeom>
              <a:avLst/>
              <a:pathLst>
                <a:path w="124010" h="112099">
                  <a:moveTo>
                    <a:pt x="0" y="0"/>
                  </a:moveTo>
                  <a:lnTo>
                    <a:pt x="124010" y="112099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54" name="pg354"/>
            <p:cNvSpPr/>
            <p:nvPr/>
          </p:nvSpPr>
          <p:spPr>
            <a:xfrm>
              <a:off x="3364710" y="1377639"/>
              <a:ext cx="124010" cy="112099"/>
            </a:xfrm>
            <a:custGeom>
              <a:avLst/>
              <a:pathLst>
                <a:path w="124010" h="112099">
                  <a:moveTo>
                    <a:pt x="0" y="0"/>
                  </a:moveTo>
                  <a:lnTo>
                    <a:pt x="124010" y="112099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55" name="pg355"/>
            <p:cNvSpPr/>
            <p:nvPr/>
          </p:nvSpPr>
          <p:spPr>
            <a:xfrm>
              <a:off x="3364710" y="1377639"/>
              <a:ext cx="124010" cy="112099"/>
            </a:xfrm>
            <a:custGeom>
              <a:avLst/>
              <a:pathLst>
                <a:path w="124010" h="112099">
                  <a:moveTo>
                    <a:pt x="0" y="0"/>
                  </a:moveTo>
                  <a:lnTo>
                    <a:pt x="124010" y="112099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56" name="pg356"/>
            <p:cNvSpPr/>
            <p:nvPr/>
          </p:nvSpPr>
          <p:spPr>
            <a:xfrm>
              <a:off x="3364710" y="1377639"/>
              <a:ext cx="124010" cy="112099"/>
            </a:xfrm>
            <a:custGeom>
              <a:avLst/>
              <a:pathLst>
                <a:path w="124010" h="112099">
                  <a:moveTo>
                    <a:pt x="0" y="0"/>
                  </a:moveTo>
                  <a:lnTo>
                    <a:pt x="124010" y="112099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57" name="pg357"/>
            <p:cNvSpPr/>
            <p:nvPr/>
          </p:nvSpPr>
          <p:spPr>
            <a:xfrm>
              <a:off x="3364710" y="1377639"/>
              <a:ext cx="124010" cy="112099"/>
            </a:xfrm>
            <a:custGeom>
              <a:avLst/>
              <a:pathLst>
                <a:path w="124010" h="112099">
                  <a:moveTo>
                    <a:pt x="0" y="0"/>
                  </a:moveTo>
                  <a:lnTo>
                    <a:pt x="124010" y="112099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58" name="pg358"/>
            <p:cNvSpPr/>
            <p:nvPr/>
          </p:nvSpPr>
          <p:spPr>
            <a:xfrm>
              <a:off x="3364710" y="1377639"/>
              <a:ext cx="124010" cy="112099"/>
            </a:xfrm>
            <a:custGeom>
              <a:avLst/>
              <a:pathLst>
                <a:path w="124010" h="112099">
                  <a:moveTo>
                    <a:pt x="0" y="0"/>
                  </a:moveTo>
                  <a:lnTo>
                    <a:pt x="124010" y="112099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59" name="pg359"/>
            <p:cNvSpPr/>
            <p:nvPr/>
          </p:nvSpPr>
          <p:spPr>
            <a:xfrm>
              <a:off x="3364710" y="1377639"/>
              <a:ext cx="124010" cy="112099"/>
            </a:xfrm>
            <a:custGeom>
              <a:avLst/>
              <a:pathLst>
                <a:path w="124010" h="112099">
                  <a:moveTo>
                    <a:pt x="0" y="0"/>
                  </a:moveTo>
                  <a:lnTo>
                    <a:pt x="124010" y="112099"/>
                  </a:lnTo>
                  <a:close/>
                </a:path>
              </a:pathLst>
            </a:custGeom>
            <a:solidFill>
              <a:srgbClr val="B155A7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60" name="pg360"/>
            <p:cNvSpPr/>
            <p:nvPr/>
          </p:nvSpPr>
          <p:spPr>
            <a:xfrm>
              <a:off x="3364710" y="1377639"/>
              <a:ext cx="124010" cy="112099"/>
            </a:xfrm>
            <a:custGeom>
              <a:avLst/>
              <a:pathLst>
                <a:path w="124010" h="112099">
                  <a:moveTo>
                    <a:pt x="0" y="0"/>
                  </a:moveTo>
                  <a:lnTo>
                    <a:pt x="124010" y="112099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61" name="pg361"/>
            <p:cNvSpPr/>
            <p:nvPr/>
          </p:nvSpPr>
          <p:spPr>
            <a:xfrm>
              <a:off x="3364710" y="1377639"/>
              <a:ext cx="124010" cy="112099"/>
            </a:xfrm>
            <a:custGeom>
              <a:avLst/>
              <a:pathLst>
                <a:path w="124010" h="112099">
                  <a:moveTo>
                    <a:pt x="0" y="0"/>
                  </a:moveTo>
                  <a:lnTo>
                    <a:pt x="124010" y="112099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62" name="pg362"/>
            <p:cNvSpPr/>
            <p:nvPr/>
          </p:nvSpPr>
          <p:spPr>
            <a:xfrm>
              <a:off x="3364710" y="1377639"/>
              <a:ext cx="124010" cy="112099"/>
            </a:xfrm>
            <a:custGeom>
              <a:avLst/>
              <a:pathLst>
                <a:path w="124010" h="112099">
                  <a:moveTo>
                    <a:pt x="0" y="0"/>
                  </a:moveTo>
                  <a:lnTo>
                    <a:pt x="124010" y="112099"/>
                  </a:lnTo>
                  <a:close/>
                </a:path>
              </a:pathLst>
            </a:custGeom>
            <a:solidFill>
              <a:srgbClr val="EE637F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63" name="pg363"/>
            <p:cNvSpPr/>
            <p:nvPr/>
          </p:nvSpPr>
          <p:spPr>
            <a:xfrm>
              <a:off x="3364710" y="1377639"/>
              <a:ext cx="124010" cy="112099"/>
            </a:xfrm>
            <a:custGeom>
              <a:avLst/>
              <a:pathLst>
                <a:path w="124010" h="112099">
                  <a:moveTo>
                    <a:pt x="0" y="0"/>
                  </a:moveTo>
                  <a:lnTo>
                    <a:pt x="124010" y="112099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64" name="pg364"/>
            <p:cNvSpPr/>
            <p:nvPr/>
          </p:nvSpPr>
          <p:spPr>
            <a:xfrm>
              <a:off x="3364710" y="1377639"/>
              <a:ext cx="124010" cy="112099"/>
            </a:xfrm>
            <a:custGeom>
              <a:avLst/>
              <a:pathLst>
                <a:path w="124010" h="112099">
                  <a:moveTo>
                    <a:pt x="0" y="0"/>
                  </a:moveTo>
                  <a:lnTo>
                    <a:pt x="124010" y="112099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65" name="pg365"/>
            <p:cNvSpPr/>
            <p:nvPr/>
          </p:nvSpPr>
          <p:spPr>
            <a:xfrm>
              <a:off x="3364710" y="1377639"/>
              <a:ext cx="124010" cy="112099"/>
            </a:xfrm>
            <a:custGeom>
              <a:avLst/>
              <a:pathLst>
                <a:path w="124010" h="112099">
                  <a:moveTo>
                    <a:pt x="0" y="0"/>
                  </a:moveTo>
                  <a:lnTo>
                    <a:pt x="124010" y="112099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66" name="pg366"/>
            <p:cNvSpPr/>
            <p:nvPr/>
          </p:nvSpPr>
          <p:spPr>
            <a:xfrm>
              <a:off x="3364710" y="1377639"/>
              <a:ext cx="124010" cy="112099"/>
            </a:xfrm>
            <a:custGeom>
              <a:avLst/>
              <a:pathLst>
                <a:path w="124010" h="112099">
                  <a:moveTo>
                    <a:pt x="0" y="0"/>
                  </a:moveTo>
                  <a:lnTo>
                    <a:pt x="124010" y="112099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67" name="pg367"/>
            <p:cNvSpPr/>
            <p:nvPr/>
          </p:nvSpPr>
          <p:spPr>
            <a:xfrm>
              <a:off x="3364710" y="1377639"/>
              <a:ext cx="124010" cy="112099"/>
            </a:xfrm>
            <a:custGeom>
              <a:avLst/>
              <a:pathLst>
                <a:path w="124010" h="112099">
                  <a:moveTo>
                    <a:pt x="0" y="0"/>
                  </a:moveTo>
                  <a:lnTo>
                    <a:pt x="124010" y="112099"/>
                  </a:lnTo>
                  <a:close/>
                </a:path>
              </a:pathLst>
            </a:custGeom>
            <a:solidFill>
              <a:srgbClr val="FF7F40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68" name="pg368"/>
            <p:cNvSpPr/>
            <p:nvPr/>
          </p:nvSpPr>
          <p:spPr>
            <a:xfrm>
              <a:off x="3364710" y="1377639"/>
              <a:ext cx="124010" cy="112099"/>
            </a:xfrm>
            <a:custGeom>
              <a:avLst/>
              <a:pathLst>
                <a:path w="124010" h="112099">
                  <a:moveTo>
                    <a:pt x="0" y="0"/>
                  </a:moveTo>
                  <a:lnTo>
                    <a:pt x="124010" y="112099"/>
                  </a:lnTo>
                  <a:close/>
                </a:path>
              </a:pathLst>
            </a:custGeom>
            <a:solidFill>
              <a:srgbClr val="BCED54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69" name="pg369"/>
            <p:cNvSpPr/>
            <p:nvPr/>
          </p:nvSpPr>
          <p:spPr>
            <a:xfrm>
              <a:off x="3321555" y="1377639"/>
              <a:ext cx="334330" cy="279257"/>
            </a:xfrm>
            <a:custGeom>
              <a:avLst/>
              <a:pathLst>
                <a:path w="334330" h="279257">
                  <a:moveTo>
                    <a:pt x="43154" y="0"/>
                  </a:moveTo>
                  <a:lnTo>
                    <a:pt x="39660" y="3991"/>
                  </a:lnTo>
                  <a:lnTo>
                    <a:pt x="36294" y="8091"/>
                  </a:lnTo>
                  <a:lnTo>
                    <a:pt x="33059" y="12296"/>
                  </a:lnTo>
                  <a:lnTo>
                    <a:pt x="29960" y="16601"/>
                  </a:lnTo>
                  <a:lnTo>
                    <a:pt x="26999" y="21003"/>
                  </a:lnTo>
                  <a:lnTo>
                    <a:pt x="24179" y="25496"/>
                  </a:lnTo>
                  <a:lnTo>
                    <a:pt x="21503" y="30077"/>
                  </a:lnTo>
                  <a:lnTo>
                    <a:pt x="18974" y="34740"/>
                  </a:lnTo>
                  <a:lnTo>
                    <a:pt x="16594" y="39481"/>
                  </a:lnTo>
                  <a:lnTo>
                    <a:pt x="14366" y="44295"/>
                  </a:lnTo>
                  <a:lnTo>
                    <a:pt x="12291" y="49178"/>
                  </a:lnTo>
                  <a:lnTo>
                    <a:pt x="10373" y="54124"/>
                  </a:lnTo>
                  <a:lnTo>
                    <a:pt x="8612" y="59128"/>
                  </a:lnTo>
                  <a:lnTo>
                    <a:pt x="7011" y="64185"/>
                  </a:lnTo>
                  <a:lnTo>
                    <a:pt x="5571" y="69291"/>
                  </a:lnTo>
                  <a:lnTo>
                    <a:pt x="4294" y="74440"/>
                  </a:lnTo>
                  <a:lnTo>
                    <a:pt x="3182" y="79627"/>
                  </a:lnTo>
                  <a:lnTo>
                    <a:pt x="2234" y="84846"/>
                  </a:lnTo>
                  <a:lnTo>
                    <a:pt x="1452" y="90093"/>
                  </a:lnTo>
                  <a:lnTo>
                    <a:pt x="837" y="95363"/>
                  </a:lnTo>
                  <a:lnTo>
                    <a:pt x="390" y="100649"/>
                  </a:lnTo>
                  <a:lnTo>
                    <a:pt x="111" y="105946"/>
                  </a:lnTo>
                  <a:lnTo>
                    <a:pt x="0" y="111250"/>
                  </a:lnTo>
                  <a:lnTo>
                    <a:pt x="57" y="116554"/>
                  </a:lnTo>
                  <a:lnTo>
                    <a:pt x="282" y="121855"/>
                  </a:lnTo>
                  <a:lnTo>
                    <a:pt x="676" y="127145"/>
                  </a:lnTo>
                  <a:lnTo>
                    <a:pt x="1237" y="132420"/>
                  </a:lnTo>
                  <a:lnTo>
                    <a:pt x="1965" y="137675"/>
                  </a:lnTo>
                  <a:lnTo>
                    <a:pt x="2860" y="142904"/>
                  </a:lnTo>
                  <a:lnTo>
                    <a:pt x="3920" y="148101"/>
                  </a:lnTo>
                  <a:lnTo>
                    <a:pt x="5145" y="153263"/>
                  </a:lnTo>
                  <a:lnTo>
                    <a:pt x="6533" y="158383"/>
                  </a:lnTo>
                  <a:lnTo>
                    <a:pt x="8082" y="163457"/>
                  </a:lnTo>
                  <a:lnTo>
                    <a:pt x="9792" y="168479"/>
                  </a:lnTo>
                  <a:lnTo>
                    <a:pt x="11660" y="173444"/>
                  </a:lnTo>
                  <a:lnTo>
                    <a:pt x="13685" y="178347"/>
                  </a:lnTo>
                  <a:lnTo>
                    <a:pt x="15864" y="183184"/>
                  </a:lnTo>
                  <a:lnTo>
                    <a:pt x="18196" y="187949"/>
                  </a:lnTo>
                  <a:lnTo>
                    <a:pt x="20677" y="192637"/>
                  </a:lnTo>
                  <a:lnTo>
                    <a:pt x="23307" y="197245"/>
                  </a:lnTo>
                  <a:lnTo>
                    <a:pt x="26081" y="201766"/>
                  </a:lnTo>
                  <a:lnTo>
                    <a:pt x="28997" y="206198"/>
                  </a:lnTo>
                  <a:lnTo>
                    <a:pt x="32052" y="210535"/>
                  </a:lnTo>
                  <a:lnTo>
                    <a:pt x="35244" y="214772"/>
                  </a:lnTo>
                  <a:lnTo>
                    <a:pt x="38568" y="218906"/>
                  </a:lnTo>
                  <a:lnTo>
                    <a:pt x="42022" y="222933"/>
                  </a:lnTo>
                  <a:lnTo>
                    <a:pt x="45601" y="226848"/>
                  </a:lnTo>
                  <a:lnTo>
                    <a:pt x="49304" y="230647"/>
                  </a:lnTo>
                  <a:lnTo>
                    <a:pt x="53124" y="234327"/>
                  </a:lnTo>
                  <a:lnTo>
                    <a:pt x="57060" y="237884"/>
                  </a:lnTo>
                  <a:lnTo>
                    <a:pt x="61107" y="241315"/>
                  </a:lnTo>
                  <a:lnTo>
                    <a:pt x="65260" y="244615"/>
                  </a:lnTo>
                  <a:lnTo>
                    <a:pt x="69516" y="247781"/>
                  </a:lnTo>
                  <a:lnTo>
                    <a:pt x="73871" y="250812"/>
                  </a:lnTo>
                  <a:lnTo>
                    <a:pt x="78319" y="253702"/>
                  </a:lnTo>
                  <a:lnTo>
                    <a:pt x="82857" y="256450"/>
                  </a:lnTo>
                  <a:lnTo>
                    <a:pt x="87480" y="259052"/>
                  </a:lnTo>
                  <a:lnTo>
                    <a:pt x="92182" y="261507"/>
                  </a:lnTo>
                  <a:lnTo>
                    <a:pt x="96961" y="263811"/>
                  </a:lnTo>
                  <a:lnTo>
                    <a:pt x="101810" y="265962"/>
                  </a:lnTo>
                  <a:lnTo>
                    <a:pt x="106725" y="267958"/>
                  </a:lnTo>
                  <a:lnTo>
                    <a:pt x="111701" y="269797"/>
                  </a:lnTo>
                  <a:lnTo>
                    <a:pt x="116733" y="271478"/>
                  </a:lnTo>
                  <a:lnTo>
                    <a:pt x="121815" y="272998"/>
                  </a:lnTo>
                  <a:lnTo>
                    <a:pt x="126943" y="274356"/>
                  </a:lnTo>
                  <a:lnTo>
                    <a:pt x="132112" y="275550"/>
                  </a:lnTo>
                  <a:lnTo>
                    <a:pt x="137316" y="276580"/>
                  </a:lnTo>
                  <a:lnTo>
                    <a:pt x="142550" y="277444"/>
                  </a:lnTo>
                  <a:lnTo>
                    <a:pt x="147809" y="278142"/>
                  </a:lnTo>
                  <a:lnTo>
                    <a:pt x="153087" y="278673"/>
                  </a:lnTo>
                  <a:lnTo>
                    <a:pt x="158379" y="279035"/>
                  </a:lnTo>
                  <a:lnTo>
                    <a:pt x="163681" y="279230"/>
                  </a:lnTo>
                  <a:lnTo>
                    <a:pt x="168986" y="279257"/>
                  </a:lnTo>
                  <a:lnTo>
                    <a:pt x="174289" y="279115"/>
                  </a:lnTo>
                  <a:lnTo>
                    <a:pt x="179584" y="278804"/>
                  </a:lnTo>
                  <a:lnTo>
                    <a:pt x="184868" y="278326"/>
                  </a:lnTo>
                  <a:lnTo>
                    <a:pt x="190133" y="277681"/>
                  </a:lnTo>
                  <a:lnTo>
                    <a:pt x="195376" y="276869"/>
                  </a:lnTo>
                  <a:lnTo>
                    <a:pt x="200590" y="275891"/>
                  </a:lnTo>
                  <a:lnTo>
                    <a:pt x="205770" y="274748"/>
                  </a:lnTo>
                  <a:lnTo>
                    <a:pt x="210911" y="273441"/>
                  </a:lnTo>
                  <a:lnTo>
                    <a:pt x="216009" y="271972"/>
                  </a:lnTo>
                  <a:lnTo>
                    <a:pt x="221057" y="270341"/>
                  </a:lnTo>
                  <a:lnTo>
                    <a:pt x="226051" y="268552"/>
                  </a:lnTo>
                  <a:lnTo>
                    <a:pt x="230985" y="266604"/>
                  </a:lnTo>
                  <a:lnTo>
                    <a:pt x="235856" y="264502"/>
                  </a:lnTo>
                  <a:lnTo>
                    <a:pt x="240657" y="262245"/>
                  </a:lnTo>
                  <a:lnTo>
                    <a:pt x="245384" y="259838"/>
                  </a:lnTo>
                  <a:lnTo>
                    <a:pt x="250032" y="257281"/>
                  </a:lnTo>
                  <a:lnTo>
                    <a:pt x="254597" y="254579"/>
                  </a:lnTo>
                  <a:lnTo>
                    <a:pt x="259074" y="251733"/>
                  </a:lnTo>
                  <a:lnTo>
                    <a:pt x="263458" y="248746"/>
                  </a:lnTo>
                  <a:lnTo>
                    <a:pt x="267746" y="245622"/>
                  </a:lnTo>
                  <a:lnTo>
                    <a:pt x="271932" y="242363"/>
                  </a:lnTo>
                  <a:lnTo>
                    <a:pt x="276012" y="238974"/>
                  </a:lnTo>
                  <a:lnTo>
                    <a:pt x="279983" y="235456"/>
                  </a:lnTo>
                  <a:lnTo>
                    <a:pt x="283841" y="231814"/>
                  </a:lnTo>
                  <a:lnTo>
                    <a:pt x="287580" y="228052"/>
                  </a:lnTo>
                  <a:lnTo>
                    <a:pt x="291199" y="224173"/>
                  </a:lnTo>
                  <a:lnTo>
                    <a:pt x="294693" y="220181"/>
                  </a:lnTo>
                  <a:lnTo>
                    <a:pt x="298058" y="216080"/>
                  </a:lnTo>
                  <a:lnTo>
                    <a:pt x="301291" y="211874"/>
                  </a:lnTo>
                  <a:lnTo>
                    <a:pt x="304390" y="207568"/>
                  </a:lnTo>
                  <a:lnTo>
                    <a:pt x="307350" y="203166"/>
                  </a:lnTo>
                  <a:lnTo>
                    <a:pt x="310169" y="198672"/>
                  </a:lnTo>
                  <a:lnTo>
                    <a:pt x="312844" y="194091"/>
                  </a:lnTo>
                  <a:lnTo>
                    <a:pt x="315372" y="189427"/>
                  </a:lnTo>
                  <a:lnTo>
                    <a:pt x="317751" y="184685"/>
                  </a:lnTo>
                  <a:lnTo>
                    <a:pt x="319978" y="179871"/>
                  </a:lnTo>
                  <a:lnTo>
                    <a:pt x="322052" y="174988"/>
                  </a:lnTo>
                  <a:lnTo>
                    <a:pt x="323969" y="170042"/>
                  </a:lnTo>
                  <a:lnTo>
                    <a:pt x="325729" y="165037"/>
                  </a:lnTo>
                  <a:lnTo>
                    <a:pt x="327329" y="159979"/>
                  </a:lnTo>
                  <a:lnTo>
                    <a:pt x="328767" y="154873"/>
                  </a:lnTo>
                  <a:lnTo>
                    <a:pt x="330043" y="149724"/>
                  </a:lnTo>
                  <a:lnTo>
                    <a:pt x="331155" y="144537"/>
                  </a:lnTo>
                  <a:lnTo>
                    <a:pt x="332102" y="139317"/>
                  </a:lnTo>
                  <a:lnTo>
                    <a:pt x="332882" y="134070"/>
                  </a:lnTo>
                  <a:lnTo>
                    <a:pt x="333496" y="128801"/>
                  </a:lnTo>
                  <a:lnTo>
                    <a:pt x="333942" y="123515"/>
                  </a:lnTo>
                  <a:lnTo>
                    <a:pt x="334220" y="118217"/>
                  </a:lnTo>
                  <a:lnTo>
                    <a:pt x="334330" y="112913"/>
                  </a:lnTo>
                  <a:lnTo>
                    <a:pt x="334272" y="107609"/>
                  </a:lnTo>
                  <a:lnTo>
                    <a:pt x="334045" y="102309"/>
                  </a:lnTo>
                  <a:lnTo>
                    <a:pt x="333651" y="97018"/>
                  </a:lnTo>
                  <a:lnTo>
                    <a:pt x="333088" y="91743"/>
                  </a:lnTo>
                  <a:lnTo>
                    <a:pt x="332359" y="86489"/>
                  </a:lnTo>
                  <a:lnTo>
                    <a:pt x="331463" y="81260"/>
                  </a:lnTo>
                  <a:lnTo>
                    <a:pt x="330402" y="76062"/>
                  </a:lnTo>
                  <a:lnTo>
                    <a:pt x="329176" y="70901"/>
                  </a:lnTo>
                  <a:lnTo>
                    <a:pt x="327787" y="65781"/>
                  </a:lnTo>
                  <a:lnTo>
                    <a:pt x="326237" y="60708"/>
                  </a:lnTo>
                  <a:lnTo>
                    <a:pt x="324526" y="55686"/>
                  </a:lnTo>
                  <a:lnTo>
                    <a:pt x="322657" y="50722"/>
                  </a:lnTo>
                  <a:lnTo>
                    <a:pt x="320631" y="45819"/>
                  </a:lnTo>
                  <a:lnTo>
                    <a:pt x="318451" y="40983"/>
                  </a:lnTo>
                  <a:lnTo>
                    <a:pt x="316118" y="36218"/>
                  </a:lnTo>
                  <a:lnTo>
                    <a:pt x="313635" y="31530"/>
                  </a:lnTo>
                  <a:lnTo>
                    <a:pt x="311005" y="26923"/>
                  </a:lnTo>
                  <a:lnTo>
                    <a:pt x="308230" y="22402"/>
                  </a:lnTo>
                  <a:lnTo>
                    <a:pt x="167165" y="112099"/>
                  </a:lnTo>
                  <a:close/>
                </a:path>
              </a:pathLst>
            </a:custGeom>
            <a:solidFill>
              <a:srgbClr val="FFFFFF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70" name="pg370"/>
            <p:cNvSpPr/>
            <p:nvPr/>
          </p:nvSpPr>
          <p:spPr>
            <a:xfrm>
              <a:off x="3488720" y="1322571"/>
              <a:ext cx="141065" cy="167167"/>
            </a:xfrm>
            <a:custGeom>
              <a:avLst/>
              <a:pathLst>
                <a:path w="141065" h="167167">
                  <a:moveTo>
                    <a:pt x="141065" y="77470"/>
                  </a:moveTo>
                  <a:lnTo>
                    <a:pt x="137983" y="72798"/>
                  </a:lnTo>
                  <a:lnTo>
                    <a:pt x="134747" y="68232"/>
                  </a:lnTo>
                  <a:lnTo>
                    <a:pt x="131360" y="63777"/>
                  </a:lnTo>
                  <a:lnTo>
                    <a:pt x="127825" y="59438"/>
                  </a:lnTo>
                  <a:lnTo>
                    <a:pt x="124147" y="55219"/>
                  </a:lnTo>
                  <a:lnTo>
                    <a:pt x="120330" y="51126"/>
                  </a:lnTo>
                  <a:lnTo>
                    <a:pt x="116378" y="47163"/>
                  </a:lnTo>
                  <a:lnTo>
                    <a:pt x="112296" y="43334"/>
                  </a:lnTo>
                  <a:lnTo>
                    <a:pt x="108088" y="39645"/>
                  </a:lnTo>
                  <a:lnTo>
                    <a:pt x="103758" y="36098"/>
                  </a:lnTo>
                  <a:lnTo>
                    <a:pt x="99313" y="32698"/>
                  </a:lnTo>
                  <a:lnTo>
                    <a:pt x="94756" y="29449"/>
                  </a:lnTo>
                  <a:lnTo>
                    <a:pt x="90093" y="26354"/>
                  </a:lnTo>
                  <a:lnTo>
                    <a:pt x="85328" y="23417"/>
                  </a:lnTo>
                  <a:lnTo>
                    <a:pt x="80469" y="20642"/>
                  </a:lnTo>
                  <a:lnTo>
                    <a:pt x="75519" y="18030"/>
                  </a:lnTo>
                  <a:lnTo>
                    <a:pt x="70484" y="15586"/>
                  </a:lnTo>
                  <a:lnTo>
                    <a:pt x="65370" y="13311"/>
                  </a:lnTo>
                  <a:lnTo>
                    <a:pt x="60183" y="11209"/>
                  </a:lnTo>
                  <a:lnTo>
                    <a:pt x="54929" y="9282"/>
                  </a:lnTo>
                  <a:lnTo>
                    <a:pt x="49613" y="7532"/>
                  </a:lnTo>
                  <a:lnTo>
                    <a:pt x="44241" y="5960"/>
                  </a:lnTo>
                  <a:lnTo>
                    <a:pt x="38820" y="4570"/>
                  </a:lnTo>
                  <a:lnTo>
                    <a:pt x="33356" y="3361"/>
                  </a:lnTo>
                  <a:lnTo>
                    <a:pt x="27854" y="2336"/>
                  </a:lnTo>
                  <a:lnTo>
                    <a:pt x="22320" y="1496"/>
                  </a:lnTo>
                  <a:lnTo>
                    <a:pt x="16762" y="842"/>
                  </a:lnTo>
                  <a:lnTo>
                    <a:pt x="11185" y="374"/>
                  </a:lnTo>
                  <a:lnTo>
                    <a:pt x="5595" y="93"/>
                  </a:lnTo>
                  <a:lnTo>
                    <a:pt x="0" y="0"/>
                  </a:lnTo>
                  <a:lnTo>
                    <a:pt x="0" y="167167"/>
                  </a:lnTo>
                  <a:close/>
                </a:path>
              </a:pathLst>
            </a:custGeom>
            <a:solidFill>
              <a:srgbClr val="DCDCDC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71" name="pg371"/>
            <p:cNvSpPr/>
            <p:nvPr/>
          </p:nvSpPr>
          <p:spPr>
            <a:xfrm>
              <a:off x="3086524" y="168150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72" name="pg372"/>
            <p:cNvSpPr/>
            <p:nvPr/>
          </p:nvSpPr>
          <p:spPr>
            <a:xfrm>
              <a:off x="3086524" y="168150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73" name="pg373"/>
            <p:cNvSpPr/>
            <p:nvPr/>
          </p:nvSpPr>
          <p:spPr>
            <a:xfrm>
              <a:off x="3086524" y="168150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74" name="pg374"/>
            <p:cNvSpPr/>
            <p:nvPr/>
          </p:nvSpPr>
          <p:spPr>
            <a:xfrm>
              <a:off x="3086524" y="168150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DCB702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75" name="pg375"/>
            <p:cNvSpPr/>
            <p:nvPr/>
          </p:nvSpPr>
          <p:spPr>
            <a:xfrm>
              <a:off x="3086524" y="168150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76" name="pg376"/>
            <p:cNvSpPr/>
            <p:nvPr/>
          </p:nvSpPr>
          <p:spPr>
            <a:xfrm>
              <a:off x="3086524" y="168150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77" name="pg377"/>
            <p:cNvSpPr/>
            <p:nvPr/>
          </p:nvSpPr>
          <p:spPr>
            <a:xfrm>
              <a:off x="3086524" y="168150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78" name="pg378"/>
            <p:cNvSpPr/>
            <p:nvPr/>
          </p:nvSpPr>
          <p:spPr>
            <a:xfrm>
              <a:off x="3086524" y="168150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79" name="pg379"/>
            <p:cNvSpPr/>
            <p:nvPr/>
          </p:nvSpPr>
          <p:spPr>
            <a:xfrm>
              <a:off x="3086524" y="168150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80" name="pg380"/>
            <p:cNvSpPr/>
            <p:nvPr/>
          </p:nvSpPr>
          <p:spPr>
            <a:xfrm>
              <a:off x="3086524" y="168150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81" name="pg381"/>
            <p:cNvSpPr/>
            <p:nvPr/>
          </p:nvSpPr>
          <p:spPr>
            <a:xfrm>
              <a:off x="2996053" y="1681503"/>
              <a:ext cx="90471" cy="167167"/>
            </a:xfrm>
            <a:custGeom>
              <a:avLst/>
              <a:pathLst>
                <a:path w="90471" h="167167">
                  <a:moveTo>
                    <a:pt x="90471" y="0"/>
                  </a:moveTo>
                  <a:lnTo>
                    <a:pt x="84848" y="94"/>
                  </a:lnTo>
                  <a:lnTo>
                    <a:pt x="79233" y="378"/>
                  </a:lnTo>
                  <a:lnTo>
                    <a:pt x="73629" y="850"/>
                  </a:lnTo>
                  <a:lnTo>
                    <a:pt x="68045" y="1511"/>
                  </a:lnTo>
                  <a:lnTo>
                    <a:pt x="62486" y="2358"/>
                  </a:lnTo>
                  <a:lnTo>
                    <a:pt x="56959" y="3393"/>
                  </a:lnTo>
                  <a:lnTo>
                    <a:pt x="51470" y="4613"/>
                  </a:lnTo>
                  <a:lnTo>
                    <a:pt x="46025" y="6016"/>
                  </a:lnTo>
                  <a:lnTo>
                    <a:pt x="40630" y="7602"/>
                  </a:lnTo>
                  <a:lnTo>
                    <a:pt x="35292" y="9369"/>
                  </a:lnTo>
                  <a:lnTo>
                    <a:pt x="30016" y="11314"/>
                  </a:lnTo>
                  <a:lnTo>
                    <a:pt x="24808" y="13435"/>
                  </a:lnTo>
                  <a:lnTo>
                    <a:pt x="19675" y="15731"/>
                  </a:lnTo>
                  <a:lnTo>
                    <a:pt x="14622" y="18198"/>
                  </a:lnTo>
                  <a:lnTo>
                    <a:pt x="9654" y="20833"/>
                  </a:lnTo>
                  <a:lnTo>
                    <a:pt x="4778" y="23634"/>
                  </a:lnTo>
                  <a:lnTo>
                    <a:pt x="0" y="26597"/>
                  </a:lnTo>
                  <a:lnTo>
                    <a:pt x="90471" y="167167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82" name="pg382"/>
            <p:cNvSpPr/>
            <p:nvPr/>
          </p:nvSpPr>
          <p:spPr>
            <a:xfrm>
              <a:off x="2996053" y="1708100"/>
              <a:ext cx="90471" cy="140569"/>
            </a:xfrm>
            <a:custGeom>
              <a:avLst/>
              <a:pathLst>
                <a:path w="90471" h="140569">
                  <a:moveTo>
                    <a:pt x="0" y="0"/>
                  </a:moveTo>
                  <a:lnTo>
                    <a:pt x="90471" y="140569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83" name="pg383"/>
            <p:cNvSpPr/>
            <p:nvPr/>
          </p:nvSpPr>
          <p:spPr>
            <a:xfrm>
              <a:off x="2996053" y="1708100"/>
              <a:ext cx="90471" cy="140569"/>
            </a:xfrm>
            <a:custGeom>
              <a:avLst/>
              <a:pathLst>
                <a:path w="90471" h="140569">
                  <a:moveTo>
                    <a:pt x="0" y="0"/>
                  </a:moveTo>
                  <a:lnTo>
                    <a:pt x="90471" y="140569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84" name="pg384"/>
            <p:cNvSpPr/>
            <p:nvPr/>
          </p:nvSpPr>
          <p:spPr>
            <a:xfrm>
              <a:off x="2996053" y="1708100"/>
              <a:ext cx="90471" cy="140569"/>
            </a:xfrm>
            <a:custGeom>
              <a:avLst/>
              <a:pathLst>
                <a:path w="90471" h="140569">
                  <a:moveTo>
                    <a:pt x="0" y="0"/>
                  </a:moveTo>
                  <a:lnTo>
                    <a:pt x="90471" y="140569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85" name="pg385"/>
            <p:cNvSpPr/>
            <p:nvPr/>
          </p:nvSpPr>
          <p:spPr>
            <a:xfrm>
              <a:off x="2996053" y="1708100"/>
              <a:ext cx="90471" cy="140569"/>
            </a:xfrm>
            <a:custGeom>
              <a:avLst/>
              <a:pathLst>
                <a:path w="90471" h="140569">
                  <a:moveTo>
                    <a:pt x="0" y="0"/>
                  </a:moveTo>
                  <a:lnTo>
                    <a:pt x="90471" y="140569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86" name="pg386"/>
            <p:cNvSpPr/>
            <p:nvPr/>
          </p:nvSpPr>
          <p:spPr>
            <a:xfrm>
              <a:off x="2996053" y="1708100"/>
              <a:ext cx="90471" cy="140569"/>
            </a:xfrm>
            <a:custGeom>
              <a:avLst/>
              <a:pathLst>
                <a:path w="90471" h="140569">
                  <a:moveTo>
                    <a:pt x="0" y="0"/>
                  </a:moveTo>
                  <a:lnTo>
                    <a:pt x="90471" y="140569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87" name="pg387"/>
            <p:cNvSpPr/>
            <p:nvPr/>
          </p:nvSpPr>
          <p:spPr>
            <a:xfrm>
              <a:off x="2996053" y="1708100"/>
              <a:ext cx="90471" cy="140569"/>
            </a:xfrm>
            <a:custGeom>
              <a:avLst/>
              <a:pathLst>
                <a:path w="90471" h="140569">
                  <a:moveTo>
                    <a:pt x="0" y="0"/>
                  </a:moveTo>
                  <a:lnTo>
                    <a:pt x="90471" y="140569"/>
                  </a:lnTo>
                  <a:close/>
                </a:path>
              </a:pathLst>
            </a:custGeom>
            <a:solidFill>
              <a:srgbClr val="B155A7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88" name="pg388"/>
            <p:cNvSpPr/>
            <p:nvPr/>
          </p:nvSpPr>
          <p:spPr>
            <a:xfrm>
              <a:off x="2996053" y="1708100"/>
              <a:ext cx="90471" cy="140569"/>
            </a:xfrm>
            <a:custGeom>
              <a:avLst/>
              <a:pathLst>
                <a:path w="90471" h="140569">
                  <a:moveTo>
                    <a:pt x="0" y="0"/>
                  </a:moveTo>
                  <a:lnTo>
                    <a:pt x="90471" y="140569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89" name="pg389"/>
            <p:cNvSpPr/>
            <p:nvPr/>
          </p:nvSpPr>
          <p:spPr>
            <a:xfrm>
              <a:off x="2996053" y="1708100"/>
              <a:ext cx="90471" cy="140569"/>
            </a:xfrm>
            <a:custGeom>
              <a:avLst/>
              <a:pathLst>
                <a:path w="90471" h="140569">
                  <a:moveTo>
                    <a:pt x="0" y="0"/>
                  </a:moveTo>
                  <a:lnTo>
                    <a:pt x="90471" y="140569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90" name="pg390"/>
            <p:cNvSpPr/>
            <p:nvPr/>
          </p:nvSpPr>
          <p:spPr>
            <a:xfrm>
              <a:off x="2996053" y="1708100"/>
              <a:ext cx="90471" cy="140569"/>
            </a:xfrm>
            <a:custGeom>
              <a:avLst/>
              <a:pathLst>
                <a:path w="90471" h="140569">
                  <a:moveTo>
                    <a:pt x="0" y="0"/>
                  </a:moveTo>
                  <a:lnTo>
                    <a:pt x="90471" y="140569"/>
                  </a:lnTo>
                  <a:close/>
                </a:path>
              </a:pathLst>
            </a:custGeom>
            <a:solidFill>
              <a:srgbClr val="EE637F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91" name="pg391"/>
            <p:cNvSpPr/>
            <p:nvPr/>
          </p:nvSpPr>
          <p:spPr>
            <a:xfrm>
              <a:off x="2996053" y="1708100"/>
              <a:ext cx="90471" cy="140569"/>
            </a:xfrm>
            <a:custGeom>
              <a:avLst/>
              <a:pathLst>
                <a:path w="90471" h="140569">
                  <a:moveTo>
                    <a:pt x="0" y="0"/>
                  </a:moveTo>
                  <a:lnTo>
                    <a:pt x="90471" y="140569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92" name="pg392"/>
            <p:cNvSpPr/>
            <p:nvPr/>
          </p:nvSpPr>
          <p:spPr>
            <a:xfrm>
              <a:off x="2996053" y="1708100"/>
              <a:ext cx="90471" cy="140569"/>
            </a:xfrm>
            <a:custGeom>
              <a:avLst/>
              <a:pathLst>
                <a:path w="90471" h="140569">
                  <a:moveTo>
                    <a:pt x="0" y="0"/>
                  </a:moveTo>
                  <a:lnTo>
                    <a:pt x="90471" y="140569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93" name="pg393"/>
            <p:cNvSpPr/>
            <p:nvPr/>
          </p:nvSpPr>
          <p:spPr>
            <a:xfrm>
              <a:off x="2996053" y="1708100"/>
              <a:ext cx="90471" cy="140569"/>
            </a:xfrm>
            <a:custGeom>
              <a:avLst/>
              <a:pathLst>
                <a:path w="90471" h="140569">
                  <a:moveTo>
                    <a:pt x="0" y="0"/>
                  </a:moveTo>
                  <a:lnTo>
                    <a:pt x="90471" y="140569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94" name="pg394"/>
            <p:cNvSpPr/>
            <p:nvPr/>
          </p:nvSpPr>
          <p:spPr>
            <a:xfrm>
              <a:off x="2996053" y="1708100"/>
              <a:ext cx="90471" cy="140569"/>
            </a:xfrm>
            <a:custGeom>
              <a:avLst/>
              <a:pathLst>
                <a:path w="90471" h="140569">
                  <a:moveTo>
                    <a:pt x="0" y="0"/>
                  </a:moveTo>
                  <a:lnTo>
                    <a:pt x="90471" y="140569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95" name="pg395"/>
            <p:cNvSpPr/>
            <p:nvPr/>
          </p:nvSpPr>
          <p:spPr>
            <a:xfrm>
              <a:off x="2996053" y="1708100"/>
              <a:ext cx="90471" cy="140569"/>
            </a:xfrm>
            <a:custGeom>
              <a:avLst/>
              <a:pathLst>
                <a:path w="90471" h="140569">
                  <a:moveTo>
                    <a:pt x="0" y="0"/>
                  </a:moveTo>
                  <a:lnTo>
                    <a:pt x="90471" y="140569"/>
                  </a:lnTo>
                  <a:close/>
                </a:path>
              </a:pathLst>
            </a:custGeom>
            <a:solidFill>
              <a:srgbClr val="FF7F40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96" name="pg396"/>
            <p:cNvSpPr/>
            <p:nvPr/>
          </p:nvSpPr>
          <p:spPr>
            <a:xfrm>
              <a:off x="2996053" y="1708100"/>
              <a:ext cx="90471" cy="140569"/>
            </a:xfrm>
            <a:custGeom>
              <a:avLst/>
              <a:pathLst>
                <a:path w="90471" h="140569">
                  <a:moveTo>
                    <a:pt x="0" y="0"/>
                  </a:moveTo>
                  <a:lnTo>
                    <a:pt x="90471" y="140569"/>
                  </a:lnTo>
                  <a:close/>
                </a:path>
              </a:pathLst>
            </a:custGeom>
            <a:solidFill>
              <a:srgbClr val="BCED54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97" name="pg397"/>
            <p:cNvSpPr/>
            <p:nvPr/>
          </p:nvSpPr>
          <p:spPr>
            <a:xfrm>
              <a:off x="2996053" y="1708100"/>
              <a:ext cx="90471" cy="140569"/>
            </a:xfrm>
            <a:custGeom>
              <a:avLst/>
              <a:pathLst>
                <a:path w="90471" h="140569">
                  <a:moveTo>
                    <a:pt x="0" y="0"/>
                  </a:moveTo>
                  <a:lnTo>
                    <a:pt x="90471" y="140569"/>
                  </a:lnTo>
                  <a:close/>
                </a:path>
              </a:pathLst>
            </a:custGeom>
            <a:solidFill>
              <a:srgbClr val="FFFFFF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98" name="pg398"/>
            <p:cNvSpPr/>
            <p:nvPr/>
          </p:nvSpPr>
          <p:spPr>
            <a:xfrm>
              <a:off x="2919377" y="1681503"/>
              <a:ext cx="334294" cy="334334"/>
            </a:xfrm>
            <a:custGeom>
              <a:avLst/>
              <a:pathLst>
                <a:path w="334294" h="334334">
                  <a:moveTo>
                    <a:pt x="76676" y="26597"/>
                  </a:moveTo>
                  <a:lnTo>
                    <a:pt x="72262" y="29538"/>
                  </a:lnTo>
                  <a:lnTo>
                    <a:pt x="67944" y="32617"/>
                  </a:lnTo>
                  <a:lnTo>
                    <a:pt x="63725" y="35832"/>
                  </a:lnTo>
                  <a:lnTo>
                    <a:pt x="59611" y="39179"/>
                  </a:lnTo>
                  <a:lnTo>
                    <a:pt x="55605" y="42655"/>
                  </a:lnTo>
                  <a:lnTo>
                    <a:pt x="51711" y="46257"/>
                  </a:lnTo>
                  <a:lnTo>
                    <a:pt x="47933" y="49980"/>
                  </a:lnTo>
                  <a:lnTo>
                    <a:pt x="44275" y="53820"/>
                  </a:lnTo>
                  <a:lnTo>
                    <a:pt x="40741" y="57776"/>
                  </a:lnTo>
                  <a:lnTo>
                    <a:pt x="37335" y="61841"/>
                  </a:lnTo>
                  <a:lnTo>
                    <a:pt x="34059" y="66012"/>
                  </a:lnTo>
                  <a:lnTo>
                    <a:pt x="30916" y="70285"/>
                  </a:lnTo>
                  <a:lnTo>
                    <a:pt x="27912" y="74656"/>
                  </a:lnTo>
                  <a:lnTo>
                    <a:pt x="25047" y="79119"/>
                  </a:lnTo>
                  <a:lnTo>
                    <a:pt x="22325" y="83672"/>
                  </a:lnTo>
                  <a:lnTo>
                    <a:pt x="19749" y="88308"/>
                  </a:lnTo>
                  <a:lnTo>
                    <a:pt x="17322" y="93024"/>
                  </a:lnTo>
                  <a:lnTo>
                    <a:pt x="15045" y="97814"/>
                  </a:lnTo>
                  <a:lnTo>
                    <a:pt x="12921" y="102675"/>
                  </a:lnTo>
                  <a:lnTo>
                    <a:pt x="10953" y="107600"/>
                  </a:lnTo>
                  <a:lnTo>
                    <a:pt x="9142" y="112585"/>
                  </a:lnTo>
                  <a:lnTo>
                    <a:pt x="7490" y="117625"/>
                  </a:lnTo>
                  <a:lnTo>
                    <a:pt x="5998" y="122715"/>
                  </a:lnTo>
                  <a:lnTo>
                    <a:pt x="4669" y="127850"/>
                  </a:lnTo>
                  <a:lnTo>
                    <a:pt x="3504" y="133024"/>
                  </a:lnTo>
                  <a:lnTo>
                    <a:pt x="2503" y="138233"/>
                  </a:lnTo>
                  <a:lnTo>
                    <a:pt x="1668" y="143470"/>
                  </a:lnTo>
                  <a:lnTo>
                    <a:pt x="1000" y="148732"/>
                  </a:lnTo>
                  <a:lnTo>
                    <a:pt x="498" y="154012"/>
                  </a:lnTo>
                  <a:lnTo>
                    <a:pt x="165" y="159306"/>
                  </a:lnTo>
                  <a:lnTo>
                    <a:pt x="0" y="164607"/>
                  </a:lnTo>
                  <a:lnTo>
                    <a:pt x="2" y="169911"/>
                  </a:lnTo>
                  <a:lnTo>
                    <a:pt x="174" y="175212"/>
                  </a:lnTo>
                  <a:lnTo>
                    <a:pt x="513" y="180505"/>
                  </a:lnTo>
                  <a:lnTo>
                    <a:pt x="1020" y="185785"/>
                  </a:lnTo>
                  <a:lnTo>
                    <a:pt x="1694" y="191046"/>
                  </a:lnTo>
                  <a:lnTo>
                    <a:pt x="2535" y="196282"/>
                  </a:lnTo>
                  <a:lnTo>
                    <a:pt x="3541" y="201490"/>
                  </a:lnTo>
                  <a:lnTo>
                    <a:pt x="4713" y="206663"/>
                  </a:lnTo>
                  <a:lnTo>
                    <a:pt x="6047" y="211796"/>
                  </a:lnTo>
                  <a:lnTo>
                    <a:pt x="7544" y="216885"/>
                  </a:lnTo>
                  <a:lnTo>
                    <a:pt x="9202" y="221923"/>
                  </a:lnTo>
                  <a:lnTo>
                    <a:pt x="11019" y="226906"/>
                  </a:lnTo>
                  <a:lnTo>
                    <a:pt x="12992" y="231829"/>
                  </a:lnTo>
                  <a:lnTo>
                    <a:pt x="15121" y="236687"/>
                  </a:lnTo>
                  <a:lnTo>
                    <a:pt x="17403" y="241475"/>
                  </a:lnTo>
                  <a:lnTo>
                    <a:pt x="19836" y="246188"/>
                  </a:lnTo>
                  <a:lnTo>
                    <a:pt x="22417" y="250821"/>
                  </a:lnTo>
                  <a:lnTo>
                    <a:pt x="25144" y="255371"/>
                  </a:lnTo>
                  <a:lnTo>
                    <a:pt x="28013" y="259831"/>
                  </a:lnTo>
                  <a:lnTo>
                    <a:pt x="31023" y="264199"/>
                  </a:lnTo>
                  <a:lnTo>
                    <a:pt x="34170" y="268468"/>
                  </a:lnTo>
                  <a:lnTo>
                    <a:pt x="37451" y="272636"/>
                  </a:lnTo>
                  <a:lnTo>
                    <a:pt x="40862" y="276697"/>
                  </a:lnTo>
                  <a:lnTo>
                    <a:pt x="44400" y="280648"/>
                  </a:lnTo>
                  <a:lnTo>
                    <a:pt x="48062" y="284485"/>
                  </a:lnTo>
                  <a:lnTo>
                    <a:pt x="51844" y="288204"/>
                  </a:lnTo>
                  <a:lnTo>
                    <a:pt x="55742" y="291801"/>
                  </a:lnTo>
                  <a:lnTo>
                    <a:pt x="59752" y="295273"/>
                  </a:lnTo>
                  <a:lnTo>
                    <a:pt x="63870" y="298615"/>
                  </a:lnTo>
                  <a:lnTo>
                    <a:pt x="68092" y="301826"/>
                  </a:lnTo>
                  <a:lnTo>
                    <a:pt x="72414" y="304900"/>
                  </a:lnTo>
                  <a:lnTo>
                    <a:pt x="76831" y="307836"/>
                  </a:lnTo>
                  <a:lnTo>
                    <a:pt x="81339" y="310631"/>
                  </a:lnTo>
                  <a:lnTo>
                    <a:pt x="85933" y="313281"/>
                  </a:lnTo>
                  <a:lnTo>
                    <a:pt x="90610" y="315784"/>
                  </a:lnTo>
                  <a:lnTo>
                    <a:pt x="95363" y="318137"/>
                  </a:lnTo>
                  <a:lnTo>
                    <a:pt x="100188" y="320338"/>
                  </a:lnTo>
                  <a:lnTo>
                    <a:pt x="105081" y="322385"/>
                  </a:lnTo>
                  <a:lnTo>
                    <a:pt x="110037" y="324276"/>
                  </a:lnTo>
                  <a:lnTo>
                    <a:pt x="115050" y="326009"/>
                  </a:lnTo>
                  <a:lnTo>
                    <a:pt x="120115" y="327582"/>
                  </a:lnTo>
                  <a:lnTo>
                    <a:pt x="125228" y="328993"/>
                  </a:lnTo>
                  <a:lnTo>
                    <a:pt x="130383" y="330241"/>
                  </a:lnTo>
                  <a:lnTo>
                    <a:pt x="135575" y="331326"/>
                  </a:lnTo>
                  <a:lnTo>
                    <a:pt x="140798" y="332245"/>
                  </a:lnTo>
                  <a:lnTo>
                    <a:pt x="146048" y="332998"/>
                  </a:lnTo>
                  <a:lnTo>
                    <a:pt x="151320" y="333583"/>
                  </a:lnTo>
                  <a:lnTo>
                    <a:pt x="156607" y="334002"/>
                  </a:lnTo>
                  <a:lnTo>
                    <a:pt x="161905" y="334252"/>
                  </a:lnTo>
                  <a:lnTo>
                    <a:pt x="167209" y="334334"/>
                  </a:lnTo>
                  <a:lnTo>
                    <a:pt x="172512" y="334248"/>
                  </a:lnTo>
                  <a:lnTo>
                    <a:pt x="177810" y="333994"/>
                  </a:lnTo>
                  <a:lnTo>
                    <a:pt x="183097" y="333572"/>
                  </a:lnTo>
                  <a:lnTo>
                    <a:pt x="188368" y="332982"/>
                  </a:lnTo>
                  <a:lnTo>
                    <a:pt x="193617" y="332225"/>
                  </a:lnTo>
                  <a:lnTo>
                    <a:pt x="198841" y="331303"/>
                  </a:lnTo>
                  <a:lnTo>
                    <a:pt x="204032" y="330214"/>
                  </a:lnTo>
                  <a:lnTo>
                    <a:pt x="209186" y="328962"/>
                  </a:lnTo>
                  <a:lnTo>
                    <a:pt x="214297" y="327547"/>
                  </a:lnTo>
                  <a:lnTo>
                    <a:pt x="219362" y="325971"/>
                  </a:lnTo>
                  <a:lnTo>
                    <a:pt x="224373" y="324234"/>
                  </a:lnTo>
                  <a:lnTo>
                    <a:pt x="229327" y="322340"/>
                  </a:lnTo>
                  <a:lnTo>
                    <a:pt x="234219" y="320289"/>
                  </a:lnTo>
                  <a:lnTo>
                    <a:pt x="239043" y="318084"/>
                  </a:lnTo>
                  <a:lnTo>
                    <a:pt x="243794" y="315727"/>
                  </a:lnTo>
                  <a:lnTo>
                    <a:pt x="248468" y="313221"/>
                  </a:lnTo>
                  <a:lnTo>
                    <a:pt x="253061" y="310568"/>
                  </a:lnTo>
                  <a:lnTo>
                    <a:pt x="257567" y="307770"/>
                  </a:lnTo>
                  <a:lnTo>
                    <a:pt x="261982" y="304831"/>
                  </a:lnTo>
                  <a:lnTo>
                    <a:pt x="266302" y="301753"/>
                  </a:lnTo>
                  <a:lnTo>
                    <a:pt x="270521" y="298540"/>
                  </a:lnTo>
                  <a:lnTo>
                    <a:pt x="274637" y="295194"/>
                  </a:lnTo>
                  <a:lnTo>
                    <a:pt x="278644" y="291720"/>
                  </a:lnTo>
                  <a:lnTo>
                    <a:pt x="282540" y="288120"/>
                  </a:lnTo>
                  <a:lnTo>
                    <a:pt x="286319" y="284398"/>
                  </a:lnTo>
                  <a:lnTo>
                    <a:pt x="289978" y="280558"/>
                  </a:lnTo>
                  <a:lnTo>
                    <a:pt x="293513" y="276605"/>
                  </a:lnTo>
                  <a:lnTo>
                    <a:pt x="296921" y="272541"/>
                  </a:lnTo>
                  <a:lnTo>
                    <a:pt x="300199" y="268371"/>
                  </a:lnTo>
                  <a:lnTo>
                    <a:pt x="303343" y="264099"/>
                  </a:lnTo>
                  <a:lnTo>
                    <a:pt x="306349" y="259729"/>
                  </a:lnTo>
                  <a:lnTo>
                    <a:pt x="309216" y="255267"/>
                  </a:lnTo>
                  <a:lnTo>
                    <a:pt x="311939" y="250715"/>
                  </a:lnTo>
                  <a:lnTo>
                    <a:pt x="314517" y="246080"/>
                  </a:lnTo>
                  <a:lnTo>
                    <a:pt x="316946" y="241365"/>
                  </a:lnTo>
                  <a:lnTo>
                    <a:pt x="319224" y="236575"/>
                  </a:lnTo>
                  <a:lnTo>
                    <a:pt x="321350" y="231716"/>
                  </a:lnTo>
                  <a:lnTo>
                    <a:pt x="323320" y="226791"/>
                  </a:lnTo>
                  <a:lnTo>
                    <a:pt x="325133" y="221807"/>
                  </a:lnTo>
                  <a:lnTo>
                    <a:pt x="326787" y="216767"/>
                  </a:lnTo>
                  <a:lnTo>
                    <a:pt x="328280" y="211678"/>
                  </a:lnTo>
                  <a:lnTo>
                    <a:pt x="329611" y="206544"/>
                  </a:lnTo>
                  <a:lnTo>
                    <a:pt x="330778" y="201370"/>
                  </a:lnTo>
                  <a:lnTo>
                    <a:pt x="331781" y="196162"/>
                  </a:lnTo>
                  <a:lnTo>
                    <a:pt x="332618" y="190924"/>
                  </a:lnTo>
                  <a:lnTo>
                    <a:pt x="333288" y="185663"/>
                  </a:lnTo>
                  <a:lnTo>
                    <a:pt x="333792" y="180383"/>
                  </a:lnTo>
                  <a:lnTo>
                    <a:pt x="334127" y="175090"/>
                  </a:lnTo>
                  <a:lnTo>
                    <a:pt x="334294" y="169788"/>
                  </a:lnTo>
                  <a:lnTo>
                    <a:pt x="334293" y="164484"/>
                  </a:lnTo>
                  <a:lnTo>
                    <a:pt x="334124" y="159183"/>
                  </a:lnTo>
                  <a:lnTo>
                    <a:pt x="333787" y="153890"/>
                  </a:lnTo>
                  <a:lnTo>
                    <a:pt x="333282" y="148610"/>
                  </a:lnTo>
                  <a:lnTo>
                    <a:pt x="332609" y="143349"/>
                  </a:lnTo>
                  <a:lnTo>
                    <a:pt x="331770" y="138112"/>
                  </a:lnTo>
                  <a:lnTo>
                    <a:pt x="330766" y="132904"/>
                  </a:lnTo>
                  <a:lnTo>
                    <a:pt x="329596" y="127730"/>
                  </a:lnTo>
                  <a:lnTo>
                    <a:pt x="328264" y="122597"/>
                  </a:lnTo>
                  <a:lnTo>
                    <a:pt x="326769" y="117508"/>
                  </a:lnTo>
                  <a:lnTo>
                    <a:pt x="325113" y="112469"/>
                  </a:lnTo>
                  <a:lnTo>
                    <a:pt x="323298" y="107485"/>
                  </a:lnTo>
                  <a:lnTo>
                    <a:pt x="321326" y="102561"/>
                  </a:lnTo>
                  <a:lnTo>
                    <a:pt x="319199" y="97703"/>
                  </a:lnTo>
                  <a:lnTo>
                    <a:pt x="316919" y="92914"/>
                  </a:lnTo>
                  <a:lnTo>
                    <a:pt x="314488" y="88200"/>
                  </a:lnTo>
                  <a:lnTo>
                    <a:pt x="311908" y="83566"/>
                  </a:lnTo>
                  <a:lnTo>
                    <a:pt x="309183" y="79015"/>
                  </a:lnTo>
                  <a:lnTo>
                    <a:pt x="306315" y="74554"/>
                  </a:lnTo>
                  <a:lnTo>
                    <a:pt x="303307" y="70185"/>
                  </a:lnTo>
                  <a:lnTo>
                    <a:pt x="300162" y="65914"/>
                  </a:lnTo>
                  <a:lnTo>
                    <a:pt x="296883" y="61746"/>
                  </a:lnTo>
                  <a:lnTo>
                    <a:pt x="293473" y="57683"/>
                  </a:lnTo>
                  <a:lnTo>
                    <a:pt x="289936" y="53730"/>
                  </a:lnTo>
                  <a:lnTo>
                    <a:pt x="286276" y="49892"/>
                  </a:lnTo>
                  <a:lnTo>
                    <a:pt x="282495" y="46172"/>
                  </a:lnTo>
                  <a:lnTo>
                    <a:pt x="278599" y="42573"/>
                  </a:lnTo>
                  <a:lnTo>
                    <a:pt x="274590" y="39100"/>
                  </a:lnTo>
                  <a:lnTo>
                    <a:pt x="270473" y="35756"/>
                  </a:lnTo>
                  <a:lnTo>
                    <a:pt x="266252" y="32545"/>
                  </a:lnTo>
                  <a:lnTo>
                    <a:pt x="261932" y="29468"/>
                  </a:lnTo>
                  <a:lnTo>
                    <a:pt x="257516" y="26531"/>
                  </a:lnTo>
                  <a:lnTo>
                    <a:pt x="253008" y="23735"/>
                  </a:lnTo>
                  <a:lnTo>
                    <a:pt x="248415" y="21083"/>
                  </a:lnTo>
                  <a:lnTo>
                    <a:pt x="243740" y="18578"/>
                  </a:lnTo>
                  <a:lnTo>
                    <a:pt x="238987" y="16223"/>
                  </a:lnTo>
                  <a:lnTo>
                    <a:pt x="234162" y="14020"/>
                  </a:lnTo>
                  <a:lnTo>
                    <a:pt x="229270" y="11971"/>
                  </a:lnTo>
                  <a:lnTo>
                    <a:pt x="224316" y="10079"/>
                  </a:lnTo>
                  <a:lnTo>
                    <a:pt x="219303" y="8344"/>
                  </a:lnTo>
                  <a:lnTo>
                    <a:pt x="214239" y="6769"/>
                  </a:lnTo>
                  <a:lnTo>
                    <a:pt x="209126" y="5356"/>
                  </a:lnTo>
                  <a:lnTo>
                    <a:pt x="203972" y="4106"/>
                  </a:lnTo>
                  <a:lnTo>
                    <a:pt x="198780" y="3020"/>
                  </a:lnTo>
                  <a:lnTo>
                    <a:pt x="193557" y="2099"/>
                  </a:lnTo>
                  <a:lnTo>
                    <a:pt x="188307" y="1344"/>
                  </a:lnTo>
                  <a:lnTo>
                    <a:pt x="183036" y="756"/>
                  </a:lnTo>
                  <a:lnTo>
                    <a:pt x="177749" y="336"/>
                  </a:lnTo>
                  <a:lnTo>
                    <a:pt x="172451" y="84"/>
                  </a:lnTo>
                  <a:lnTo>
                    <a:pt x="167147" y="0"/>
                  </a:lnTo>
                  <a:lnTo>
                    <a:pt x="167147" y="167167"/>
                  </a:lnTo>
                  <a:close/>
                </a:path>
              </a:pathLst>
            </a:custGeom>
            <a:solidFill>
              <a:srgbClr val="DCDCDC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99" name="pg399"/>
            <p:cNvSpPr/>
            <p:nvPr/>
          </p:nvSpPr>
          <p:spPr>
            <a:xfrm>
              <a:off x="2781287" y="212696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00" name="pg400"/>
            <p:cNvSpPr/>
            <p:nvPr/>
          </p:nvSpPr>
          <p:spPr>
            <a:xfrm>
              <a:off x="2781287" y="212696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01" name="pg401"/>
            <p:cNvSpPr/>
            <p:nvPr/>
          </p:nvSpPr>
          <p:spPr>
            <a:xfrm>
              <a:off x="2781287" y="212696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02" name="pg402"/>
            <p:cNvSpPr/>
            <p:nvPr/>
          </p:nvSpPr>
          <p:spPr>
            <a:xfrm>
              <a:off x="2781287" y="212696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DCB702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03" name="pg403"/>
            <p:cNvSpPr/>
            <p:nvPr/>
          </p:nvSpPr>
          <p:spPr>
            <a:xfrm>
              <a:off x="2781287" y="212696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04" name="pg404"/>
            <p:cNvSpPr/>
            <p:nvPr/>
          </p:nvSpPr>
          <p:spPr>
            <a:xfrm>
              <a:off x="2781287" y="212696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05" name="pg405"/>
            <p:cNvSpPr/>
            <p:nvPr/>
          </p:nvSpPr>
          <p:spPr>
            <a:xfrm>
              <a:off x="2781287" y="212696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06" name="pg406"/>
            <p:cNvSpPr/>
            <p:nvPr/>
          </p:nvSpPr>
          <p:spPr>
            <a:xfrm>
              <a:off x="2781287" y="212696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07" name="pg407"/>
            <p:cNvSpPr/>
            <p:nvPr/>
          </p:nvSpPr>
          <p:spPr>
            <a:xfrm>
              <a:off x="2781287" y="212696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08" name="pg408"/>
            <p:cNvSpPr/>
            <p:nvPr/>
          </p:nvSpPr>
          <p:spPr>
            <a:xfrm>
              <a:off x="2781287" y="212696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09" name="pg409"/>
            <p:cNvSpPr/>
            <p:nvPr/>
          </p:nvSpPr>
          <p:spPr>
            <a:xfrm>
              <a:off x="2781287" y="212696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10" name="pg410"/>
            <p:cNvSpPr/>
            <p:nvPr/>
          </p:nvSpPr>
          <p:spPr>
            <a:xfrm>
              <a:off x="2740047" y="2126963"/>
              <a:ext cx="41240" cy="167167"/>
            </a:xfrm>
            <a:custGeom>
              <a:avLst/>
              <a:pathLst>
                <a:path w="41240" h="167167">
                  <a:moveTo>
                    <a:pt x="41240" y="0"/>
                  </a:moveTo>
                  <a:lnTo>
                    <a:pt x="34297" y="144"/>
                  </a:lnTo>
                  <a:lnTo>
                    <a:pt x="27366" y="576"/>
                  </a:lnTo>
                  <a:lnTo>
                    <a:pt x="20458" y="1296"/>
                  </a:lnTo>
                  <a:lnTo>
                    <a:pt x="13587" y="2303"/>
                  </a:lnTo>
                  <a:lnTo>
                    <a:pt x="6764" y="3593"/>
                  </a:lnTo>
                  <a:lnTo>
                    <a:pt x="0" y="5166"/>
                  </a:lnTo>
                  <a:lnTo>
                    <a:pt x="41240" y="167167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11" name="pg411"/>
            <p:cNvSpPr/>
            <p:nvPr/>
          </p:nvSpPr>
          <p:spPr>
            <a:xfrm>
              <a:off x="2740047" y="2132130"/>
              <a:ext cx="41240" cy="162000"/>
            </a:xfrm>
            <a:custGeom>
              <a:avLst/>
              <a:pathLst>
                <a:path w="41240" h="162000">
                  <a:moveTo>
                    <a:pt x="0" y="0"/>
                  </a:moveTo>
                  <a:lnTo>
                    <a:pt x="41240" y="162000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12" name="pg412"/>
            <p:cNvSpPr/>
            <p:nvPr/>
          </p:nvSpPr>
          <p:spPr>
            <a:xfrm>
              <a:off x="2740047" y="2132130"/>
              <a:ext cx="41240" cy="162000"/>
            </a:xfrm>
            <a:custGeom>
              <a:avLst/>
              <a:pathLst>
                <a:path w="41240" h="162000">
                  <a:moveTo>
                    <a:pt x="0" y="0"/>
                  </a:moveTo>
                  <a:lnTo>
                    <a:pt x="41240" y="162000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13" name="pg413"/>
            <p:cNvSpPr/>
            <p:nvPr/>
          </p:nvSpPr>
          <p:spPr>
            <a:xfrm>
              <a:off x="2740047" y="2132130"/>
              <a:ext cx="41240" cy="162000"/>
            </a:xfrm>
            <a:custGeom>
              <a:avLst/>
              <a:pathLst>
                <a:path w="41240" h="162000">
                  <a:moveTo>
                    <a:pt x="0" y="0"/>
                  </a:moveTo>
                  <a:lnTo>
                    <a:pt x="41240" y="162000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14" name="pg414"/>
            <p:cNvSpPr/>
            <p:nvPr/>
          </p:nvSpPr>
          <p:spPr>
            <a:xfrm>
              <a:off x="2740047" y="2132130"/>
              <a:ext cx="41240" cy="162000"/>
            </a:xfrm>
            <a:custGeom>
              <a:avLst/>
              <a:pathLst>
                <a:path w="41240" h="162000">
                  <a:moveTo>
                    <a:pt x="0" y="0"/>
                  </a:moveTo>
                  <a:lnTo>
                    <a:pt x="41240" y="162000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15" name="pg415"/>
            <p:cNvSpPr/>
            <p:nvPr/>
          </p:nvSpPr>
          <p:spPr>
            <a:xfrm>
              <a:off x="2740047" y="2132130"/>
              <a:ext cx="41240" cy="162000"/>
            </a:xfrm>
            <a:custGeom>
              <a:avLst/>
              <a:pathLst>
                <a:path w="41240" h="162000">
                  <a:moveTo>
                    <a:pt x="0" y="0"/>
                  </a:moveTo>
                  <a:lnTo>
                    <a:pt x="41240" y="162000"/>
                  </a:lnTo>
                  <a:close/>
                </a:path>
              </a:pathLst>
            </a:custGeom>
            <a:solidFill>
              <a:srgbClr val="B155A7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16" name="pg416"/>
            <p:cNvSpPr/>
            <p:nvPr/>
          </p:nvSpPr>
          <p:spPr>
            <a:xfrm>
              <a:off x="2740047" y="2132130"/>
              <a:ext cx="41240" cy="162000"/>
            </a:xfrm>
            <a:custGeom>
              <a:avLst/>
              <a:pathLst>
                <a:path w="41240" h="162000">
                  <a:moveTo>
                    <a:pt x="0" y="0"/>
                  </a:moveTo>
                  <a:lnTo>
                    <a:pt x="41240" y="162000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17" name="pg417"/>
            <p:cNvSpPr/>
            <p:nvPr/>
          </p:nvSpPr>
          <p:spPr>
            <a:xfrm>
              <a:off x="2740047" y="2132130"/>
              <a:ext cx="41240" cy="162000"/>
            </a:xfrm>
            <a:custGeom>
              <a:avLst/>
              <a:pathLst>
                <a:path w="41240" h="162000">
                  <a:moveTo>
                    <a:pt x="0" y="0"/>
                  </a:moveTo>
                  <a:lnTo>
                    <a:pt x="41240" y="162000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18" name="pg418"/>
            <p:cNvSpPr/>
            <p:nvPr/>
          </p:nvSpPr>
          <p:spPr>
            <a:xfrm>
              <a:off x="2740047" y="2132130"/>
              <a:ext cx="41240" cy="162000"/>
            </a:xfrm>
            <a:custGeom>
              <a:avLst/>
              <a:pathLst>
                <a:path w="41240" h="162000">
                  <a:moveTo>
                    <a:pt x="0" y="0"/>
                  </a:moveTo>
                  <a:lnTo>
                    <a:pt x="41240" y="162000"/>
                  </a:lnTo>
                  <a:close/>
                </a:path>
              </a:pathLst>
            </a:custGeom>
            <a:solidFill>
              <a:srgbClr val="EE637F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19" name="pg419"/>
            <p:cNvSpPr/>
            <p:nvPr/>
          </p:nvSpPr>
          <p:spPr>
            <a:xfrm>
              <a:off x="2740047" y="2132130"/>
              <a:ext cx="41240" cy="162000"/>
            </a:xfrm>
            <a:custGeom>
              <a:avLst/>
              <a:pathLst>
                <a:path w="41240" h="162000">
                  <a:moveTo>
                    <a:pt x="0" y="0"/>
                  </a:moveTo>
                  <a:lnTo>
                    <a:pt x="41240" y="162000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20" name="pg420"/>
            <p:cNvSpPr/>
            <p:nvPr/>
          </p:nvSpPr>
          <p:spPr>
            <a:xfrm>
              <a:off x="2740047" y="2132130"/>
              <a:ext cx="41240" cy="162000"/>
            </a:xfrm>
            <a:custGeom>
              <a:avLst/>
              <a:pathLst>
                <a:path w="41240" h="162000">
                  <a:moveTo>
                    <a:pt x="0" y="0"/>
                  </a:moveTo>
                  <a:lnTo>
                    <a:pt x="41240" y="162000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21" name="pg421"/>
            <p:cNvSpPr/>
            <p:nvPr/>
          </p:nvSpPr>
          <p:spPr>
            <a:xfrm>
              <a:off x="2740047" y="2132130"/>
              <a:ext cx="41240" cy="162000"/>
            </a:xfrm>
            <a:custGeom>
              <a:avLst/>
              <a:pathLst>
                <a:path w="41240" h="162000">
                  <a:moveTo>
                    <a:pt x="0" y="0"/>
                  </a:moveTo>
                  <a:lnTo>
                    <a:pt x="41240" y="162000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22" name="pg422"/>
            <p:cNvSpPr/>
            <p:nvPr/>
          </p:nvSpPr>
          <p:spPr>
            <a:xfrm>
              <a:off x="2740047" y="2132130"/>
              <a:ext cx="41240" cy="162000"/>
            </a:xfrm>
            <a:custGeom>
              <a:avLst/>
              <a:pathLst>
                <a:path w="41240" h="162000">
                  <a:moveTo>
                    <a:pt x="0" y="0"/>
                  </a:moveTo>
                  <a:lnTo>
                    <a:pt x="41240" y="162000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23" name="pg423"/>
            <p:cNvSpPr/>
            <p:nvPr/>
          </p:nvSpPr>
          <p:spPr>
            <a:xfrm>
              <a:off x="2740047" y="2132130"/>
              <a:ext cx="41240" cy="162000"/>
            </a:xfrm>
            <a:custGeom>
              <a:avLst/>
              <a:pathLst>
                <a:path w="41240" h="162000">
                  <a:moveTo>
                    <a:pt x="0" y="0"/>
                  </a:moveTo>
                  <a:lnTo>
                    <a:pt x="41240" y="162000"/>
                  </a:lnTo>
                  <a:close/>
                </a:path>
              </a:pathLst>
            </a:custGeom>
            <a:solidFill>
              <a:srgbClr val="FF7F40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24" name="pg424"/>
            <p:cNvSpPr/>
            <p:nvPr/>
          </p:nvSpPr>
          <p:spPr>
            <a:xfrm>
              <a:off x="2740047" y="2132130"/>
              <a:ext cx="41240" cy="162000"/>
            </a:xfrm>
            <a:custGeom>
              <a:avLst/>
              <a:pathLst>
                <a:path w="41240" h="162000">
                  <a:moveTo>
                    <a:pt x="0" y="0"/>
                  </a:moveTo>
                  <a:lnTo>
                    <a:pt x="41240" y="162000"/>
                  </a:lnTo>
                  <a:close/>
                </a:path>
              </a:pathLst>
            </a:custGeom>
            <a:solidFill>
              <a:srgbClr val="BCED54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25" name="pg425"/>
            <p:cNvSpPr/>
            <p:nvPr/>
          </p:nvSpPr>
          <p:spPr>
            <a:xfrm>
              <a:off x="2614122" y="2127722"/>
              <a:ext cx="334325" cy="333560"/>
            </a:xfrm>
            <a:custGeom>
              <a:avLst/>
              <a:pathLst>
                <a:path w="334325" h="333560">
                  <a:moveTo>
                    <a:pt x="125924" y="4408"/>
                  </a:moveTo>
                  <a:lnTo>
                    <a:pt x="120828" y="5791"/>
                  </a:lnTo>
                  <a:lnTo>
                    <a:pt x="115779" y="7335"/>
                  </a:lnTo>
                  <a:lnTo>
                    <a:pt x="110780" y="9037"/>
                  </a:lnTo>
                  <a:lnTo>
                    <a:pt x="105838" y="10896"/>
                  </a:lnTo>
                  <a:lnTo>
                    <a:pt x="100957" y="12911"/>
                  </a:lnTo>
                  <a:lnTo>
                    <a:pt x="96142" y="15078"/>
                  </a:lnTo>
                  <a:lnTo>
                    <a:pt x="91398" y="17397"/>
                  </a:lnTo>
                  <a:lnTo>
                    <a:pt x="86730" y="19864"/>
                  </a:lnTo>
                  <a:lnTo>
                    <a:pt x="82142" y="22478"/>
                  </a:lnTo>
                  <a:lnTo>
                    <a:pt x="77638" y="25235"/>
                  </a:lnTo>
                  <a:lnTo>
                    <a:pt x="73224" y="28133"/>
                  </a:lnTo>
                  <a:lnTo>
                    <a:pt x="68904" y="31168"/>
                  </a:lnTo>
                  <a:lnTo>
                    <a:pt x="64682" y="34339"/>
                  </a:lnTo>
                  <a:lnTo>
                    <a:pt x="60562" y="37642"/>
                  </a:lnTo>
                  <a:lnTo>
                    <a:pt x="56548" y="41073"/>
                  </a:lnTo>
                  <a:lnTo>
                    <a:pt x="52645" y="44629"/>
                  </a:lnTo>
                  <a:lnTo>
                    <a:pt x="48856" y="48307"/>
                  </a:lnTo>
                  <a:lnTo>
                    <a:pt x="45185" y="52102"/>
                  </a:lnTo>
                  <a:lnTo>
                    <a:pt x="41636" y="56012"/>
                  </a:lnTo>
                  <a:lnTo>
                    <a:pt x="38211" y="60031"/>
                  </a:lnTo>
                  <a:lnTo>
                    <a:pt x="34916" y="64157"/>
                  </a:lnTo>
                  <a:lnTo>
                    <a:pt x="31753" y="68385"/>
                  </a:lnTo>
                  <a:lnTo>
                    <a:pt x="28724" y="72711"/>
                  </a:lnTo>
                  <a:lnTo>
                    <a:pt x="25834" y="77130"/>
                  </a:lnTo>
                  <a:lnTo>
                    <a:pt x="23085" y="81638"/>
                  </a:lnTo>
                  <a:lnTo>
                    <a:pt x="20480" y="86231"/>
                  </a:lnTo>
                  <a:lnTo>
                    <a:pt x="18021" y="90903"/>
                  </a:lnTo>
                  <a:lnTo>
                    <a:pt x="15710" y="95652"/>
                  </a:lnTo>
                  <a:lnTo>
                    <a:pt x="13551" y="100470"/>
                  </a:lnTo>
                  <a:lnTo>
                    <a:pt x="11545" y="105355"/>
                  </a:lnTo>
                  <a:lnTo>
                    <a:pt x="9695" y="110300"/>
                  </a:lnTo>
                  <a:lnTo>
                    <a:pt x="8001" y="115302"/>
                  </a:lnTo>
                  <a:lnTo>
                    <a:pt x="6466" y="120354"/>
                  </a:lnTo>
                  <a:lnTo>
                    <a:pt x="5092" y="125452"/>
                  </a:lnTo>
                  <a:lnTo>
                    <a:pt x="3879" y="130591"/>
                  </a:lnTo>
                  <a:lnTo>
                    <a:pt x="2830" y="135766"/>
                  </a:lnTo>
                  <a:lnTo>
                    <a:pt x="1944" y="140972"/>
                  </a:lnTo>
                  <a:lnTo>
                    <a:pt x="1223" y="146203"/>
                  </a:lnTo>
                  <a:lnTo>
                    <a:pt x="667" y="151454"/>
                  </a:lnTo>
                  <a:lnTo>
                    <a:pt x="278" y="156720"/>
                  </a:lnTo>
                  <a:lnTo>
                    <a:pt x="56" y="161995"/>
                  </a:lnTo>
                  <a:lnTo>
                    <a:pt x="0" y="167275"/>
                  </a:lnTo>
                  <a:lnTo>
                    <a:pt x="110" y="172554"/>
                  </a:lnTo>
                  <a:lnTo>
                    <a:pt x="388" y="177827"/>
                  </a:lnTo>
                  <a:lnTo>
                    <a:pt x="832" y="183089"/>
                  </a:lnTo>
                  <a:lnTo>
                    <a:pt x="1441" y="188334"/>
                  </a:lnTo>
                  <a:lnTo>
                    <a:pt x="2217" y="193557"/>
                  </a:lnTo>
                  <a:lnTo>
                    <a:pt x="3156" y="198753"/>
                  </a:lnTo>
                  <a:lnTo>
                    <a:pt x="4260" y="203917"/>
                  </a:lnTo>
                  <a:lnTo>
                    <a:pt x="5526" y="209043"/>
                  </a:lnTo>
                  <a:lnTo>
                    <a:pt x="6953" y="214127"/>
                  </a:lnTo>
                  <a:lnTo>
                    <a:pt x="8540" y="219163"/>
                  </a:lnTo>
                  <a:lnTo>
                    <a:pt x="10285" y="224147"/>
                  </a:lnTo>
                  <a:lnTo>
                    <a:pt x="12187" y="229073"/>
                  </a:lnTo>
                  <a:lnTo>
                    <a:pt x="14243" y="233936"/>
                  </a:lnTo>
                  <a:lnTo>
                    <a:pt x="16452" y="238732"/>
                  </a:lnTo>
                  <a:lnTo>
                    <a:pt x="18812" y="243456"/>
                  </a:lnTo>
                  <a:lnTo>
                    <a:pt x="21319" y="248103"/>
                  </a:lnTo>
                  <a:lnTo>
                    <a:pt x="23972" y="252669"/>
                  </a:lnTo>
                  <a:lnTo>
                    <a:pt x="26768" y="257148"/>
                  </a:lnTo>
                  <a:lnTo>
                    <a:pt x="29704" y="261537"/>
                  </a:lnTo>
                  <a:lnTo>
                    <a:pt x="32777" y="265831"/>
                  </a:lnTo>
                  <a:lnTo>
                    <a:pt x="35984" y="270026"/>
                  </a:lnTo>
                  <a:lnTo>
                    <a:pt x="39322" y="274117"/>
                  </a:lnTo>
                  <a:lnTo>
                    <a:pt x="42787" y="278101"/>
                  </a:lnTo>
                  <a:lnTo>
                    <a:pt x="46377" y="281973"/>
                  </a:lnTo>
                  <a:lnTo>
                    <a:pt x="50087" y="285731"/>
                  </a:lnTo>
                  <a:lnTo>
                    <a:pt x="53914" y="289369"/>
                  </a:lnTo>
                  <a:lnTo>
                    <a:pt x="57854" y="292884"/>
                  </a:lnTo>
                  <a:lnTo>
                    <a:pt x="61903" y="296273"/>
                  </a:lnTo>
                  <a:lnTo>
                    <a:pt x="66057" y="299533"/>
                  </a:lnTo>
                  <a:lnTo>
                    <a:pt x="70312" y="302660"/>
                  </a:lnTo>
                  <a:lnTo>
                    <a:pt x="74664" y="305651"/>
                  </a:lnTo>
                  <a:lnTo>
                    <a:pt x="79108" y="308503"/>
                  </a:lnTo>
                  <a:lnTo>
                    <a:pt x="83639" y="311213"/>
                  </a:lnTo>
                  <a:lnTo>
                    <a:pt x="88254" y="313779"/>
                  </a:lnTo>
                  <a:lnTo>
                    <a:pt x="92948" y="316198"/>
                  </a:lnTo>
                  <a:lnTo>
                    <a:pt x="97716" y="318467"/>
                  </a:lnTo>
                  <a:lnTo>
                    <a:pt x="102553" y="320584"/>
                  </a:lnTo>
                  <a:lnTo>
                    <a:pt x="107455" y="322548"/>
                  </a:lnTo>
                  <a:lnTo>
                    <a:pt x="112416" y="324356"/>
                  </a:lnTo>
                  <a:lnTo>
                    <a:pt x="117432" y="326006"/>
                  </a:lnTo>
                  <a:lnTo>
                    <a:pt x="122497" y="327498"/>
                  </a:lnTo>
                  <a:lnTo>
                    <a:pt x="127607" y="328828"/>
                  </a:lnTo>
                  <a:lnTo>
                    <a:pt x="132756" y="329996"/>
                  </a:lnTo>
                  <a:lnTo>
                    <a:pt x="137940" y="331001"/>
                  </a:lnTo>
                  <a:lnTo>
                    <a:pt x="143153" y="331842"/>
                  </a:lnTo>
                  <a:lnTo>
                    <a:pt x="148390" y="332518"/>
                  </a:lnTo>
                  <a:lnTo>
                    <a:pt x="153646" y="333028"/>
                  </a:lnTo>
                  <a:lnTo>
                    <a:pt x="158915" y="333372"/>
                  </a:lnTo>
                  <a:lnTo>
                    <a:pt x="164192" y="333549"/>
                  </a:lnTo>
                  <a:lnTo>
                    <a:pt x="169472" y="333560"/>
                  </a:lnTo>
                  <a:lnTo>
                    <a:pt x="174750" y="333403"/>
                  </a:lnTo>
                  <a:lnTo>
                    <a:pt x="180021" y="333081"/>
                  </a:lnTo>
                  <a:lnTo>
                    <a:pt x="185278" y="332591"/>
                  </a:lnTo>
                  <a:lnTo>
                    <a:pt x="190518" y="331936"/>
                  </a:lnTo>
                  <a:lnTo>
                    <a:pt x="195734" y="331116"/>
                  </a:lnTo>
                  <a:lnTo>
                    <a:pt x="200922" y="330132"/>
                  </a:lnTo>
                  <a:lnTo>
                    <a:pt x="206076" y="328984"/>
                  </a:lnTo>
                  <a:lnTo>
                    <a:pt x="211191" y="327674"/>
                  </a:lnTo>
                  <a:lnTo>
                    <a:pt x="216263" y="326203"/>
                  </a:lnTo>
                  <a:lnTo>
                    <a:pt x="221285" y="324573"/>
                  </a:lnTo>
                  <a:lnTo>
                    <a:pt x="226253" y="322784"/>
                  </a:lnTo>
                  <a:lnTo>
                    <a:pt x="231163" y="320840"/>
                  </a:lnTo>
                  <a:lnTo>
                    <a:pt x="236008" y="318742"/>
                  </a:lnTo>
                  <a:lnTo>
                    <a:pt x="240785" y="316492"/>
                  </a:lnTo>
                  <a:lnTo>
                    <a:pt x="245488" y="314092"/>
                  </a:lnTo>
                  <a:lnTo>
                    <a:pt x="250113" y="311544"/>
                  </a:lnTo>
                  <a:lnTo>
                    <a:pt x="254656" y="308852"/>
                  </a:lnTo>
                  <a:lnTo>
                    <a:pt x="259111" y="306018"/>
                  </a:lnTo>
                  <a:lnTo>
                    <a:pt x="263474" y="303044"/>
                  </a:lnTo>
                  <a:lnTo>
                    <a:pt x="267742" y="299934"/>
                  </a:lnTo>
                  <a:lnTo>
                    <a:pt x="271909" y="296691"/>
                  </a:lnTo>
                  <a:lnTo>
                    <a:pt x="275971" y="293318"/>
                  </a:lnTo>
                  <a:lnTo>
                    <a:pt x="279925" y="289818"/>
                  </a:lnTo>
                  <a:lnTo>
                    <a:pt x="283767" y="286195"/>
                  </a:lnTo>
                  <a:lnTo>
                    <a:pt x="287492" y="282453"/>
                  </a:lnTo>
                  <a:lnTo>
                    <a:pt x="291097" y="278595"/>
                  </a:lnTo>
                  <a:lnTo>
                    <a:pt x="294578" y="274625"/>
                  </a:lnTo>
                  <a:lnTo>
                    <a:pt x="297932" y="270547"/>
                  </a:lnTo>
                  <a:lnTo>
                    <a:pt x="301156" y="266365"/>
                  </a:lnTo>
                  <a:lnTo>
                    <a:pt x="304246" y="262083"/>
                  </a:lnTo>
                  <a:lnTo>
                    <a:pt x="307199" y="257706"/>
                  </a:lnTo>
                  <a:lnTo>
                    <a:pt x="310013" y="253237"/>
                  </a:lnTo>
                  <a:lnTo>
                    <a:pt x="312684" y="248683"/>
                  </a:lnTo>
                  <a:lnTo>
                    <a:pt x="315210" y="244046"/>
                  </a:lnTo>
                  <a:lnTo>
                    <a:pt x="317588" y="239331"/>
                  </a:lnTo>
                  <a:lnTo>
                    <a:pt x="319816" y="234544"/>
                  </a:lnTo>
                  <a:lnTo>
                    <a:pt x="321892" y="229689"/>
                  </a:lnTo>
                  <a:lnTo>
                    <a:pt x="323813" y="224770"/>
                  </a:lnTo>
                  <a:lnTo>
                    <a:pt x="325579" y="219794"/>
                  </a:lnTo>
                  <a:lnTo>
                    <a:pt x="327186" y="214764"/>
                  </a:lnTo>
                  <a:lnTo>
                    <a:pt x="328633" y="209686"/>
                  </a:lnTo>
                  <a:lnTo>
                    <a:pt x="329919" y="204565"/>
                  </a:lnTo>
                  <a:lnTo>
                    <a:pt x="331043" y="199405"/>
                  </a:lnTo>
                  <a:lnTo>
                    <a:pt x="332004" y="194213"/>
                  </a:lnTo>
                  <a:lnTo>
                    <a:pt x="332799" y="188993"/>
                  </a:lnTo>
                  <a:lnTo>
                    <a:pt x="333430" y="183751"/>
                  </a:lnTo>
                  <a:lnTo>
                    <a:pt x="333895" y="178491"/>
                  </a:lnTo>
                  <a:lnTo>
                    <a:pt x="334193" y="173219"/>
                  </a:lnTo>
                  <a:lnTo>
                    <a:pt x="334325" y="167940"/>
                  </a:lnTo>
                  <a:lnTo>
                    <a:pt x="334290" y="162660"/>
                  </a:lnTo>
                  <a:lnTo>
                    <a:pt x="334088" y="157384"/>
                  </a:lnTo>
                  <a:lnTo>
                    <a:pt x="333720" y="152116"/>
                  </a:lnTo>
                  <a:lnTo>
                    <a:pt x="333186" y="146863"/>
                  </a:lnTo>
                  <a:lnTo>
                    <a:pt x="332485" y="141629"/>
                  </a:lnTo>
                  <a:lnTo>
                    <a:pt x="331620" y="136420"/>
                  </a:lnTo>
                  <a:lnTo>
                    <a:pt x="330591" y="131241"/>
                  </a:lnTo>
                  <a:lnTo>
                    <a:pt x="329399" y="126097"/>
                  </a:lnTo>
                  <a:lnTo>
                    <a:pt x="328045" y="120993"/>
                  </a:lnTo>
                  <a:lnTo>
                    <a:pt x="326530" y="115935"/>
                  </a:lnTo>
                  <a:lnTo>
                    <a:pt x="324857" y="110927"/>
                  </a:lnTo>
                  <a:lnTo>
                    <a:pt x="323026" y="105974"/>
                  </a:lnTo>
                  <a:lnTo>
                    <a:pt x="321039" y="101082"/>
                  </a:lnTo>
                  <a:lnTo>
                    <a:pt x="318899" y="96255"/>
                  </a:lnTo>
                  <a:lnTo>
                    <a:pt x="316608" y="91497"/>
                  </a:lnTo>
                  <a:lnTo>
                    <a:pt x="314168" y="86815"/>
                  </a:lnTo>
                  <a:lnTo>
                    <a:pt x="311580" y="82212"/>
                  </a:lnTo>
                  <a:lnTo>
                    <a:pt x="308849" y="77693"/>
                  </a:lnTo>
                  <a:lnTo>
                    <a:pt x="305977" y="73262"/>
                  </a:lnTo>
                  <a:lnTo>
                    <a:pt x="302966" y="68924"/>
                  </a:lnTo>
                  <a:lnTo>
                    <a:pt x="299819" y="64684"/>
                  </a:lnTo>
                  <a:lnTo>
                    <a:pt x="296540" y="60545"/>
                  </a:lnTo>
                  <a:lnTo>
                    <a:pt x="293132" y="56512"/>
                  </a:lnTo>
                  <a:lnTo>
                    <a:pt x="289598" y="52588"/>
                  </a:lnTo>
                  <a:lnTo>
                    <a:pt x="285942" y="48778"/>
                  </a:lnTo>
                  <a:lnTo>
                    <a:pt x="282168" y="45086"/>
                  </a:lnTo>
                  <a:lnTo>
                    <a:pt x="278279" y="41514"/>
                  </a:lnTo>
                  <a:lnTo>
                    <a:pt x="274279" y="38067"/>
                  </a:lnTo>
                  <a:lnTo>
                    <a:pt x="270172" y="34748"/>
                  </a:lnTo>
                  <a:lnTo>
                    <a:pt x="265963" y="31560"/>
                  </a:lnTo>
                  <a:lnTo>
                    <a:pt x="261654" y="28507"/>
                  </a:lnTo>
                  <a:lnTo>
                    <a:pt x="257252" y="25592"/>
                  </a:lnTo>
                  <a:lnTo>
                    <a:pt x="252760" y="22817"/>
                  </a:lnTo>
                  <a:lnTo>
                    <a:pt x="248182" y="20185"/>
                  </a:lnTo>
                  <a:lnTo>
                    <a:pt x="243523" y="17699"/>
                  </a:lnTo>
                  <a:lnTo>
                    <a:pt x="238788" y="15362"/>
                  </a:lnTo>
                  <a:lnTo>
                    <a:pt x="233982" y="13175"/>
                  </a:lnTo>
                  <a:lnTo>
                    <a:pt x="229109" y="11141"/>
                  </a:lnTo>
                  <a:lnTo>
                    <a:pt x="224175" y="9262"/>
                  </a:lnTo>
                  <a:lnTo>
                    <a:pt x="219183" y="7540"/>
                  </a:lnTo>
                  <a:lnTo>
                    <a:pt x="214140" y="5977"/>
                  </a:lnTo>
                  <a:lnTo>
                    <a:pt x="209049" y="4573"/>
                  </a:lnTo>
                  <a:lnTo>
                    <a:pt x="203917" y="3331"/>
                  </a:lnTo>
                  <a:lnTo>
                    <a:pt x="198748" y="2251"/>
                  </a:lnTo>
                  <a:lnTo>
                    <a:pt x="193548" y="1336"/>
                  </a:lnTo>
                  <a:lnTo>
                    <a:pt x="188321" y="585"/>
                  </a:lnTo>
                  <a:lnTo>
                    <a:pt x="183073" y="0"/>
                  </a:lnTo>
                  <a:lnTo>
                    <a:pt x="167165" y="166408"/>
                  </a:lnTo>
                  <a:close/>
                </a:path>
              </a:pathLst>
            </a:custGeom>
            <a:solidFill>
              <a:srgbClr val="FFFFFF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26" name="pg426"/>
            <p:cNvSpPr/>
            <p:nvPr/>
          </p:nvSpPr>
          <p:spPr>
            <a:xfrm>
              <a:off x="2781287" y="2126963"/>
              <a:ext cx="15908" cy="167167"/>
            </a:xfrm>
            <a:custGeom>
              <a:avLst/>
              <a:pathLst>
                <a:path w="15908" h="167167">
                  <a:moveTo>
                    <a:pt x="15908" y="758"/>
                  </a:moveTo>
                  <a:lnTo>
                    <a:pt x="7963" y="189"/>
                  </a:lnTo>
                  <a:lnTo>
                    <a:pt x="0" y="0"/>
                  </a:lnTo>
                  <a:lnTo>
                    <a:pt x="0" y="167167"/>
                  </a:lnTo>
                  <a:close/>
                </a:path>
              </a:pathLst>
            </a:custGeom>
            <a:solidFill>
              <a:srgbClr val="DCDCDC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27" name="pg427"/>
            <p:cNvSpPr/>
            <p:nvPr/>
          </p:nvSpPr>
          <p:spPr>
            <a:xfrm>
              <a:off x="2590748" y="2633064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28" name="pg428"/>
            <p:cNvSpPr/>
            <p:nvPr/>
          </p:nvSpPr>
          <p:spPr>
            <a:xfrm>
              <a:off x="2590748" y="2633064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29" name="pg429"/>
            <p:cNvSpPr/>
            <p:nvPr/>
          </p:nvSpPr>
          <p:spPr>
            <a:xfrm>
              <a:off x="2590748" y="2633064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30" name="pg430"/>
            <p:cNvSpPr/>
            <p:nvPr/>
          </p:nvSpPr>
          <p:spPr>
            <a:xfrm>
              <a:off x="2590748" y="2633064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DCB702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31" name="pg431"/>
            <p:cNvSpPr/>
            <p:nvPr/>
          </p:nvSpPr>
          <p:spPr>
            <a:xfrm>
              <a:off x="2590748" y="2633064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32" name="pg432"/>
            <p:cNvSpPr/>
            <p:nvPr/>
          </p:nvSpPr>
          <p:spPr>
            <a:xfrm>
              <a:off x="2590748" y="2633064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33" name="pg433"/>
            <p:cNvSpPr/>
            <p:nvPr/>
          </p:nvSpPr>
          <p:spPr>
            <a:xfrm>
              <a:off x="2590748" y="2633064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34" name="pg434"/>
            <p:cNvSpPr/>
            <p:nvPr/>
          </p:nvSpPr>
          <p:spPr>
            <a:xfrm>
              <a:off x="2590748" y="2633064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35" name="pg435"/>
            <p:cNvSpPr/>
            <p:nvPr/>
          </p:nvSpPr>
          <p:spPr>
            <a:xfrm>
              <a:off x="2590748" y="2633064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36" name="pg436"/>
            <p:cNvSpPr/>
            <p:nvPr/>
          </p:nvSpPr>
          <p:spPr>
            <a:xfrm>
              <a:off x="2590748" y="2633064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37" name="pg437"/>
            <p:cNvSpPr/>
            <p:nvPr/>
          </p:nvSpPr>
          <p:spPr>
            <a:xfrm>
              <a:off x="2590748" y="2633064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38" name="pg438"/>
            <p:cNvSpPr/>
            <p:nvPr/>
          </p:nvSpPr>
          <p:spPr>
            <a:xfrm>
              <a:off x="2590748" y="2633064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39" name="pg439"/>
            <p:cNvSpPr/>
            <p:nvPr/>
          </p:nvSpPr>
          <p:spPr>
            <a:xfrm>
              <a:off x="2423600" y="2633064"/>
              <a:ext cx="334110" cy="334334"/>
            </a:xfrm>
            <a:custGeom>
              <a:avLst/>
              <a:pathLst>
                <a:path w="334110" h="334334">
                  <a:moveTo>
                    <a:pt x="167148" y="0"/>
                  </a:moveTo>
                  <a:lnTo>
                    <a:pt x="161846" y="84"/>
                  </a:lnTo>
                  <a:lnTo>
                    <a:pt x="156549" y="336"/>
                  </a:lnTo>
                  <a:lnTo>
                    <a:pt x="151264" y="756"/>
                  </a:lnTo>
                  <a:lnTo>
                    <a:pt x="145994" y="1343"/>
                  </a:lnTo>
                  <a:lnTo>
                    <a:pt x="140745" y="2098"/>
                  </a:lnTo>
                  <a:lnTo>
                    <a:pt x="135524" y="3018"/>
                  </a:lnTo>
                  <a:lnTo>
                    <a:pt x="130333" y="4104"/>
                  </a:lnTo>
                  <a:lnTo>
                    <a:pt x="125180" y="5353"/>
                  </a:lnTo>
                  <a:lnTo>
                    <a:pt x="120070" y="6766"/>
                  </a:lnTo>
                  <a:lnTo>
                    <a:pt x="115006" y="8339"/>
                  </a:lnTo>
                  <a:lnTo>
                    <a:pt x="109995" y="10073"/>
                  </a:lnTo>
                  <a:lnTo>
                    <a:pt x="105042" y="11964"/>
                  </a:lnTo>
                  <a:lnTo>
                    <a:pt x="100151" y="14012"/>
                  </a:lnTo>
                  <a:lnTo>
                    <a:pt x="95327" y="16214"/>
                  </a:lnTo>
                  <a:lnTo>
                    <a:pt x="90576" y="18568"/>
                  </a:lnTo>
                  <a:lnTo>
                    <a:pt x="85901" y="21071"/>
                  </a:lnTo>
                  <a:lnTo>
                    <a:pt x="81309" y="23721"/>
                  </a:lnTo>
                  <a:lnTo>
                    <a:pt x="76803" y="26516"/>
                  </a:lnTo>
                  <a:lnTo>
                    <a:pt x="72387" y="29452"/>
                  </a:lnTo>
                  <a:lnTo>
                    <a:pt x="68067" y="32527"/>
                  </a:lnTo>
                  <a:lnTo>
                    <a:pt x="63847" y="35737"/>
                  </a:lnTo>
                  <a:lnTo>
                    <a:pt x="59731" y="39079"/>
                  </a:lnTo>
                  <a:lnTo>
                    <a:pt x="55722" y="42550"/>
                  </a:lnTo>
                  <a:lnTo>
                    <a:pt x="51826" y="46147"/>
                  </a:lnTo>
                  <a:lnTo>
                    <a:pt x="48046" y="49865"/>
                  </a:lnTo>
                  <a:lnTo>
                    <a:pt x="44386" y="53701"/>
                  </a:lnTo>
                  <a:lnTo>
                    <a:pt x="40849" y="57652"/>
                  </a:lnTo>
                  <a:lnTo>
                    <a:pt x="37439" y="61712"/>
                  </a:lnTo>
                  <a:lnTo>
                    <a:pt x="34160" y="65879"/>
                  </a:lnTo>
                  <a:lnTo>
                    <a:pt x="31014" y="70148"/>
                  </a:lnTo>
                  <a:lnTo>
                    <a:pt x="28006" y="74514"/>
                  </a:lnTo>
                  <a:lnTo>
                    <a:pt x="25137" y="78974"/>
                  </a:lnTo>
                  <a:lnTo>
                    <a:pt x="22412" y="83522"/>
                  </a:lnTo>
                  <a:lnTo>
                    <a:pt x="19832" y="88154"/>
                  </a:lnTo>
                  <a:lnTo>
                    <a:pt x="17400" y="92866"/>
                  </a:lnTo>
                  <a:lnTo>
                    <a:pt x="15119" y="97653"/>
                  </a:lnTo>
                  <a:lnTo>
                    <a:pt x="12991" y="102509"/>
                  </a:lnTo>
                  <a:lnTo>
                    <a:pt x="11018" y="107431"/>
                  </a:lnTo>
                  <a:lnTo>
                    <a:pt x="9202" y="112413"/>
                  </a:lnTo>
                  <a:lnTo>
                    <a:pt x="7545" y="117450"/>
                  </a:lnTo>
                  <a:lnTo>
                    <a:pt x="6048" y="122536"/>
                  </a:lnTo>
                  <a:lnTo>
                    <a:pt x="4714" y="127668"/>
                  </a:lnTo>
                  <a:lnTo>
                    <a:pt x="3543" y="132840"/>
                  </a:lnTo>
                  <a:lnTo>
                    <a:pt x="2536" y="138046"/>
                  </a:lnTo>
                  <a:lnTo>
                    <a:pt x="1695" y="143281"/>
                  </a:lnTo>
                  <a:lnTo>
                    <a:pt x="1021" y="148540"/>
                  </a:lnTo>
                  <a:lnTo>
                    <a:pt x="514" y="153818"/>
                  </a:lnTo>
                  <a:lnTo>
                    <a:pt x="174" y="159110"/>
                  </a:lnTo>
                  <a:lnTo>
                    <a:pt x="3" y="164409"/>
                  </a:lnTo>
                  <a:lnTo>
                    <a:pt x="0" y="169712"/>
                  </a:lnTo>
                  <a:lnTo>
                    <a:pt x="164" y="175012"/>
                  </a:lnTo>
                  <a:lnTo>
                    <a:pt x="497" y="180304"/>
                  </a:lnTo>
                  <a:lnTo>
                    <a:pt x="998" y="185582"/>
                  </a:lnTo>
                  <a:lnTo>
                    <a:pt x="1665" y="190843"/>
                  </a:lnTo>
                  <a:lnTo>
                    <a:pt x="2499" y="196079"/>
                  </a:lnTo>
                  <a:lnTo>
                    <a:pt x="3499" y="201286"/>
                  </a:lnTo>
                  <a:lnTo>
                    <a:pt x="4663" y="206459"/>
                  </a:lnTo>
                  <a:lnTo>
                    <a:pt x="5991" y="211593"/>
                  </a:lnTo>
                  <a:lnTo>
                    <a:pt x="7481" y="216681"/>
                  </a:lnTo>
                  <a:lnTo>
                    <a:pt x="9132" y="221720"/>
                  </a:lnTo>
                  <a:lnTo>
                    <a:pt x="10942" y="226704"/>
                  </a:lnTo>
                  <a:lnTo>
                    <a:pt x="12909" y="231628"/>
                  </a:lnTo>
                  <a:lnTo>
                    <a:pt x="15031" y="236488"/>
                  </a:lnTo>
                  <a:lnTo>
                    <a:pt x="17306" y="241277"/>
                  </a:lnTo>
                  <a:lnTo>
                    <a:pt x="19731" y="245992"/>
                  </a:lnTo>
                  <a:lnTo>
                    <a:pt x="22306" y="250628"/>
                  </a:lnTo>
                  <a:lnTo>
                    <a:pt x="25025" y="255180"/>
                  </a:lnTo>
                  <a:lnTo>
                    <a:pt x="27888" y="259643"/>
                  </a:lnTo>
                  <a:lnTo>
                    <a:pt x="30891" y="264013"/>
                  </a:lnTo>
                  <a:lnTo>
                    <a:pt x="34031" y="268285"/>
                  </a:lnTo>
                  <a:lnTo>
                    <a:pt x="37305" y="272456"/>
                  </a:lnTo>
                  <a:lnTo>
                    <a:pt x="40710" y="276521"/>
                  </a:lnTo>
                  <a:lnTo>
                    <a:pt x="44241" y="280476"/>
                  </a:lnTo>
                  <a:lnTo>
                    <a:pt x="47897" y="284317"/>
                  </a:lnTo>
                  <a:lnTo>
                    <a:pt x="51672" y="288041"/>
                  </a:lnTo>
                  <a:lnTo>
                    <a:pt x="55564" y="291642"/>
                  </a:lnTo>
                  <a:lnTo>
                    <a:pt x="59568" y="295118"/>
                  </a:lnTo>
                  <a:lnTo>
                    <a:pt x="63680" y="298466"/>
                  </a:lnTo>
                  <a:lnTo>
                    <a:pt x="67896" y="301681"/>
                  </a:lnTo>
                  <a:lnTo>
                    <a:pt x="72212" y="304761"/>
                  </a:lnTo>
                  <a:lnTo>
                    <a:pt x="76624" y="307703"/>
                  </a:lnTo>
                  <a:lnTo>
                    <a:pt x="81126" y="310503"/>
                  </a:lnTo>
                  <a:lnTo>
                    <a:pt x="85716" y="313159"/>
                  </a:lnTo>
                  <a:lnTo>
                    <a:pt x="90387" y="315669"/>
                  </a:lnTo>
                  <a:lnTo>
                    <a:pt x="95135" y="318028"/>
                  </a:lnTo>
                  <a:lnTo>
                    <a:pt x="99956" y="320236"/>
                  </a:lnTo>
                  <a:lnTo>
                    <a:pt x="104844" y="322290"/>
                  </a:lnTo>
                  <a:lnTo>
                    <a:pt x="109795" y="324188"/>
                  </a:lnTo>
                  <a:lnTo>
                    <a:pt x="114804" y="325928"/>
                  </a:lnTo>
                  <a:lnTo>
                    <a:pt x="119866" y="327508"/>
                  </a:lnTo>
                  <a:lnTo>
                    <a:pt x="124975" y="328927"/>
                  </a:lnTo>
                  <a:lnTo>
                    <a:pt x="130126" y="330183"/>
                  </a:lnTo>
                  <a:lnTo>
                    <a:pt x="135315" y="331276"/>
                  </a:lnTo>
                  <a:lnTo>
                    <a:pt x="140536" y="332203"/>
                  </a:lnTo>
                  <a:lnTo>
                    <a:pt x="145783" y="332964"/>
                  </a:lnTo>
                  <a:lnTo>
                    <a:pt x="151052" y="333558"/>
                  </a:lnTo>
                  <a:lnTo>
                    <a:pt x="156337" y="333984"/>
                  </a:lnTo>
                  <a:lnTo>
                    <a:pt x="161633" y="334243"/>
                  </a:lnTo>
                  <a:lnTo>
                    <a:pt x="166935" y="334334"/>
                  </a:lnTo>
                  <a:lnTo>
                    <a:pt x="172237" y="334257"/>
                  </a:lnTo>
                  <a:lnTo>
                    <a:pt x="177534" y="334011"/>
                  </a:lnTo>
                  <a:lnTo>
                    <a:pt x="182820" y="333598"/>
                  </a:lnTo>
                  <a:lnTo>
                    <a:pt x="188090" y="333017"/>
                  </a:lnTo>
                  <a:lnTo>
                    <a:pt x="193340" y="332270"/>
                  </a:lnTo>
                  <a:lnTo>
                    <a:pt x="198563" y="331356"/>
                  </a:lnTo>
                  <a:lnTo>
                    <a:pt x="203754" y="330277"/>
                  </a:lnTo>
                  <a:lnTo>
                    <a:pt x="208909" y="329034"/>
                  </a:lnTo>
                  <a:lnTo>
                    <a:pt x="214021" y="327628"/>
                  </a:lnTo>
                  <a:lnTo>
                    <a:pt x="219087" y="326061"/>
                  </a:lnTo>
                  <a:lnTo>
                    <a:pt x="224100" y="324334"/>
                  </a:lnTo>
                  <a:lnTo>
                    <a:pt x="229056" y="322448"/>
                  </a:lnTo>
                  <a:lnTo>
                    <a:pt x="233950" y="320407"/>
                  </a:lnTo>
                  <a:lnTo>
                    <a:pt x="238776" y="318211"/>
                  </a:lnTo>
                  <a:lnTo>
                    <a:pt x="243530" y="315863"/>
                  </a:lnTo>
                  <a:lnTo>
                    <a:pt x="248208" y="313366"/>
                  </a:lnTo>
                  <a:lnTo>
                    <a:pt x="252804" y="310722"/>
                  </a:lnTo>
                  <a:lnTo>
                    <a:pt x="257314" y="307933"/>
                  </a:lnTo>
                  <a:lnTo>
                    <a:pt x="261733" y="305002"/>
                  </a:lnTo>
                  <a:lnTo>
                    <a:pt x="266057" y="301933"/>
                  </a:lnTo>
                  <a:lnTo>
                    <a:pt x="270281" y="298729"/>
                  </a:lnTo>
                  <a:lnTo>
                    <a:pt x="274402" y="295392"/>
                  </a:lnTo>
                  <a:lnTo>
                    <a:pt x="278414" y="291925"/>
                  </a:lnTo>
                  <a:lnTo>
                    <a:pt x="282315" y="288334"/>
                  </a:lnTo>
                  <a:lnTo>
                    <a:pt x="286100" y="284620"/>
                  </a:lnTo>
                  <a:lnTo>
                    <a:pt x="289765" y="280789"/>
                  </a:lnTo>
                  <a:lnTo>
                    <a:pt x="293307" y="276843"/>
                  </a:lnTo>
                  <a:lnTo>
                    <a:pt x="296722" y="272786"/>
                  </a:lnTo>
                  <a:lnTo>
                    <a:pt x="300006" y="268624"/>
                  </a:lnTo>
                  <a:lnTo>
                    <a:pt x="303157" y="264359"/>
                  </a:lnTo>
                  <a:lnTo>
                    <a:pt x="306171" y="259997"/>
                  </a:lnTo>
                  <a:lnTo>
                    <a:pt x="309045" y="255541"/>
                  </a:lnTo>
                  <a:lnTo>
                    <a:pt x="311777" y="250996"/>
                  </a:lnTo>
                  <a:lnTo>
                    <a:pt x="314363" y="246367"/>
                  </a:lnTo>
                  <a:lnTo>
                    <a:pt x="316801" y="241658"/>
                  </a:lnTo>
                  <a:lnTo>
                    <a:pt x="319088" y="236874"/>
                  </a:lnTo>
                  <a:lnTo>
                    <a:pt x="321222" y="232021"/>
                  </a:lnTo>
                  <a:lnTo>
                    <a:pt x="323201" y="227101"/>
                  </a:lnTo>
                  <a:lnTo>
                    <a:pt x="325024" y="222122"/>
                  </a:lnTo>
                  <a:lnTo>
                    <a:pt x="326687" y="217087"/>
                  </a:lnTo>
                  <a:lnTo>
                    <a:pt x="328190" y="212002"/>
                  </a:lnTo>
                  <a:lnTo>
                    <a:pt x="329531" y="206872"/>
                  </a:lnTo>
                  <a:lnTo>
                    <a:pt x="330709" y="201702"/>
                  </a:lnTo>
                  <a:lnTo>
                    <a:pt x="331722" y="196498"/>
                  </a:lnTo>
                  <a:lnTo>
                    <a:pt x="332569" y="191263"/>
                  </a:lnTo>
                  <a:lnTo>
                    <a:pt x="333250" y="186005"/>
                  </a:lnTo>
                  <a:lnTo>
                    <a:pt x="333764" y="180727"/>
                  </a:lnTo>
                  <a:lnTo>
                    <a:pt x="334110" y="175436"/>
                  </a:lnTo>
                  <a:lnTo>
                    <a:pt x="167148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40" name="pg440"/>
            <p:cNvSpPr/>
            <p:nvPr/>
          </p:nvSpPr>
          <p:spPr>
            <a:xfrm>
              <a:off x="2590748" y="2800231"/>
              <a:ext cx="166962" cy="8269"/>
            </a:xfrm>
            <a:custGeom>
              <a:avLst/>
              <a:pathLst>
                <a:path w="166962" h="8269">
                  <a:moveTo>
                    <a:pt x="166962" y="8269"/>
                  </a:moveTo>
                  <a:lnTo>
                    <a:pt x="0" y="0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41" name="pg441"/>
            <p:cNvSpPr/>
            <p:nvPr/>
          </p:nvSpPr>
          <p:spPr>
            <a:xfrm>
              <a:off x="2590748" y="2800231"/>
              <a:ext cx="166962" cy="8269"/>
            </a:xfrm>
            <a:custGeom>
              <a:avLst/>
              <a:pathLst>
                <a:path w="166962" h="8269">
                  <a:moveTo>
                    <a:pt x="166962" y="8269"/>
                  </a:moveTo>
                  <a:lnTo>
                    <a:pt x="0" y="0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42" name="pg442"/>
            <p:cNvSpPr/>
            <p:nvPr/>
          </p:nvSpPr>
          <p:spPr>
            <a:xfrm>
              <a:off x="2590748" y="2800231"/>
              <a:ext cx="166962" cy="8269"/>
            </a:xfrm>
            <a:custGeom>
              <a:avLst/>
              <a:pathLst>
                <a:path w="166962" h="8269">
                  <a:moveTo>
                    <a:pt x="166962" y="8269"/>
                  </a:moveTo>
                  <a:lnTo>
                    <a:pt x="0" y="0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43" name="pg443"/>
            <p:cNvSpPr/>
            <p:nvPr/>
          </p:nvSpPr>
          <p:spPr>
            <a:xfrm>
              <a:off x="2590748" y="2800231"/>
              <a:ext cx="166962" cy="8269"/>
            </a:xfrm>
            <a:custGeom>
              <a:avLst/>
              <a:pathLst>
                <a:path w="166962" h="8269">
                  <a:moveTo>
                    <a:pt x="166962" y="8269"/>
                  </a:moveTo>
                  <a:lnTo>
                    <a:pt x="0" y="0"/>
                  </a:lnTo>
                  <a:close/>
                </a:path>
              </a:pathLst>
            </a:custGeom>
            <a:solidFill>
              <a:srgbClr val="B155A7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44" name="pg444"/>
            <p:cNvSpPr/>
            <p:nvPr/>
          </p:nvSpPr>
          <p:spPr>
            <a:xfrm>
              <a:off x="2590748" y="2800231"/>
              <a:ext cx="166962" cy="8269"/>
            </a:xfrm>
            <a:custGeom>
              <a:avLst/>
              <a:pathLst>
                <a:path w="166962" h="8269">
                  <a:moveTo>
                    <a:pt x="166962" y="8269"/>
                  </a:moveTo>
                  <a:lnTo>
                    <a:pt x="0" y="0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45" name="pg445"/>
            <p:cNvSpPr/>
            <p:nvPr/>
          </p:nvSpPr>
          <p:spPr>
            <a:xfrm>
              <a:off x="2590748" y="2800231"/>
              <a:ext cx="166962" cy="8269"/>
            </a:xfrm>
            <a:custGeom>
              <a:avLst/>
              <a:pathLst>
                <a:path w="166962" h="8269">
                  <a:moveTo>
                    <a:pt x="166962" y="8269"/>
                  </a:moveTo>
                  <a:lnTo>
                    <a:pt x="0" y="0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46" name="pg446"/>
            <p:cNvSpPr/>
            <p:nvPr/>
          </p:nvSpPr>
          <p:spPr>
            <a:xfrm>
              <a:off x="2590748" y="2800231"/>
              <a:ext cx="166962" cy="8269"/>
            </a:xfrm>
            <a:custGeom>
              <a:avLst/>
              <a:pathLst>
                <a:path w="166962" h="8269">
                  <a:moveTo>
                    <a:pt x="166962" y="8269"/>
                  </a:moveTo>
                  <a:lnTo>
                    <a:pt x="0" y="0"/>
                  </a:lnTo>
                  <a:close/>
                </a:path>
              </a:pathLst>
            </a:custGeom>
            <a:solidFill>
              <a:srgbClr val="EE637F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47" name="pg447"/>
            <p:cNvSpPr/>
            <p:nvPr/>
          </p:nvSpPr>
          <p:spPr>
            <a:xfrm>
              <a:off x="2590748" y="2800231"/>
              <a:ext cx="166962" cy="8269"/>
            </a:xfrm>
            <a:custGeom>
              <a:avLst/>
              <a:pathLst>
                <a:path w="166962" h="8269">
                  <a:moveTo>
                    <a:pt x="166962" y="8269"/>
                  </a:moveTo>
                  <a:lnTo>
                    <a:pt x="0" y="0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48" name="pg448"/>
            <p:cNvSpPr/>
            <p:nvPr/>
          </p:nvSpPr>
          <p:spPr>
            <a:xfrm>
              <a:off x="2590748" y="2800231"/>
              <a:ext cx="166962" cy="8269"/>
            </a:xfrm>
            <a:custGeom>
              <a:avLst/>
              <a:pathLst>
                <a:path w="166962" h="8269">
                  <a:moveTo>
                    <a:pt x="166962" y="8269"/>
                  </a:moveTo>
                  <a:lnTo>
                    <a:pt x="0" y="0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49" name="pg449"/>
            <p:cNvSpPr/>
            <p:nvPr/>
          </p:nvSpPr>
          <p:spPr>
            <a:xfrm>
              <a:off x="2590748" y="2800231"/>
              <a:ext cx="166962" cy="8269"/>
            </a:xfrm>
            <a:custGeom>
              <a:avLst/>
              <a:pathLst>
                <a:path w="166962" h="8269">
                  <a:moveTo>
                    <a:pt x="166962" y="8269"/>
                  </a:moveTo>
                  <a:lnTo>
                    <a:pt x="0" y="0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50" name="pg450"/>
            <p:cNvSpPr/>
            <p:nvPr/>
          </p:nvSpPr>
          <p:spPr>
            <a:xfrm>
              <a:off x="2590748" y="2800231"/>
              <a:ext cx="166962" cy="8269"/>
            </a:xfrm>
            <a:custGeom>
              <a:avLst/>
              <a:pathLst>
                <a:path w="166962" h="8269">
                  <a:moveTo>
                    <a:pt x="166962" y="8269"/>
                  </a:moveTo>
                  <a:lnTo>
                    <a:pt x="0" y="0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51" name="pg451"/>
            <p:cNvSpPr/>
            <p:nvPr/>
          </p:nvSpPr>
          <p:spPr>
            <a:xfrm>
              <a:off x="2590748" y="2800231"/>
              <a:ext cx="166962" cy="8269"/>
            </a:xfrm>
            <a:custGeom>
              <a:avLst/>
              <a:pathLst>
                <a:path w="166962" h="8269">
                  <a:moveTo>
                    <a:pt x="166962" y="8269"/>
                  </a:moveTo>
                  <a:lnTo>
                    <a:pt x="0" y="0"/>
                  </a:lnTo>
                  <a:close/>
                </a:path>
              </a:pathLst>
            </a:custGeom>
            <a:solidFill>
              <a:srgbClr val="FF7F40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52" name="pg452"/>
            <p:cNvSpPr/>
            <p:nvPr/>
          </p:nvSpPr>
          <p:spPr>
            <a:xfrm>
              <a:off x="2590748" y="2800231"/>
              <a:ext cx="166962" cy="8269"/>
            </a:xfrm>
            <a:custGeom>
              <a:avLst/>
              <a:pathLst>
                <a:path w="166962" h="8269">
                  <a:moveTo>
                    <a:pt x="166962" y="8269"/>
                  </a:moveTo>
                  <a:lnTo>
                    <a:pt x="0" y="0"/>
                  </a:lnTo>
                  <a:close/>
                </a:path>
              </a:pathLst>
            </a:custGeom>
            <a:solidFill>
              <a:srgbClr val="BCED54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53" name="pg453"/>
            <p:cNvSpPr/>
            <p:nvPr/>
          </p:nvSpPr>
          <p:spPr>
            <a:xfrm>
              <a:off x="2590748" y="2648461"/>
              <a:ext cx="167144" cy="160039"/>
            </a:xfrm>
            <a:custGeom>
              <a:avLst/>
              <a:pathLst>
                <a:path w="167144" h="160039">
                  <a:moveTo>
                    <a:pt x="166962" y="160039"/>
                  </a:moveTo>
                  <a:lnTo>
                    <a:pt x="167144" y="154527"/>
                  </a:lnTo>
                  <a:lnTo>
                    <a:pt x="167144" y="149012"/>
                  </a:lnTo>
                  <a:lnTo>
                    <a:pt x="166962" y="143500"/>
                  </a:lnTo>
                  <a:lnTo>
                    <a:pt x="166599" y="137997"/>
                  </a:lnTo>
                  <a:lnTo>
                    <a:pt x="166054" y="132509"/>
                  </a:lnTo>
                  <a:lnTo>
                    <a:pt x="165328" y="127042"/>
                  </a:lnTo>
                  <a:lnTo>
                    <a:pt x="164422" y="121602"/>
                  </a:lnTo>
                  <a:lnTo>
                    <a:pt x="163338" y="116195"/>
                  </a:lnTo>
                  <a:lnTo>
                    <a:pt x="162075" y="110826"/>
                  </a:lnTo>
                  <a:lnTo>
                    <a:pt x="160637" y="105502"/>
                  </a:lnTo>
                  <a:lnTo>
                    <a:pt x="159023" y="100229"/>
                  </a:lnTo>
                  <a:lnTo>
                    <a:pt x="157236" y="95011"/>
                  </a:lnTo>
                  <a:lnTo>
                    <a:pt x="155279" y="89855"/>
                  </a:lnTo>
                  <a:lnTo>
                    <a:pt x="153152" y="84767"/>
                  </a:lnTo>
                  <a:lnTo>
                    <a:pt x="150858" y="79752"/>
                  </a:lnTo>
                  <a:lnTo>
                    <a:pt x="148400" y="74815"/>
                  </a:lnTo>
                  <a:lnTo>
                    <a:pt x="145781" y="69961"/>
                  </a:lnTo>
                  <a:lnTo>
                    <a:pt x="143003" y="65197"/>
                  </a:lnTo>
                  <a:lnTo>
                    <a:pt x="140070" y="60527"/>
                  </a:lnTo>
                  <a:lnTo>
                    <a:pt x="136984" y="55956"/>
                  </a:lnTo>
                  <a:lnTo>
                    <a:pt x="133749" y="51490"/>
                  </a:lnTo>
                  <a:lnTo>
                    <a:pt x="130368" y="47132"/>
                  </a:lnTo>
                  <a:lnTo>
                    <a:pt x="126846" y="42889"/>
                  </a:lnTo>
                  <a:lnTo>
                    <a:pt x="123185" y="38764"/>
                  </a:lnTo>
                  <a:lnTo>
                    <a:pt x="119390" y="34762"/>
                  </a:lnTo>
                  <a:lnTo>
                    <a:pt x="115466" y="30888"/>
                  </a:lnTo>
                  <a:lnTo>
                    <a:pt x="111415" y="27145"/>
                  </a:lnTo>
                  <a:lnTo>
                    <a:pt x="107244" y="23537"/>
                  </a:lnTo>
                  <a:lnTo>
                    <a:pt x="102956" y="20069"/>
                  </a:lnTo>
                  <a:lnTo>
                    <a:pt x="98555" y="16745"/>
                  </a:lnTo>
                  <a:lnTo>
                    <a:pt x="94048" y="13567"/>
                  </a:lnTo>
                  <a:lnTo>
                    <a:pt x="89438" y="10540"/>
                  </a:lnTo>
                  <a:lnTo>
                    <a:pt x="84730" y="7667"/>
                  </a:lnTo>
                  <a:lnTo>
                    <a:pt x="79931" y="4950"/>
                  </a:lnTo>
                  <a:lnTo>
                    <a:pt x="75044" y="2394"/>
                  </a:lnTo>
                  <a:lnTo>
                    <a:pt x="70076" y="0"/>
                  </a:lnTo>
                  <a:lnTo>
                    <a:pt x="0" y="151770"/>
                  </a:lnTo>
                  <a:close/>
                </a:path>
              </a:pathLst>
            </a:custGeom>
            <a:solidFill>
              <a:srgbClr val="FFFFFF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54" name="pg454"/>
            <p:cNvSpPr/>
            <p:nvPr/>
          </p:nvSpPr>
          <p:spPr>
            <a:xfrm>
              <a:off x="2590748" y="2633064"/>
              <a:ext cx="70076" cy="167167"/>
            </a:xfrm>
            <a:custGeom>
              <a:avLst/>
              <a:pathLst>
                <a:path w="70076" h="167167">
                  <a:moveTo>
                    <a:pt x="70076" y="15397"/>
                  </a:moveTo>
                  <a:lnTo>
                    <a:pt x="64561" y="12970"/>
                  </a:lnTo>
                  <a:lnTo>
                    <a:pt x="58962" y="10743"/>
                  </a:lnTo>
                  <a:lnTo>
                    <a:pt x="53286" y="8720"/>
                  </a:lnTo>
                  <a:lnTo>
                    <a:pt x="47541" y="6902"/>
                  </a:lnTo>
                  <a:lnTo>
                    <a:pt x="41735" y="5293"/>
                  </a:lnTo>
                  <a:lnTo>
                    <a:pt x="35874" y="3894"/>
                  </a:lnTo>
                  <a:lnTo>
                    <a:pt x="29966" y="2707"/>
                  </a:lnTo>
                  <a:lnTo>
                    <a:pt x="24020" y="1734"/>
                  </a:lnTo>
                  <a:lnTo>
                    <a:pt x="18042" y="976"/>
                  </a:lnTo>
                  <a:lnTo>
                    <a:pt x="12041" y="434"/>
                  </a:lnTo>
                  <a:lnTo>
                    <a:pt x="6024" y="108"/>
                  </a:lnTo>
                  <a:lnTo>
                    <a:pt x="0" y="0"/>
                  </a:lnTo>
                  <a:lnTo>
                    <a:pt x="0" y="167167"/>
                  </a:lnTo>
                  <a:close/>
                </a:path>
              </a:pathLst>
            </a:custGeom>
            <a:solidFill>
              <a:srgbClr val="DCDCDC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55" name="pg455"/>
            <p:cNvSpPr/>
            <p:nvPr/>
          </p:nvSpPr>
          <p:spPr>
            <a:xfrm>
              <a:off x="2525980" y="3170392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56" name="pg456"/>
            <p:cNvSpPr/>
            <p:nvPr/>
          </p:nvSpPr>
          <p:spPr>
            <a:xfrm>
              <a:off x="2525980" y="3170392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57" name="pg457"/>
            <p:cNvSpPr/>
            <p:nvPr/>
          </p:nvSpPr>
          <p:spPr>
            <a:xfrm>
              <a:off x="2525980" y="3170392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58" name="pg458"/>
            <p:cNvSpPr/>
            <p:nvPr/>
          </p:nvSpPr>
          <p:spPr>
            <a:xfrm>
              <a:off x="2525980" y="3170392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DCB702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59" name="pg459"/>
            <p:cNvSpPr/>
            <p:nvPr/>
          </p:nvSpPr>
          <p:spPr>
            <a:xfrm>
              <a:off x="2525980" y="3170392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60" name="pg460"/>
            <p:cNvSpPr/>
            <p:nvPr/>
          </p:nvSpPr>
          <p:spPr>
            <a:xfrm>
              <a:off x="2525980" y="3170392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61" name="pg461"/>
            <p:cNvSpPr/>
            <p:nvPr/>
          </p:nvSpPr>
          <p:spPr>
            <a:xfrm>
              <a:off x="2525980" y="3170392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62" name="pg462"/>
            <p:cNvSpPr/>
            <p:nvPr/>
          </p:nvSpPr>
          <p:spPr>
            <a:xfrm>
              <a:off x="2525980" y="3170392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63" name="pg463"/>
            <p:cNvSpPr/>
            <p:nvPr/>
          </p:nvSpPr>
          <p:spPr>
            <a:xfrm>
              <a:off x="2525980" y="3170392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64" name="pg464"/>
            <p:cNvSpPr/>
            <p:nvPr/>
          </p:nvSpPr>
          <p:spPr>
            <a:xfrm>
              <a:off x="2525980" y="3170392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65" name="pg465"/>
            <p:cNvSpPr/>
            <p:nvPr/>
          </p:nvSpPr>
          <p:spPr>
            <a:xfrm>
              <a:off x="2525980" y="3170392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66" name="pg466"/>
            <p:cNvSpPr/>
            <p:nvPr/>
          </p:nvSpPr>
          <p:spPr>
            <a:xfrm>
              <a:off x="2525980" y="3170392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67" name="pg467"/>
            <p:cNvSpPr/>
            <p:nvPr/>
          </p:nvSpPr>
          <p:spPr>
            <a:xfrm>
              <a:off x="2525980" y="3170392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68" name="pg468"/>
            <p:cNvSpPr/>
            <p:nvPr/>
          </p:nvSpPr>
          <p:spPr>
            <a:xfrm>
              <a:off x="2358833" y="3170392"/>
              <a:ext cx="334297" cy="334334"/>
            </a:xfrm>
            <a:custGeom>
              <a:avLst/>
              <a:pathLst>
                <a:path w="334297" h="334334">
                  <a:moveTo>
                    <a:pt x="167147" y="0"/>
                  </a:moveTo>
                  <a:lnTo>
                    <a:pt x="161842" y="84"/>
                  </a:lnTo>
                  <a:lnTo>
                    <a:pt x="156542" y="336"/>
                  </a:lnTo>
                  <a:lnTo>
                    <a:pt x="151252" y="757"/>
                  </a:lnTo>
                  <a:lnTo>
                    <a:pt x="145979" y="1345"/>
                  </a:lnTo>
                  <a:lnTo>
                    <a:pt x="140727" y="2101"/>
                  </a:lnTo>
                  <a:lnTo>
                    <a:pt x="135501" y="3022"/>
                  </a:lnTo>
                  <a:lnTo>
                    <a:pt x="130308" y="4109"/>
                  </a:lnTo>
                  <a:lnTo>
                    <a:pt x="125151" y="5361"/>
                  </a:lnTo>
                  <a:lnTo>
                    <a:pt x="120037" y="6775"/>
                  </a:lnTo>
                  <a:lnTo>
                    <a:pt x="114971" y="8351"/>
                  </a:lnTo>
                  <a:lnTo>
                    <a:pt x="109956" y="10087"/>
                  </a:lnTo>
                  <a:lnTo>
                    <a:pt x="105000" y="11981"/>
                  </a:lnTo>
                  <a:lnTo>
                    <a:pt x="100106" y="14032"/>
                  </a:lnTo>
                  <a:lnTo>
                    <a:pt x="95280" y="16236"/>
                  </a:lnTo>
                  <a:lnTo>
                    <a:pt x="90526" y="18593"/>
                  </a:lnTo>
                  <a:lnTo>
                    <a:pt x="85849" y="21100"/>
                  </a:lnTo>
                  <a:lnTo>
                    <a:pt x="81254" y="23754"/>
                  </a:lnTo>
                  <a:lnTo>
                    <a:pt x="76746" y="26552"/>
                  </a:lnTo>
                  <a:lnTo>
                    <a:pt x="72329" y="29492"/>
                  </a:lnTo>
                  <a:lnTo>
                    <a:pt x="68007" y="32570"/>
                  </a:lnTo>
                  <a:lnTo>
                    <a:pt x="63785" y="35785"/>
                  </a:lnTo>
                  <a:lnTo>
                    <a:pt x="59668" y="39131"/>
                  </a:lnTo>
                  <a:lnTo>
                    <a:pt x="55658" y="42607"/>
                  </a:lnTo>
                  <a:lnTo>
                    <a:pt x="51761" y="46208"/>
                  </a:lnTo>
                  <a:lnTo>
                    <a:pt x="47981" y="49931"/>
                  </a:lnTo>
                  <a:lnTo>
                    <a:pt x="44320" y="53772"/>
                  </a:lnTo>
                  <a:lnTo>
                    <a:pt x="40783" y="57727"/>
                  </a:lnTo>
                  <a:lnTo>
                    <a:pt x="37373" y="61793"/>
                  </a:lnTo>
                  <a:lnTo>
                    <a:pt x="34094" y="65964"/>
                  </a:lnTo>
                  <a:lnTo>
                    <a:pt x="30950" y="70238"/>
                  </a:lnTo>
                  <a:lnTo>
                    <a:pt x="27942" y="74609"/>
                  </a:lnTo>
                  <a:lnTo>
                    <a:pt x="25075" y="79074"/>
                  </a:lnTo>
                  <a:lnTo>
                    <a:pt x="22350" y="83627"/>
                  </a:lnTo>
                  <a:lnTo>
                    <a:pt x="19772" y="88265"/>
                  </a:lnTo>
                  <a:lnTo>
                    <a:pt x="17342" y="92982"/>
                  </a:lnTo>
                  <a:lnTo>
                    <a:pt x="15063" y="97774"/>
                  </a:lnTo>
                  <a:lnTo>
                    <a:pt x="12937" y="102635"/>
                  </a:lnTo>
                  <a:lnTo>
                    <a:pt x="10967" y="107562"/>
                  </a:lnTo>
                  <a:lnTo>
                    <a:pt x="9154" y="112549"/>
                  </a:lnTo>
                  <a:lnTo>
                    <a:pt x="7500" y="117591"/>
                  </a:lnTo>
                  <a:lnTo>
                    <a:pt x="6007" y="122682"/>
                  </a:lnTo>
                  <a:lnTo>
                    <a:pt x="4677" y="127819"/>
                  </a:lnTo>
                  <a:lnTo>
                    <a:pt x="3510" y="132995"/>
                  </a:lnTo>
                  <a:lnTo>
                    <a:pt x="2507" y="138206"/>
                  </a:lnTo>
                  <a:lnTo>
                    <a:pt x="1671" y="143445"/>
                  </a:lnTo>
                  <a:lnTo>
                    <a:pt x="1002" y="148709"/>
                  </a:lnTo>
                  <a:lnTo>
                    <a:pt x="500" y="153991"/>
                  </a:lnTo>
                  <a:lnTo>
                    <a:pt x="165" y="159287"/>
                  </a:lnTo>
                  <a:lnTo>
                    <a:pt x="0" y="164590"/>
                  </a:lnTo>
                  <a:lnTo>
                    <a:pt x="2" y="169897"/>
                  </a:lnTo>
                  <a:lnTo>
                    <a:pt x="173" y="175200"/>
                  </a:lnTo>
                  <a:lnTo>
                    <a:pt x="512" y="180495"/>
                  </a:lnTo>
                  <a:lnTo>
                    <a:pt x="1019" y="185777"/>
                  </a:lnTo>
                  <a:lnTo>
                    <a:pt x="1693" y="191040"/>
                  </a:lnTo>
                  <a:lnTo>
                    <a:pt x="2534" y="196279"/>
                  </a:lnTo>
                  <a:lnTo>
                    <a:pt x="3541" y="201489"/>
                  </a:lnTo>
                  <a:lnTo>
                    <a:pt x="4713" y="206664"/>
                  </a:lnTo>
                  <a:lnTo>
                    <a:pt x="6048" y="211799"/>
                  </a:lnTo>
                  <a:lnTo>
                    <a:pt x="7546" y="216890"/>
                  </a:lnTo>
                  <a:lnTo>
                    <a:pt x="9204" y="221930"/>
                  </a:lnTo>
                  <a:lnTo>
                    <a:pt x="11022" y="226915"/>
                  </a:lnTo>
                  <a:lnTo>
                    <a:pt x="12997" y="231840"/>
                  </a:lnTo>
                  <a:lnTo>
                    <a:pt x="15127" y="236699"/>
                  </a:lnTo>
                  <a:lnTo>
                    <a:pt x="17410" y="241489"/>
                  </a:lnTo>
                  <a:lnTo>
                    <a:pt x="19844" y="246204"/>
                  </a:lnTo>
                  <a:lnTo>
                    <a:pt x="22427" y="250839"/>
                  </a:lnTo>
                  <a:lnTo>
                    <a:pt x="25155" y="255390"/>
                  </a:lnTo>
                  <a:lnTo>
                    <a:pt x="28027" y="259852"/>
                  </a:lnTo>
                  <a:lnTo>
                    <a:pt x="31038" y="264221"/>
                  </a:lnTo>
                  <a:lnTo>
                    <a:pt x="34187" y="268491"/>
                  </a:lnTo>
                  <a:lnTo>
                    <a:pt x="37470" y="272660"/>
                  </a:lnTo>
                  <a:lnTo>
                    <a:pt x="40883" y="276723"/>
                  </a:lnTo>
                  <a:lnTo>
                    <a:pt x="44424" y="280675"/>
                  </a:lnTo>
                  <a:lnTo>
                    <a:pt x="48088" y="284512"/>
                  </a:lnTo>
                  <a:lnTo>
                    <a:pt x="51872" y="288232"/>
                  </a:lnTo>
                  <a:lnTo>
                    <a:pt x="55773" y="291829"/>
                  </a:lnTo>
                  <a:lnTo>
                    <a:pt x="59785" y="295301"/>
                  </a:lnTo>
                  <a:lnTo>
                    <a:pt x="63906" y="298644"/>
                  </a:lnTo>
                  <a:lnTo>
                    <a:pt x="68131" y="301854"/>
                  </a:lnTo>
                  <a:lnTo>
                    <a:pt x="72455" y="304929"/>
                  </a:lnTo>
                  <a:lnTo>
                    <a:pt x="76875" y="307865"/>
                  </a:lnTo>
                  <a:lnTo>
                    <a:pt x="81386" y="310659"/>
                  </a:lnTo>
                  <a:lnTo>
                    <a:pt x="85983" y="313309"/>
                  </a:lnTo>
                  <a:lnTo>
                    <a:pt x="90662" y="315811"/>
                  </a:lnTo>
                  <a:lnTo>
                    <a:pt x="95418" y="318163"/>
                  </a:lnTo>
                  <a:lnTo>
                    <a:pt x="100246" y="320364"/>
                  </a:lnTo>
                  <a:lnTo>
                    <a:pt x="105142" y="322410"/>
                  </a:lnTo>
                  <a:lnTo>
                    <a:pt x="110100" y="324299"/>
                  </a:lnTo>
                  <a:lnTo>
                    <a:pt x="115116" y="326031"/>
                  </a:lnTo>
                  <a:lnTo>
                    <a:pt x="120184" y="327602"/>
                  </a:lnTo>
                  <a:lnTo>
                    <a:pt x="125300" y="329012"/>
                  </a:lnTo>
                  <a:lnTo>
                    <a:pt x="130457" y="330258"/>
                  </a:lnTo>
                  <a:lnTo>
                    <a:pt x="135652" y="331341"/>
                  </a:lnTo>
                  <a:lnTo>
                    <a:pt x="140878" y="332257"/>
                  </a:lnTo>
                  <a:lnTo>
                    <a:pt x="146131" y="333008"/>
                  </a:lnTo>
                  <a:lnTo>
                    <a:pt x="151405" y="333591"/>
                  </a:lnTo>
                  <a:lnTo>
                    <a:pt x="156694" y="334007"/>
                  </a:lnTo>
                  <a:lnTo>
                    <a:pt x="161995" y="334255"/>
                  </a:lnTo>
                  <a:lnTo>
                    <a:pt x="167300" y="334334"/>
                  </a:lnTo>
                  <a:lnTo>
                    <a:pt x="172606" y="334245"/>
                  </a:lnTo>
                  <a:lnTo>
                    <a:pt x="177905" y="333988"/>
                  </a:lnTo>
                  <a:lnTo>
                    <a:pt x="183194" y="333562"/>
                  </a:lnTo>
                  <a:lnTo>
                    <a:pt x="188467" y="332969"/>
                  </a:lnTo>
                  <a:lnTo>
                    <a:pt x="193719" y="332209"/>
                  </a:lnTo>
                  <a:lnTo>
                    <a:pt x="198943" y="331283"/>
                  </a:lnTo>
                  <a:lnTo>
                    <a:pt x="204136" y="330191"/>
                  </a:lnTo>
                  <a:lnTo>
                    <a:pt x="209291" y="328935"/>
                  </a:lnTo>
                  <a:lnTo>
                    <a:pt x="214404" y="327516"/>
                  </a:lnTo>
                  <a:lnTo>
                    <a:pt x="219469" y="325935"/>
                  </a:lnTo>
                  <a:lnTo>
                    <a:pt x="224482" y="324195"/>
                  </a:lnTo>
                  <a:lnTo>
                    <a:pt x="229436" y="322296"/>
                  </a:lnTo>
                  <a:lnTo>
                    <a:pt x="234328" y="320241"/>
                  </a:lnTo>
                  <a:lnTo>
                    <a:pt x="239153" y="318032"/>
                  </a:lnTo>
                  <a:lnTo>
                    <a:pt x="243904" y="315670"/>
                  </a:lnTo>
                  <a:lnTo>
                    <a:pt x="248579" y="313160"/>
                  </a:lnTo>
                  <a:lnTo>
                    <a:pt x="253171" y="310502"/>
                  </a:lnTo>
                  <a:lnTo>
                    <a:pt x="257677" y="307699"/>
                  </a:lnTo>
                  <a:lnTo>
                    <a:pt x="262091" y="304755"/>
                  </a:lnTo>
                  <a:lnTo>
                    <a:pt x="266410" y="301673"/>
                  </a:lnTo>
                  <a:lnTo>
                    <a:pt x="270629" y="298455"/>
                  </a:lnTo>
                  <a:lnTo>
                    <a:pt x="274744" y="295104"/>
                  </a:lnTo>
                  <a:lnTo>
                    <a:pt x="278750" y="291625"/>
                  </a:lnTo>
                  <a:lnTo>
                    <a:pt x="282644" y="288020"/>
                  </a:lnTo>
                  <a:lnTo>
                    <a:pt x="286421" y="284294"/>
                  </a:lnTo>
                  <a:lnTo>
                    <a:pt x="290078" y="280449"/>
                  </a:lnTo>
                  <a:lnTo>
                    <a:pt x="293611" y="276491"/>
                  </a:lnTo>
                  <a:lnTo>
                    <a:pt x="297017" y="272422"/>
                  </a:lnTo>
                  <a:lnTo>
                    <a:pt x="300292" y="268247"/>
                  </a:lnTo>
                  <a:lnTo>
                    <a:pt x="303433" y="263971"/>
                  </a:lnTo>
                  <a:lnTo>
                    <a:pt x="306437" y="259597"/>
                  </a:lnTo>
                  <a:lnTo>
                    <a:pt x="309300" y="255130"/>
                  </a:lnTo>
                  <a:lnTo>
                    <a:pt x="312020" y="250574"/>
                  </a:lnTo>
                  <a:lnTo>
                    <a:pt x="314594" y="245934"/>
                  </a:lnTo>
                  <a:lnTo>
                    <a:pt x="317020" y="241215"/>
                  </a:lnTo>
                  <a:lnTo>
                    <a:pt x="319295" y="236421"/>
                  </a:lnTo>
                  <a:lnTo>
                    <a:pt x="321416" y="231557"/>
                  </a:lnTo>
                  <a:lnTo>
                    <a:pt x="323382" y="226629"/>
                  </a:lnTo>
                  <a:lnTo>
                    <a:pt x="325190" y="221640"/>
                  </a:lnTo>
                  <a:lnTo>
                    <a:pt x="326839" y="216597"/>
                  </a:lnTo>
                  <a:lnTo>
                    <a:pt x="328328" y="211504"/>
                  </a:lnTo>
                  <a:lnTo>
                    <a:pt x="329654" y="206366"/>
                  </a:lnTo>
                  <a:lnTo>
                    <a:pt x="330816" y="201189"/>
                  </a:lnTo>
                  <a:lnTo>
                    <a:pt x="331813" y="195977"/>
                  </a:lnTo>
                  <a:lnTo>
                    <a:pt x="332645" y="190737"/>
                  </a:lnTo>
                  <a:lnTo>
                    <a:pt x="333309" y="185472"/>
                  </a:lnTo>
                  <a:lnTo>
                    <a:pt x="333807" y="180190"/>
                  </a:lnTo>
                  <a:lnTo>
                    <a:pt x="334136" y="174894"/>
                  </a:lnTo>
                  <a:lnTo>
                    <a:pt x="334297" y="169590"/>
                  </a:lnTo>
                  <a:lnTo>
                    <a:pt x="334290" y="164284"/>
                  </a:lnTo>
                  <a:lnTo>
                    <a:pt x="334114" y="158981"/>
                  </a:lnTo>
                  <a:lnTo>
                    <a:pt x="333770" y="153686"/>
                  </a:lnTo>
                  <a:lnTo>
                    <a:pt x="333258" y="148405"/>
                  </a:lnTo>
                  <a:lnTo>
                    <a:pt x="332579" y="143142"/>
                  </a:lnTo>
                  <a:lnTo>
                    <a:pt x="331733" y="137904"/>
                  </a:lnTo>
                  <a:lnTo>
                    <a:pt x="330722" y="132695"/>
                  </a:lnTo>
                  <a:lnTo>
                    <a:pt x="329545" y="127521"/>
                  </a:lnTo>
                  <a:lnTo>
                    <a:pt x="328205" y="122387"/>
                  </a:lnTo>
                  <a:lnTo>
                    <a:pt x="326703" y="117298"/>
                  </a:lnTo>
                  <a:lnTo>
                    <a:pt x="325040" y="112259"/>
                  </a:lnTo>
                  <a:lnTo>
                    <a:pt x="323218" y="107276"/>
                  </a:lnTo>
                  <a:lnTo>
                    <a:pt x="321238" y="102353"/>
                  </a:lnTo>
                  <a:lnTo>
                    <a:pt x="319104" y="97495"/>
                  </a:lnTo>
                  <a:lnTo>
                    <a:pt x="316816" y="92708"/>
                  </a:lnTo>
                  <a:lnTo>
                    <a:pt x="314377" y="87995"/>
                  </a:lnTo>
                  <a:lnTo>
                    <a:pt x="311791" y="83362"/>
                  </a:lnTo>
                  <a:lnTo>
                    <a:pt x="309058" y="78814"/>
                  </a:lnTo>
                  <a:lnTo>
                    <a:pt x="306182" y="74354"/>
                  </a:lnTo>
                  <a:lnTo>
                    <a:pt x="303167" y="69989"/>
                  </a:lnTo>
                  <a:lnTo>
                    <a:pt x="300014" y="65721"/>
                  </a:lnTo>
                  <a:lnTo>
                    <a:pt x="296727" y="61555"/>
                  </a:lnTo>
                  <a:lnTo>
                    <a:pt x="293310" y="57496"/>
                  </a:lnTo>
                  <a:lnTo>
                    <a:pt x="289766" y="53547"/>
                  </a:lnTo>
                  <a:lnTo>
                    <a:pt x="286098" y="49713"/>
                  </a:lnTo>
                  <a:lnTo>
                    <a:pt x="282311" y="45997"/>
                  </a:lnTo>
                  <a:lnTo>
                    <a:pt x="278407" y="42403"/>
                  </a:lnTo>
                  <a:lnTo>
                    <a:pt x="274391" y="38934"/>
                  </a:lnTo>
                  <a:lnTo>
                    <a:pt x="167147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69" name="pg469"/>
            <p:cNvSpPr/>
            <p:nvPr/>
          </p:nvSpPr>
          <p:spPr>
            <a:xfrm>
              <a:off x="2525980" y="3209327"/>
              <a:ext cx="107244" cy="128232"/>
            </a:xfrm>
            <a:custGeom>
              <a:avLst/>
              <a:pathLst>
                <a:path w="107244" h="128232">
                  <a:moveTo>
                    <a:pt x="107244" y="0"/>
                  </a:moveTo>
                  <a:lnTo>
                    <a:pt x="0" y="128232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70" name="pg470"/>
            <p:cNvSpPr/>
            <p:nvPr/>
          </p:nvSpPr>
          <p:spPr>
            <a:xfrm>
              <a:off x="2525980" y="3209327"/>
              <a:ext cx="107244" cy="128232"/>
            </a:xfrm>
            <a:custGeom>
              <a:avLst/>
              <a:pathLst>
                <a:path w="107244" h="128232">
                  <a:moveTo>
                    <a:pt x="107244" y="0"/>
                  </a:moveTo>
                  <a:lnTo>
                    <a:pt x="0" y="128232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71" name="pg471"/>
            <p:cNvSpPr/>
            <p:nvPr/>
          </p:nvSpPr>
          <p:spPr>
            <a:xfrm>
              <a:off x="2525980" y="3209327"/>
              <a:ext cx="107244" cy="128232"/>
            </a:xfrm>
            <a:custGeom>
              <a:avLst/>
              <a:pathLst>
                <a:path w="107244" h="128232">
                  <a:moveTo>
                    <a:pt x="107244" y="0"/>
                  </a:moveTo>
                  <a:lnTo>
                    <a:pt x="0" y="128232"/>
                  </a:lnTo>
                  <a:close/>
                </a:path>
              </a:pathLst>
            </a:custGeom>
            <a:solidFill>
              <a:srgbClr val="B155A7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72" name="pg472"/>
            <p:cNvSpPr/>
            <p:nvPr/>
          </p:nvSpPr>
          <p:spPr>
            <a:xfrm>
              <a:off x="2525980" y="3209327"/>
              <a:ext cx="107244" cy="128232"/>
            </a:xfrm>
            <a:custGeom>
              <a:avLst/>
              <a:pathLst>
                <a:path w="107244" h="128232">
                  <a:moveTo>
                    <a:pt x="107244" y="0"/>
                  </a:moveTo>
                  <a:lnTo>
                    <a:pt x="0" y="128232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73" name="pg473"/>
            <p:cNvSpPr/>
            <p:nvPr/>
          </p:nvSpPr>
          <p:spPr>
            <a:xfrm>
              <a:off x="2525980" y="3209327"/>
              <a:ext cx="107244" cy="128232"/>
            </a:xfrm>
            <a:custGeom>
              <a:avLst/>
              <a:pathLst>
                <a:path w="107244" h="128232">
                  <a:moveTo>
                    <a:pt x="107244" y="0"/>
                  </a:moveTo>
                  <a:lnTo>
                    <a:pt x="0" y="128232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74" name="pg474"/>
            <p:cNvSpPr/>
            <p:nvPr/>
          </p:nvSpPr>
          <p:spPr>
            <a:xfrm>
              <a:off x="2525980" y="3209327"/>
              <a:ext cx="107244" cy="128232"/>
            </a:xfrm>
            <a:custGeom>
              <a:avLst/>
              <a:pathLst>
                <a:path w="107244" h="128232">
                  <a:moveTo>
                    <a:pt x="107244" y="0"/>
                  </a:moveTo>
                  <a:lnTo>
                    <a:pt x="0" y="128232"/>
                  </a:lnTo>
                  <a:close/>
                </a:path>
              </a:pathLst>
            </a:custGeom>
            <a:solidFill>
              <a:srgbClr val="EE637F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75" name="pg475"/>
            <p:cNvSpPr/>
            <p:nvPr/>
          </p:nvSpPr>
          <p:spPr>
            <a:xfrm>
              <a:off x="2525980" y="3209327"/>
              <a:ext cx="107244" cy="128232"/>
            </a:xfrm>
            <a:custGeom>
              <a:avLst/>
              <a:pathLst>
                <a:path w="107244" h="128232">
                  <a:moveTo>
                    <a:pt x="107244" y="0"/>
                  </a:moveTo>
                  <a:lnTo>
                    <a:pt x="0" y="128232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76" name="pg476"/>
            <p:cNvSpPr/>
            <p:nvPr/>
          </p:nvSpPr>
          <p:spPr>
            <a:xfrm>
              <a:off x="2525980" y="3209327"/>
              <a:ext cx="107244" cy="128232"/>
            </a:xfrm>
            <a:custGeom>
              <a:avLst/>
              <a:pathLst>
                <a:path w="107244" h="128232">
                  <a:moveTo>
                    <a:pt x="107244" y="0"/>
                  </a:moveTo>
                  <a:lnTo>
                    <a:pt x="0" y="128232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77" name="pg477"/>
            <p:cNvSpPr/>
            <p:nvPr/>
          </p:nvSpPr>
          <p:spPr>
            <a:xfrm>
              <a:off x="2525980" y="3209327"/>
              <a:ext cx="107244" cy="128232"/>
            </a:xfrm>
            <a:custGeom>
              <a:avLst/>
              <a:pathLst>
                <a:path w="107244" h="128232">
                  <a:moveTo>
                    <a:pt x="107244" y="0"/>
                  </a:moveTo>
                  <a:lnTo>
                    <a:pt x="0" y="128232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78" name="pg478"/>
            <p:cNvSpPr/>
            <p:nvPr/>
          </p:nvSpPr>
          <p:spPr>
            <a:xfrm>
              <a:off x="2525980" y="3209327"/>
              <a:ext cx="107244" cy="128232"/>
            </a:xfrm>
            <a:custGeom>
              <a:avLst/>
              <a:pathLst>
                <a:path w="107244" h="128232">
                  <a:moveTo>
                    <a:pt x="107244" y="0"/>
                  </a:moveTo>
                  <a:lnTo>
                    <a:pt x="0" y="128232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79" name="pg479"/>
            <p:cNvSpPr/>
            <p:nvPr/>
          </p:nvSpPr>
          <p:spPr>
            <a:xfrm>
              <a:off x="2525980" y="3209327"/>
              <a:ext cx="107244" cy="128232"/>
            </a:xfrm>
            <a:custGeom>
              <a:avLst/>
              <a:pathLst>
                <a:path w="107244" h="128232">
                  <a:moveTo>
                    <a:pt x="107244" y="0"/>
                  </a:moveTo>
                  <a:lnTo>
                    <a:pt x="0" y="128232"/>
                  </a:lnTo>
                  <a:close/>
                </a:path>
              </a:pathLst>
            </a:custGeom>
            <a:solidFill>
              <a:srgbClr val="FF7F40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80" name="pg480"/>
            <p:cNvSpPr/>
            <p:nvPr/>
          </p:nvSpPr>
          <p:spPr>
            <a:xfrm>
              <a:off x="2525980" y="3209327"/>
              <a:ext cx="107244" cy="128232"/>
            </a:xfrm>
            <a:custGeom>
              <a:avLst/>
              <a:pathLst>
                <a:path w="107244" h="128232">
                  <a:moveTo>
                    <a:pt x="107244" y="0"/>
                  </a:moveTo>
                  <a:lnTo>
                    <a:pt x="0" y="128232"/>
                  </a:lnTo>
                  <a:close/>
                </a:path>
              </a:pathLst>
            </a:custGeom>
            <a:solidFill>
              <a:srgbClr val="BCED54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81" name="pg481"/>
            <p:cNvSpPr/>
            <p:nvPr/>
          </p:nvSpPr>
          <p:spPr>
            <a:xfrm>
              <a:off x="2525980" y="3203994"/>
              <a:ext cx="107244" cy="133565"/>
            </a:xfrm>
            <a:custGeom>
              <a:avLst/>
              <a:pathLst>
                <a:path w="107244" h="133565">
                  <a:moveTo>
                    <a:pt x="107244" y="5332"/>
                  </a:moveTo>
                  <a:lnTo>
                    <a:pt x="100525" y="0"/>
                  </a:lnTo>
                  <a:lnTo>
                    <a:pt x="0" y="133565"/>
                  </a:lnTo>
                  <a:close/>
                </a:path>
              </a:pathLst>
            </a:custGeom>
            <a:solidFill>
              <a:srgbClr val="FFFFFF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82" name="pg482"/>
            <p:cNvSpPr/>
            <p:nvPr/>
          </p:nvSpPr>
          <p:spPr>
            <a:xfrm>
              <a:off x="2525980" y="3170392"/>
              <a:ext cx="100525" cy="167167"/>
            </a:xfrm>
            <a:custGeom>
              <a:avLst/>
              <a:pathLst>
                <a:path w="100525" h="167167">
                  <a:moveTo>
                    <a:pt x="100525" y="33602"/>
                  </a:moveTo>
                  <a:lnTo>
                    <a:pt x="95932" y="30266"/>
                  </a:lnTo>
                  <a:lnTo>
                    <a:pt x="91229" y="27088"/>
                  </a:lnTo>
                  <a:lnTo>
                    <a:pt x="86420" y="24071"/>
                  </a:lnTo>
                  <a:lnTo>
                    <a:pt x="81513" y="21220"/>
                  </a:lnTo>
                  <a:lnTo>
                    <a:pt x="76511" y="18536"/>
                  </a:lnTo>
                  <a:lnTo>
                    <a:pt x="71420" y="16025"/>
                  </a:lnTo>
                  <a:lnTo>
                    <a:pt x="66248" y="13687"/>
                  </a:lnTo>
                  <a:lnTo>
                    <a:pt x="60999" y="11526"/>
                  </a:lnTo>
                  <a:lnTo>
                    <a:pt x="55680" y="9545"/>
                  </a:lnTo>
                  <a:lnTo>
                    <a:pt x="50296" y="7746"/>
                  </a:lnTo>
                  <a:lnTo>
                    <a:pt x="44855" y="6130"/>
                  </a:lnTo>
                  <a:lnTo>
                    <a:pt x="39362" y="4700"/>
                  </a:lnTo>
                  <a:lnTo>
                    <a:pt x="33823" y="3457"/>
                  </a:lnTo>
                  <a:lnTo>
                    <a:pt x="28246" y="2403"/>
                  </a:lnTo>
                  <a:lnTo>
                    <a:pt x="22636" y="1539"/>
                  </a:lnTo>
                  <a:lnTo>
                    <a:pt x="17000" y="866"/>
                  </a:lnTo>
                  <a:lnTo>
                    <a:pt x="11344" y="385"/>
                  </a:lnTo>
                  <a:lnTo>
                    <a:pt x="5675" y="96"/>
                  </a:lnTo>
                  <a:lnTo>
                    <a:pt x="0" y="0"/>
                  </a:lnTo>
                  <a:lnTo>
                    <a:pt x="0" y="167167"/>
                  </a:lnTo>
                  <a:close/>
                </a:path>
              </a:pathLst>
            </a:custGeom>
            <a:solidFill>
              <a:srgbClr val="DCDCDC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83" name="pg483"/>
            <p:cNvSpPr/>
            <p:nvPr/>
          </p:nvSpPr>
          <p:spPr>
            <a:xfrm>
              <a:off x="2590748" y="3707720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84" name="pg484"/>
            <p:cNvSpPr/>
            <p:nvPr/>
          </p:nvSpPr>
          <p:spPr>
            <a:xfrm>
              <a:off x="2590748" y="3707720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85" name="pg485"/>
            <p:cNvSpPr/>
            <p:nvPr/>
          </p:nvSpPr>
          <p:spPr>
            <a:xfrm>
              <a:off x="2590748" y="3707720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86" name="pg486"/>
            <p:cNvSpPr/>
            <p:nvPr/>
          </p:nvSpPr>
          <p:spPr>
            <a:xfrm>
              <a:off x="2590748" y="3707720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DCB702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87" name="pg487"/>
            <p:cNvSpPr/>
            <p:nvPr/>
          </p:nvSpPr>
          <p:spPr>
            <a:xfrm>
              <a:off x="2590748" y="3707720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88" name="pg488"/>
            <p:cNvSpPr/>
            <p:nvPr/>
          </p:nvSpPr>
          <p:spPr>
            <a:xfrm>
              <a:off x="2590748" y="3707720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89" name="pg489"/>
            <p:cNvSpPr/>
            <p:nvPr/>
          </p:nvSpPr>
          <p:spPr>
            <a:xfrm>
              <a:off x="2590748" y="3707720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90" name="pg490"/>
            <p:cNvSpPr/>
            <p:nvPr/>
          </p:nvSpPr>
          <p:spPr>
            <a:xfrm>
              <a:off x="2590748" y="3707720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91" name="pg491"/>
            <p:cNvSpPr/>
            <p:nvPr/>
          </p:nvSpPr>
          <p:spPr>
            <a:xfrm>
              <a:off x="2590748" y="3707720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92" name="pg492"/>
            <p:cNvSpPr/>
            <p:nvPr/>
          </p:nvSpPr>
          <p:spPr>
            <a:xfrm>
              <a:off x="2590748" y="3707720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93" name="pg493"/>
            <p:cNvSpPr/>
            <p:nvPr/>
          </p:nvSpPr>
          <p:spPr>
            <a:xfrm>
              <a:off x="2590748" y="3707720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94" name="pg494"/>
            <p:cNvSpPr/>
            <p:nvPr/>
          </p:nvSpPr>
          <p:spPr>
            <a:xfrm>
              <a:off x="2590748" y="3707720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95" name="pg495"/>
            <p:cNvSpPr/>
            <p:nvPr/>
          </p:nvSpPr>
          <p:spPr>
            <a:xfrm>
              <a:off x="2590748" y="3707720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96" name="pg496"/>
            <p:cNvSpPr/>
            <p:nvPr/>
          </p:nvSpPr>
          <p:spPr>
            <a:xfrm>
              <a:off x="2590748" y="3707720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97" name="pg497"/>
            <p:cNvSpPr/>
            <p:nvPr/>
          </p:nvSpPr>
          <p:spPr>
            <a:xfrm>
              <a:off x="2423594" y="3707720"/>
              <a:ext cx="334318" cy="334331"/>
            </a:xfrm>
            <a:custGeom>
              <a:avLst/>
              <a:pathLst>
                <a:path w="334318" h="334331">
                  <a:moveTo>
                    <a:pt x="167154" y="0"/>
                  </a:moveTo>
                  <a:lnTo>
                    <a:pt x="161861" y="83"/>
                  </a:lnTo>
                  <a:lnTo>
                    <a:pt x="156574" y="335"/>
                  </a:lnTo>
                  <a:lnTo>
                    <a:pt x="151297" y="753"/>
                  </a:lnTo>
                  <a:lnTo>
                    <a:pt x="146036" y="1339"/>
                  </a:lnTo>
                  <a:lnTo>
                    <a:pt x="140796" y="2090"/>
                  </a:lnTo>
                  <a:lnTo>
                    <a:pt x="135583" y="3008"/>
                  </a:lnTo>
                  <a:lnTo>
                    <a:pt x="130402" y="4090"/>
                  </a:lnTo>
                  <a:lnTo>
                    <a:pt x="125257" y="5335"/>
                  </a:lnTo>
                  <a:lnTo>
                    <a:pt x="120154" y="6743"/>
                  </a:lnTo>
                  <a:lnTo>
                    <a:pt x="115098" y="8311"/>
                  </a:lnTo>
                  <a:lnTo>
                    <a:pt x="110095" y="10039"/>
                  </a:lnTo>
                  <a:lnTo>
                    <a:pt x="105149" y="11924"/>
                  </a:lnTo>
                  <a:lnTo>
                    <a:pt x="100265" y="13965"/>
                  </a:lnTo>
                  <a:lnTo>
                    <a:pt x="95448" y="16160"/>
                  </a:lnTo>
                  <a:lnTo>
                    <a:pt x="90703" y="18506"/>
                  </a:lnTo>
                  <a:lnTo>
                    <a:pt x="86034" y="21001"/>
                  </a:lnTo>
                  <a:lnTo>
                    <a:pt x="81447" y="23642"/>
                  </a:lnTo>
                  <a:lnTo>
                    <a:pt x="76946" y="26428"/>
                  </a:lnTo>
                  <a:lnTo>
                    <a:pt x="72535" y="29355"/>
                  </a:lnTo>
                  <a:lnTo>
                    <a:pt x="68219" y="32419"/>
                  </a:lnTo>
                  <a:lnTo>
                    <a:pt x="64003" y="35619"/>
                  </a:lnTo>
                  <a:lnTo>
                    <a:pt x="59889" y="38951"/>
                  </a:lnTo>
                  <a:lnTo>
                    <a:pt x="55884" y="42411"/>
                  </a:lnTo>
                  <a:lnTo>
                    <a:pt x="51990" y="45997"/>
                  </a:lnTo>
                  <a:lnTo>
                    <a:pt x="48211" y="49704"/>
                  </a:lnTo>
                  <a:lnTo>
                    <a:pt x="44552" y="53529"/>
                  </a:lnTo>
                  <a:lnTo>
                    <a:pt x="41015" y="57467"/>
                  </a:lnTo>
                  <a:lnTo>
                    <a:pt x="37605" y="61516"/>
                  </a:lnTo>
                  <a:lnTo>
                    <a:pt x="34325" y="65671"/>
                  </a:lnTo>
                  <a:lnTo>
                    <a:pt x="31178" y="69927"/>
                  </a:lnTo>
                  <a:lnTo>
                    <a:pt x="28168" y="74281"/>
                  </a:lnTo>
                  <a:lnTo>
                    <a:pt x="25297" y="78728"/>
                  </a:lnTo>
                  <a:lnTo>
                    <a:pt x="22568" y="83263"/>
                  </a:lnTo>
                  <a:lnTo>
                    <a:pt x="19984" y="87883"/>
                  </a:lnTo>
                  <a:lnTo>
                    <a:pt x="17547" y="92583"/>
                  </a:lnTo>
                  <a:lnTo>
                    <a:pt x="15261" y="97357"/>
                  </a:lnTo>
                  <a:lnTo>
                    <a:pt x="13127" y="102201"/>
                  </a:lnTo>
                  <a:lnTo>
                    <a:pt x="11147" y="107110"/>
                  </a:lnTo>
                  <a:lnTo>
                    <a:pt x="9324" y="112079"/>
                  </a:lnTo>
                  <a:lnTo>
                    <a:pt x="7659" y="117104"/>
                  </a:lnTo>
                  <a:lnTo>
                    <a:pt x="6154" y="122179"/>
                  </a:lnTo>
                  <a:lnTo>
                    <a:pt x="4810" y="127299"/>
                  </a:lnTo>
                  <a:lnTo>
                    <a:pt x="3629" y="132459"/>
                  </a:lnTo>
                  <a:lnTo>
                    <a:pt x="2612" y="137654"/>
                  </a:lnTo>
                  <a:lnTo>
                    <a:pt x="1760" y="142878"/>
                  </a:lnTo>
                  <a:lnTo>
                    <a:pt x="1074" y="148127"/>
                  </a:lnTo>
                  <a:lnTo>
                    <a:pt x="555" y="153395"/>
                  </a:lnTo>
                  <a:lnTo>
                    <a:pt x="202" y="158676"/>
                  </a:lnTo>
                  <a:lnTo>
                    <a:pt x="17" y="163966"/>
                  </a:lnTo>
                  <a:lnTo>
                    <a:pt x="0" y="169260"/>
                  </a:lnTo>
                  <a:lnTo>
                    <a:pt x="150" y="174551"/>
                  </a:lnTo>
                  <a:lnTo>
                    <a:pt x="467" y="179835"/>
                  </a:lnTo>
                  <a:lnTo>
                    <a:pt x="952" y="185106"/>
                  </a:lnTo>
                  <a:lnTo>
                    <a:pt x="1603" y="190359"/>
                  </a:lnTo>
                  <a:lnTo>
                    <a:pt x="2420" y="195589"/>
                  </a:lnTo>
                  <a:lnTo>
                    <a:pt x="3403" y="200790"/>
                  </a:lnTo>
                  <a:lnTo>
                    <a:pt x="4549" y="205958"/>
                  </a:lnTo>
                  <a:lnTo>
                    <a:pt x="5859" y="211087"/>
                  </a:lnTo>
                  <a:lnTo>
                    <a:pt x="7330" y="216171"/>
                  </a:lnTo>
                  <a:lnTo>
                    <a:pt x="8962" y="221207"/>
                  </a:lnTo>
                  <a:lnTo>
                    <a:pt x="10752" y="226188"/>
                  </a:lnTo>
                  <a:lnTo>
                    <a:pt x="12699" y="231111"/>
                  </a:lnTo>
                  <a:lnTo>
                    <a:pt x="14801" y="235969"/>
                  </a:lnTo>
                  <a:lnTo>
                    <a:pt x="17056" y="240758"/>
                  </a:lnTo>
                  <a:lnTo>
                    <a:pt x="19461" y="245473"/>
                  </a:lnTo>
                  <a:lnTo>
                    <a:pt x="22015" y="250110"/>
                  </a:lnTo>
                  <a:lnTo>
                    <a:pt x="24713" y="254664"/>
                  </a:lnTo>
                  <a:lnTo>
                    <a:pt x="27555" y="259130"/>
                  </a:lnTo>
                  <a:lnTo>
                    <a:pt x="30537" y="263503"/>
                  </a:lnTo>
                  <a:lnTo>
                    <a:pt x="33655" y="267780"/>
                  </a:lnTo>
                  <a:lnTo>
                    <a:pt x="36908" y="271957"/>
                  </a:lnTo>
                  <a:lnTo>
                    <a:pt x="40291" y="276028"/>
                  </a:lnTo>
                  <a:lnTo>
                    <a:pt x="43801" y="279990"/>
                  </a:lnTo>
                  <a:lnTo>
                    <a:pt x="47435" y="283839"/>
                  </a:lnTo>
                  <a:lnTo>
                    <a:pt x="51189" y="287571"/>
                  </a:lnTo>
                  <a:lnTo>
                    <a:pt x="55059" y="291182"/>
                  </a:lnTo>
                  <a:lnTo>
                    <a:pt x="59042" y="294669"/>
                  </a:lnTo>
                  <a:lnTo>
                    <a:pt x="63133" y="298028"/>
                  </a:lnTo>
                  <a:lnTo>
                    <a:pt x="67328" y="301256"/>
                  </a:lnTo>
                  <a:lnTo>
                    <a:pt x="71624" y="304349"/>
                  </a:lnTo>
                  <a:lnTo>
                    <a:pt x="76015" y="307305"/>
                  </a:lnTo>
                  <a:lnTo>
                    <a:pt x="80497" y="310120"/>
                  </a:lnTo>
                  <a:lnTo>
                    <a:pt x="85067" y="312792"/>
                  </a:lnTo>
                  <a:lnTo>
                    <a:pt x="89719" y="315318"/>
                  </a:lnTo>
                  <a:lnTo>
                    <a:pt x="94448" y="317695"/>
                  </a:lnTo>
                  <a:lnTo>
                    <a:pt x="99250" y="319922"/>
                  </a:lnTo>
                  <a:lnTo>
                    <a:pt x="104121" y="321995"/>
                  </a:lnTo>
                  <a:lnTo>
                    <a:pt x="109054" y="323913"/>
                  </a:lnTo>
                  <a:lnTo>
                    <a:pt x="114046" y="325674"/>
                  </a:lnTo>
                  <a:lnTo>
                    <a:pt x="119091" y="327276"/>
                  </a:lnTo>
                  <a:lnTo>
                    <a:pt x="124185" y="328718"/>
                  </a:lnTo>
                  <a:lnTo>
                    <a:pt x="129321" y="329997"/>
                  </a:lnTo>
                  <a:lnTo>
                    <a:pt x="134496" y="331113"/>
                  </a:lnTo>
                  <a:lnTo>
                    <a:pt x="139703" y="332065"/>
                  </a:lnTo>
                  <a:lnTo>
                    <a:pt x="144937" y="332852"/>
                  </a:lnTo>
                  <a:lnTo>
                    <a:pt x="150194" y="333472"/>
                  </a:lnTo>
                  <a:lnTo>
                    <a:pt x="155468" y="333925"/>
                  </a:lnTo>
                  <a:lnTo>
                    <a:pt x="160754" y="334212"/>
                  </a:lnTo>
                  <a:lnTo>
                    <a:pt x="166046" y="334331"/>
                  </a:lnTo>
                  <a:lnTo>
                    <a:pt x="171339" y="334282"/>
                  </a:lnTo>
                  <a:lnTo>
                    <a:pt x="176628" y="334066"/>
                  </a:lnTo>
                  <a:lnTo>
                    <a:pt x="181907" y="333682"/>
                  </a:lnTo>
                  <a:lnTo>
                    <a:pt x="187172" y="333132"/>
                  </a:lnTo>
                  <a:lnTo>
                    <a:pt x="192416" y="332415"/>
                  </a:lnTo>
                  <a:lnTo>
                    <a:pt x="197636" y="331532"/>
                  </a:lnTo>
                  <a:lnTo>
                    <a:pt x="202824" y="330484"/>
                  </a:lnTo>
                  <a:lnTo>
                    <a:pt x="207977" y="329273"/>
                  </a:lnTo>
                  <a:lnTo>
                    <a:pt x="213089" y="327899"/>
                  </a:lnTo>
                  <a:lnTo>
                    <a:pt x="218155" y="326364"/>
                  </a:lnTo>
                  <a:lnTo>
                    <a:pt x="223170" y="324670"/>
                  </a:lnTo>
                  <a:lnTo>
                    <a:pt x="228128" y="322817"/>
                  </a:lnTo>
                  <a:lnTo>
                    <a:pt x="233026" y="320809"/>
                  </a:lnTo>
                  <a:lnTo>
                    <a:pt x="237857" y="318646"/>
                  </a:lnTo>
                  <a:lnTo>
                    <a:pt x="242618" y="316332"/>
                  </a:lnTo>
                  <a:lnTo>
                    <a:pt x="247303" y="313868"/>
                  </a:lnTo>
                  <a:lnTo>
                    <a:pt x="251907" y="311257"/>
                  </a:lnTo>
                  <a:lnTo>
                    <a:pt x="256427" y="308501"/>
                  </a:lnTo>
                  <a:lnTo>
                    <a:pt x="260857" y="305604"/>
                  </a:lnTo>
                  <a:lnTo>
                    <a:pt x="265193" y="302567"/>
                  </a:lnTo>
                  <a:lnTo>
                    <a:pt x="269431" y="299396"/>
                  </a:lnTo>
                  <a:lnTo>
                    <a:pt x="273566" y="296091"/>
                  </a:lnTo>
                  <a:lnTo>
                    <a:pt x="277594" y="292657"/>
                  </a:lnTo>
                  <a:lnTo>
                    <a:pt x="281512" y="289098"/>
                  </a:lnTo>
                  <a:lnTo>
                    <a:pt x="285315" y="285416"/>
                  </a:lnTo>
                  <a:lnTo>
                    <a:pt x="289000" y="281616"/>
                  </a:lnTo>
                  <a:lnTo>
                    <a:pt x="292562" y="277700"/>
                  </a:lnTo>
                  <a:lnTo>
                    <a:pt x="295999" y="273674"/>
                  </a:lnTo>
                  <a:lnTo>
                    <a:pt x="299307" y="269542"/>
                  </a:lnTo>
                  <a:lnTo>
                    <a:pt x="302482" y="265306"/>
                  </a:lnTo>
                  <a:lnTo>
                    <a:pt x="305521" y="260972"/>
                  </a:lnTo>
                  <a:lnTo>
                    <a:pt x="308422" y="256545"/>
                  </a:lnTo>
                  <a:lnTo>
                    <a:pt x="311181" y="252027"/>
                  </a:lnTo>
                  <a:lnTo>
                    <a:pt x="313795" y="247425"/>
                  </a:lnTo>
                  <a:lnTo>
                    <a:pt x="316263" y="242741"/>
                  </a:lnTo>
                  <a:lnTo>
                    <a:pt x="318581" y="237983"/>
                  </a:lnTo>
                  <a:lnTo>
                    <a:pt x="320747" y="233153"/>
                  </a:lnTo>
                  <a:lnTo>
                    <a:pt x="322759" y="228257"/>
                  </a:lnTo>
                  <a:lnTo>
                    <a:pt x="324615" y="223300"/>
                  </a:lnTo>
                  <a:lnTo>
                    <a:pt x="326313" y="218286"/>
                  </a:lnTo>
                  <a:lnTo>
                    <a:pt x="327852" y="213221"/>
                  </a:lnTo>
                  <a:lnTo>
                    <a:pt x="329230" y="208110"/>
                  </a:lnTo>
                  <a:lnTo>
                    <a:pt x="330445" y="202958"/>
                  </a:lnTo>
                  <a:lnTo>
                    <a:pt x="331496" y="197770"/>
                  </a:lnTo>
                  <a:lnTo>
                    <a:pt x="332383" y="192552"/>
                  </a:lnTo>
                  <a:lnTo>
                    <a:pt x="333104" y="187308"/>
                  </a:lnTo>
                  <a:lnTo>
                    <a:pt x="333658" y="182044"/>
                  </a:lnTo>
                  <a:lnTo>
                    <a:pt x="334046" y="176764"/>
                  </a:lnTo>
                  <a:lnTo>
                    <a:pt x="334266" y="171476"/>
                  </a:lnTo>
                  <a:lnTo>
                    <a:pt x="334318" y="166183"/>
                  </a:lnTo>
                  <a:lnTo>
                    <a:pt x="334203" y="160890"/>
                  </a:lnTo>
                  <a:lnTo>
                    <a:pt x="333921" y="155605"/>
                  </a:lnTo>
                  <a:lnTo>
                    <a:pt x="333471" y="150330"/>
                  </a:lnTo>
                  <a:lnTo>
                    <a:pt x="332855" y="145073"/>
                  </a:lnTo>
                  <a:lnTo>
                    <a:pt x="332072" y="139838"/>
                  </a:lnTo>
                  <a:lnTo>
                    <a:pt x="331124" y="134630"/>
                  </a:lnTo>
                  <a:lnTo>
                    <a:pt x="330012" y="129455"/>
                  </a:lnTo>
                  <a:lnTo>
                    <a:pt x="328736" y="124318"/>
                  </a:lnTo>
                  <a:lnTo>
                    <a:pt x="327299" y="119223"/>
                  </a:lnTo>
                  <a:lnTo>
                    <a:pt x="325700" y="114177"/>
                  </a:lnTo>
                  <a:lnTo>
                    <a:pt x="323943" y="109184"/>
                  </a:lnTo>
                  <a:lnTo>
                    <a:pt x="322029" y="104249"/>
                  </a:lnTo>
                  <a:lnTo>
                    <a:pt x="319959" y="99377"/>
                  </a:lnTo>
                  <a:lnTo>
                    <a:pt x="317736" y="94573"/>
                  </a:lnTo>
                  <a:lnTo>
                    <a:pt x="315362" y="89842"/>
                  </a:lnTo>
                  <a:lnTo>
                    <a:pt x="312840" y="85188"/>
                  </a:lnTo>
                  <a:lnTo>
                    <a:pt x="310171" y="80616"/>
                  </a:lnTo>
                  <a:lnTo>
                    <a:pt x="307359" y="76132"/>
                  </a:lnTo>
                  <a:lnTo>
                    <a:pt x="304407" y="71738"/>
                  </a:lnTo>
                  <a:lnTo>
                    <a:pt x="301317" y="67441"/>
                  </a:lnTo>
                  <a:lnTo>
                    <a:pt x="298092" y="63243"/>
                  </a:lnTo>
                  <a:lnTo>
                    <a:pt x="294736" y="59149"/>
                  </a:lnTo>
                  <a:lnTo>
                    <a:pt x="291252" y="55164"/>
                  </a:lnTo>
                  <a:lnTo>
                    <a:pt x="287644" y="51291"/>
                  </a:lnTo>
                  <a:lnTo>
                    <a:pt x="283914" y="47535"/>
                  </a:lnTo>
                  <a:lnTo>
                    <a:pt x="280068" y="43898"/>
                  </a:lnTo>
                  <a:lnTo>
                    <a:pt x="276109" y="40385"/>
                  </a:lnTo>
                  <a:lnTo>
                    <a:pt x="272040" y="36999"/>
                  </a:lnTo>
                  <a:lnTo>
                    <a:pt x="267866" y="33743"/>
                  </a:lnTo>
                  <a:lnTo>
                    <a:pt x="263591" y="30621"/>
                  </a:lnTo>
                  <a:lnTo>
                    <a:pt x="259220" y="27636"/>
                  </a:lnTo>
                  <a:lnTo>
                    <a:pt x="254756" y="24791"/>
                  </a:lnTo>
                  <a:lnTo>
                    <a:pt x="250204" y="22089"/>
                  </a:lnTo>
                  <a:lnTo>
                    <a:pt x="245569" y="19532"/>
                  </a:lnTo>
                  <a:lnTo>
                    <a:pt x="240856" y="17124"/>
                  </a:lnTo>
                  <a:lnTo>
                    <a:pt x="236068" y="14865"/>
                  </a:lnTo>
                  <a:lnTo>
                    <a:pt x="231212" y="12760"/>
                  </a:lnTo>
                  <a:lnTo>
                    <a:pt x="226291" y="10809"/>
                  </a:lnTo>
                  <a:lnTo>
                    <a:pt x="221311" y="9015"/>
                  </a:lnTo>
                  <a:lnTo>
                    <a:pt x="167154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98" name="pg498"/>
            <p:cNvSpPr/>
            <p:nvPr/>
          </p:nvSpPr>
          <p:spPr>
            <a:xfrm>
              <a:off x="2590748" y="3716736"/>
              <a:ext cx="54157" cy="158151"/>
            </a:xfrm>
            <a:custGeom>
              <a:avLst/>
              <a:pathLst>
                <a:path w="54157" h="158151">
                  <a:moveTo>
                    <a:pt x="54157" y="0"/>
                  </a:moveTo>
                  <a:lnTo>
                    <a:pt x="0" y="158151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99" name="pg499"/>
            <p:cNvSpPr/>
            <p:nvPr/>
          </p:nvSpPr>
          <p:spPr>
            <a:xfrm>
              <a:off x="2590748" y="3716736"/>
              <a:ext cx="54157" cy="158151"/>
            </a:xfrm>
            <a:custGeom>
              <a:avLst/>
              <a:pathLst>
                <a:path w="54157" h="158151">
                  <a:moveTo>
                    <a:pt x="54157" y="0"/>
                  </a:moveTo>
                  <a:lnTo>
                    <a:pt x="0" y="158151"/>
                  </a:lnTo>
                  <a:close/>
                </a:path>
              </a:pathLst>
            </a:custGeom>
            <a:solidFill>
              <a:srgbClr val="B155A7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00" name="pg500"/>
            <p:cNvSpPr/>
            <p:nvPr/>
          </p:nvSpPr>
          <p:spPr>
            <a:xfrm>
              <a:off x="2590748" y="3716736"/>
              <a:ext cx="54157" cy="158151"/>
            </a:xfrm>
            <a:custGeom>
              <a:avLst/>
              <a:pathLst>
                <a:path w="54157" h="158151">
                  <a:moveTo>
                    <a:pt x="54157" y="0"/>
                  </a:moveTo>
                  <a:lnTo>
                    <a:pt x="0" y="158151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01" name="pg501"/>
            <p:cNvSpPr/>
            <p:nvPr/>
          </p:nvSpPr>
          <p:spPr>
            <a:xfrm>
              <a:off x="2590748" y="3716736"/>
              <a:ext cx="54157" cy="158151"/>
            </a:xfrm>
            <a:custGeom>
              <a:avLst/>
              <a:pathLst>
                <a:path w="54157" h="158151">
                  <a:moveTo>
                    <a:pt x="54157" y="0"/>
                  </a:moveTo>
                  <a:lnTo>
                    <a:pt x="0" y="158151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02" name="pg502"/>
            <p:cNvSpPr/>
            <p:nvPr/>
          </p:nvSpPr>
          <p:spPr>
            <a:xfrm>
              <a:off x="2590748" y="3716736"/>
              <a:ext cx="54157" cy="158151"/>
            </a:xfrm>
            <a:custGeom>
              <a:avLst/>
              <a:pathLst>
                <a:path w="54157" h="158151">
                  <a:moveTo>
                    <a:pt x="54157" y="0"/>
                  </a:moveTo>
                  <a:lnTo>
                    <a:pt x="0" y="158151"/>
                  </a:lnTo>
                  <a:close/>
                </a:path>
              </a:pathLst>
            </a:custGeom>
            <a:solidFill>
              <a:srgbClr val="EE637F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03" name="pg503"/>
            <p:cNvSpPr/>
            <p:nvPr/>
          </p:nvSpPr>
          <p:spPr>
            <a:xfrm>
              <a:off x="2590748" y="3716736"/>
              <a:ext cx="54157" cy="158151"/>
            </a:xfrm>
            <a:custGeom>
              <a:avLst/>
              <a:pathLst>
                <a:path w="54157" h="158151">
                  <a:moveTo>
                    <a:pt x="54157" y="0"/>
                  </a:moveTo>
                  <a:lnTo>
                    <a:pt x="0" y="158151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04" name="pg504"/>
            <p:cNvSpPr/>
            <p:nvPr/>
          </p:nvSpPr>
          <p:spPr>
            <a:xfrm>
              <a:off x="2590748" y="3716736"/>
              <a:ext cx="54157" cy="158151"/>
            </a:xfrm>
            <a:custGeom>
              <a:avLst/>
              <a:pathLst>
                <a:path w="54157" h="158151">
                  <a:moveTo>
                    <a:pt x="54157" y="0"/>
                  </a:moveTo>
                  <a:lnTo>
                    <a:pt x="0" y="158151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05" name="pg505"/>
            <p:cNvSpPr/>
            <p:nvPr/>
          </p:nvSpPr>
          <p:spPr>
            <a:xfrm>
              <a:off x="2590748" y="3716736"/>
              <a:ext cx="54157" cy="158151"/>
            </a:xfrm>
            <a:custGeom>
              <a:avLst/>
              <a:pathLst>
                <a:path w="54157" h="158151">
                  <a:moveTo>
                    <a:pt x="54157" y="0"/>
                  </a:moveTo>
                  <a:lnTo>
                    <a:pt x="0" y="158151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06" name="pg506"/>
            <p:cNvSpPr/>
            <p:nvPr/>
          </p:nvSpPr>
          <p:spPr>
            <a:xfrm>
              <a:off x="2590748" y="3716736"/>
              <a:ext cx="54157" cy="158151"/>
            </a:xfrm>
            <a:custGeom>
              <a:avLst/>
              <a:pathLst>
                <a:path w="54157" h="158151">
                  <a:moveTo>
                    <a:pt x="54157" y="0"/>
                  </a:moveTo>
                  <a:lnTo>
                    <a:pt x="0" y="158151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07" name="pg507"/>
            <p:cNvSpPr/>
            <p:nvPr/>
          </p:nvSpPr>
          <p:spPr>
            <a:xfrm>
              <a:off x="2590748" y="3716736"/>
              <a:ext cx="54157" cy="158151"/>
            </a:xfrm>
            <a:custGeom>
              <a:avLst/>
              <a:pathLst>
                <a:path w="54157" h="158151">
                  <a:moveTo>
                    <a:pt x="54157" y="0"/>
                  </a:moveTo>
                  <a:lnTo>
                    <a:pt x="0" y="158151"/>
                  </a:lnTo>
                  <a:close/>
                </a:path>
              </a:pathLst>
            </a:custGeom>
            <a:solidFill>
              <a:srgbClr val="FF7F40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08" name="pg508"/>
            <p:cNvSpPr/>
            <p:nvPr/>
          </p:nvSpPr>
          <p:spPr>
            <a:xfrm>
              <a:off x="2590748" y="3716736"/>
              <a:ext cx="54157" cy="158151"/>
            </a:xfrm>
            <a:custGeom>
              <a:avLst/>
              <a:pathLst>
                <a:path w="54157" h="158151">
                  <a:moveTo>
                    <a:pt x="54157" y="0"/>
                  </a:moveTo>
                  <a:lnTo>
                    <a:pt x="0" y="158151"/>
                  </a:lnTo>
                  <a:close/>
                </a:path>
              </a:pathLst>
            </a:custGeom>
            <a:solidFill>
              <a:srgbClr val="BCED54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09" name="pg509"/>
            <p:cNvSpPr/>
            <p:nvPr/>
          </p:nvSpPr>
          <p:spPr>
            <a:xfrm>
              <a:off x="2590748" y="3716736"/>
              <a:ext cx="54157" cy="158151"/>
            </a:xfrm>
            <a:custGeom>
              <a:avLst/>
              <a:pathLst>
                <a:path w="54157" h="158151">
                  <a:moveTo>
                    <a:pt x="54157" y="0"/>
                  </a:moveTo>
                  <a:lnTo>
                    <a:pt x="0" y="158151"/>
                  </a:lnTo>
                  <a:close/>
                </a:path>
              </a:pathLst>
            </a:custGeom>
            <a:solidFill>
              <a:srgbClr val="FFFFFF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10" name="pg510"/>
            <p:cNvSpPr/>
            <p:nvPr/>
          </p:nvSpPr>
          <p:spPr>
            <a:xfrm>
              <a:off x="2590748" y="3707720"/>
              <a:ext cx="54157" cy="167167"/>
            </a:xfrm>
            <a:custGeom>
              <a:avLst/>
              <a:pathLst>
                <a:path w="54157" h="167167">
                  <a:moveTo>
                    <a:pt x="54157" y="9015"/>
                  </a:moveTo>
                  <a:lnTo>
                    <a:pt x="48324" y="7137"/>
                  </a:lnTo>
                  <a:lnTo>
                    <a:pt x="42426" y="5473"/>
                  </a:lnTo>
                  <a:lnTo>
                    <a:pt x="36472" y="4027"/>
                  </a:lnTo>
                  <a:lnTo>
                    <a:pt x="30468" y="2800"/>
                  </a:lnTo>
                  <a:lnTo>
                    <a:pt x="24424" y="1793"/>
                  </a:lnTo>
                  <a:lnTo>
                    <a:pt x="18347" y="1009"/>
                  </a:lnTo>
                  <a:lnTo>
                    <a:pt x="12245" y="449"/>
                  </a:lnTo>
                  <a:lnTo>
                    <a:pt x="6126" y="112"/>
                  </a:lnTo>
                  <a:lnTo>
                    <a:pt x="0" y="0"/>
                  </a:lnTo>
                  <a:lnTo>
                    <a:pt x="0" y="167167"/>
                  </a:lnTo>
                  <a:close/>
                </a:path>
              </a:pathLst>
            </a:custGeom>
            <a:solidFill>
              <a:srgbClr val="DCDCDC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11" name="pg511"/>
            <p:cNvSpPr/>
            <p:nvPr/>
          </p:nvSpPr>
          <p:spPr>
            <a:xfrm>
              <a:off x="2781287" y="421382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12" name="pg512"/>
            <p:cNvSpPr/>
            <p:nvPr/>
          </p:nvSpPr>
          <p:spPr>
            <a:xfrm>
              <a:off x="2781287" y="421382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13" name="pg513"/>
            <p:cNvSpPr/>
            <p:nvPr/>
          </p:nvSpPr>
          <p:spPr>
            <a:xfrm>
              <a:off x="2781287" y="421382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14" name="pg514"/>
            <p:cNvSpPr/>
            <p:nvPr/>
          </p:nvSpPr>
          <p:spPr>
            <a:xfrm>
              <a:off x="2781287" y="421382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DCB702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15" name="pg515"/>
            <p:cNvSpPr/>
            <p:nvPr/>
          </p:nvSpPr>
          <p:spPr>
            <a:xfrm>
              <a:off x="2781287" y="421382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16" name="pg516"/>
            <p:cNvSpPr/>
            <p:nvPr/>
          </p:nvSpPr>
          <p:spPr>
            <a:xfrm>
              <a:off x="2781287" y="421382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17" name="pg517"/>
            <p:cNvSpPr/>
            <p:nvPr/>
          </p:nvSpPr>
          <p:spPr>
            <a:xfrm>
              <a:off x="2781287" y="421382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18" name="pg518"/>
            <p:cNvSpPr/>
            <p:nvPr/>
          </p:nvSpPr>
          <p:spPr>
            <a:xfrm>
              <a:off x="2781287" y="421382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19" name="pg519"/>
            <p:cNvSpPr/>
            <p:nvPr/>
          </p:nvSpPr>
          <p:spPr>
            <a:xfrm>
              <a:off x="2781287" y="421382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20" name="pg520"/>
            <p:cNvSpPr/>
            <p:nvPr/>
          </p:nvSpPr>
          <p:spPr>
            <a:xfrm>
              <a:off x="2781287" y="421382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21" name="pg521"/>
            <p:cNvSpPr/>
            <p:nvPr/>
          </p:nvSpPr>
          <p:spPr>
            <a:xfrm>
              <a:off x="2781287" y="421382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22" name="pg522"/>
            <p:cNvSpPr/>
            <p:nvPr/>
          </p:nvSpPr>
          <p:spPr>
            <a:xfrm>
              <a:off x="2781287" y="421382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23" name="pg523"/>
            <p:cNvSpPr/>
            <p:nvPr/>
          </p:nvSpPr>
          <p:spPr>
            <a:xfrm>
              <a:off x="2781287" y="421382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24" name="pg524"/>
            <p:cNvSpPr/>
            <p:nvPr/>
          </p:nvSpPr>
          <p:spPr>
            <a:xfrm>
              <a:off x="2781287" y="421382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25" name="pg525"/>
            <p:cNvSpPr/>
            <p:nvPr/>
          </p:nvSpPr>
          <p:spPr>
            <a:xfrm>
              <a:off x="2781287" y="421382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26" name="pg526"/>
            <p:cNvSpPr/>
            <p:nvPr/>
          </p:nvSpPr>
          <p:spPr>
            <a:xfrm>
              <a:off x="2614122" y="4213821"/>
              <a:ext cx="237797" cy="334324"/>
            </a:xfrm>
            <a:custGeom>
              <a:avLst/>
              <a:pathLst>
                <a:path w="237797" h="334324">
                  <a:moveTo>
                    <a:pt x="167164" y="0"/>
                  </a:moveTo>
                  <a:lnTo>
                    <a:pt x="161825" y="85"/>
                  </a:lnTo>
                  <a:lnTo>
                    <a:pt x="156491" y="341"/>
                  </a:lnTo>
                  <a:lnTo>
                    <a:pt x="151169" y="767"/>
                  </a:lnTo>
                  <a:lnTo>
                    <a:pt x="145862" y="1362"/>
                  </a:lnTo>
                  <a:lnTo>
                    <a:pt x="140577" y="2127"/>
                  </a:lnTo>
                  <a:lnTo>
                    <a:pt x="135319" y="3061"/>
                  </a:lnTo>
                  <a:lnTo>
                    <a:pt x="130094" y="4162"/>
                  </a:lnTo>
                  <a:lnTo>
                    <a:pt x="124907" y="5429"/>
                  </a:lnTo>
                  <a:lnTo>
                    <a:pt x="119763" y="6861"/>
                  </a:lnTo>
                  <a:lnTo>
                    <a:pt x="114667" y="8457"/>
                  </a:lnTo>
                  <a:lnTo>
                    <a:pt x="109624" y="10214"/>
                  </a:lnTo>
                  <a:lnTo>
                    <a:pt x="104641" y="12132"/>
                  </a:lnTo>
                  <a:lnTo>
                    <a:pt x="99721" y="14208"/>
                  </a:lnTo>
                  <a:lnTo>
                    <a:pt x="94870" y="16441"/>
                  </a:lnTo>
                  <a:lnTo>
                    <a:pt x="90093" y="18826"/>
                  </a:lnTo>
                  <a:lnTo>
                    <a:pt x="85394" y="21364"/>
                  </a:lnTo>
                  <a:lnTo>
                    <a:pt x="80779" y="24050"/>
                  </a:lnTo>
                  <a:lnTo>
                    <a:pt x="76252" y="26882"/>
                  </a:lnTo>
                  <a:lnTo>
                    <a:pt x="71818" y="29857"/>
                  </a:lnTo>
                  <a:lnTo>
                    <a:pt x="67481" y="32973"/>
                  </a:lnTo>
                  <a:lnTo>
                    <a:pt x="63246" y="36225"/>
                  </a:lnTo>
                  <a:lnTo>
                    <a:pt x="59116" y="39611"/>
                  </a:lnTo>
                  <a:lnTo>
                    <a:pt x="55097" y="43127"/>
                  </a:lnTo>
                  <a:lnTo>
                    <a:pt x="51193" y="46770"/>
                  </a:lnTo>
                  <a:lnTo>
                    <a:pt x="47407" y="50535"/>
                  </a:lnTo>
                  <a:lnTo>
                    <a:pt x="43742" y="54420"/>
                  </a:lnTo>
                  <a:lnTo>
                    <a:pt x="40204" y="58419"/>
                  </a:lnTo>
                  <a:lnTo>
                    <a:pt x="36796" y="62530"/>
                  </a:lnTo>
                  <a:lnTo>
                    <a:pt x="33520" y="66747"/>
                  </a:lnTo>
                  <a:lnTo>
                    <a:pt x="30381" y="71067"/>
                  </a:lnTo>
                  <a:lnTo>
                    <a:pt x="27381" y="75484"/>
                  </a:lnTo>
                  <a:lnTo>
                    <a:pt x="24524" y="79996"/>
                  </a:lnTo>
                  <a:lnTo>
                    <a:pt x="21813" y="84596"/>
                  </a:lnTo>
                  <a:lnTo>
                    <a:pt x="19250" y="89281"/>
                  </a:lnTo>
                  <a:lnTo>
                    <a:pt x="16838" y="94045"/>
                  </a:lnTo>
                  <a:lnTo>
                    <a:pt x="14579" y="98883"/>
                  </a:lnTo>
                  <a:lnTo>
                    <a:pt x="12476" y="103792"/>
                  </a:lnTo>
                  <a:lnTo>
                    <a:pt x="10531" y="108765"/>
                  </a:lnTo>
                  <a:lnTo>
                    <a:pt x="8745" y="113797"/>
                  </a:lnTo>
                  <a:lnTo>
                    <a:pt x="7121" y="118884"/>
                  </a:lnTo>
                  <a:lnTo>
                    <a:pt x="5661" y="124021"/>
                  </a:lnTo>
                  <a:lnTo>
                    <a:pt x="4365" y="129201"/>
                  </a:lnTo>
                  <a:lnTo>
                    <a:pt x="3236" y="134420"/>
                  </a:lnTo>
                  <a:lnTo>
                    <a:pt x="2274" y="139673"/>
                  </a:lnTo>
                  <a:lnTo>
                    <a:pt x="1479" y="144953"/>
                  </a:lnTo>
                  <a:lnTo>
                    <a:pt x="855" y="150256"/>
                  </a:lnTo>
                  <a:lnTo>
                    <a:pt x="399" y="155577"/>
                  </a:lnTo>
                  <a:lnTo>
                    <a:pt x="114" y="160909"/>
                  </a:lnTo>
                  <a:lnTo>
                    <a:pt x="0" y="166248"/>
                  </a:lnTo>
                  <a:lnTo>
                    <a:pt x="55" y="171587"/>
                  </a:lnTo>
                  <a:lnTo>
                    <a:pt x="282" y="176922"/>
                  </a:lnTo>
                  <a:lnTo>
                    <a:pt x="679" y="182248"/>
                  </a:lnTo>
                  <a:lnTo>
                    <a:pt x="1245" y="187557"/>
                  </a:lnTo>
                  <a:lnTo>
                    <a:pt x="1981" y="192846"/>
                  </a:lnTo>
                  <a:lnTo>
                    <a:pt x="2886" y="198109"/>
                  </a:lnTo>
                  <a:lnTo>
                    <a:pt x="3958" y="203340"/>
                  </a:lnTo>
                  <a:lnTo>
                    <a:pt x="5196" y="208535"/>
                  </a:lnTo>
                  <a:lnTo>
                    <a:pt x="6600" y="213687"/>
                  </a:lnTo>
                  <a:lnTo>
                    <a:pt x="8168" y="218791"/>
                  </a:lnTo>
                  <a:lnTo>
                    <a:pt x="9898" y="223843"/>
                  </a:lnTo>
                  <a:lnTo>
                    <a:pt x="11788" y="228837"/>
                  </a:lnTo>
                  <a:lnTo>
                    <a:pt x="13837" y="233768"/>
                  </a:lnTo>
                  <a:lnTo>
                    <a:pt x="16043" y="238632"/>
                  </a:lnTo>
                  <a:lnTo>
                    <a:pt x="18402" y="243422"/>
                  </a:lnTo>
                  <a:lnTo>
                    <a:pt x="20914" y="248134"/>
                  </a:lnTo>
                  <a:lnTo>
                    <a:pt x="23574" y="252764"/>
                  </a:lnTo>
                  <a:lnTo>
                    <a:pt x="26382" y="257307"/>
                  </a:lnTo>
                  <a:lnTo>
                    <a:pt x="29333" y="261757"/>
                  </a:lnTo>
                  <a:lnTo>
                    <a:pt x="32424" y="266111"/>
                  </a:lnTo>
                  <a:lnTo>
                    <a:pt x="35653" y="270364"/>
                  </a:lnTo>
                  <a:lnTo>
                    <a:pt x="39016" y="274512"/>
                  </a:lnTo>
                  <a:lnTo>
                    <a:pt x="42510" y="278550"/>
                  </a:lnTo>
                  <a:lnTo>
                    <a:pt x="46131" y="282475"/>
                  </a:lnTo>
                  <a:lnTo>
                    <a:pt x="49876" y="286282"/>
                  </a:lnTo>
                  <a:lnTo>
                    <a:pt x="53740" y="289967"/>
                  </a:lnTo>
                  <a:lnTo>
                    <a:pt x="57720" y="293527"/>
                  </a:lnTo>
                  <a:lnTo>
                    <a:pt x="61812" y="296958"/>
                  </a:lnTo>
                  <a:lnTo>
                    <a:pt x="66011" y="300257"/>
                  </a:lnTo>
                  <a:lnTo>
                    <a:pt x="70313" y="303420"/>
                  </a:lnTo>
                  <a:lnTo>
                    <a:pt x="74715" y="306444"/>
                  </a:lnTo>
                  <a:lnTo>
                    <a:pt x="79210" y="309325"/>
                  </a:lnTo>
                  <a:lnTo>
                    <a:pt x="83796" y="312062"/>
                  </a:lnTo>
                  <a:lnTo>
                    <a:pt x="88466" y="314651"/>
                  </a:lnTo>
                  <a:lnTo>
                    <a:pt x="93217" y="317089"/>
                  </a:lnTo>
                  <a:lnTo>
                    <a:pt x="98043" y="319375"/>
                  </a:lnTo>
                  <a:lnTo>
                    <a:pt x="102940" y="321505"/>
                  </a:lnTo>
                  <a:lnTo>
                    <a:pt x="107902" y="323477"/>
                  </a:lnTo>
                  <a:lnTo>
                    <a:pt x="112924" y="325290"/>
                  </a:lnTo>
                  <a:lnTo>
                    <a:pt x="118002" y="326942"/>
                  </a:lnTo>
                  <a:lnTo>
                    <a:pt x="123131" y="328431"/>
                  </a:lnTo>
                  <a:lnTo>
                    <a:pt x="128304" y="329755"/>
                  </a:lnTo>
                  <a:lnTo>
                    <a:pt x="133517" y="330913"/>
                  </a:lnTo>
                  <a:lnTo>
                    <a:pt x="138764" y="331904"/>
                  </a:lnTo>
                  <a:lnTo>
                    <a:pt x="144040" y="332727"/>
                  </a:lnTo>
                  <a:lnTo>
                    <a:pt x="149340" y="333381"/>
                  </a:lnTo>
                  <a:lnTo>
                    <a:pt x="154657" y="333866"/>
                  </a:lnTo>
                  <a:lnTo>
                    <a:pt x="159988" y="334180"/>
                  </a:lnTo>
                  <a:lnTo>
                    <a:pt x="165326" y="334324"/>
                  </a:lnTo>
                  <a:lnTo>
                    <a:pt x="170666" y="334298"/>
                  </a:lnTo>
                  <a:lnTo>
                    <a:pt x="176002" y="334101"/>
                  </a:lnTo>
                  <a:lnTo>
                    <a:pt x="181329" y="333733"/>
                  </a:lnTo>
                  <a:lnTo>
                    <a:pt x="186642" y="333196"/>
                  </a:lnTo>
                  <a:lnTo>
                    <a:pt x="191935" y="332489"/>
                  </a:lnTo>
                  <a:lnTo>
                    <a:pt x="197203" y="331613"/>
                  </a:lnTo>
                  <a:lnTo>
                    <a:pt x="202440" y="330570"/>
                  </a:lnTo>
                  <a:lnTo>
                    <a:pt x="207641" y="329360"/>
                  </a:lnTo>
                  <a:lnTo>
                    <a:pt x="212801" y="327985"/>
                  </a:lnTo>
                  <a:lnTo>
                    <a:pt x="217914" y="326445"/>
                  </a:lnTo>
                  <a:lnTo>
                    <a:pt x="222975" y="324743"/>
                  </a:lnTo>
                  <a:lnTo>
                    <a:pt x="227979" y="322880"/>
                  </a:lnTo>
                  <a:lnTo>
                    <a:pt x="232922" y="320858"/>
                  </a:lnTo>
                  <a:lnTo>
                    <a:pt x="237797" y="318679"/>
                  </a:lnTo>
                  <a:lnTo>
                    <a:pt x="167164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27" name="pg527"/>
            <p:cNvSpPr/>
            <p:nvPr/>
          </p:nvSpPr>
          <p:spPr>
            <a:xfrm>
              <a:off x="2781287" y="4380988"/>
              <a:ext cx="70632" cy="151512"/>
            </a:xfrm>
            <a:custGeom>
              <a:avLst/>
              <a:pathLst>
                <a:path w="70632" h="151512">
                  <a:moveTo>
                    <a:pt x="70632" y="151512"/>
                  </a:moveTo>
                  <a:lnTo>
                    <a:pt x="0" y="0"/>
                  </a:lnTo>
                  <a:close/>
                </a:path>
              </a:pathLst>
            </a:custGeom>
            <a:solidFill>
              <a:srgbClr val="B155A7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28" name="pg528"/>
            <p:cNvSpPr/>
            <p:nvPr/>
          </p:nvSpPr>
          <p:spPr>
            <a:xfrm>
              <a:off x="2781287" y="4380988"/>
              <a:ext cx="70632" cy="151512"/>
            </a:xfrm>
            <a:custGeom>
              <a:avLst/>
              <a:pathLst>
                <a:path w="70632" h="151512">
                  <a:moveTo>
                    <a:pt x="70632" y="151512"/>
                  </a:moveTo>
                  <a:lnTo>
                    <a:pt x="0" y="0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29" name="pg529"/>
            <p:cNvSpPr/>
            <p:nvPr/>
          </p:nvSpPr>
          <p:spPr>
            <a:xfrm>
              <a:off x="2781287" y="4380988"/>
              <a:ext cx="70632" cy="151512"/>
            </a:xfrm>
            <a:custGeom>
              <a:avLst/>
              <a:pathLst>
                <a:path w="70632" h="151512">
                  <a:moveTo>
                    <a:pt x="70632" y="151512"/>
                  </a:moveTo>
                  <a:lnTo>
                    <a:pt x="0" y="0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30" name="pg530"/>
            <p:cNvSpPr/>
            <p:nvPr/>
          </p:nvSpPr>
          <p:spPr>
            <a:xfrm>
              <a:off x="2781287" y="4380988"/>
              <a:ext cx="70632" cy="151512"/>
            </a:xfrm>
            <a:custGeom>
              <a:avLst/>
              <a:pathLst>
                <a:path w="70632" h="151512">
                  <a:moveTo>
                    <a:pt x="70632" y="151512"/>
                  </a:moveTo>
                  <a:lnTo>
                    <a:pt x="0" y="0"/>
                  </a:lnTo>
                  <a:close/>
                </a:path>
              </a:pathLst>
            </a:custGeom>
            <a:solidFill>
              <a:srgbClr val="EE637F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31" name="pg531"/>
            <p:cNvSpPr/>
            <p:nvPr/>
          </p:nvSpPr>
          <p:spPr>
            <a:xfrm>
              <a:off x="2781287" y="4380988"/>
              <a:ext cx="70632" cy="151512"/>
            </a:xfrm>
            <a:custGeom>
              <a:avLst/>
              <a:pathLst>
                <a:path w="70632" h="151512">
                  <a:moveTo>
                    <a:pt x="70632" y="151512"/>
                  </a:moveTo>
                  <a:lnTo>
                    <a:pt x="0" y="0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32" name="pg532"/>
            <p:cNvSpPr/>
            <p:nvPr/>
          </p:nvSpPr>
          <p:spPr>
            <a:xfrm>
              <a:off x="2781287" y="4380988"/>
              <a:ext cx="70632" cy="151512"/>
            </a:xfrm>
            <a:custGeom>
              <a:avLst/>
              <a:pathLst>
                <a:path w="70632" h="151512">
                  <a:moveTo>
                    <a:pt x="70632" y="151512"/>
                  </a:moveTo>
                  <a:lnTo>
                    <a:pt x="0" y="0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33" name="pg533"/>
            <p:cNvSpPr/>
            <p:nvPr/>
          </p:nvSpPr>
          <p:spPr>
            <a:xfrm>
              <a:off x="2781287" y="4380988"/>
              <a:ext cx="70632" cy="151512"/>
            </a:xfrm>
            <a:custGeom>
              <a:avLst/>
              <a:pathLst>
                <a:path w="70632" h="151512">
                  <a:moveTo>
                    <a:pt x="70632" y="151512"/>
                  </a:moveTo>
                  <a:lnTo>
                    <a:pt x="0" y="0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34" name="pg534"/>
            <p:cNvSpPr/>
            <p:nvPr/>
          </p:nvSpPr>
          <p:spPr>
            <a:xfrm>
              <a:off x="2781287" y="4380988"/>
              <a:ext cx="70632" cy="151512"/>
            </a:xfrm>
            <a:custGeom>
              <a:avLst/>
              <a:pathLst>
                <a:path w="70632" h="151512">
                  <a:moveTo>
                    <a:pt x="70632" y="151512"/>
                  </a:moveTo>
                  <a:lnTo>
                    <a:pt x="0" y="0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35" name="pg535"/>
            <p:cNvSpPr/>
            <p:nvPr/>
          </p:nvSpPr>
          <p:spPr>
            <a:xfrm>
              <a:off x="2781287" y="4380988"/>
              <a:ext cx="70632" cy="151512"/>
            </a:xfrm>
            <a:custGeom>
              <a:avLst/>
              <a:pathLst>
                <a:path w="70632" h="151512">
                  <a:moveTo>
                    <a:pt x="70632" y="151512"/>
                  </a:moveTo>
                  <a:lnTo>
                    <a:pt x="0" y="0"/>
                  </a:lnTo>
                  <a:close/>
                </a:path>
              </a:pathLst>
            </a:custGeom>
            <a:solidFill>
              <a:srgbClr val="FF7F40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36" name="pg536"/>
            <p:cNvSpPr/>
            <p:nvPr/>
          </p:nvSpPr>
          <p:spPr>
            <a:xfrm>
              <a:off x="2781287" y="4380988"/>
              <a:ext cx="70632" cy="151512"/>
            </a:xfrm>
            <a:custGeom>
              <a:avLst/>
              <a:pathLst>
                <a:path w="70632" h="151512">
                  <a:moveTo>
                    <a:pt x="70632" y="151512"/>
                  </a:moveTo>
                  <a:lnTo>
                    <a:pt x="0" y="0"/>
                  </a:lnTo>
                  <a:close/>
                </a:path>
              </a:pathLst>
            </a:custGeom>
            <a:solidFill>
              <a:srgbClr val="BCED54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37" name="pg537"/>
            <p:cNvSpPr/>
            <p:nvPr/>
          </p:nvSpPr>
          <p:spPr>
            <a:xfrm>
              <a:off x="2781287" y="4380988"/>
              <a:ext cx="70632" cy="151512"/>
            </a:xfrm>
            <a:custGeom>
              <a:avLst/>
              <a:pathLst>
                <a:path w="70632" h="151512">
                  <a:moveTo>
                    <a:pt x="70632" y="151512"/>
                  </a:moveTo>
                  <a:lnTo>
                    <a:pt x="0" y="0"/>
                  </a:lnTo>
                  <a:close/>
                </a:path>
              </a:pathLst>
            </a:custGeom>
            <a:solidFill>
              <a:srgbClr val="FFFFFF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38" name="pg538"/>
            <p:cNvSpPr/>
            <p:nvPr/>
          </p:nvSpPr>
          <p:spPr>
            <a:xfrm>
              <a:off x="2781287" y="4213821"/>
              <a:ext cx="167156" cy="318679"/>
            </a:xfrm>
            <a:custGeom>
              <a:avLst/>
              <a:pathLst>
                <a:path w="167156" h="318679">
                  <a:moveTo>
                    <a:pt x="70632" y="318679"/>
                  </a:moveTo>
                  <a:lnTo>
                    <a:pt x="75418" y="316355"/>
                  </a:lnTo>
                  <a:lnTo>
                    <a:pt x="80127" y="313879"/>
                  </a:lnTo>
                  <a:lnTo>
                    <a:pt x="84755" y="311255"/>
                  </a:lnTo>
                  <a:lnTo>
                    <a:pt x="89298" y="308485"/>
                  </a:lnTo>
                  <a:lnTo>
                    <a:pt x="93749" y="305572"/>
                  </a:lnTo>
                  <a:lnTo>
                    <a:pt x="98106" y="302518"/>
                  </a:lnTo>
                  <a:lnTo>
                    <a:pt x="102364" y="299328"/>
                  </a:lnTo>
                  <a:lnTo>
                    <a:pt x="106518" y="296003"/>
                  </a:lnTo>
                  <a:lnTo>
                    <a:pt x="110564" y="292548"/>
                  </a:lnTo>
                  <a:lnTo>
                    <a:pt x="114498" y="288967"/>
                  </a:lnTo>
                  <a:lnTo>
                    <a:pt x="118316" y="285261"/>
                  </a:lnTo>
                  <a:lnTo>
                    <a:pt x="122014" y="281436"/>
                  </a:lnTo>
                  <a:lnTo>
                    <a:pt x="125588" y="277496"/>
                  </a:lnTo>
                  <a:lnTo>
                    <a:pt x="129036" y="273443"/>
                  </a:lnTo>
                  <a:lnTo>
                    <a:pt x="132352" y="269283"/>
                  </a:lnTo>
                  <a:lnTo>
                    <a:pt x="135535" y="265020"/>
                  </a:lnTo>
                  <a:lnTo>
                    <a:pt x="138580" y="260657"/>
                  </a:lnTo>
                  <a:lnTo>
                    <a:pt x="141485" y="256200"/>
                  </a:lnTo>
                  <a:lnTo>
                    <a:pt x="144246" y="251652"/>
                  </a:lnTo>
                  <a:lnTo>
                    <a:pt x="146862" y="247019"/>
                  </a:lnTo>
                  <a:lnTo>
                    <a:pt x="149329" y="242305"/>
                  </a:lnTo>
                  <a:lnTo>
                    <a:pt x="151644" y="237515"/>
                  </a:lnTo>
                  <a:lnTo>
                    <a:pt x="153806" y="232654"/>
                  </a:lnTo>
                  <a:lnTo>
                    <a:pt x="155812" y="227726"/>
                  </a:lnTo>
                  <a:lnTo>
                    <a:pt x="157660" y="222737"/>
                  </a:lnTo>
                  <a:lnTo>
                    <a:pt x="159349" y="217692"/>
                  </a:lnTo>
                  <a:lnTo>
                    <a:pt x="160876" y="212595"/>
                  </a:lnTo>
                  <a:lnTo>
                    <a:pt x="162240" y="207453"/>
                  </a:lnTo>
                  <a:lnTo>
                    <a:pt x="163440" y="202270"/>
                  </a:lnTo>
                  <a:lnTo>
                    <a:pt x="164474" y="197051"/>
                  </a:lnTo>
                  <a:lnTo>
                    <a:pt x="165342" y="191802"/>
                  </a:lnTo>
                  <a:lnTo>
                    <a:pt x="166042" y="186528"/>
                  </a:lnTo>
                  <a:lnTo>
                    <a:pt x="166574" y="181234"/>
                  </a:lnTo>
                  <a:lnTo>
                    <a:pt x="166937" y="175926"/>
                  </a:lnTo>
                  <a:lnTo>
                    <a:pt x="167131" y="170609"/>
                  </a:lnTo>
                  <a:lnTo>
                    <a:pt x="167156" y="165289"/>
                  </a:lnTo>
                  <a:lnTo>
                    <a:pt x="167012" y="159971"/>
                  </a:lnTo>
                  <a:lnTo>
                    <a:pt x="166698" y="154659"/>
                  </a:lnTo>
                  <a:lnTo>
                    <a:pt x="166216" y="149361"/>
                  </a:lnTo>
                  <a:lnTo>
                    <a:pt x="165565" y="144081"/>
                  </a:lnTo>
                  <a:lnTo>
                    <a:pt x="164747" y="138824"/>
                  </a:lnTo>
                  <a:lnTo>
                    <a:pt x="163761" y="133595"/>
                  </a:lnTo>
                  <a:lnTo>
                    <a:pt x="162610" y="128401"/>
                  </a:lnTo>
                  <a:lnTo>
                    <a:pt x="161294" y="123246"/>
                  </a:lnTo>
                  <a:lnTo>
                    <a:pt x="159815" y="118135"/>
                  </a:lnTo>
                  <a:lnTo>
                    <a:pt x="158173" y="113075"/>
                  </a:lnTo>
                  <a:lnTo>
                    <a:pt x="156372" y="108069"/>
                  </a:lnTo>
                  <a:lnTo>
                    <a:pt x="154412" y="103122"/>
                  </a:lnTo>
                  <a:lnTo>
                    <a:pt x="152296" y="98241"/>
                  </a:lnTo>
                  <a:lnTo>
                    <a:pt x="150025" y="93429"/>
                  </a:lnTo>
                  <a:lnTo>
                    <a:pt x="147603" y="88693"/>
                  </a:lnTo>
                  <a:lnTo>
                    <a:pt x="145031" y="84035"/>
                  </a:lnTo>
                  <a:lnTo>
                    <a:pt x="142312" y="79462"/>
                  </a:lnTo>
                  <a:lnTo>
                    <a:pt x="139449" y="74978"/>
                  </a:lnTo>
                  <a:lnTo>
                    <a:pt x="136445" y="70587"/>
                  </a:lnTo>
                  <a:lnTo>
                    <a:pt x="133302" y="66294"/>
                  </a:lnTo>
                  <a:lnTo>
                    <a:pt x="130024" y="62103"/>
                  </a:lnTo>
                  <a:lnTo>
                    <a:pt x="126615" y="58018"/>
                  </a:lnTo>
                  <a:lnTo>
                    <a:pt x="123078" y="54044"/>
                  </a:lnTo>
                  <a:lnTo>
                    <a:pt x="119416" y="50185"/>
                  </a:lnTo>
                  <a:lnTo>
                    <a:pt x="115632" y="46444"/>
                  </a:lnTo>
                  <a:lnTo>
                    <a:pt x="111732" y="42826"/>
                  </a:lnTo>
                  <a:lnTo>
                    <a:pt x="107719" y="39333"/>
                  </a:lnTo>
                  <a:lnTo>
                    <a:pt x="103596" y="35970"/>
                  </a:lnTo>
                  <a:lnTo>
                    <a:pt x="99369" y="32740"/>
                  </a:lnTo>
                  <a:lnTo>
                    <a:pt x="95041" y="29646"/>
                  </a:lnTo>
                  <a:lnTo>
                    <a:pt x="90616" y="26691"/>
                  </a:lnTo>
                  <a:lnTo>
                    <a:pt x="86100" y="23878"/>
                  </a:lnTo>
                  <a:lnTo>
                    <a:pt x="81497" y="21211"/>
                  </a:lnTo>
                  <a:lnTo>
                    <a:pt x="76811" y="18691"/>
                  </a:lnTo>
                  <a:lnTo>
                    <a:pt x="72047" y="16322"/>
                  </a:lnTo>
                  <a:lnTo>
                    <a:pt x="67210" y="14106"/>
                  </a:lnTo>
                  <a:lnTo>
                    <a:pt x="62305" y="12045"/>
                  </a:lnTo>
                  <a:lnTo>
                    <a:pt x="57337" y="10140"/>
                  </a:lnTo>
                  <a:lnTo>
                    <a:pt x="52311" y="8395"/>
                  </a:lnTo>
                  <a:lnTo>
                    <a:pt x="47232" y="6811"/>
                  </a:lnTo>
                  <a:lnTo>
                    <a:pt x="42106" y="5389"/>
                  </a:lnTo>
                  <a:lnTo>
                    <a:pt x="36936" y="4131"/>
                  </a:lnTo>
                  <a:lnTo>
                    <a:pt x="31729" y="3038"/>
                  </a:lnTo>
                  <a:lnTo>
                    <a:pt x="26490" y="2112"/>
                  </a:lnTo>
                  <a:lnTo>
                    <a:pt x="21224" y="1352"/>
                  </a:lnTo>
                  <a:lnTo>
                    <a:pt x="15937" y="761"/>
                  </a:lnTo>
                  <a:lnTo>
                    <a:pt x="10633" y="338"/>
                  </a:lnTo>
                  <a:lnTo>
                    <a:pt x="5319" y="84"/>
                  </a:lnTo>
                  <a:lnTo>
                    <a:pt x="0" y="0"/>
                  </a:lnTo>
                  <a:lnTo>
                    <a:pt x="0" y="167167"/>
                  </a:lnTo>
                  <a:close/>
                </a:path>
              </a:pathLst>
            </a:custGeom>
            <a:solidFill>
              <a:srgbClr val="DCDCDC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39" name="pg539"/>
            <p:cNvSpPr/>
            <p:nvPr/>
          </p:nvSpPr>
          <p:spPr>
            <a:xfrm>
              <a:off x="3086524" y="465928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B155A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40" name="pg540"/>
            <p:cNvSpPr/>
            <p:nvPr/>
          </p:nvSpPr>
          <p:spPr>
            <a:xfrm>
              <a:off x="3086524" y="465928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B155A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41" name="pg541"/>
            <p:cNvSpPr/>
            <p:nvPr/>
          </p:nvSpPr>
          <p:spPr>
            <a:xfrm>
              <a:off x="3086524" y="465928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B155A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42" name="pg542"/>
            <p:cNvSpPr/>
            <p:nvPr/>
          </p:nvSpPr>
          <p:spPr>
            <a:xfrm>
              <a:off x="3086524" y="465928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DCB702">
                <a:alpha val="100000"/>
              </a:srgbClr>
            </a:solidFill>
            <a:ln w="9525" cap="rnd">
              <a:solidFill>
                <a:srgbClr val="B155A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43" name="pg543"/>
            <p:cNvSpPr/>
            <p:nvPr/>
          </p:nvSpPr>
          <p:spPr>
            <a:xfrm>
              <a:off x="3086524" y="465928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B155A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44" name="pg544"/>
            <p:cNvSpPr/>
            <p:nvPr/>
          </p:nvSpPr>
          <p:spPr>
            <a:xfrm>
              <a:off x="3086524" y="465928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B155A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45" name="pg545"/>
            <p:cNvSpPr/>
            <p:nvPr/>
          </p:nvSpPr>
          <p:spPr>
            <a:xfrm>
              <a:off x="3086524" y="465928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B155A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46" name="pg546"/>
            <p:cNvSpPr/>
            <p:nvPr/>
          </p:nvSpPr>
          <p:spPr>
            <a:xfrm>
              <a:off x="3086524" y="465928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B155A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47" name="pg547"/>
            <p:cNvSpPr/>
            <p:nvPr/>
          </p:nvSpPr>
          <p:spPr>
            <a:xfrm>
              <a:off x="3086524" y="465928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B155A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48" name="pg548"/>
            <p:cNvSpPr/>
            <p:nvPr/>
          </p:nvSpPr>
          <p:spPr>
            <a:xfrm>
              <a:off x="3086524" y="465928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B155A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49" name="pg549"/>
            <p:cNvSpPr/>
            <p:nvPr/>
          </p:nvSpPr>
          <p:spPr>
            <a:xfrm>
              <a:off x="3086524" y="465928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B155A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50" name="pg550"/>
            <p:cNvSpPr/>
            <p:nvPr/>
          </p:nvSpPr>
          <p:spPr>
            <a:xfrm>
              <a:off x="3086524" y="465928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B155A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51" name="pg551"/>
            <p:cNvSpPr/>
            <p:nvPr/>
          </p:nvSpPr>
          <p:spPr>
            <a:xfrm>
              <a:off x="3086524" y="465928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B155A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52" name="pg552"/>
            <p:cNvSpPr/>
            <p:nvPr/>
          </p:nvSpPr>
          <p:spPr>
            <a:xfrm>
              <a:off x="3086524" y="465928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B155A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53" name="pg553"/>
            <p:cNvSpPr/>
            <p:nvPr/>
          </p:nvSpPr>
          <p:spPr>
            <a:xfrm>
              <a:off x="3086524" y="465928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B155A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54" name="pg554"/>
            <p:cNvSpPr/>
            <p:nvPr/>
          </p:nvSpPr>
          <p:spPr>
            <a:xfrm>
              <a:off x="3086524" y="465928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B155A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55" name="pg555"/>
            <p:cNvSpPr/>
            <p:nvPr/>
          </p:nvSpPr>
          <p:spPr>
            <a:xfrm>
              <a:off x="2919358" y="4659281"/>
              <a:ext cx="167166" cy="199742"/>
            </a:xfrm>
            <a:custGeom>
              <a:avLst/>
              <a:pathLst>
                <a:path w="167166" h="199742">
                  <a:moveTo>
                    <a:pt x="167166" y="0"/>
                  </a:moveTo>
                  <a:lnTo>
                    <a:pt x="161797" y="86"/>
                  </a:lnTo>
                  <a:lnTo>
                    <a:pt x="156433" y="344"/>
                  </a:lnTo>
                  <a:lnTo>
                    <a:pt x="151080" y="775"/>
                  </a:lnTo>
                  <a:lnTo>
                    <a:pt x="145744" y="1378"/>
                  </a:lnTo>
                  <a:lnTo>
                    <a:pt x="140429" y="2151"/>
                  </a:lnTo>
                  <a:lnTo>
                    <a:pt x="135143" y="3095"/>
                  </a:lnTo>
                  <a:lnTo>
                    <a:pt x="129889" y="4209"/>
                  </a:lnTo>
                  <a:lnTo>
                    <a:pt x="124674" y="5490"/>
                  </a:lnTo>
                  <a:lnTo>
                    <a:pt x="119503" y="6938"/>
                  </a:lnTo>
                  <a:lnTo>
                    <a:pt x="114381" y="8552"/>
                  </a:lnTo>
                  <a:lnTo>
                    <a:pt x="109314" y="10329"/>
                  </a:lnTo>
                  <a:lnTo>
                    <a:pt x="104306" y="12268"/>
                  </a:lnTo>
                  <a:lnTo>
                    <a:pt x="99363" y="14367"/>
                  </a:lnTo>
                  <a:lnTo>
                    <a:pt x="94490" y="16624"/>
                  </a:lnTo>
                  <a:lnTo>
                    <a:pt x="89692" y="19036"/>
                  </a:lnTo>
                  <a:lnTo>
                    <a:pt x="84974" y="21601"/>
                  </a:lnTo>
                  <a:lnTo>
                    <a:pt x="80341" y="24316"/>
                  </a:lnTo>
                  <a:lnTo>
                    <a:pt x="75797" y="27179"/>
                  </a:lnTo>
                  <a:lnTo>
                    <a:pt x="71348" y="30186"/>
                  </a:lnTo>
                  <a:lnTo>
                    <a:pt x="66997" y="33334"/>
                  </a:lnTo>
                  <a:lnTo>
                    <a:pt x="62750" y="36621"/>
                  </a:lnTo>
                  <a:lnTo>
                    <a:pt x="58611" y="40042"/>
                  </a:lnTo>
                  <a:lnTo>
                    <a:pt x="54584" y="43594"/>
                  </a:lnTo>
                  <a:lnTo>
                    <a:pt x="50673" y="47274"/>
                  </a:lnTo>
                  <a:lnTo>
                    <a:pt x="46882" y="51078"/>
                  </a:lnTo>
                  <a:lnTo>
                    <a:pt x="43215" y="55001"/>
                  </a:lnTo>
                  <a:lnTo>
                    <a:pt x="39676" y="59041"/>
                  </a:lnTo>
                  <a:lnTo>
                    <a:pt x="36269" y="63191"/>
                  </a:lnTo>
                  <a:lnTo>
                    <a:pt x="32997" y="67449"/>
                  </a:lnTo>
                  <a:lnTo>
                    <a:pt x="29863" y="71810"/>
                  </a:lnTo>
                  <a:lnTo>
                    <a:pt x="26871" y="76270"/>
                  </a:lnTo>
                  <a:lnTo>
                    <a:pt x="24024" y="80823"/>
                  </a:lnTo>
                  <a:lnTo>
                    <a:pt x="21324" y="85465"/>
                  </a:lnTo>
                  <a:lnTo>
                    <a:pt x="18775" y="90192"/>
                  </a:lnTo>
                  <a:lnTo>
                    <a:pt x="16379" y="94998"/>
                  </a:lnTo>
                  <a:lnTo>
                    <a:pt x="14139" y="99879"/>
                  </a:lnTo>
                  <a:lnTo>
                    <a:pt x="12057" y="104829"/>
                  </a:lnTo>
                  <a:lnTo>
                    <a:pt x="10134" y="109843"/>
                  </a:lnTo>
                  <a:lnTo>
                    <a:pt x="8374" y="114916"/>
                  </a:lnTo>
                  <a:lnTo>
                    <a:pt x="6778" y="120044"/>
                  </a:lnTo>
                  <a:lnTo>
                    <a:pt x="5347" y="125220"/>
                  </a:lnTo>
                  <a:lnTo>
                    <a:pt x="4083" y="130439"/>
                  </a:lnTo>
                  <a:lnTo>
                    <a:pt x="2988" y="135696"/>
                  </a:lnTo>
                  <a:lnTo>
                    <a:pt x="2061" y="140986"/>
                  </a:lnTo>
                  <a:lnTo>
                    <a:pt x="1306" y="146303"/>
                  </a:lnTo>
                  <a:lnTo>
                    <a:pt x="721" y="151641"/>
                  </a:lnTo>
                  <a:lnTo>
                    <a:pt x="308" y="156995"/>
                  </a:lnTo>
                  <a:lnTo>
                    <a:pt x="68" y="162360"/>
                  </a:lnTo>
                  <a:lnTo>
                    <a:pt x="0" y="167730"/>
                  </a:lnTo>
                  <a:lnTo>
                    <a:pt x="104" y="173099"/>
                  </a:lnTo>
                  <a:lnTo>
                    <a:pt x="381" y="178462"/>
                  </a:lnTo>
                  <a:lnTo>
                    <a:pt x="829" y="183813"/>
                  </a:lnTo>
                  <a:lnTo>
                    <a:pt x="1450" y="189147"/>
                  </a:lnTo>
                  <a:lnTo>
                    <a:pt x="2241" y="194459"/>
                  </a:lnTo>
                  <a:lnTo>
                    <a:pt x="3203" y="199742"/>
                  </a:lnTo>
                  <a:lnTo>
                    <a:pt x="167166" y="167167"/>
                  </a:lnTo>
                  <a:close/>
                </a:path>
              </a:pathLst>
            </a:custGeom>
            <a:solidFill>
              <a:srgbClr val="B155A7">
                <a:alpha val="100000"/>
              </a:srgbClr>
            </a:solidFill>
            <a:ln w="9525" cap="rnd">
              <a:solidFill>
                <a:srgbClr val="B155A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56" name="pg556"/>
            <p:cNvSpPr/>
            <p:nvPr/>
          </p:nvSpPr>
          <p:spPr>
            <a:xfrm>
              <a:off x="2922562" y="4826449"/>
              <a:ext cx="163962" cy="32575"/>
            </a:xfrm>
            <a:custGeom>
              <a:avLst/>
              <a:pathLst>
                <a:path w="163962" h="32575">
                  <a:moveTo>
                    <a:pt x="0" y="32575"/>
                  </a:moveTo>
                  <a:lnTo>
                    <a:pt x="163962" y="0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B155A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57" name="pg557"/>
            <p:cNvSpPr/>
            <p:nvPr/>
          </p:nvSpPr>
          <p:spPr>
            <a:xfrm>
              <a:off x="2922562" y="4826449"/>
              <a:ext cx="163962" cy="32575"/>
            </a:xfrm>
            <a:custGeom>
              <a:avLst/>
              <a:pathLst>
                <a:path w="163962" h="32575">
                  <a:moveTo>
                    <a:pt x="0" y="32575"/>
                  </a:moveTo>
                  <a:lnTo>
                    <a:pt x="163962" y="0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B155A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58" name="pg558"/>
            <p:cNvSpPr/>
            <p:nvPr/>
          </p:nvSpPr>
          <p:spPr>
            <a:xfrm>
              <a:off x="2922562" y="4826449"/>
              <a:ext cx="163962" cy="32575"/>
            </a:xfrm>
            <a:custGeom>
              <a:avLst/>
              <a:pathLst>
                <a:path w="163962" h="32575">
                  <a:moveTo>
                    <a:pt x="0" y="32575"/>
                  </a:moveTo>
                  <a:lnTo>
                    <a:pt x="163962" y="0"/>
                  </a:lnTo>
                  <a:close/>
                </a:path>
              </a:pathLst>
            </a:custGeom>
            <a:solidFill>
              <a:srgbClr val="EE637F">
                <a:alpha val="100000"/>
              </a:srgbClr>
            </a:solidFill>
            <a:ln w="9525" cap="rnd">
              <a:solidFill>
                <a:srgbClr val="B155A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59" name="pg559"/>
            <p:cNvSpPr/>
            <p:nvPr/>
          </p:nvSpPr>
          <p:spPr>
            <a:xfrm>
              <a:off x="2922562" y="4826449"/>
              <a:ext cx="163962" cy="32575"/>
            </a:xfrm>
            <a:custGeom>
              <a:avLst/>
              <a:pathLst>
                <a:path w="163962" h="32575">
                  <a:moveTo>
                    <a:pt x="0" y="32575"/>
                  </a:moveTo>
                  <a:lnTo>
                    <a:pt x="163962" y="0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B155A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60" name="pg560"/>
            <p:cNvSpPr/>
            <p:nvPr/>
          </p:nvSpPr>
          <p:spPr>
            <a:xfrm>
              <a:off x="2922562" y="4826449"/>
              <a:ext cx="163962" cy="32575"/>
            </a:xfrm>
            <a:custGeom>
              <a:avLst/>
              <a:pathLst>
                <a:path w="163962" h="32575">
                  <a:moveTo>
                    <a:pt x="0" y="32575"/>
                  </a:moveTo>
                  <a:lnTo>
                    <a:pt x="163962" y="0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B155A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61" name="pg561"/>
            <p:cNvSpPr/>
            <p:nvPr/>
          </p:nvSpPr>
          <p:spPr>
            <a:xfrm>
              <a:off x="2922562" y="4826449"/>
              <a:ext cx="163962" cy="32575"/>
            </a:xfrm>
            <a:custGeom>
              <a:avLst/>
              <a:pathLst>
                <a:path w="163962" h="32575">
                  <a:moveTo>
                    <a:pt x="0" y="32575"/>
                  </a:moveTo>
                  <a:lnTo>
                    <a:pt x="163962" y="0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B155A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62" name="pg562"/>
            <p:cNvSpPr/>
            <p:nvPr/>
          </p:nvSpPr>
          <p:spPr>
            <a:xfrm>
              <a:off x="2922562" y="4826449"/>
              <a:ext cx="163962" cy="32575"/>
            </a:xfrm>
            <a:custGeom>
              <a:avLst/>
              <a:pathLst>
                <a:path w="163962" h="32575">
                  <a:moveTo>
                    <a:pt x="0" y="32575"/>
                  </a:moveTo>
                  <a:lnTo>
                    <a:pt x="163962" y="0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B155A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63" name="pg563"/>
            <p:cNvSpPr/>
            <p:nvPr/>
          </p:nvSpPr>
          <p:spPr>
            <a:xfrm>
              <a:off x="2922562" y="4826449"/>
              <a:ext cx="163962" cy="32575"/>
            </a:xfrm>
            <a:custGeom>
              <a:avLst/>
              <a:pathLst>
                <a:path w="163962" h="32575">
                  <a:moveTo>
                    <a:pt x="0" y="32575"/>
                  </a:moveTo>
                  <a:lnTo>
                    <a:pt x="163962" y="0"/>
                  </a:lnTo>
                  <a:close/>
                </a:path>
              </a:pathLst>
            </a:custGeom>
            <a:solidFill>
              <a:srgbClr val="FF7F40">
                <a:alpha val="100000"/>
              </a:srgbClr>
            </a:solidFill>
            <a:ln w="9525" cap="rnd">
              <a:solidFill>
                <a:srgbClr val="B155A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64" name="pg564"/>
            <p:cNvSpPr/>
            <p:nvPr/>
          </p:nvSpPr>
          <p:spPr>
            <a:xfrm>
              <a:off x="2922562" y="4826449"/>
              <a:ext cx="163962" cy="32575"/>
            </a:xfrm>
            <a:custGeom>
              <a:avLst/>
              <a:pathLst>
                <a:path w="163962" h="32575">
                  <a:moveTo>
                    <a:pt x="0" y="32575"/>
                  </a:moveTo>
                  <a:lnTo>
                    <a:pt x="163962" y="0"/>
                  </a:lnTo>
                  <a:close/>
                </a:path>
              </a:pathLst>
            </a:custGeom>
            <a:solidFill>
              <a:srgbClr val="BCED54">
                <a:alpha val="100000"/>
              </a:srgbClr>
            </a:solidFill>
            <a:ln w="9525" cap="rnd">
              <a:solidFill>
                <a:srgbClr val="B155A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65" name="pg565"/>
            <p:cNvSpPr/>
            <p:nvPr/>
          </p:nvSpPr>
          <p:spPr>
            <a:xfrm>
              <a:off x="2922562" y="4826449"/>
              <a:ext cx="163962" cy="50373"/>
            </a:xfrm>
            <a:custGeom>
              <a:avLst/>
              <a:pathLst>
                <a:path w="163962" h="50373">
                  <a:moveTo>
                    <a:pt x="0" y="32575"/>
                  </a:moveTo>
                  <a:lnTo>
                    <a:pt x="2038" y="41537"/>
                  </a:lnTo>
                  <a:lnTo>
                    <a:pt x="4565" y="50373"/>
                  </a:lnTo>
                  <a:lnTo>
                    <a:pt x="163962" y="0"/>
                  </a:lnTo>
                  <a:close/>
                </a:path>
              </a:pathLst>
            </a:custGeom>
            <a:solidFill>
              <a:srgbClr val="FFFFFF">
                <a:alpha val="100000"/>
              </a:srgbClr>
            </a:solidFill>
            <a:ln w="9525" cap="rnd">
              <a:solidFill>
                <a:srgbClr val="B155A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66" name="pg566"/>
            <p:cNvSpPr/>
            <p:nvPr/>
          </p:nvSpPr>
          <p:spPr>
            <a:xfrm>
              <a:off x="2927127" y="4659281"/>
              <a:ext cx="326547" cy="334333"/>
            </a:xfrm>
            <a:custGeom>
              <a:avLst/>
              <a:pathLst>
                <a:path w="326547" h="334333">
                  <a:moveTo>
                    <a:pt x="0" y="217541"/>
                  </a:moveTo>
                  <a:lnTo>
                    <a:pt x="1676" y="222567"/>
                  </a:lnTo>
                  <a:lnTo>
                    <a:pt x="3511" y="227538"/>
                  </a:lnTo>
                  <a:lnTo>
                    <a:pt x="5503" y="232449"/>
                  </a:lnTo>
                  <a:lnTo>
                    <a:pt x="7649" y="237294"/>
                  </a:lnTo>
                  <a:lnTo>
                    <a:pt x="9948" y="242068"/>
                  </a:lnTo>
                  <a:lnTo>
                    <a:pt x="12397" y="246767"/>
                  </a:lnTo>
                  <a:lnTo>
                    <a:pt x="14994" y="251386"/>
                  </a:lnTo>
                  <a:lnTo>
                    <a:pt x="17736" y="255921"/>
                  </a:lnTo>
                  <a:lnTo>
                    <a:pt x="20620" y="260366"/>
                  </a:lnTo>
                  <a:lnTo>
                    <a:pt x="23644" y="264718"/>
                  </a:lnTo>
                  <a:lnTo>
                    <a:pt x="26804" y="268971"/>
                  </a:lnTo>
                  <a:lnTo>
                    <a:pt x="30097" y="273123"/>
                  </a:lnTo>
                  <a:lnTo>
                    <a:pt x="33520" y="277167"/>
                  </a:lnTo>
                  <a:lnTo>
                    <a:pt x="37070" y="281102"/>
                  </a:lnTo>
                  <a:lnTo>
                    <a:pt x="40743" y="284922"/>
                  </a:lnTo>
                  <a:lnTo>
                    <a:pt x="44534" y="288623"/>
                  </a:lnTo>
                  <a:lnTo>
                    <a:pt x="48442" y="292203"/>
                  </a:lnTo>
                  <a:lnTo>
                    <a:pt x="52460" y="295657"/>
                  </a:lnTo>
                  <a:lnTo>
                    <a:pt x="56586" y="298981"/>
                  </a:lnTo>
                  <a:lnTo>
                    <a:pt x="60816" y="302174"/>
                  </a:lnTo>
                  <a:lnTo>
                    <a:pt x="65144" y="305230"/>
                  </a:lnTo>
                  <a:lnTo>
                    <a:pt x="69568" y="308148"/>
                  </a:lnTo>
                  <a:lnTo>
                    <a:pt x="74081" y="310924"/>
                  </a:lnTo>
                  <a:lnTo>
                    <a:pt x="78680" y="313556"/>
                  </a:lnTo>
                  <a:lnTo>
                    <a:pt x="83361" y="316041"/>
                  </a:lnTo>
                  <a:lnTo>
                    <a:pt x="88117" y="318376"/>
                  </a:lnTo>
                  <a:lnTo>
                    <a:pt x="92946" y="320559"/>
                  </a:lnTo>
                  <a:lnTo>
                    <a:pt x="97841" y="322588"/>
                  </a:lnTo>
                  <a:lnTo>
                    <a:pt x="102798" y="324461"/>
                  </a:lnTo>
                  <a:lnTo>
                    <a:pt x="107812" y="326176"/>
                  </a:lnTo>
                  <a:lnTo>
                    <a:pt x="112877" y="327731"/>
                  </a:lnTo>
                  <a:lnTo>
                    <a:pt x="117990" y="329125"/>
                  </a:lnTo>
                  <a:lnTo>
                    <a:pt x="123144" y="330356"/>
                  </a:lnTo>
                  <a:lnTo>
                    <a:pt x="128334" y="331423"/>
                  </a:lnTo>
                  <a:lnTo>
                    <a:pt x="133556" y="332325"/>
                  </a:lnTo>
                  <a:lnTo>
                    <a:pt x="138803" y="333061"/>
                  </a:lnTo>
                  <a:lnTo>
                    <a:pt x="144072" y="333630"/>
                  </a:lnTo>
                  <a:lnTo>
                    <a:pt x="149355" y="334033"/>
                  </a:lnTo>
                  <a:lnTo>
                    <a:pt x="154649" y="334267"/>
                  </a:lnTo>
                  <a:lnTo>
                    <a:pt x="159948" y="334333"/>
                  </a:lnTo>
                  <a:lnTo>
                    <a:pt x="165246" y="334232"/>
                  </a:lnTo>
                  <a:lnTo>
                    <a:pt x="170538" y="333963"/>
                  </a:lnTo>
                  <a:lnTo>
                    <a:pt x="175819" y="333526"/>
                  </a:lnTo>
                  <a:lnTo>
                    <a:pt x="181083" y="332922"/>
                  </a:lnTo>
                  <a:lnTo>
                    <a:pt x="186326" y="332151"/>
                  </a:lnTo>
                  <a:lnTo>
                    <a:pt x="191541" y="331215"/>
                  </a:lnTo>
                  <a:lnTo>
                    <a:pt x="196725" y="330113"/>
                  </a:lnTo>
                  <a:lnTo>
                    <a:pt x="201871" y="328848"/>
                  </a:lnTo>
                  <a:lnTo>
                    <a:pt x="206974" y="327421"/>
                  </a:lnTo>
                  <a:lnTo>
                    <a:pt x="212029" y="325833"/>
                  </a:lnTo>
                  <a:lnTo>
                    <a:pt x="217031" y="324085"/>
                  </a:lnTo>
                  <a:lnTo>
                    <a:pt x="221976" y="322179"/>
                  </a:lnTo>
                  <a:lnTo>
                    <a:pt x="226857" y="320118"/>
                  </a:lnTo>
                  <a:lnTo>
                    <a:pt x="231671" y="317903"/>
                  </a:lnTo>
                  <a:lnTo>
                    <a:pt x="236412" y="315536"/>
                  </a:lnTo>
                  <a:lnTo>
                    <a:pt x="241076" y="313021"/>
                  </a:lnTo>
                  <a:lnTo>
                    <a:pt x="245658" y="310359"/>
                  </a:lnTo>
                  <a:lnTo>
                    <a:pt x="250153" y="307553"/>
                  </a:lnTo>
                  <a:lnTo>
                    <a:pt x="254557" y="304606"/>
                  </a:lnTo>
                  <a:lnTo>
                    <a:pt x="258865" y="301521"/>
                  </a:lnTo>
                  <a:lnTo>
                    <a:pt x="263074" y="298301"/>
                  </a:lnTo>
                  <a:lnTo>
                    <a:pt x="267178" y="294949"/>
                  </a:lnTo>
                  <a:lnTo>
                    <a:pt x="271174" y="291468"/>
                  </a:lnTo>
                  <a:lnTo>
                    <a:pt x="275057" y="287863"/>
                  </a:lnTo>
                  <a:lnTo>
                    <a:pt x="278824" y="284137"/>
                  </a:lnTo>
                  <a:lnTo>
                    <a:pt x="282472" y="280293"/>
                  </a:lnTo>
                  <a:lnTo>
                    <a:pt x="285995" y="276335"/>
                  </a:lnTo>
                  <a:lnTo>
                    <a:pt x="289392" y="272268"/>
                  </a:lnTo>
                  <a:lnTo>
                    <a:pt x="292658" y="268095"/>
                  </a:lnTo>
                  <a:lnTo>
                    <a:pt x="295790" y="263820"/>
                  </a:lnTo>
                  <a:lnTo>
                    <a:pt x="298785" y="259449"/>
                  </a:lnTo>
                  <a:lnTo>
                    <a:pt x="301639" y="254985"/>
                  </a:lnTo>
                  <a:lnTo>
                    <a:pt x="304351" y="250432"/>
                  </a:lnTo>
                  <a:lnTo>
                    <a:pt x="306917" y="245796"/>
                  </a:lnTo>
                  <a:lnTo>
                    <a:pt x="309335" y="241081"/>
                  </a:lnTo>
                  <a:lnTo>
                    <a:pt x="311603" y="236292"/>
                  </a:lnTo>
                  <a:lnTo>
                    <a:pt x="313717" y="231433"/>
                  </a:lnTo>
                  <a:lnTo>
                    <a:pt x="315677" y="226509"/>
                  </a:lnTo>
                  <a:lnTo>
                    <a:pt x="317479" y="221526"/>
                  </a:lnTo>
                  <a:lnTo>
                    <a:pt x="319122" y="216489"/>
                  </a:lnTo>
                  <a:lnTo>
                    <a:pt x="320605" y="211401"/>
                  </a:lnTo>
                  <a:lnTo>
                    <a:pt x="321926" y="206270"/>
                  </a:lnTo>
                  <a:lnTo>
                    <a:pt x="323084" y="201099"/>
                  </a:lnTo>
                  <a:lnTo>
                    <a:pt x="324077" y="195894"/>
                  </a:lnTo>
                  <a:lnTo>
                    <a:pt x="324905" y="190660"/>
                  </a:lnTo>
                  <a:lnTo>
                    <a:pt x="325566" y="185402"/>
                  </a:lnTo>
                  <a:lnTo>
                    <a:pt x="326061" y="180126"/>
                  </a:lnTo>
                  <a:lnTo>
                    <a:pt x="326388" y="174838"/>
                  </a:lnTo>
                  <a:lnTo>
                    <a:pt x="326547" y="169541"/>
                  </a:lnTo>
                  <a:lnTo>
                    <a:pt x="326538" y="164242"/>
                  </a:lnTo>
                  <a:lnTo>
                    <a:pt x="326362" y="158946"/>
                  </a:lnTo>
                  <a:lnTo>
                    <a:pt x="326017" y="153658"/>
                  </a:lnTo>
                  <a:lnTo>
                    <a:pt x="325505" y="148384"/>
                  </a:lnTo>
                  <a:lnTo>
                    <a:pt x="324827" y="143129"/>
                  </a:lnTo>
                  <a:lnTo>
                    <a:pt x="323982" y="137897"/>
                  </a:lnTo>
                  <a:lnTo>
                    <a:pt x="322971" y="132696"/>
                  </a:lnTo>
                  <a:lnTo>
                    <a:pt x="321797" y="127529"/>
                  </a:lnTo>
                  <a:lnTo>
                    <a:pt x="320459" y="122401"/>
                  </a:lnTo>
                  <a:lnTo>
                    <a:pt x="318959" y="117319"/>
                  </a:lnTo>
                  <a:lnTo>
                    <a:pt x="317299" y="112287"/>
                  </a:lnTo>
                  <a:lnTo>
                    <a:pt x="315480" y="107310"/>
                  </a:lnTo>
                  <a:lnTo>
                    <a:pt x="313505" y="102393"/>
                  </a:lnTo>
                  <a:lnTo>
                    <a:pt x="311374" y="97541"/>
                  </a:lnTo>
                  <a:lnTo>
                    <a:pt x="309091" y="92759"/>
                  </a:lnTo>
                  <a:lnTo>
                    <a:pt x="306657" y="88052"/>
                  </a:lnTo>
                  <a:lnTo>
                    <a:pt x="304076" y="83424"/>
                  </a:lnTo>
                  <a:lnTo>
                    <a:pt x="301349" y="78881"/>
                  </a:lnTo>
                  <a:lnTo>
                    <a:pt x="298480" y="74426"/>
                  </a:lnTo>
                  <a:lnTo>
                    <a:pt x="295470" y="70064"/>
                  </a:lnTo>
                  <a:lnTo>
                    <a:pt x="292324" y="65800"/>
                  </a:lnTo>
                  <a:lnTo>
                    <a:pt x="289045" y="61638"/>
                  </a:lnTo>
                  <a:lnTo>
                    <a:pt x="285635" y="57582"/>
                  </a:lnTo>
                  <a:lnTo>
                    <a:pt x="282098" y="53636"/>
                  </a:lnTo>
                  <a:lnTo>
                    <a:pt x="278438" y="49804"/>
                  </a:lnTo>
                  <a:lnTo>
                    <a:pt x="274659" y="46090"/>
                  </a:lnTo>
                  <a:lnTo>
                    <a:pt x="270763" y="42498"/>
                  </a:lnTo>
                  <a:lnTo>
                    <a:pt x="266756" y="39031"/>
                  </a:lnTo>
                  <a:lnTo>
                    <a:pt x="262641" y="35692"/>
                  </a:lnTo>
                  <a:lnTo>
                    <a:pt x="258422" y="32486"/>
                  </a:lnTo>
                  <a:lnTo>
                    <a:pt x="254103" y="29415"/>
                  </a:lnTo>
                  <a:lnTo>
                    <a:pt x="249690" y="26483"/>
                  </a:lnTo>
                  <a:lnTo>
                    <a:pt x="245186" y="23691"/>
                  </a:lnTo>
                  <a:lnTo>
                    <a:pt x="240595" y="21044"/>
                  </a:lnTo>
                  <a:lnTo>
                    <a:pt x="235923" y="18544"/>
                  </a:lnTo>
                  <a:lnTo>
                    <a:pt x="231174" y="16194"/>
                  </a:lnTo>
                  <a:lnTo>
                    <a:pt x="226353" y="13994"/>
                  </a:lnTo>
                  <a:lnTo>
                    <a:pt x="221464" y="11949"/>
                  </a:lnTo>
                  <a:lnTo>
                    <a:pt x="216514" y="10060"/>
                  </a:lnTo>
                  <a:lnTo>
                    <a:pt x="211506" y="8329"/>
                  </a:lnTo>
                  <a:lnTo>
                    <a:pt x="206445" y="6757"/>
                  </a:lnTo>
                  <a:lnTo>
                    <a:pt x="201337" y="5346"/>
                  </a:lnTo>
                  <a:lnTo>
                    <a:pt x="196187" y="4098"/>
                  </a:lnTo>
                  <a:lnTo>
                    <a:pt x="191000" y="3014"/>
                  </a:lnTo>
                  <a:lnTo>
                    <a:pt x="185782" y="2095"/>
                  </a:lnTo>
                  <a:lnTo>
                    <a:pt x="180537" y="1342"/>
                  </a:lnTo>
                  <a:lnTo>
                    <a:pt x="175270" y="755"/>
                  </a:lnTo>
                  <a:lnTo>
                    <a:pt x="169988" y="335"/>
                  </a:lnTo>
                  <a:lnTo>
                    <a:pt x="164695" y="83"/>
                  </a:lnTo>
                  <a:lnTo>
                    <a:pt x="159397" y="0"/>
                  </a:lnTo>
                  <a:lnTo>
                    <a:pt x="159397" y="167167"/>
                  </a:lnTo>
                  <a:close/>
                </a:path>
              </a:pathLst>
            </a:custGeom>
            <a:solidFill>
              <a:srgbClr val="DCDCDC">
                <a:alpha val="100000"/>
              </a:srgbClr>
            </a:solidFill>
            <a:ln w="9525" cap="rnd">
              <a:solidFill>
                <a:srgbClr val="B155A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67" name="pg567"/>
            <p:cNvSpPr/>
            <p:nvPr/>
          </p:nvSpPr>
          <p:spPr>
            <a:xfrm>
              <a:off x="3488720" y="501821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68" name="pg568"/>
            <p:cNvSpPr/>
            <p:nvPr/>
          </p:nvSpPr>
          <p:spPr>
            <a:xfrm>
              <a:off x="3488720" y="501821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69" name="pg569"/>
            <p:cNvSpPr/>
            <p:nvPr/>
          </p:nvSpPr>
          <p:spPr>
            <a:xfrm>
              <a:off x="3488720" y="501821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70" name="pg570"/>
            <p:cNvSpPr/>
            <p:nvPr/>
          </p:nvSpPr>
          <p:spPr>
            <a:xfrm>
              <a:off x="3488720" y="501821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DCB702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71" name="pg571"/>
            <p:cNvSpPr/>
            <p:nvPr/>
          </p:nvSpPr>
          <p:spPr>
            <a:xfrm>
              <a:off x="3488720" y="501821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72" name="pg572"/>
            <p:cNvSpPr/>
            <p:nvPr/>
          </p:nvSpPr>
          <p:spPr>
            <a:xfrm>
              <a:off x="3488720" y="501821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73" name="pg573"/>
            <p:cNvSpPr/>
            <p:nvPr/>
          </p:nvSpPr>
          <p:spPr>
            <a:xfrm>
              <a:off x="3488720" y="501821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74" name="pg574"/>
            <p:cNvSpPr/>
            <p:nvPr/>
          </p:nvSpPr>
          <p:spPr>
            <a:xfrm>
              <a:off x="3488720" y="501821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75" name="pg575"/>
            <p:cNvSpPr/>
            <p:nvPr/>
          </p:nvSpPr>
          <p:spPr>
            <a:xfrm>
              <a:off x="3488720" y="501821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76" name="pg576"/>
            <p:cNvSpPr/>
            <p:nvPr/>
          </p:nvSpPr>
          <p:spPr>
            <a:xfrm>
              <a:off x="3488720" y="501821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77" name="pg577"/>
            <p:cNvSpPr/>
            <p:nvPr/>
          </p:nvSpPr>
          <p:spPr>
            <a:xfrm>
              <a:off x="3488720" y="501821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78" name="pg578"/>
            <p:cNvSpPr/>
            <p:nvPr/>
          </p:nvSpPr>
          <p:spPr>
            <a:xfrm>
              <a:off x="3488720" y="501821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79" name="pg579"/>
            <p:cNvSpPr/>
            <p:nvPr/>
          </p:nvSpPr>
          <p:spPr>
            <a:xfrm>
              <a:off x="3488720" y="501821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80" name="pg580"/>
            <p:cNvSpPr/>
            <p:nvPr/>
          </p:nvSpPr>
          <p:spPr>
            <a:xfrm>
              <a:off x="3488720" y="501821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81" name="pg581"/>
            <p:cNvSpPr/>
            <p:nvPr/>
          </p:nvSpPr>
          <p:spPr>
            <a:xfrm>
              <a:off x="3488720" y="501821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82" name="pg582"/>
            <p:cNvSpPr/>
            <p:nvPr/>
          </p:nvSpPr>
          <p:spPr>
            <a:xfrm>
              <a:off x="3488720" y="501821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83" name="pg583"/>
            <p:cNvSpPr/>
            <p:nvPr/>
          </p:nvSpPr>
          <p:spPr>
            <a:xfrm>
              <a:off x="3488720" y="501821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B155A7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84" name="pg584"/>
            <p:cNvSpPr/>
            <p:nvPr/>
          </p:nvSpPr>
          <p:spPr>
            <a:xfrm>
              <a:off x="3488720" y="501821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85" name="pg585"/>
            <p:cNvSpPr/>
            <p:nvPr/>
          </p:nvSpPr>
          <p:spPr>
            <a:xfrm>
              <a:off x="3488720" y="501821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86" name="pg586"/>
            <p:cNvSpPr/>
            <p:nvPr/>
          </p:nvSpPr>
          <p:spPr>
            <a:xfrm>
              <a:off x="3488720" y="501821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EE637F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87" name="pg587"/>
            <p:cNvSpPr/>
            <p:nvPr/>
          </p:nvSpPr>
          <p:spPr>
            <a:xfrm>
              <a:off x="3488720" y="501821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88" name="pg588"/>
            <p:cNvSpPr/>
            <p:nvPr/>
          </p:nvSpPr>
          <p:spPr>
            <a:xfrm>
              <a:off x="3488720" y="501821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89" name="pg589"/>
            <p:cNvSpPr/>
            <p:nvPr/>
          </p:nvSpPr>
          <p:spPr>
            <a:xfrm>
              <a:off x="3488720" y="501821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90" name="pg590"/>
            <p:cNvSpPr/>
            <p:nvPr/>
          </p:nvSpPr>
          <p:spPr>
            <a:xfrm>
              <a:off x="3488720" y="501821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91" name="pg591"/>
            <p:cNvSpPr/>
            <p:nvPr/>
          </p:nvSpPr>
          <p:spPr>
            <a:xfrm>
              <a:off x="3488720" y="501821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F7F40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92" name="pg592"/>
            <p:cNvSpPr/>
            <p:nvPr/>
          </p:nvSpPr>
          <p:spPr>
            <a:xfrm>
              <a:off x="3488720" y="501821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BCED54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93" name="pg593"/>
            <p:cNvSpPr/>
            <p:nvPr/>
          </p:nvSpPr>
          <p:spPr>
            <a:xfrm>
              <a:off x="3321558" y="5018213"/>
              <a:ext cx="334324" cy="334314"/>
            </a:xfrm>
            <a:custGeom>
              <a:avLst/>
              <a:pathLst>
                <a:path w="334324" h="334314">
                  <a:moveTo>
                    <a:pt x="167162" y="0"/>
                  </a:moveTo>
                  <a:lnTo>
                    <a:pt x="161885" y="83"/>
                  </a:lnTo>
                  <a:lnTo>
                    <a:pt x="156613" y="333"/>
                  </a:lnTo>
                  <a:lnTo>
                    <a:pt x="151351" y="749"/>
                  </a:lnTo>
                  <a:lnTo>
                    <a:pt x="146105" y="1331"/>
                  </a:lnTo>
                  <a:lnTo>
                    <a:pt x="140881" y="2078"/>
                  </a:lnTo>
                  <a:lnTo>
                    <a:pt x="135682" y="2990"/>
                  </a:lnTo>
                  <a:lnTo>
                    <a:pt x="130515" y="4066"/>
                  </a:lnTo>
                  <a:lnTo>
                    <a:pt x="125384" y="5304"/>
                  </a:lnTo>
                  <a:lnTo>
                    <a:pt x="120295" y="6704"/>
                  </a:lnTo>
                  <a:lnTo>
                    <a:pt x="115253" y="8263"/>
                  </a:lnTo>
                  <a:lnTo>
                    <a:pt x="110263" y="9981"/>
                  </a:lnTo>
                  <a:lnTo>
                    <a:pt x="105329" y="11855"/>
                  </a:lnTo>
                  <a:lnTo>
                    <a:pt x="100457" y="13885"/>
                  </a:lnTo>
                  <a:lnTo>
                    <a:pt x="95651" y="16067"/>
                  </a:lnTo>
                  <a:lnTo>
                    <a:pt x="90917" y="18400"/>
                  </a:lnTo>
                  <a:lnTo>
                    <a:pt x="86258" y="20881"/>
                  </a:lnTo>
                  <a:lnTo>
                    <a:pt x="81681" y="23508"/>
                  </a:lnTo>
                  <a:lnTo>
                    <a:pt x="77188" y="26278"/>
                  </a:lnTo>
                  <a:lnTo>
                    <a:pt x="72785" y="29188"/>
                  </a:lnTo>
                  <a:lnTo>
                    <a:pt x="68477" y="32237"/>
                  </a:lnTo>
                  <a:lnTo>
                    <a:pt x="64266" y="35419"/>
                  </a:lnTo>
                  <a:lnTo>
                    <a:pt x="60158" y="38733"/>
                  </a:lnTo>
                  <a:lnTo>
                    <a:pt x="56157" y="42175"/>
                  </a:lnTo>
                  <a:lnTo>
                    <a:pt x="52267" y="45742"/>
                  </a:lnTo>
                  <a:lnTo>
                    <a:pt x="48491" y="49429"/>
                  </a:lnTo>
                  <a:lnTo>
                    <a:pt x="44833" y="53234"/>
                  </a:lnTo>
                  <a:lnTo>
                    <a:pt x="41298" y="57153"/>
                  </a:lnTo>
                  <a:lnTo>
                    <a:pt x="37887" y="61181"/>
                  </a:lnTo>
                  <a:lnTo>
                    <a:pt x="34606" y="65315"/>
                  </a:lnTo>
                  <a:lnTo>
                    <a:pt x="31457" y="69550"/>
                  </a:lnTo>
                  <a:lnTo>
                    <a:pt x="28443" y="73883"/>
                  </a:lnTo>
                  <a:lnTo>
                    <a:pt x="25567" y="78308"/>
                  </a:lnTo>
                  <a:lnTo>
                    <a:pt x="22832" y="82823"/>
                  </a:lnTo>
                  <a:lnTo>
                    <a:pt x="20242" y="87421"/>
                  </a:lnTo>
                  <a:lnTo>
                    <a:pt x="17797" y="92099"/>
                  </a:lnTo>
                  <a:lnTo>
                    <a:pt x="15502" y="96851"/>
                  </a:lnTo>
                  <a:lnTo>
                    <a:pt x="13358" y="101674"/>
                  </a:lnTo>
                  <a:lnTo>
                    <a:pt x="11367" y="106562"/>
                  </a:lnTo>
                  <a:lnTo>
                    <a:pt x="9531" y="111510"/>
                  </a:lnTo>
                  <a:lnTo>
                    <a:pt x="7853" y="116514"/>
                  </a:lnTo>
                  <a:lnTo>
                    <a:pt x="6333" y="121569"/>
                  </a:lnTo>
                  <a:lnTo>
                    <a:pt x="4974" y="126669"/>
                  </a:lnTo>
                  <a:lnTo>
                    <a:pt x="3776" y="131809"/>
                  </a:lnTo>
                  <a:lnTo>
                    <a:pt x="2742" y="136984"/>
                  </a:lnTo>
                  <a:lnTo>
                    <a:pt x="1871" y="142190"/>
                  </a:lnTo>
                  <a:lnTo>
                    <a:pt x="1165" y="147420"/>
                  </a:lnTo>
                  <a:lnTo>
                    <a:pt x="624" y="152670"/>
                  </a:lnTo>
                  <a:lnTo>
                    <a:pt x="249" y="157935"/>
                  </a:lnTo>
                  <a:lnTo>
                    <a:pt x="41" y="163209"/>
                  </a:lnTo>
                  <a:lnTo>
                    <a:pt x="0" y="168486"/>
                  </a:lnTo>
                  <a:lnTo>
                    <a:pt x="124" y="173763"/>
                  </a:lnTo>
                  <a:lnTo>
                    <a:pt x="416" y="179033"/>
                  </a:lnTo>
                  <a:lnTo>
                    <a:pt x="874" y="184291"/>
                  </a:lnTo>
                  <a:lnTo>
                    <a:pt x="1497" y="189532"/>
                  </a:lnTo>
                  <a:lnTo>
                    <a:pt x="2286" y="194750"/>
                  </a:lnTo>
                  <a:lnTo>
                    <a:pt x="3239" y="199941"/>
                  </a:lnTo>
                  <a:lnTo>
                    <a:pt x="4355" y="205100"/>
                  </a:lnTo>
                  <a:lnTo>
                    <a:pt x="5634" y="210221"/>
                  </a:lnTo>
                  <a:lnTo>
                    <a:pt x="7073" y="215298"/>
                  </a:lnTo>
                  <a:lnTo>
                    <a:pt x="8672" y="220328"/>
                  </a:lnTo>
                  <a:lnTo>
                    <a:pt x="10430" y="225305"/>
                  </a:lnTo>
                  <a:lnTo>
                    <a:pt x="12343" y="230224"/>
                  </a:lnTo>
                  <a:lnTo>
                    <a:pt x="14411" y="235080"/>
                  </a:lnTo>
                  <a:lnTo>
                    <a:pt x="16631" y="239868"/>
                  </a:lnTo>
                  <a:lnTo>
                    <a:pt x="19001" y="244584"/>
                  </a:lnTo>
                  <a:lnTo>
                    <a:pt x="21519" y="249222"/>
                  </a:lnTo>
                  <a:lnTo>
                    <a:pt x="24182" y="253779"/>
                  </a:lnTo>
                  <a:lnTo>
                    <a:pt x="26987" y="258250"/>
                  </a:lnTo>
                  <a:lnTo>
                    <a:pt x="29932" y="262629"/>
                  </a:lnTo>
                  <a:lnTo>
                    <a:pt x="33015" y="266914"/>
                  </a:lnTo>
                  <a:lnTo>
                    <a:pt x="36230" y="271099"/>
                  </a:lnTo>
                  <a:lnTo>
                    <a:pt x="39576" y="275181"/>
                  </a:lnTo>
                  <a:lnTo>
                    <a:pt x="43050" y="279154"/>
                  </a:lnTo>
                  <a:lnTo>
                    <a:pt x="46647" y="283017"/>
                  </a:lnTo>
                  <a:lnTo>
                    <a:pt x="50364" y="286763"/>
                  </a:lnTo>
                  <a:lnTo>
                    <a:pt x="54198" y="290391"/>
                  </a:lnTo>
                  <a:lnTo>
                    <a:pt x="58144" y="293896"/>
                  </a:lnTo>
                  <a:lnTo>
                    <a:pt x="62199" y="297274"/>
                  </a:lnTo>
                  <a:lnTo>
                    <a:pt x="66359" y="300523"/>
                  </a:lnTo>
                  <a:lnTo>
                    <a:pt x="70619" y="303638"/>
                  </a:lnTo>
                  <a:lnTo>
                    <a:pt x="74975" y="306618"/>
                  </a:lnTo>
                  <a:lnTo>
                    <a:pt x="79424" y="309459"/>
                  </a:lnTo>
                  <a:lnTo>
                    <a:pt x="83959" y="312158"/>
                  </a:lnTo>
                  <a:lnTo>
                    <a:pt x="88578" y="314712"/>
                  </a:lnTo>
                  <a:lnTo>
                    <a:pt x="93275" y="317119"/>
                  </a:lnTo>
                  <a:lnTo>
                    <a:pt x="98045" y="319377"/>
                  </a:lnTo>
                  <a:lnTo>
                    <a:pt x="102885" y="321483"/>
                  </a:lnTo>
                  <a:lnTo>
                    <a:pt x="107788" y="323435"/>
                  </a:lnTo>
                  <a:lnTo>
                    <a:pt x="112751" y="325232"/>
                  </a:lnTo>
                  <a:lnTo>
                    <a:pt x="117768" y="326871"/>
                  </a:lnTo>
                  <a:lnTo>
                    <a:pt x="122834" y="328350"/>
                  </a:lnTo>
                  <a:lnTo>
                    <a:pt x="127945" y="329669"/>
                  </a:lnTo>
                  <a:lnTo>
                    <a:pt x="133094" y="330826"/>
                  </a:lnTo>
                  <a:lnTo>
                    <a:pt x="138278" y="331820"/>
                  </a:lnTo>
                  <a:lnTo>
                    <a:pt x="143490" y="332650"/>
                  </a:lnTo>
                  <a:lnTo>
                    <a:pt x="148726" y="333315"/>
                  </a:lnTo>
                  <a:lnTo>
                    <a:pt x="153980" y="333814"/>
                  </a:lnTo>
                  <a:lnTo>
                    <a:pt x="159248" y="334147"/>
                  </a:lnTo>
                  <a:lnTo>
                    <a:pt x="164523" y="334314"/>
                  </a:lnTo>
                  <a:lnTo>
                    <a:pt x="169801" y="334314"/>
                  </a:lnTo>
                  <a:lnTo>
                    <a:pt x="175076" y="334147"/>
                  </a:lnTo>
                  <a:lnTo>
                    <a:pt x="180343" y="333814"/>
                  </a:lnTo>
                  <a:lnTo>
                    <a:pt x="185598" y="333315"/>
                  </a:lnTo>
                  <a:lnTo>
                    <a:pt x="190833" y="332650"/>
                  </a:lnTo>
                  <a:lnTo>
                    <a:pt x="196046" y="331820"/>
                  </a:lnTo>
                  <a:lnTo>
                    <a:pt x="201229" y="330826"/>
                  </a:lnTo>
                  <a:lnTo>
                    <a:pt x="206379" y="329669"/>
                  </a:lnTo>
                  <a:lnTo>
                    <a:pt x="211489" y="328350"/>
                  </a:lnTo>
                  <a:lnTo>
                    <a:pt x="216555" y="326871"/>
                  </a:lnTo>
                  <a:lnTo>
                    <a:pt x="221572" y="325232"/>
                  </a:lnTo>
                  <a:lnTo>
                    <a:pt x="226535" y="323435"/>
                  </a:lnTo>
                  <a:lnTo>
                    <a:pt x="231439" y="321483"/>
                  </a:lnTo>
                  <a:lnTo>
                    <a:pt x="236278" y="319377"/>
                  </a:lnTo>
                  <a:lnTo>
                    <a:pt x="241049" y="317119"/>
                  </a:lnTo>
                  <a:lnTo>
                    <a:pt x="245746" y="314712"/>
                  </a:lnTo>
                  <a:lnTo>
                    <a:pt x="250364" y="312158"/>
                  </a:lnTo>
                  <a:lnTo>
                    <a:pt x="254900" y="309459"/>
                  </a:lnTo>
                  <a:lnTo>
                    <a:pt x="259348" y="306618"/>
                  </a:lnTo>
                  <a:lnTo>
                    <a:pt x="263704" y="303638"/>
                  </a:lnTo>
                  <a:lnTo>
                    <a:pt x="267965" y="300523"/>
                  </a:lnTo>
                  <a:lnTo>
                    <a:pt x="272124" y="297274"/>
                  </a:lnTo>
                  <a:lnTo>
                    <a:pt x="276179" y="293896"/>
                  </a:lnTo>
                  <a:lnTo>
                    <a:pt x="280125" y="290391"/>
                  </a:lnTo>
                  <a:lnTo>
                    <a:pt x="283959" y="286763"/>
                  </a:lnTo>
                  <a:lnTo>
                    <a:pt x="287676" y="283017"/>
                  </a:lnTo>
                  <a:lnTo>
                    <a:pt x="291274" y="279154"/>
                  </a:lnTo>
                  <a:lnTo>
                    <a:pt x="294747" y="275181"/>
                  </a:lnTo>
                  <a:lnTo>
                    <a:pt x="298093" y="271099"/>
                  </a:lnTo>
                  <a:lnTo>
                    <a:pt x="301309" y="266914"/>
                  </a:lnTo>
                  <a:lnTo>
                    <a:pt x="304391" y="262629"/>
                  </a:lnTo>
                  <a:lnTo>
                    <a:pt x="307336" y="258250"/>
                  </a:lnTo>
                  <a:lnTo>
                    <a:pt x="310142" y="253779"/>
                  </a:lnTo>
                  <a:lnTo>
                    <a:pt x="312805" y="249222"/>
                  </a:lnTo>
                  <a:lnTo>
                    <a:pt x="315322" y="244584"/>
                  </a:lnTo>
                  <a:lnTo>
                    <a:pt x="317693" y="239868"/>
                  </a:lnTo>
                  <a:lnTo>
                    <a:pt x="319913" y="235080"/>
                  </a:lnTo>
                  <a:lnTo>
                    <a:pt x="321980" y="230224"/>
                  </a:lnTo>
                  <a:lnTo>
                    <a:pt x="323894" y="225305"/>
                  </a:lnTo>
                  <a:lnTo>
                    <a:pt x="325651" y="220328"/>
                  </a:lnTo>
                  <a:lnTo>
                    <a:pt x="327250" y="215298"/>
                  </a:lnTo>
                  <a:lnTo>
                    <a:pt x="328690" y="210221"/>
                  </a:lnTo>
                  <a:lnTo>
                    <a:pt x="329968" y="205100"/>
                  </a:lnTo>
                  <a:lnTo>
                    <a:pt x="331085" y="199941"/>
                  </a:lnTo>
                  <a:lnTo>
                    <a:pt x="332038" y="194750"/>
                  </a:lnTo>
                  <a:lnTo>
                    <a:pt x="332826" y="189532"/>
                  </a:lnTo>
                  <a:lnTo>
                    <a:pt x="333450" y="184291"/>
                  </a:lnTo>
                  <a:lnTo>
                    <a:pt x="333908" y="179033"/>
                  </a:lnTo>
                  <a:lnTo>
                    <a:pt x="334199" y="173763"/>
                  </a:lnTo>
                  <a:lnTo>
                    <a:pt x="334324" y="168486"/>
                  </a:lnTo>
                  <a:lnTo>
                    <a:pt x="334282" y="163209"/>
                  </a:lnTo>
                  <a:lnTo>
                    <a:pt x="334074" y="157935"/>
                  </a:lnTo>
                  <a:lnTo>
                    <a:pt x="333699" y="152670"/>
                  </a:lnTo>
                  <a:lnTo>
                    <a:pt x="333159" y="147420"/>
                  </a:lnTo>
                  <a:lnTo>
                    <a:pt x="332453" y="142190"/>
                  </a:lnTo>
                  <a:lnTo>
                    <a:pt x="331582" y="136984"/>
                  </a:lnTo>
                  <a:lnTo>
                    <a:pt x="330547" y="131809"/>
                  </a:lnTo>
                  <a:lnTo>
                    <a:pt x="329349" y="126669"/>
                  </a:lnTo>
                  <a:lnTo>
                    <a:pt x="327990" y="121569"/>
                  </a:lnTo>
                  <a:lnTo>
                    <a:pt x="326470" y="116514"/>
                  </a:lnTo>
                  <a:lnTo>
                    <a:pt x="324792" y="111510"/>
                  </a:lnTo>
                  <a:lnTo>
                    <a:pt x="322956" y="106562"/>
                  </a:lnTo>
                  <a:lnTo>
                    <a:pt x="320966" y="101674"/>
                  </a:lnTo>
                  <a:lnTo>
                    <a:pt x="318821" y="96851"/>
                  </a:lnTo>
                  <a:lnTo>
                    <a:pt x="316526" y="92099"/>
                  </a:lnTo>
                  <a:lnTo>
                    <a:pt x="314082" y="87421"/>
                  </a:lnTo>
                  <a:lnTo>
                    <a:pt x="311491" y="82823"/>
                  </a:lnTo>
                  <a:lnTo>
                    <a:pt x="308757" y="78308"/>
                  </a:lnTo>
                  <a:lnTo>
                    <a:pt x="305881" y="73883"/>
                  </a:lnTo>
                  <a:lnTo>
                    <a:pt x="302867" y="69550"/>
                  </a:lnTo>
                  <a:lnTo>
                    <a:pt x="299718" y="65315"/>
                  </a:lnTo>
                  <a:lnTo>
                    <a:pt x="296436" y="61181"/>
                  </a:lnTo>
                  <a:lnTo>
                    <a:pt x="293026" y="57153"/>
                  </a:lnTo>
                  <a:lnTo>
                    <a:pt x="289490" y="53234"/>
                  </a:lnTo>
                  <a:lnTo>
                    <a:pt x="285833" y="49429"/>
                  </a:lnTo>
                  <a:lnTo>
                    <a:pt x="282057" y="45742"/>
                  </a:lnTo>
                  <a:lnTo>
                    <a:pt x="278166" y="42175"/>
                  </a:lnTo>
                  <a:lnTo>
                    <a:pt x="274165" y="38733"/>
                  </a:lnTo>
                  <a:lnTo>
                    <a:pt x="270057" y="35419"/>
                  </a:lnTo>
                  <a:lnTo>
                    <a:pt x="265847" y="32237"/>
                  </a:lnTo>
                  <a:lnTo>
                    <a:pt x="261538" y="29188"/>
                  </a:lnTo>
                  <a:lnTo>
                    <a:pt x="257135" y="26278"/>
                  </a:lnTo>
                  <a:lnTo>
                    <a:pt x="252643" y="23508"/>
                  </a:lnTo>
                  <a:lnTo>
                    <a:pt x="248065" y="20881"/>
                  </a:lnTo>
                  <a:lnTo>
                    <a:pt x="243407" y="18400"/>
                  </a:lnTo>
                  <a:lnTo>
                    <a:pt x="238672" y="16067"/>
                  </a:lnTo>
                  <a:lnTo>
                    <a:pt x="233867" y="13885"/>
                  </a:lnTo>
                  <a:lnTo>
                    <a:pt x="228995" y="11855"/>
                  </a:lnTo>
                  <a:lnTo>
                    <a:pt x="224061" y="9981"/>
                  </a:lnTo>
                  <a:lnTo>
                    <a:pt x="219070" y="8263"/>
                  </a:lnTo>
                  <a:lnTo>
                    <a:pt x="214028" y="6704"/>
                  </a:lnTo>
                  <a:lnTo>
                    <a:pt x="208939" y="5304"/>
                  </a:lnTo>
                  <a:lnTo>
                    <a:pt x="203808" y="4066"/>
                  </a:lnTo>
                  <a:lnTo>
                    <a:pt x="198641" y="2990"/>
                  </a:lnTo>
                  <a:lnTo>
                    <a:pt x="193443" y="2078"/>
                  </a:lnTo>
                  <a:lnTo>
                    <a:pt x="188218" y="1331"/>
                  </a:lnTo>
                  <a:lnTo>
                    <a:pt x="182972" y="749"/>
                  </a:lnTo>
                  <a:lnTo>
                    <a:pt x="177711" y="333"/>
                  </a:lnTo>
                  <a:lnTo>
                    <a:pt x="172439" y="83"/>
                  </a:lnTo>
                  <a:lnTo>
                    <a:pt x="167162" y="0"/>
                  </a:lnTo>
                  <a:lnTo>
                    <a:pt x="167162" y="167167"/>
                  </a:lnTo>
                  <a:close/>
                </a:path>
              </a:pathLst>
            </a:custGeom>
            <a:solidFill>
              <a:srgbClr val="FFFFFF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94" name="pg594"/>
            <p:cNvSpPr/>
            <p:nvPr/>
          </p:nvSpPr>
          <p:spPr>
            <a:xfrm>
              <a:off x="3488720" y="501821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DCDCDC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95" name="pg595"/>
            <p:cNvSpPr/>
            <p:nvPr/>
          </p:nvSpPr>
          <p:spPr>
            <a:xfrm>
              <a:off x="3964501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96" name="pg596"/>
            <p:cNvSpPr/>
            <p:nvPr/>
          </p:nvSpPr>
          <p:spPr>
            <a:xfrm>
              <a:off x="3964501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97" name="pg597"/>
            <p:cNvSpPr/>
            <p:nvPr/>
          </p:nvSpPr>
          <p:spPr>
            <a:xfrm>
              <a:off x="3964501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98" name="pg598"/>
            <p:cNvSpPr/>
            <p:nvPr/>
          </p:nvSpPr>
          <p:spPr>
            <a:xfrm>
              <a:off x="3964501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DCB702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99" name="pg599"/>
            <p:cNvSpPr/>
            <p:nvPr/>
          </p:nvSpPr>
          <p:spPr>
            <a:xfrm>
              <a:off x="3964501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00" name="pg600"/>
            <p:cNvSpPr/>
            <p:nvPr/>
          </p:nvSpPr>
          <p:spPr>
            <a:xfrm>
              <a:off x="3964501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01" name="pg601"/>
            <p:cNvSpPr/>
            <p:nvPr/>
          </p:nvSpPr>
          <p:spPr>
            <a:xfrm>
              <a:off x="3964501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02" name="pg602"/>
            <p:cNvSpPr/>
            <p:nvPr/>
          </p:nvSpPr>
          <p:spPr>
            <a:xfrm>
              <a:off x="3964501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03" name="pg603"/>
            <p:cNvSpPr/>
            <p:nvPr/>
          </p:nvSpPr>
          <p:spPr>
            <a:xfrm>
              <a:off x="3964501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04" name="pg604"/>
            <p:cNvSpPr/>
            <p:nvPr/>
          </p:nvSpPr>
          <p:spPr>
            <a:xfrm>
              <a:off x="3964501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05" name="pg605"/>
            <p:cNvSpPr/>
            <p:nvPr/>
          </p:nvSpPr>
          <p:spPr>
            <a:xfrm>
              <a:off x="3964501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06" name="pg606"/>
            <p:cNvSpPr/>
            <p:nvPr/>
          </p:nvSpPr>
          <p:spPr>
            <a:xfrm>
              <a:off x="3964501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07" name="pg607"/>
            <p:cNvSpPr/>
            <p:nvPr/>
          </p:nvSpPr>
          <p:spPr>
            <a:xfrm>
              <a:off x="3964501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08" name="pg608"/>
            <p:cNvSpPr/>
            <p:nvPr/>
          </p:nvSpPr>
          <p:spPr>
            <a:xfrm>
              <a:off x="3964501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09" name="pg609"/>
            <p:cNvSpPr/>
            <p:nvPr/>
          </p:nvSpPr>
          <p:spPr>
            <a:xfrm>
              <a:off x="3964501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10" name="pg610"/>
            <p:cNvSpPr/>
            <p:nvPr/>
          </p:nvSpPr>
          <p:spPr>
            <a:xfrm>
              <a:off x="3964501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11" name="pg611"/>
            <p:cNvSpPr/>
            <p:nvPr/>
          </p:nvSpPr>
          <p:spPr>
            <a:xfrm>
              <a:off x="3964501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B155A7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12" name="pg612"/>
            <p:cNvSpPr/>
            <p:nvPr/>
          </p:nvSpPr>
          <p:spPr>
            <a:xfrm>
              <a:off x="3964501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13" name="pg613"/>
            <p:cNvSpPr/>
            <p:nvPr/>
          </p:nvSpPr>
          <p:spPr>
            <a:xfrm>
              <a:off x="3964501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14" name="pg614"/>
            <p:cNvSpPr/>
            <p:nvPr/>
          </p:nvSpPr>
          <p:spPr>
            <a:xfrm>
              <a:off x="3964501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EE637F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15" name="pg615"/>
            <p:cNvSpPr/>
            <p:nvPr/>
          </p:nvSpPr>
          <p:spPr>
            <a:xfrm>
              <a:off x="3964501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16" name="pg616"/>
            <p:cNvSpPr/>
            <p:nvPr/>
          </p:nvSpPr>
          <p:spPr>
            <a:xfrm>
              <a:off x="3964501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17" name="pg617"/>
            <p:cNvSpPr/>
            <p:nvPr/>
          </p:nvSpPr>
          <p:spPr>
            <a:xfrm>
              <a:off x="3964501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18" name="pg618"/>
            <p:cNvSpPr/>
            <p:nvPr/>
          </p:nvSpPr>
          <p:spPr>
            <a:xfrm>
              <a:off x="3964501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19" name="pg619"/>
            <p:cNvSpPr/>
            <p:nvPr/>
          </p:nvSpPr>
          <p:spPr>
            <a:xfrm>
              <a:off x="3964501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F7F40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20" name="pg620"/>
            <p:cNvSpPr/>
            <p:nvPr/>
          </p:nvSpPr>
          <p:spPr>
            <a:xfrm>
              <a:off x="3964501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BCED54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21" name="pg621"/>
            <p:cNvSpPr/>
            <p:nvPr/>
          </p:nvSpPr>
          <p:spPr>
            <a:xfrm>
              <a:off x="3798122" y="5269756"/>
              <a:ext cx="166379" cy="167167"/>
            </a:xfrm>
            <a:custGeom>
              <a:avLst/>
              <a:pathLst>
                <a:path w="166379" h="167167">
                  <a:moveTo>
                    <a:pt x="166379" y="0"/>
                  </a:moveTo>
                  <a:lnTo>
                    <a:pt x="160905" y="89"/>
                  </a:lnTo>
                  <a:lnTo>
                    <a:pt x="155438" y="358"/>
                  </a:lnTo>
                  <a:lnTo>
                    <a:pt x="149982" y="806"/>
                  </a:lnTo>
                  <a:lnTo>
                    <a:pt x="144544" y="1432"/>
                  </a:lnTo>
                  <a:lnTo>
                    <a:pt x="139129" y="2235"/>
                  </a:lnTo>
                  <a:lnTo>
                    <a:pt x="133744" y="3216"/>
                  </a:lnTo>
                  <a:lnTo>
                    <a:pt x="128393" y="4373"/>
                  </a:lnTo>
                  <a:lnTo>
                    <a:pt x="123083" y="5704"/>
                  </a:lnTo>
                  <a:lnTo>
                    <a:pt x="117820" y="7208"/>
                  </a:lnTo>
                  <a:lnTo>
                    <a:pt x="112608" y="8883"/>
                  </a:lnTo>
                  <a:lnTo>
                    <a:pt x="107455" y="10729"/>
                  </a:lnTo>
                  <a:lnTo>
                    <a:pt x="102364" y="12742"/>
                  </a:lnTo>
                  <a:lnTo>
                    <a:pt x="97342" y="14921"/>
                  </a:lnTo>
                  <a:lnTo>
                    <a:pt x="92394" y="17263"/>
                  </a:lnTo>
                  <a:lnTo>
                    <a:pt x="87526" y="19766"/>
                  </a:lnTo>
                  <a:lnTo>
                    <a:pt x="82742" y="22426"/>
                  </a:lnTo>
                  <a:lnTo>
                    <a:pt x="78048" y="25242"/>
                  </a:lnTo>
                  <a:lnTo>
                    <a:pt x="73448" y="28211"/>
                  </a:lnTo>
                  <a:lnTo>
                    <a:pt x="68948" y="31328"/>
                  </a:lnTo>
                  <a:lnTo>
                    <a:pt x="64553" y="34591"/>
                  </a:lnTo>
                  <a:lnTo>
                    <a:pt x="60267" y="37996"/>
                  </a:lnTo>
                  <a:lnTo>
                    <a:pt x="56094" y="41539"/>
                  </a:lnTo>
                  <a:lnTo>
                    <a:pt x="52040" y="45218"/>
                  </a:lnTo>
                  <a:lnTo>
                    <a:pt x="48109" y="49027"/>
                  </a:lnTo>
                  <a:lnTo>
                    <a:pt x="44304" y="52962"/>
                  </a:lnTo>
                  <a:lnTo>
                    <a:pt x="40630" y="57021"/>
                  </a:lnTo>
                  <a:lnTo>
                    <a:pt x="37091" y="61197"/>
                  </a:lnTo>
                  <a:lnTo>
                    <a:pt x="33691" y="65487"/>
                  </a:lnTo>
                  <a:lnTo>
                    <a:pt x="30433" y="69886"/>
                  </a:lnTo>
                  <a:lnTo>
                    <a:pt x="27320" y="74389"/>
                  </a:lnTo>
                  <a:lnTo>
                    <a:pt x="24357" y="78992"/>
                  </a:lnTo>
                  <a:lnTo>
                    <a:pt x="21546" y="83689"/>
                  </a:lnTo>
                  <a:lnTo>
                    <a:pt x="18891" y="88476"/>
                  </a:lnTo>
                  <a:lnTo>
                    <a:pt x="16393" y="93347"/>
                  </a:lnTo>
                  <a:lnTo>
                    <a:pt x="14057" y="98298"/>
                  </a:lnTo>
                  <a:lnTo>
                    <a:pt x="11883" y="103322"/>
                  </a:lnTo>
                  <a:lnTo>
                    <a:pt x="9876" y="108415"/>
                  </a:lnTo>
                  <a:lnTo>
                    <a:pt x="8036" y="113571"/>
                  </a:lnTo>
                  <a:lnTo>
                    <a:pt x="6366" y="118784"/>
                  </a:lnTo>
                  <a:lnTo>
                    <a:pt x="4868" y="124049"/>
                  </a:lnTo>
                  <a:lnTo>
                    <a:pt x="3543" y="129360"/>
                  </a:lnTo>
                  <a:lnTo>
                    <a:pt x="2392" y="134712"/>
                  </a:lnTo>
                  <a:lnTo>
                    <a:pt x="1417" y="140099"/>
                  </a:lnTo>
                  <a:lnTo>
                    <a:pt x="620" y="145514"/>
                  </a:lnTo>
                  <a:lnTo>
                    <a:pt x="0" y="150953"/>
                  </a:lnTo>
                  <a:lnTo>
                    <a:pt x="166379" y="167167"/>
                  </a:lnTo>
                  <a:close/>
                </a:path>
              </a:pathLst>
            </a:custGeom>
            <a:solidFill>
              <a:srgbClr val="FFFFFF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22" name="pg622"/>
            <p:cNvSpPr/>
            <p:nvPr/>
          </p:nvSpPr>
          <p:spPr>
            <a:xfrm>
              <a:off x="3797334" y="5269756"/>
              <a:ext cx="334323" cy="334328"/>
            </a:xfrm>
            <a:custGeom>
              <a:avLst/>
              <a:pathLst>
                <a:path w="334323" h="334328">
                  <a:moveTo>
                    <a:pt x="787" y="150953"/>
                  </a:moveTo>
                  <a:lnTo>
                    <a:pt x="358" y="156225"/>
                  </a:lnTo>
                  <a:lnTo>
                    <a:pt x="95" y="161508"/>
                  </a:lnTo>
                  <a:lnTo>
                    <a:pt x="0" y="166796"/>
                  </a:lnTo>
                  <a:lnTo>
                    <a:pt x="71" y="172085"/>
                  </a:lnTo>
                  <a:lnTo>
                    <a:pt x="311" y="177369"/>
                  </a:lnTo>
                  <a:lnTo>
                    <a:pt x="717" y="182642"/>
                  </a:lnTo>
                  <a:lnTo>
                    <a:pt x="1290" y="187900"/>
                  </a:lnTo>
                  <a:lnTo>
                    <a:pt x="2029" y="193138"/>
                  </a:lnTo>
                  <a:lnTo>
                    <a:pt x="2933" y="198349"/>
                  </a:lnTo>
                  <a:lnTo>
                    <a:pt x="4002" y="203529"/>
                  </a:lnTo>
                  <a:lnTo>
                    <a:pt x="5234" y="208673"/>
                  </a:lnTo>
                  <a:lnTo>
                    <a:pt x="6628" y="213775"/>
                  </a:lnTo>
                  <a:lnTo>
                    <a:pt x="8183" y="218831"/>
                  </a:lnTo>
                  <a:lnTo>
                    <a:pt x="9897" y="223834"/>
                  </a:lnTo>
                  <a:lnTo>
                    <a:pt x="11768" y="228782"/>
                  </a:lnTo>
                  <a:lnTo>
                    <a:pt x="13795" y="233667"/>
                  </a:lnTo>
                  <a:lnTo>
                    <a:pt x="15976" y="238486"/>
                  </a:lnTo>
                  <a:lnTo>
                    <a:pt x="18308" y="243233"/>
                  </a:lnTo>
                  <a:lnTo>
                    <a:pt x="20789" y="247904"/>
                  </a:lnTo>
                  <a:lnTo>
                    <a:pt x="23416" y="252495"/>
                  </a:lnTo>
                  <a:lnTo>
                    <a:pt x="26188" y="257000"/>
                  </a:lnTo>
                  <a:lnTo>
                    <a:pt x="29100" y="261415"/>
                  </a:lnTo>
                  <a:lnTo>
                    <a:pt x="32151" y="265736"/>
                  </a:lnTo>
                  <a:lnTo>
                    <a:pt x="35337" y="269958"/>
                  </a:lnTo>
                  <a:lnTo>
                    <a:pt x="38655" y="274077"/>
                  </a:lnTo>
                  <a:lnTo>
                    <a:pt x="42102" y="278089"/>
                  </a:lnTo>
                  <a:lnTo>
                    <a:pt x="45673" y="281990"/>
                  </a:lnTo>
                  <a:lnTo>
                    <a:pt x="49367" y="285776"/>
                  </a:lnTo>
                  <a:lnTo>
                    <a:pt x="53178" y="289444"/>
                  </a:lnTo>
                  <a:lnTo>
                    <a:pt x="57104" y="292989"/>
                  </a:lnTo>
                  <a:lnTo>
                    <a:pt x="61139" y="296408"/>
                  </a:lnTo>
                  <a:lnTo>
                    <a:pt x="65281" y="299697"/>
                  </a:lnTo>
                  <a:lnTo>
                    <a:pt x="69525" y="302854"/>
                  </a:lnTo>
                  <a:lnTo>
                    <a:pt x="73866" y="305875"/>
                  </a:lnTo>
                  <a:lnTo>
                    <a:pt x="78301" y="308758"/>
                  </a:lnTo>
                  <a:lnTo>
                    <a:pt x="82825" y="311498"/>
                  </a:lnTo>
                  <a:lnTo>
                    <a:pt x="87433" y="314094"/>
                  </a:lnTo>
                  <a:lnTo>
                    <a:pt x="92122" y="316543"/>
                  </a:lnTo>
                  <a:lnTo>
                    <a:pt x="96885" y="318842"/>
                  </a:lnTo>
                  <a:lnTo>
                    <a:pt x="101719" y="320990"/>
                  </a:lnTo>
                  <a:lnTo>
                    <a:pt x="106618" y="322983"/>
                  </a:lnTo>
                  <a:lnTo>
                    <a:pt x="111578" y="324821"/>
                  </a:lnTo>
                  <a:lnTo>
                    <a:pt x="116593" y="326501"/>
                  </a:lnTo>
                  <a:lnTo>
                    <a:pt x="121659" y="328021"/>
                  </a:lnTo>
                  <a:lnTo>
                    <a:pt x="126771" y="329380"/>
                  </a:lnTo>
                  <a:lnTo>
                    <a:pt x="131923" y="330577"/>
                  </a:lnTo>
                  <a:lnTo>
                    <a:pt x="137110" y="331610"/>
                  </a:lnTo>
                  <a:lnTo>
                    <a:pt x="142327" y="332479"/>
                  </a:lnTo>
                  <a:lnTo>
                    <a:pt x="147570" y="333182"/>
                  </a:lnTo>
                  <a:lnTo>
                    <a:pt x="152832" y="333719"/>
                  </a:lnTo>
                  <a:lnTo>
                    <a:pt x="158108" y="334089"/>
                  </a:lnTo>
                  <a:lnTo>
                    <a:pt x="163393" y="334292"/>
                  </a:lnTo>
                  <a:lnTo>
                    <a:pt x="168682" y="334328"/>
                  </a:lnTo>
                  <a:lnTo>
                    <a:pt x="173970" y="334196"/>
                  </a:lnTo>
                  <a:lnTo>
                    <a:pt x="179251" y="333897"/>
                  </a:lnTo>
                  <a:lnTo>
                    <a:pt x="184519" y="333431"/>
                  </a:lnTo>
                  <a:lnTo>
                    <a:pt x="189771" y="332799"/>
                  </a:lnTo>
                  <a:lnTo>
                    <a:pt x="194999" y="332001"/>
                  </a:lnTo>
                  <a:lnTo>
                    <a:pt x="200200" y="331038"/>
                  </a:lnTo>
                  <a:lnTo>
                    <a:pt x="205368" y="329911"/>
                  </a:lnTo>
                  <a:lnTo>
                    <a:pt x="210498" y="328621"/>
                  </a:lnTo>
                  <a:lnTo>
                    <a:pt x="215584" y="327169"/>
                  </a:lnTo>
                  <a:lnTo>
                    <a:pt x="220621" y="325557"/>
                  </a:lnTo>
                  <a:lnTo>
                    <a:pt x="225605" y="323787"/>
                  </a:lnTo>
                  <a:lnTo>
                    <a:pt x="230531" y="321860"/>
                  </a:lnTo>
                  <a:lnTo>
                    <a:pt x="235393" y="319778"/>
                  </a:lnTo>
                  <a:lnTo>
                    <a:pt x="240187" y="317543"/>
                  </a:lnTo>
                  <a:lnTo>
                    <a:pt x="244908" y="315158"/>
                  </a:lnTo>
                  <a:lnTo>
                    <a:pt x="249551" y="312624"/>
                  </a:lnTo>
                  <a:lnTo>
                    <a:pt x="254111" y="309945"/>
                  </a:lnTo>
                  <a:lnTo>
                    <a:pt x="258585" y="307123"/>
                  </a:lnTo>
                  <a:lnTo>
                    <a:pt x="262967" y="304161"/>
                  </a:lnTo>
                  <a:lnTo>
                    <a:pt x="267253" y="301061"/>
                  </a:lnTo>
                  <a:lnTo>
                    <a:pt x="271439" y="297828"/>
                  </a:lnTo>
                  <a:lnTo>
                    <a:pt x="275520" y="294464"/>
                  </a:lnTo>
                  <a:lnTo>
                    <a:pt x="279493" y="290972"/>
                  </a:lnTo>
                  <a:lnTo>
                    <a:pt x="283354" y="287356"/>
                  </a:lnTo>
                  <a:lnTo>
                    <a:pt x="287098" y="283620"/>
                  </a:lnTo>
                  <a:lnTo>
                    <a:pt x="290722" y="279768"/>
                  </a:lnTo>
                  <a:lnTo>
                    <a:pt x="294222" y="275803"/>
                  </a:lnTo>
                  <a:lnTo>
                    <a:pt x="297596" y="271729"/>
                  </a:lnTo>
                  <a:lnTo>
                    <a:pt x="300838" y="267550"/>
                  </a:lnTo>
                  <a:lnTo>
                    <a:pt x="303947" y="263271"/>
                  </a:lnTo>
                  <a:lnTo>
                    <a:pt x="306919" y="258896"/>
                  </a:lnTo>
                  <a:lnTo>
                    <a:pt x="309751" y="254428"/>
                  </a:lnTo>
                  <a:lnTo>
                    <a:pt x="312440" y="249874"/>
                  </a:lnTo>
                  <a:lnTo>
                    <a:pt x="314984" y="245237"/>
                  </a:lnTo>
                  <a:lnTo>
                    <a:pt x="317380" y="240521"/>
                  </a:lnTo>
                  <a:lnTo>
                    <a:pt x="319626" y="235732"/>
                  </a:lnTo>
                  <a:lnTo>
                    <a:pt x="321718" y="230875"/>
                  </a:lnTo>
                  <a:lnTo>
                    <a:pt x="323657" y="225953"/>
                  </a:lnTo>
                  <a:lnTo>
                    <a:pt x="325438" y="220973"/>
                  </a:lnTo>
                  <a:lnTo>
                    <a:pt x="327061" y="215939"/>
                  </a:lnTo>
                  <a:lnTo>
                    <a:pt x="328524" y="210856"/>
                  </a:lnTo>
                  <a:lnTo>
                    <a:pt x="329825" y="205729"/>
                  </a:lnTo>
                  <a:lnTo>
                    <a:pt x="330964" y="200564"/>
                  </a:lnTo>
                  <a:lnTo>
                    <a:pt x="331938" y="195366"/>
                  </a:lnTo>
                  <a:lnTo>
                    <a:pt x="332748" y="190139"/>
                  </a:lnTo>
                  <a:lnTo>
                    <a:pt x="333392" y="184889"/>
                  </a:lnTo>
                  <a:lnTo>
                    <a:pt x="333869" y="179621"/>
                  </a:lnTo>
                  <a:lnTo>
                    <a:pt x="334180" y="174341"/>
                  </a:lnTo>
                  <a:lnTo>
                    <a:pt x="334323" y="169054"/>
                  </a:lnTo>
                  <a:lnTo>
                    <a:pt x="334299" y="163765"/>
                  </a:lnTo>
                  <a:lnTo>
                    <a:pt x="334108" y="158479"/>
                  </a:lnTo>
                  <a:lnTo>
                    <a:pt x="333750" y="153202"/>
                  </a:lnTo>
                  <a:lnTo>
                    <a:pt x="333224" y="147939"/>
                  </a:lnTo>
                  <a:lnTo>
                    <a:pt x="332533" y="142695"/>
                  </a:lnTo>
                  <a:lnTo>
                    <a:pt x="331676" y="137475"/>
                  </a:lnTo>
                  <a:lnTo>
                    <a:pt x="330654" y="132286"/>
                  </a:lnTo>
                  <a:lnTo>
                    <a:pt x="329469" y="127131"/>
                  </a:lnTo>
                  <a:lnTo>
                    <a:pt x="328121" y="122016"/>
                  </a:lnTo>
                  <a:lnTo>
                    <a:pt x="326612" y="116947"/>
                  </a:lnTo>
                  <a:lnTo>
                    <a:pt x="324944" y="111928"/>
                  </a:lnTo>
                  <a:lnTo>
                    <a:pt x="323117" y="106964"/>
                  </a:lnTo>
                  <a:lnTo>
                    <a:pt x="321134" y="102060"/>
                  </a:lnTo>
                  <a:lnTo>
                    <a:pt x="318998" y="97222"/>
                  </a:lnTo>
                  <a:lnTo>
                    <a:pt x="316709" y="92454"/>
                  </a:lnTo>
                  <a:lnTo>
                    <a:pt x="314270" y="87760"/>
                  </a:lnTo>
                  <a:lnTo>
                    <a:pt x="311684" y="83146"/>
                  </a:lnTo>
                  <a:lnTo>
                    <a:pt x="308954" y="78616"/>
                  </a:lnTo>
                  <a:lnTo>
                    <a:pt x="306082" y="74175"/>
                  </a:lnTo>
                  <a:lnTo>
                    <a:pt x="303070" y="69826"/>
                  </a:lnTo>
                  <a:lnTo>
                    <a:pt x="299923" y="65576"/>
                  </a:lnTo>
                  <a:lnTo>
                    <a:pt x="296642" y="61427"/>
                  </a:lnTo>
                  <a:lnTo>
                    <a:pt x="293232" y="57383"/>
                  </a:lnTo>
                  <a:lnTo>
                    <a:pt x="289696" y="53450"/>
                  </a:lnTo>
                  <a:lnTo>
                    <a:pt x="286037" y="49631"/>
                  </a:lnTo>
                  <a:lnTo>
                    <a:pt x="282259" y="45929"/>
                  </a:lnTo>
                  <a:lnTo>
                    <a:pt x="278366" y="42348"/>
                  </a:lnTo>
                  <a:lnTo>
                    <a:pt x="274361" y="38893"/>
                  </a:lnTo>
                  <a:lnTo>
                    <a:pt x="270250" y="35566"/>
                  </a:lnTo>
                  <a:lnTo>
                    <a:pt x="266035" y="32371"/>
                  </a:lnTo>
                  <a:lnTo>
                    <a:pt x="261721" y="29310"/>
                  </a:lnTo>
                  <a:lnTo>
                    <a:pt x="257312" y="26388"/>
                  </a:lnTo>
                  <a:lnTo>
                    <a:pt x="252813" y="23607"/>
                  </a:lnTo>
                  <a:lnTo>
                    <a:pt x="248229" y="20969"/>
                  </a:lnTo>
                  <a:lnTo>
                    <a:pt x="243563" y="18477"/>
                  </a:lnTo>
                  <a:lnTo>
                    <a:pt x="238821" y="16135"/>
                  </a:lnTo>
                  <a:lnTo>
                    <a:pt x="234007" y="13944"/>
                  </a:lnTo>
                  <a:lnTo>
                    <a:pt x="229126" y="11906"/>
                  </a:lnTo>
                  <a:lnTo>
                    <a:pt x="224183" y="10023"/>
                  </a:lnTo>
                  <a:lnTo>
                    <a:pt x="219183" y="8298"/>
                  </a:lnTo>
                  <a:lnTo>
                    <a:pt x="214131" y="6732"/>
                  </a:lnTo>
                  <a:lnTo>
                    <a:pt x="209032" y="5327"/>
                  </a:lnTo>
                  <a:lnTo>
                    <a:pt x="203891" y="4083"/>
                  </a:lnTo>
                  <a:lnTo>
                    <a:pt x="198713" y="3003"/>
                  </a:lnTo>
                  <a:lnTo>
                    <a:pt x="193504" y="2087"/>
                  </a:lnTo>
                  <a:lnTo>
                    <a:pt x="188268" y="1337"/>
                  </a:lnTo>
                  <a:lnTo>
                    <a:pt x="183011" y="752"/>
                  </a:lnTo>
                  <a:lnTo>
                    <a:pt x="177738" y="334"/>
                  </a:lnTo>
                  <a:lnTo>
                    <a:pt x="172455" y="83"/>
                  </a:lnTo>
                  <a:lnTo>
                    <a:pt x="167167" y="0"/>
                  </a:lnTo>
                  <a:lnTo>
                    <a:pt x="167167" y="167167"/>
                  </a:lnTo>
                  <a:close/>
                </a:path>
              </a:pathLst>
            </a:custGeom>
            <a:solidFill>
              <a:srgbClr val="DCDCDC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23" name="pg623"/>
            <p:cNvSpPr/>
            <p:nvPr/>
          </p:nvSpPr>
          <p:spPr>
            <a:xfrm>
              <a:off x="4486215" y="539929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EE637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24" name="pg624"/>
            <p:cNvSpPr/>
            <p:nvPr/>
          </p:nvSpPr>
          <p:spPr>
            <a:xfrm>
              <a:off x="4486215" y="539929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EE637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25" name="pg625"/>
            <p:cNvSpPr/>
            <p:nvPr/>
          </p:nvSpPr>
          <p:spPr>
            <a:xfrm>
              <a:off x="4486215" y="539929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EE637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26" name="pg626"/>
            <p:cNvSpPr/>
            <p:nvPr/>
          </p:nvSpPr>
          <p:spPr>
            <a:xfrm>
              <a:off x="4486215" y="539929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DCB702">
                <a:alpha val="100000"/>
              </a:srgbClr>
            </a:solidFill>
            <a:ln w="9525" cap="rnd">
              <a:solidFill>
                <a:srgbClr val="EE637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27" name="pg627"/>
            <p:cNvSpPr/>
            <p:nvPr/>
          </p:nvSpPr>
          <p:spPr>
            <a:xfrm>
              <a:off x="4486215" y="539929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EE637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28" name="pg628"/>
            <p:cNvSpPr/>
            <p:nvPr/>
          </p:nvSpPr>
          <p:spPr>
            <a:xfrm>
              <a:off x="4486215" y="539929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EE637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29" name="pg629"/>
            <p:cNvSpPr/>
            <p:nvPr/>
          </p:nvSpPr>
          <p:spPr>
            <a:xfrm>
              <a:off x="4486215" y="539929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EE637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30" name="pg630"/>
            <p:cNvSpPr/>
            <p:nvPr/>
          </p:nvSpPr>
          <p:spPr>
            <a:xfrm>
              <a:off x="4486215" y="539929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EE637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31" name="pg631"/>
            <p:cNvSpPr/>
            <p:nvPr/>
          </p:nvSpPr>
          <p:spPr>
            <a:xfrm>
              <a:off x="4486215" y="539929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EE637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32" name="pg632"/>
            <p:cNvSpPr/>
            <p:nvPr/>
          </p:nvSpPr>
          <p:spPr>
            <a:xfrm>
              <a:off x="4486215" y="539929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EE637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33" name="pg633"/>
            <p:cNvSpPr/>
            <p:nvPr/>
          </p:nvSpPr>
          <p:spPr>
            <a:xfrm>
              <a:off x="4486215" y="539929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EE637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34" name="pg634"/>
            <p:cNvSpPr/>
            <p:nvPr/>
          </p:nvSpPr>
          <p:spPr>
            <a:xfrm>
              <a:off x="4486215" y="539929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EE637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35" name="pg635"/>
            <p:cNvSpPr/>
            <p:nvPr/>
          </p:nvSpPr>
          <p:spPr>
            <a:xfrm>
              <a:off x="4486215" y="539929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EE637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36" name="pg636"/>
            <p:cNvSpPr/>
            <p:nvPr/>
          </p:nvSpPr>
          <p:spPr>
            <a:xfrm>
              <a:off x="4486215" y="539929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EE637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37" name="pg637"/>
            <p:cNvSpPr/>
            <p:nvPr/>
          </p:nvSpPr>
          <p:spPr>
            <a:xfrm>
              <a:off x="4486215" y="539929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EE637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38" name="pg638"/>
            <p:cNvSpPr/>
            <p:nvPr/>
          </p:nvSpPr>
          <p:spPr>
            <a:xfrm>
              <a:off x="4486215" y="539929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EE637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39" name="pg639"/>
            <p:cNvSpPr/>
            <p:nvPr/>
          </p:nvSpPr>
          <p:spPr>
            <a:xfrm>
              <a:off x="4486215" y="539929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B155A7">
                <a:alpha val="100000"/>
              </a:srgbClr>
            </a:solidFill>
            <a:ln w="9525" cap="rnd">
              <a:solidFill>
                <a:srgbClr val="EE637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40" name="pg640"/>
            <p:cNvSpPr/>
            <p:nvPr/>
          </p:nvSpPr>
          <p:spPr>
            <a:xfrm>
              <a:off x="4486215" y="539929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EE637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41" name="pg641"/>
            <p:cNvSpPr/>
            <p:nvPr/>
          </p:nvSpPr>
          <p:spPr>
            <a:xfrm>
              <a:off x="4486215" y="539929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EE637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42" name="pg642"/>
            <p:cNvSpPr/>
            <p:nvPr/>
          </p:nvSpPr>
          <p:spPr>
            <a:xfrm>
              <a:off x="4441422" y="5399291"/>
              <a:ext cx="44793" cy="167167"/>
            </a:xfrm>
            <a:custGeom>
              <a:avLst/>
              <a:pathLst>
                <a:path w="44793" h="167167">
                  <a:moveTo>
                    <a:pt x="44793" y="0"/>
                  </a:moveTo>
                  <a:lnTo>
                    <a:pt x="38316" y="125"/>
                  </a:lnTo>
                  <a:lnTo>
                    <a:pt x="31849" y="501"/>
                  </a:lnTo>
                  <a:lnTo>
                    <a:pt x="25402" y="1128"/>
                  </a:lnTo>
                  <a:lnTo>
                    <a:pt x="18984" y="2004"/>
                  </a:lnTo>
                  <a:lnTo>
                    <a:pt x="12604" y="3128"/>
                  </a:lnTo>
                  <a:lnTo>
                    <a:pt x="6273" y="4498"/>
                  </a:lnTo>
                  <a:lnTo>
                    <a:pt x="0" y="6113"/>
                  </a:lnTo>
                  <a:lnTo>
                    <a:pt x="44793" y="167167"/>
                  </a:lnTo>
                  <a:close/>
                </a:path>
              </a:pathLst>
            </a:custGeom>
            <a:solidFill>
              <a:srgbClr val="EE637F">
                <a:alpha val="100000"/>
              </a:srgbClr>
            </a:solidFill>
            <a:ln w="9525" cap="rnd">
              <a:solidFill>
                <a:srgbClr val="EE637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43" name="pg643"/>
            <p:cNvSpPr/>
            <p:nvPr/>
          </p:nvSpPr>
          <p:spPr>
            <a:xfrm>
              <a:off x="4441422" y="5405404"/>
              <a:ext cx="44793" cy="161054"/>
            </a:xfrm>
            <a:custGeom>
              <a:avLst/>
              <a:pathLst>
                <a:path w="44793" h="161054">
                  <a:moveTo>
                    <a:pt x="0" y="0"/>
                  </a:moveTo>
                  <a:lnTo>
                    <a:pt x="44793" y="161054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EE637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44" name="pg644"/>
            <p:cNvSpPr/>
            <p:nvPr/>
          </p:nvSpPr>
          <p:spPr>
            <a:xfrm>
              <a:off x="4441422" y="5405404"/>
              <a:ext cx="44793" cy="161054"/>
            </a:xfrm>
            <a:custGeom>
              <a:avLst/>
              <a:pathLst>
                <a:path w="44793" h="161054">
                  <a:moveTo>
                    <a:pt x="0" y="0"/>
                  </a:moveTo>
                  <a:lnTo>
                    <a:pt x="44793" y="161054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EE637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45" name="pg645"/>
            <p:cNvSpPr/>
            <p:nvPr/>
          </p:nvSpPr>
          <p:spPr>
            <a:xfrm>
              <a:off x="4441422" y="5405404"/>
              <a:ext cx="44793" cy="161054"/>
            </a:xfrm>
            <a:custGeom>
              <a:avLst/>
              <a:pathLst>
                <a:path w="44793" h="161054">
                  <a:moveTo>
                    <a:pt x="0" y="0"/>
                  </a:moveTo>
                  <a:lnTo>
                    <a:pt x="44793" y="161054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EE637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46" name="pg646"/>
            <p:cNvSpPr/>
            <p:nvPr/>
          </p:nvSpPr>
          <p:spPr>
            <a:xfrm>
              <a:off x="4441422" y="5405404"/>
              <a:ext cx="44793" cy="161054"/>
            </a:xfrm>
            <a:custGeom>
              <a:avLst/>
              <a:pathLst>
                <a:path w="44793" h="161054">
                  <a:moveTo>
                    <a:pt x="0" y="0"/>
                  </a:moveTo>
                  <a:lnTo>
                    <a:pt x="44793" y="161054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EE637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47" name="pg647"/>
            <p:cNvSpPr/>
            <p:nvPr/>
          </p:nvSpPr>
          <p:spPr>
            <a:xfrm>
              <a:off x="4441422" y="5405404"/>
              <a:ext cx="44793" cy="161054"/>
            </a:xfrm>
            <a:custGeom>
              <a:avLst/>
              <a:pathLst>
                <a:path w="44793" h="161054">
                  <a:moveTo>
                    <a:pt x="0" y="0"/>
                  </a:moveTo>
                  <a:lnTo>
                    <a:pt x="44793" y="161054"/>
                  </a:lnTo>
                  <a:close/>
                </a:path>
              </a:pathLst>
            </a:custGeom>
            <a:solidFill>
              <a:srgbClr val="FF7F40">
                <a:alpha val="100000"/>
              </a:srgbClr>
            </a:solidFill>
            <a:ln w="9525" cap="rnd">
              <a:solidFill>
                <a:srgbClr val="EE637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48" name="pg648"/>
            <p:cNvSpPr/>
            <p:nvPr/>
          </p:nvSpPr>
          <p:spPr>
            <a:xfrm>
              <a:off x="4441422" y="5405404"/>
              <a:ext cx="44793" cy="161054"/>
            </a:xfrm>
            <a:custGeom>
              <a:avLst/>
              <a:pathLst>
                <a:path w="44793" h="161054">
                  <a:moveTo>
                    <a:pt x="0" y="0"/>
                  </a:moveTo>
                  <a:lnTo>
                    <a:pt x="44793" y="161054"/>
                  </a:lnTo>
                  <a:close/>
                </a:path>
              </a:pathLst>
            </a:custGeom>
            <a:solidFill>
              <a:srgbClr val="BCED54">
                <a:alpha val="100000"/>
              </a:srgbClr>
            </a:solidFill>
            <a:ln w="9525" cap="rnd">
              <a:solidFill>
                <a:srgbClr val="EE637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49" name="pg649"/>
            <p:cNvSpPr/>
            <p:nvPr/>
          </p:nvSpPr>
          <p:spPr>
            <a:xfrm>
              <a:off x="4319049" y="5403590"/>
              <a:ext cx="334313" cy="330032"/>
            </a:xfrm>
            <a:custGeom>
              <a:avLst/>
              <a:pathLst>
                <a:path w="334313" h="330032">
                  <a:moveTo>
                    <a:pt x="122373" y="1814"/>
                  </a:moveTo>
                  <a:lnTo>
                    <a:pt x="117305" y="3310"/>
                  </a:lnTo>
                  <a:lnTo>
                    <a:pt x="112287" y="4965"/>
                  </a:lnTo>
                  <a:lnTo>
                    <a:pt x="107324" y="6779"/>
                  </a:lnTo>
                  <a:lnTo>
                    <a:pt x="102421" y="8748"/>
                  </a:lnTo>
                  <a:lnTo>
                    <a:pt x="97582" y="10871"/>
                  </a:lnTo>
                  <a:lnTo>
                    <a:pt x="92813" y="13146"/>
                  </a:lnTo>
                  <a:lnTo>
                    <a:pt x="88118" y="15571"/>
                  </a:lnTo>
                  <a:lnTo>
                    <a:pt x="83502" y="18143"/>
                  </a:lnTo>
                  <a:lnTo>
                    <a:pt x="78970" y="20859"/>
                  </a:lnTo>
                  <a:lnTo>
                    <a:pt x="74526" y="23718"/>
                  </a:lnTo>
                  <a:lnTo>
                    <a:pt x="70175" y="26715"/>
                  </a:lnTo>
                  <a:lnTo>
                    <a:pt x="65920" y="29848"/>
                  </a:lnTo>
                  <a:lnTo>
                    <a:pt x="61766" y="33115"/>
                  </a:lnTo>
                  <a:lnTo>
                    <a:pt x="57718" y="36511"/>
                  </a:lnTo>
                  <a:lnTo>
                    <a:pt x="53780" y="40033"/>
                  </a:lnTo>
                  <a:lnTo>
                    <a:pt x="49954" y="43678"/>
                  </a:lnTo>
                  <a:lnTo>
                    <a:pt x="46246" y="47442"/>
                  </a:lnTo>
                  <a:lnTo>
                    <a:pt x="42658" y="51321"/>
                  </a:lnTo>
                  <a:lnTo>
                    <a:pt x="39195" y="55312"/>
                  </a:lnTo>
                  <a:lnTo>
                    <a:pt x="35859" y="59410"/>
                  </a:lnTo>
                  <a:lnTo>
                    <a:pt x="32655" y="63612"/>
                  </a:lnTo>
                  <a:lnTo>
                    <a:pt x="29585" y="67912"/>
                  </a:lnTo>
                  <a:lnTo>
                    <a:pt x="26653" y="72308"/>
                  </a:lnTo>
                  <a:lnTo>
                    <a:pt x="23861" y="76794"/>
                  </a:lnTo>
                  <a:lnTo>
                    <a:pt x="21212" y="81366"/>
                  </a:lnTo>
                  <a:lnTo>
                    <a:pt x="18709" y="86020"/>
                  </a:lnTo>
                  <a:lnTo>
                    <a:pt x="16355" y="90750"/>
                  </a:lnTo>
                  <a:lnTo>
                    <a:pt x="14151" y="95552"/>
                  </a:lnTo>
                  <a:lnTo>
                    <a:pt x="12100" y="100422"/>
                  </a:lnTo>
                  <a:lnTo>
                    <a:pt x="10204" y="105354"/>
                  </a:lnTo>
                  <a:lnTo>
                    <a:pt x="8464" y="110344"/>
                  </a:lnTo>
                  <a:lnTo>
                    <a:pt x="6884" y="115386"/>
                  </a:lnTo>
                  <a:lnTo>
                    <a:pt x="5463" y="120475"/>
                  </a:lnTo>
                  <a:lnTo>
                    <a:pt x="4204" y="125607"/>
                  </a:lnTo>
                  <a:lnTo>
                    <a:pt x="3108" y="130776"/>
                  </a:lnTo>
                  <a:lnTo>
                    <a:pt x="2176" y="135977"/>
                  </a:lnTo>
                  <a:lnTo>
                    <a:pt x="1408" y="141205"/>
                  </a:lnTo>
                  <a:lnTo>
                    <a:pt x="806" y="146454"/>
                  </a:lnTo>
                  <a:lnTo>
                    <a:pt x="371" y="151720"/>
                  </a:lnTo>
                  <a:lnTo>
                    <a:pt x="102" y="156997"/>
                  </a:lnTo>
                  <a:lnTo>
                    <a:pt x="0" y="162280"/>
                  </a:lnTo>
                  <a:lnTo>
                    <a:pt x="64" y="167564"/>
                  </a:lnTo>
                  <a:lnTo>
                    <a:pt x="296" y="172843"/>
                  </a:lnTo>
                  <a:lnTo>
                    <a:pt x="695" y="178112"/>
                  </a:lnTo>
                  <a:lnTo>
                    <a:pt x="1260" y="183365"/>
                  </a:lnTo>
                  <a:lnTo>
                    <a:pt x="1991" y="188598"/>
                  </a:lnTo>
                  <a:lnTo>
                    <a:pt x="2886" y="193806"/>
                  </a:lnTo>
                  <a:lnTo>
                    <a:pt x="3946" y="198982"/>
                  </a:lnTo>
                  <a:lnTo>
                    <a:pt x="5169" y="204123"/>
                  </a:lnTo>
                  <a:lnTo>
                    <a:pt x="6554" y="209222"/>
                  </a:lnTo>
                  <a:lnTo>
                    <a:pt x="8099" y="214275"/>
                  </a:lnTo>
                  <a:lnTo>
                    <a:pt x="9803" y="219277"/>
                  </a:lnTo>
                  <a:lnTo>
                    <a:pt x="11665" y="224222"/>
                  </a:lnTo>
                  <a:lnTo>
                    <a:pt x="13681" y="229106"/>
                  </a:lnTo>
                  <a:lnTo>
                    <a:pt x="15852" y="233924"/>
                  </a:lnTo>
                  <a:lnTo>
                    <a:pt x="18173" y="238670"/>
                  </a:lnTo>
                  <a:lnTo>
                    <a:pt x="20643" y="243341"/>
                  </a:lnTo>
                  <a:lnTo>
                    <a:pt x="23260" y="247932"/>
                  </a:lnTo>
                  <a:lnTo>
                    <a:pt x="26020" y="252438"/>
                  </a:lnTo>
                  <a:lnTo>
                    <a:pt x="28921" y="256854"/>
                  </a:lnTo>
                  <a:lnTo>
                    <a:pt x="31961" y="261176"/>
                  </a:lnTo>
                  <a:lnTo>
                    <a:pt x="35135" y="265400"/>
                  </a:lnTo>
                  <a:lnTo>
                    <a:pt x="38442" y="269522"/>
                  </a:lnTo>
                  <a:lnTo>
                    <a:pt x="41877" y="273537"/>
                  </a:lnTo>
                  <a:lnTo>
                    <a:pt x="45437" y="277441"/>
                  </a:lnTo>
                  <a:lnTo>
                    <a:pt x="49119" y="281231"/>
                  </a:lnTo>
                  <a:lnTo>
                    <a:pt x="52919" y="284903"/>
                  </a:lnTo>
                  <a:lnTo>
                    <a:pt x="56833" y="288453"/>
                  </a:lnTo>
                  <a:lnTo>
                    <a:pt x="60857" y="291877"/>
                  </a:lnTo>
                  <a:lnTo>
                    <a:pt x="64987" y="295172"/>
                  </a:lnTo>
                  <a:lnTo>
                    <a:pt x="69220" y="298336"/>
                  </a:lnTo>
                  <a:lnTo>
                    <a:pt x="73550" y="301363"/>
                  </a:lnTo>
                  <a:lnTo>
                    <a:pt x="77974" y="304253"/>
                  </a:lnTo>
                  <a:lnTo>
                    <a:pt x="82487" y="307001"/>
                  </a:lnTo>
                  <a:lnTo>
                    <a:pt x="87085" y="309606"/>
                  </a:lnTo>
                  <a:lnTo>
                    <a:pt x="91762" y="312063"/>
                  </a:lnTo>
                  <a:lnTo>
                    <a:pt x="96515" y="314372"/>
                  </a:lnTo>
                  <a:lnTo>
                    <a:pt x="101339" y="316529"/>
                  </a:lnTo>
                  <a:lnTo>
                    <a:pt x="106228" y="318533"/>
                  </a:lnTo>
                  <a:lnTo>
                    <a:pt x="111178" y="320381"/>
                  </a:lnTo>
                  <a:lnTo>
                    <a:pt x="116184" y="322072"/>
                  </a:lnTo>
                  <a:lnTo>
                    <a:pt x="121241" y="323603"/>
                  </a:lnTo>
                  <a:lnTo>
                    <a:pt x="126344" y="324974"/>
                  </a:lnTo>
                  <a:lnTo>
                    <a:pt x="131488" y="326184"/>
                  </a:lnTo>
                  <a:lnTo>
                    <a:pt x="136667" y="327230"/>
                  </a:lnTo>
                  <a:lnTo>
                    <a:pt x="141877" y="328111"/>
                  </a:lnTo>
                  <a:lnTo>
                    <a:pt x="147112" y="328828"/>
                  </a:lnTo>
                  <a:lnTo>
                    <a:pt x="152368" y="329379"/>
                  </a:lnTo>
                  <a:lnTo>
                    <a:pt x="157637" y="329764"/>
                  </a:lnTo>
                  <a:lnTo>
                    <a:pt x="162917" y="329981"/>
                  </a:lnTo>
                  <a:lnTo>
                    <a:pt x="168201" y="330032"/>
                  </a:lnTo>
                  <a:lnTo>
                    <a:pt x="173483" y="329916"/>
                  </a:lnTo>
                  <a:lnTo>
                    <a:pt x="178760" y="329633"/>
                  </a:lnTo>
                  <a:lnTo>
                    <a:pt x="184024" y="329183"/>
                  </a:lnTo>
                  <a:lnTo>
                    <a:pt x="189272" y="328567"/>
                  </a:lnTo>
                  <a:lnTo>
                    <a:pt x="194498" y="327786"/>
                  </a:lnTo>
                  <a:lnTo>
                    <a:pt x="199697" y="326840"/>
                  </a:lnTo>
                  <a:lnTo>
                    <a:pt x="204863" y="325729"/>
                  </a:lnTo>
                  <a:lnTo>
                    <a:pt x="209991" y="324457"/>
                  </a:lnTo>
                  <a:lnTo>
                    <a:pt x="215077" y="323023"/>
                  </a:lnTo>
                  <a:lnTo>
                    <a:pt x="220114" y="321428"/>
                  </a:lnTo>
                  <a:lnTo>
                    <a:pt x="225099" y="319676"/>
                  </a:lnTo>
                  <a:lnTo>
                    <a:pt x="230026" y="317766"/>
                  </a:lnTo>
                  <a:lnTo>
                    <a:pt x="234890" y="315702"/>
                  </a:lnTo>
                  <a:lnTo>
                    <a:pt x="239687" y="313486"/>
                  </a:lnTo>
                  <a:lnTo>
                    <a:pt x="244411" y="311118"/>
                  </a:lnTo>
                  <a:lnTo>
                    <a:pt x="249058" y="308603"/>
                  </a:lnTo>
                  <a:lnTo>
                    <a:pt x="253623" y="305942"/>
                  </a:lnTo>
                  <a:lnTo>
                    <a:pt x="258101" y="303138"/>
                  </a:lnTo>
                  <a:lnTo>
                    <a:pt x="262489" y="300194"/>
                  </a:lnTo>
                  <a:lnTo>
                    <a:pt x="266782" y="297113"/>
                  </a:lnTo>
                  <a:lnTo>
                    <a:pt x="270975" y="293897"/>
                  </a:lnTo>
                  <a:lnTo>
                    <a:pt x="275064" y="290551"/>
                  </a:lnTo>
                  <a:lnTo>
                    <a:pt x="279045" y="287077"/>
                  </a:lnTo>
                  <a:lnTo>
                    <a:pt x="282915" y="283479"/>
                  </a:lnTo>
                  <a:lnTo>
                    <a:pt x="286669" y="279761"/>
                  </a:lnTo>
                  <a:lnTo>
                    <a:pt x="290304" y="275925"/>
                  </a:lnTo>
                  <a:lnTo>
                    <a:pt x="293815" y="271977"/>
                  </a:lnTo>
                  <a:lnTo>
                    <a:pt x="297201" y="267920"/>
                  </a:lnTo>
                  <a:lnTo>
                    <a:pt x="300456" y="263758"/>
                  </a:lnTo>
                  <a:lnTo>
                    <a:pt x="303578" y="259495"/>
                  </a:lnTo>
                  <a:lnTo>
                    <a:pt x="306564" y="255135"/>
                  </a:lnTo>
                  <a:lnTo>
                    <a:pt x="309410" y="250683"/>
                  </a:lnTo>
                  <a:lnTo>
                    <a:pt x="312114" y="246144"/>
                  </a:lnTo>
                  <a:lnTo>
                    <a:pt x="314674" y="241521"/>
                  </a:lnTo>
                  <a:lnTo>
                    <a:pt x="317086" y="236820"/>
                  </a:lnTo>
                  <a:lnTo>
                    <a:pt x="319348" y="232045"/>
                  </a:lnTo>
                  <a:lnTo>
                    <a:pt x="321459" y="227201"/>
                  </a:lnTo>
                  <a:lnTo>
                    <a:pt x="323415" y="222292"/>
                  </a:lnTo>
                  <a:lnTo>
                    <a:pt x="325215" y="217324"/>
                  </a:lnTo>
                  <a:lnTo>
                    <a:pt x="326857" y="212302"/>
                  </a:lnTo>
                  <a:lnTo>
                    <a:pt x="328340" y="207230"/>
                  </a:lnTo>
                  <a:lnTo>
                    <a:pt x="329661" y="202114"/>
                  </a:lnTo>
                  <a:lnTo>
                    <a:pt x="330820" y="196959"/>
                  </a:lnTo>
                  <a:lnTo>
                    <a:pt x="331816" y="191770"/>
                  </a:lnTo>
                  <a:lnTo>
                    <a:pt x="332647" y="186552"/>
                  </a:lnTo>
                  <a:lnTo>
                    <a:pt x="333313" y="181310"/>
                  </a:lnTo>
                  <a:lnTo>
                    <a:pt x="333813" y="176050"/>
                  </a:lnTo>
                  <a:lnTo>
                    <a:pt x="334146" y="170776"/>
                  </a:lnTo>
                  <a:lnTo>
                    <a:pt x="334313" y="165495"/>
                  </a:lnTo>
                  <a:lnTo>
                    <a:pt x="334312" y="160211"/>
                  </a:lnTo>
                  <a:lnTo>
                    <a:pt x="334145" y="154930"/>
                  </a:lnTo>
                  <a:lnTo>
                    <a:pt x="333810" y="149656"/>
                  </a:lnTo>
                  <a:lnTo>
                    <a:pt x="333310" y="144396"/>
                  </a:lnTo>
                  <a:lnTo>
                    <a:pt x="332643" y="139154"/>
                  </a:lnTo>
                  <a:lnTo>
                    <a:pt x="331811" y="133936"/>
                  </a:lnTo>
                  <a:lnTo>
                    <a:pt x="330814" y="128747"/>
                  </a:lnTo>
                  <a:lnTo>
                    <a:pt x="329654" y="123592"/>
                  </a:lnTo>
                  <a:lnTo>
                    <a:pt x="328332" y="118476"/>
                  </a:lnTo>
                  <a:lnTo>
                    <a:pt x="326848" y="113405"/>
                  </a:lnTo>
                  <a:lnTo>
                    <a:pt x="325205" y="108383"/>
                  </a:lnTo>
                  <a:lnTo>
                    <a:pt x="323404" y="103415"/>
                  </a:lnTo>
                  <a:lnTo>
                    <a:pt x="321447" y="98507"/>
                  </a:lnTo>
                  <a:lnTo>
                    <a:pt x="319336" y="93663"/>
                  </a:lnTo>
                  <a:lnTo>
                    <a:pt x="317073" y="88889"/>
                  </a:lnTo>
                  <a:lnTo>
                    <a:pt x="314660" y="84188"/>
                  </a:lnTo>
                  <a:lnTo>
                    <a:pt x="312099" y="79566"/>
                  </a:lnTo>
                  <a:lnTo>
                    <a:pt x="309394" y="75027"/>
                  </a:lnTo>
                  <a:lnTo>
                    <a:pt x="306547" y="70575"/>
                  </a:lnTo>
                  <a:lnTo>
                    <a:pt x="303560" y="66216"/>
                  </a:lnTo>
                  <a:lnTo>
                    <a:pt x="300438" y="61954"/>
                  </a:lnTo>
                  <a:lnTo>
                    <a:pt x="297182" y="57792"/>
                  </a:lnTo>
                  <a:lnTo>
                    <a:pt x="293796" y="53736"/>
                  </a:lnTo>
                  <a:lnTo>
                    <a:pt x="290283" y="49788"/>
                  </a:lnTo>
                  <a:lnTo>
                    <a:pt x="286648" y="45954"/>
                  </a:lnTo>
                  <a:lnTo>
                    <a:pt x="282893" y="42236"/>
                  </a:lnTo>
                  <a:lnTo>
                    <a:pt x="279023" y="38638"/>
                  </a:lnTo>
                  <a:lnTo>
                    <a:pt x="275041" y="35165"/>
                  </a:lnTo>
                  <a:lnTo>
                    <a:pt x="270951" y="31820"/>
                  </a:lnTo>
                  <a:lnTo>
                    <a:pt x="266757" y="28605"/>
                  </a:lnTo>
                  <a:lnTo>
                    <a:pt x="262464" y="25525"/>
                  </a:lnTo>
                  <a:lnTo>
                    <a:pt x="258076" y="22581"/>
                  </a:lnTo>
                  <a:lnTo>
                    <a:pt x="253597" y="19778"/>
                  </a:lnTo>
                  <a:lnTo>
                    <a:pt x="249031" y="17118"/>
                  </a:lnTo>
                  <a:lnTo>
                    <a:pt x="244384" y="14604"/>
                  </a:lnTo>
                  <a:lnTo>
                    <a:pt x="239660" y="12237"/>
                  </a:lnTo>
                  <a:lnTo>
                    <a:pt x="234863" y="10021"/>
                  </a:lnTo>
                  <a:lnTo>
                    <a:pt x="229998" y="7958"/>
                  </a:lnTo>
                  <a:lnTo>
                    <a:pt x="225071" y="6050"/>
                  </a:lnTo>
                  <a:lnTo>
                    <a:pt x="220086" y="4298"/>
                  </a:lnTo>
                  <a:lnTo>
                    <a:pt x="215048" y="2705"/>
                  </a:lnTo>
                  <a:lnTo>
                    <a:pt x="209962" y="1271"/>
                  </a:lnTo>
                  <a:lnTo>
                    <a:pt x="204833" y="0"/>
                  </a:lnTo>
                  <a:lnTo>
                    <a:pt x="167166" y="162868"/>
                  </a:lnTo>
                  <a:close/>
                </a:path>
              </a:pathLst>
            </a:custGeom>
            <a:solidFill>
              <a:srgbClr val="FFFFFF">
                <a:alpha val="100000"/>
              </a:srgbClr>
            </a:solidFill>
            <a:ln w="9525" cap="rnd">
              <a:solidFill>
                <a:srgbClr val="EE637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50" name="pg650"/>
            <p:cNvSpPr/>
            <p:nvPr/>
          </p:nvSpPr>
          <p:spPr>
            <a:xfrm>
              <a:off x="4486215" y="5399291"/>
              <a:ext cx="37667" cy="167167"/>
            </a:xfrm>
            <a:custGeom>
              <a:avLst/>
              <a:pathLst>
                <a:path w="37667" h="167167">
                  <a:moveTo>
                    <a:pt x="37667" y="4299"/>
                  </a:moveTo>
                  <a:lnTo>
                    <a:pt x="31472" y="2989"/>
                  </a:lnTo>
                  <a:lnTo>
                    <a:pt x="25232" y="1915"/>
                  </a:lnTo>
                  <a:lnTo>
                    <a:pt x="18956" y="1078"/>
                  </a:lnTo>
                  <a:lnTo>
                    <a:pt x="12652" y="479"/>
                  </a:lnTo>
                  <a:lnTo>
                    <a:pt x="6330" y="119"/>
                  </a:lnTo>
                  <a:lnTo>
                    <a:pt x="0" y="0"/>
                  </a:lnTo>
                  <a:lnTo>
                    <a:pt x="0" y="167167"/>
                  </a:lnTo>
                  <a:close/>
                </a:path>
              </a:pathLst>
            </a:custGeom>
            <a:solidFill>
              <a:srgbClr val="DCDCDC">
                <a:alpha val="100000"/>
              </a:srgbClr>
            </a:solidFill>
            <a:ln w="9525" cap="rnd">
              <a:solidFill>
                <a:srgbClr val="EE637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51" name="pg651"/>
            <p:cNvSpPr/>
            <p:nvPr/>
          </p:nvSpPr>
          <p:spPr>
            <a:xfrm>
              <a:off x="5023544" y="539929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52" name="pg652"/>
            <p:cNvSpPr/>
            <p:nvPr/>
          </p:nvSpPr>
          <p:spPr>
            <a:xfrm>
              <a:off x="5023544" y="539929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53" name="pg653"/>
            <p:cNvSpPr/>
            <p:nvPr/>
          </p:nvSpPr>
          <p:spPr>
            <a:xfrm>
              <a:off x="5023544" y="539929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54" name="pg654"/>
            <p:cNvSpPr/>
            <p:nvPr/>
          </p:nvSpPr>
          <p:spPr>
            <a:xfrm>
              <a:off x="5023544" y="539929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DCB702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55" name="pg655"/>
            <p:cNvSpPr/>
            <p:nvPr/>
          </p:nvSpPr>
          <p:spPr>
            <a:xfrm>
              <a:off x="5023544" y="539929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56" name="pg656"/>
            <p:cNvSpPr/>
            <p:nvPr/>
          </p:nvSpPr>
          <p:spPr>
            <a:xfrm>
              <a:off x="5023544" y="539929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57" name="pg657"/>
            <p:cNvSpPr/>
            <p:nvPr/>
          </p:nvSpPr>
          <p:spPr>
            <a:xfrm>
              <a:off x="5023544" y="539929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58" name="pg658"/>
            <p:cNvSpPr/>
            <p:nvPr/>
          </p:nvSpPr>
          <p:spPr>
            <a:xfrm>
              <a:off x="5023544" y="539929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59" name="pg659"/>
            <p:cNvSpPr/>
            <p:nvPr/>
          </p:nvSpPr>
          <p:spPr>
            <a:xfrm>
              <a:off x="5023544" y="539929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60" name="pg660"/>
            <p:cNvSpPr/>
            <p:nvPr/>
          </p:nvSpPr>
          <p:spPr>
            <a:xfrm>
              <a:off x="5023544" y="539929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61" name="pg661"/>
            <p:cNvSpPr/>
            <p:nvPr/>
          </p:nvSpPr>
          <p:spPr>
            <a:xfrm>
              <a:off x="5023544" y="539929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62" name="pg662"/>
            <p:cNvSpPr/>
            <p:nvPr/>
          </p:nvSpPr>
          <p:spPr>
            <a:xfrm>
              <a:off x="5023544" y="539929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63" name="pg663"/>
            <p:cNvSpPr/>
            <p:nvPr/>
          </p:nvSpPr>
          <p:spPr>
            <a:xfrm>
              <a:off x="5023544" y="539929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64" name="pg664"/>
            <p:cNvSpPr/>
            <p:nvPr/>
          </p:nvSpPr>
          <p:spPr>
            <a:xfrm>
              <a:off x="5023544" y="539929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65" name="pg665"/>
            <p:cNvSpPr/>
            <p:nvPr/>
          </p:nvSpPr>
          <p:spPr>
            <a:xfrm>
              <a:off x="5023544" y="539929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66" name="pg666"/>
            <p:cNvSpPr/>
            <p:nvPr/>
          </p:nvSpPr>
          <p:spPr>
            <a:xfrm>
              <a:off x="5023544" y="539929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67" name="pg667"/>
            <p:cNvSpPr/>
            <p:nvPr/>
          </p:nvSpPr>
          <p:spPr>
            <a:xfrm>
              <a:off x="5023544" y="539929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B155A7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68" name="pg668"/>
            <p:cNvSpPr/>
            <p:nvPr/>
          </p:nvSpPr>
          <p:spPr>
            <a:xfrm>
              <a:off x="5023544" y="539929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69" name="pg669"/>
            <p:cNvSpPr/>
            <p:nvPr/>
          </p:nvSpPr>
          <p:spPr>
            <a:xfrm>
              <a:off x="5023544" y="539929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70" name="pg670"/>
            <p:cNvSpPr/>
            <p:nvPr/>
          </p:nvSpPr>
          <p:spPr>
            <a:xfrm>
              <a:off x="5023544" y="539929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EE637F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71" name="pg671"/>
            <p:cNvSpPr/>
            <p:nvPr/>
          </p:nvSpPr>
          <p:spPr>
            <a:xfrm>
              <a:off x="4856376" y="5399291"/>
              <a:ext cx="167167" cy="301100"/>
            </a:xfrm>
            <a:custGeom>
              <a:avLst/>
              <a:pathLst>
                <a:path w="167167" h="301100">
                  <a:moveTo>
                    <a:pt x="167167" y="0"/>
                  </a:moveTo>
                  <a:lnTo>
                    <a:pt x="161810" y="85"/>
                  </a:lnTo>
                  <a:lnTo>
                    <a:pt x="156458" y="343"/>
                  </a:lnTo>
                  <a:lnTo>
                    <a:pt x="151117" y="772"/>
                  </a:lnTo>
                  <a:lnTo>
                    <a:pt x="145793" y="1372"/>
                  </a:lnTo>
                  <a:lnTo>
                    <a:pt x="140491" y="2142"/>
                  </a:lnTo>
                  <a:lnTo>
                    <a:pt x="135216" y="3081"/>
                  </a:lnTo>
                  <a:lnTo>
                    <a:pt x="129974" y="4189"/>
                  </a:lnTo>
                  <a:lnTo>
                    <a:pt x="124770" y="5465"/>
                  </a:lnTo>
                  <a:lnTo>
                    <a:pt x="119610" y="6907"/>
                  </a:lnTo>
                  <a:lnTo>
                    <a:pt x="114499" y="8513"/>
                  </a:lnTo>
                  <a:lnTo>
                    <a:pt x="109441" y="10283"/>
                  </a:lnTo>
                  <a:lnTo>
                    <a:pt x="104443" y="12213"/>
                  </a:lnTo>
                  <a:lnTo>
                    <a:pt x="99510" y="14303"/>
                  </a:lnTo>
                  <a:lnTo>
                    <a:pt x="94646" y="16549"/>
                  </a:lnTo>
                  <a:lnTo>
                    <a:pt x="89856" y="18951"/>
                  </a:lnTo>
                  <a:lnTo>
                    <a:pt x="85146" y="21505"/>
                  </a:lnTo>
                  <a:lnTo>
                    <a:pt x="80520" y="24208"/>
                  </a:lnTo>
                  <a:lnTo>
                    <a:pt x="75983" y="27058"/>
                  </a:lnTo>
                  <a:lnTo>
                    <a:pt x="71540" y="30052"/>
                  </a:lnTo>
                  <a:lnTo>
                    <a:pt x="67195" y="33187"/>
                  </a:lnTo>
                  <a:lnTo>
                    <a:pt x="62953" y="36460"/>
                  </a:lnTo>
                  <a:lnTo>
                    <a:pt x="58818" y="39867"/>
                  </a:lnTo>
                  <a:lnTo>
                    <a:pt x="54794" y="43404"/>
                  </a:lnTo>
                  <a:lnTo>
                    <a:pt x="50885" y="47069"/>
                  </a:lnTo>
                  <a:lnTo>
                    <a:pt x="47096" y="50857"/>
                  </a:lnTo>
                  <a:lnTo>
                    <a:pt x="43431" y="54765"/>
                  </a:lnTo>
                  <a:lnTo>
                    <a:pt x="39892" y="58788"/>
                  </a:lnTo>
                  <a:lnTo>
                    <a:pt x="36484" y="62922"/>
                  </a:lnTo>
                  <a:lnTo>
                    <a:pt x="33211" y="67164"/>
                  </a:lnTo>
                  <a:lnTo>
                    <a:pt x="30075" y="71508"/>
                  </a:lnTo>
                  <a:lnTo>
                    <a:pt x="27079" y="75950"/>
                  </a:lnTo>
                  <a:lnTo>
                    <a:pt x="24228" y="80487"/>
                  </a:lnTo>
                  <a:lnTo>
                    <a:pt x="21524" y="85112"/>
                  </a:lnTo>
                  <a:lnTo>
                    <a:pt x="18969" y="89821"/>
                  </a:lnTo>
                  <a:lnTo>
                    <a:pt x="16566" y="94610"/>
                  </a:lnTo>
                  <a:lnTo>
                    <a:pt x="14319" y="99474"/>
                  </a:lnTo>
                  <a:lnTo>
                    <a:pt x="12228" y="104407"/>
                  </a:lnTo>
                  <a:lnTo>
                    <a:pt x="10296" y="109405"/>
                  </a:lnTo>
                  <a:lnTo>
                    <a:pt x="8526" y="114461"/>
                  </a:lnTo>
                  <a:lnTo>
                    <a:pt x="6918" y="119572"/>
                  </a:lnTo>
                  <a:lnTo>
                    <a:pt x="5475" y="124732"/>
                  </a:lnTo>
                  <a:lnTo>
                    <a:pt x="4198" y="129936"/>
                  </a:lnTo>
                  <a:lnTo>
                    <a:pt x="3089" y="135178"/>
                  </a:lnTo>
                  <a:lnTo>
                    <a:pt x="2148" y="140452"/>
                  </a:lnTo>
                  <a:lnTo>
                    <a:pt x="1377" y="145754"/>
                  </a:lnTo>
                  <a:lnTo>
                    <a:pt x="776" y="151078"/>
                  </a:lnTo>
                  <a:lnTo>
                    <a:pt x="345" y="156419"/>
                  </a:lnTo>
                  <a:lnTo>
                    <a:pt x="87" y="161771"/>
                  </a:lnTo>
                  <a:lnTo>
                    <a:pt x="0" y="167128"/>
                  </a:lnTo>
                  <a:lnTo>
                    <a:pt x="84" y="172485"/>
                  </a:lnTo>
                  <a:lnTo>
                    <a:pt x="340" y="177837"/>
                  </a:lnTo>
                  <a:lnTo>
                    <a:pt x="768" y="183177"/>
                  </a:lnTo>
                  <a:lnTo>
                    <a:pt x="1367" y="188502"/>
                  </a:lnTo>
                  <a:lnTo>
                    <a:pt x="2135" y="193804"/>
                  </a:lnTo>
                  <a:lnTo>
                    <a:pt x="3074" y="199079"/>
                  </a:lnTo>
                  <a:lnTo>
                    <a:pt x="4181" y="204321"/>
                  </a:lnTo>
                  <a:lnTo>
                    <a:pt x="5455" y="209526"/>
                  </a:lnTo>
                  <a:lnTo>
                    <a:pt x="6896" y="214686"/>
                  </a:lnTo>
                  <a:lnTo>
                    <a:pt x="8501" y="219798"/>
                  </a:lnTo>
                  <a:lnTo>
                    <a:pt x="10269" y="224856"/>
                  </a:lnTo>
                  <a:lnTo>
                    <a:pt x="12198" y="229854"/>
                  </a:lnTo>
                  <a:lnTo>
                    <a:pt x="14287" y="234788"/>
                  </a:lnTo>
                  <a:lnTo>
                    <a:pt x="16532" y="239653"/>
                  </a:lnTo>
                  <a:lnTo>
                    <a:pt x="18933" y="244443"/>
                  </a:lnTo>
                  <a:lnTo>
                    <a:pt x="21485" y="249154"/>
                  </a:lnTo>
                  <a:lnTo>
                    <a:pt x="24187" y="253780"/>
                  </a:lnTo>
                  <a:lnTo>
                    <a:pt x="27037" y="258318"/>
                  </a:lnTo>
                  <a:lnTo>
                    <a:pt x="30030" y="262762"/>
                  </a:lnTo>
                  <a:lnTo>
                    <a:pt x="33164" y="267107"/>
                  </a:lnTo>
                  <a:lnTo>
                    <a:pt x="36435" y="271350"/>
                  </a:lnTo>
                  <a:lnTo>
                    <a:pt x="39841" y="275486"/>
                  </a:lnTo>
                  <a:lnTo>
                    <a:pt x="43378" y="279511"/>
                  </a:lnTo>
                  <a:lnTo>
                    <a:pt x="47042" y="283420"/>
                  </a:lnTo>
                  <a:lnTo>
                    <a:pt x="50829" y="287210"/>
                  </a:lnTo>
                  <a:lnTo>
                    <a:pt x="54736" y="290877"/>
                  </a:lnTo>
                  <a:lnTo>
                    <a:pt x="58758" y="294416"/>
                  </a:lnTo>
                  <a:lnTo>
                    <a:pt x="62891" y="297825"/>
                  </a:lnTo>
                  <a:lnTo>
                    <a:pt x="67132" y="301100"/>
                  </a:lnTo>
                  <a:lnTo>
                    <a:pt x="167167" y="167167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72" name="pg672"/>
            <p:cNvSpPr/>
            <p:nvPr/>
          </p:nvSpPr>
          <p:spPr>
            <a:xfrm>
              <a:off x="4923509" y="5566459"/>
              <a:ext cx="100034" cy="133932"/>
            </a:xfrm>
            <a:custGeom>
              <a:avLst/>
              <a:pathLst>
                <a:path w="100034" h="133932">
                  <a:moveTo>
                    <a:pt x="0" y="133932"/>
                  </a:moveTo>
                  <a:lnTo>
                    <a:pt x="100034" y="0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73" name="pg673"/>
            <p:cNvSpPr/>
            <p:nvPr/>
          </p:nvSpPr>
          <p:spPr>
            <a:xfrm>
              <a:off x="4923509" y="5566459"/>
              <a:ext cx="100034" cy="133932"/>
            </a:xfrm>
            <a:custGeom>
              <a:avLst/>
              <a:pathLst>
                <a:path w="100034" h="133932">
                  <a:moveTo>
                    <a:pt x="0" y="133932"/>
                  </a:moveTo>
                  <a:lnTo>
                    <a:pt x="100034" y="0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74" name="pg674"/>
            <p:cNvSpPr/>
            <p:nvPr/>
          </p:nvSpPr>
          <p:spPr>
            <a:xfrm>
              <a:off x="4923509" y="5566459"/>
              <a:ext cx="100034" cy="133932"/>
            </a:xfrm>
            <a:custGeom>
              <a:avLst/>
              <a:pathLst>
                <a:path w="100034" h="133932">
                  <a:moveTo>
                    <a:pt x="0" y="133932"/>
                  </a:moveTo>
                  <a:lnTo>
                    <a:pt x="100034" y="0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75" name="pg675"/>
            <p:cNvSpPr/>
            <p:nvPr/>
          </p:nvSpPr>
          <p:spPr>
            <a:xfrm>
              <a:off x="4923509" y="5566459"/>
              <a:ext cx="100034" cy="133932"/>
            </a:xfrm>
            <a:custGeom>
              <a:avLst/>
              <a:pathLst>
                <a:path w="100034" h="133932">
                  <a:moveTo>
                    <a:pt x="0" y="133932"/>
                  </a:moveTo>
                  <a:lnTo>
                    <a:pt x="100034" y="0"/>
                  </a:lnTo>
                  <a:close/>
                </a:path>
              </a:pathLst>
            </a:custGeom>
            <a:solidFill>
              <a:srgbClr val="FF7F40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76" name="pg676"/>
            <p:cNvSpPr/>
            <p:nvPr/>
          </p:nvSpPr>
          <p:spPr>
            <a:xfrm>
              <a:off x="4923509" y="5566459"/>
              <a:ext cx="100034" cy="133932"/>
            </a:xfrm>
            <a:custGeom>
              <a:avLst/>
              <a:pathLst>
                <a:path w="100034" h="133932">
                  <a:moveTo>
                    <a:pt x="0" y="133932"/>
                  </a:moveTo>
                  <a:lnTo>
                    <a:pt x="100034" y="0"/>
                  </a:lnTo>
                  <a:close/>
                </a:path>
              </a:pathLst>
            </a:custGeom>
            <a:solidFill>
              <a:srgbClr val="BCED54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77" name="pg677"/>
            <p:cNvSpPr/>
            <p:nvPr/>
          </p:nvSpPr>
          <p:spPr>
            <a:xfrm>
              <a:off x="4923509" y="5566459"/>
              <a:ext cx="103098" cy="167149"/>
            </a:xfrm>
            <a:custGeom>
              <a:avLst/>
              <a:pathLst>
                <a:path w="103098" h="167149">
                  <a:moveTo>
                    <a:pt x="0" y="133932"/>
                  </a:moveTo>
                  <a:lnTo>
                    <a:pt x="4472" y="137159"/>
                  </a:lnTo>
                  <a:lnTo>
                    <a:pt x="9048" y="140237"/>
                  </a:lnTo>
                  <a:lnTo>
                    <a:pt x="13724" y="143162"/>
                  </a:lnTo>
                  <a:lnTo>
                    <a:pt x="18493" y="145931"/>
                  </a:lnTo>
                  <a:lnTo>
                    <a:pt x="23351" y="148541"/>
                  </a:lnTo>
                  <a:lnTo>
                    <a:pt x="28293" y="150990"/>
                  </a:lnTo>
                  <a:lnTo>
                    <a:pt x="33312" y="153274"/>
                  </a:lnTo>
                  <a:lnTo>
                    <a:pt x="38405" y="155392"/>
                  </a:lnTo>
                  <a:lnTo>
                    <a:pt x="43564" y="157340"/>
                  </a:lnTo>
                  <a:lnTo>
                    <a:pt x="48785" y="159117"/>
                  </a:lnTo>
                  <a:lnTo>
                    <a:pt x="54061" y="160721"/>
                  </a:lnTo>
                  <a:lnTo>
                    <a:pt x="59388" y="162150"/>
                  </a:lnTo>
                  <a:lnTo>
                    <a:pt x="64759" y="163403"/>
                  </a:lnTo>
                  <a:lnTo>
                    <a:pt x="70168" y="164477"/>
                  </a:lnTo>
                  <a:lnTo>
                    <a:pt x="75610" y="165373"/>
                  </a:lnTo>
                  <a:lnTo>
                    <a:pt x="81078" y="166089"/>
                  </a:lnTo>
                  <a:lnTo>
                    <a:pt x="86567" y="166624"/>
                  </a:lnTo>
                  <a:lnTo>
                    <a:pt x="92071" y="166977"/>
                  </a:lnTo>
                  <a:lnTo>
                    <a:pt x="97583" y="167149"/>
                  </a:lnTo>
                  <a:lnTo>
                    <a:pt x="103098" y="167139"/>
                  </a:lnTo>
                  <a:lnTo>
                    <a:pt x="100034" y="0"/>
                  </a:lnTo>
                  <a:close/>
                </a:path>
              </a:pathLst>
            </a:custGeom>
            <a:solidFill>
              <a:srgbClr val="FFFFFF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78" name="pg678"/>
            <p:cNvSpPr/>
            <p:nvPr/>
          </p:nvSpPr>
          <p:spPr>
            <a:xfrm>
              <a:off x="5023544" y="5399291"/>
              <a:ext cx="167160" cy="334306"/>
            </a:xfrm>
            <a:custGeom>
              <a:avLst/>
              <a:pathLst>
                <a:path w="167160" h="334306">
                  <a:moveTo>
                    <a:pt x="3063" y="334306"/>
                  </a:moveTo>
                  <a:lnTo>
                    <a:pt x="8388" y="334124"/>
                  </a:lnTo>
                  <a:lnTo>
                    <a:pt x="13703" y="333772"/>
                  </a:lnTo>
                  <a:lnTo>
                    <a:pt x="19005" y="333250"/>
                  </a:lnTo>
                  <a:lnTo>
                    <a:pt x="24288" y="332561"/>
                  </a:lnTo>
                  <a:lnTo>
                    <a:pt x="29546" y="331703"/>
                  </a:lnTo>
                  <a:lnTo>
                    <a:pt x="34774" y="330678"/>
                  </a:lnTo>
                  <a:lnTo>
                    <a:pt x="39966" y="329486"/>
                  </a:lnTo>
                  <a:lnTo>
                    <a:pt x="45118" y="328131"/>
                  </a:lnTo>
                  <a:lnTo>
                    <a:pt x="50224" y="326611"/>
                  </a:lnTo>
                  <a:lnTo>
                    <a:pt x="55279" y="324930"/>
                  </a:lnTo>
                  <a:lnTo>
                    <a:pt x="60278" y="323088"/>
                  </a:lnTo>
                  <a:lnTo>
                    <a:pt x="65216" y="321088"/>
                  </a:lnTo>
                  <a:lnTo>
                    <a:pt x="70088" y="318932"/>
                  </a:lnTo>
                  <a:lnTo>
                    <a:pt x="74888" y="316622"/>
                  </a:lnTo>
                  <a:lnTo>
                    <a:pt x="79612" y="314159"/>
                  </a:lnTo>
                  <a:lnTo>
                    <a:pt x="84256" y="311548"/>
                  </a:lnTo>
                  <a:lnTo>
                    <a:pt x="88813" y="308790"/>
                  </a:lnTo>
                  <a:lnTo>
                    <a:pt x="93281" y="305888"/>
                  </a:lnTo>
                  <a:lnTo>
                    <a:pt x="97654" y="302845"/>
                  </a:lnTo>
                  <a:lnTo>
                    <a:pt x="101928" y="299664"/>
                  </a:lnTo>
                  <a:lnTo>
                    <a:pt x="106098" y="296349"/>
                  </a:lnTo>
                  <a:lnTo>
                    <a:pt x="110161" y="292903"/>
                  </a:lnTo>
                  <a:lnTo>
                    <a:pt x="114111" y="289329"/>
                  </a:lnTo>
                  <a:lnTo>
                    <a:pt x="117946" y="285631"/>
                  </a:lnTo>
                  <a:lnTo>
                    <a:pt x="121661" y="281812"/>
                  </a:lnTo>
                  <a:lnTo>
                    <a:pt x="125252" y="277877"/>
                  </a:lnTo>
                  <a:lnTo>
                    <a:pt x="128716" y="273830"/>
                  </a:lnTo>
                  <a:lnTo>
                    <a:pt x="132050" y="269674"/>
                  </a:lnTo>
                  <a:lnTo>
                    <a:pt x="135249" y="265414"/>
                  </a:lnTo>
                  <a:lnTo>
                    <a:pt x="138311" y="261055"/>
                  </a:lnTo>
                  <a:lnTo>
                    <a:pt x="141232" y="256600"/>
                  </a:lnTo>
                  <a:lnTo>
                    <a:pt x="144010" y="252054"/>
                  </a:lnTo>
                  <a:lnTo>
                    <a:pt x="146642" y="247422"/>
                  </a:lnTo>
                  <a:lnTo>
                    <a:pt x="149125" y="242709"/>
                  </a:lnTo>
                  <a:lnTo>
                    <a:pt x="151456" y="237919"/>
                  </a:lnTo>
                  <a:lnTo>
                    <a:pt x="153634" y="233056"/>
                  </a:lnTo>
                  <a:lnTo>
                    <a:pt x="155655" y="228128"/>
                  </a:lnTo>
                  <a:lnTo>
                    <a:pt x="157519" y="223137"/>
                  </a:lnTo>
                  <a:lnTo>
                    <a:pt x="159222" y="218089"/>
                  </a:lnTo>
                  <a:lnTo>
                    <a:pt x="160764" y="212989"/>
                  </a:lnTo>
                  <a:lnTo>
                    <a:pt x="162143" y="207844"/>
                  </a:lnTo>
                  <a:lnTo>
                    <a:pt x="163356" y="202656"/>
                  </a:lnTo>
                  <a:lnTo>
                    <a:pt x="164404" y="197433"/>
                  </a:lnTo>
                  <a:lnTo>
                    <a:pt x="165285" y="192179"/>
                  </a:lnTo>
                  <a:lnTo>
                    <a:pt x="165998" y="186899"/>
                  </a:lnTo>
                  <a:lnTo>
                    <a:pt x="166543" y="181600"/>
                  </a:lnTo>
                  <a:lnTo>
                    <a:pt x="166918" y="176286"/>
                  </a:lnTo>
                  <a:lnTo>
                    <a:pt x="167124" y="170962"/>
                  </a:lnTo>
                  <a:lnTo>
                    <a:pt x="167160" y="165635"/>
                  </a:lnTo>
                  <a:lnTo>
                    <a:pt x="167026" y="160309"/>
                  </a:lnTo>
                  <a:lnTo>
                    <a:pt x="166723" y="154990"/>
                  </a:lnTo>
                  <a:lnTo>
                    <a:pt x="166250" y="149684"/>
                  </a:lnTo>
                  <a:lnTo>
                    <a:pt x="165609" y="144395"/>
                  </a:lnTo>
                  <a:lnTo>
                    <a:pt x="164799" y="139130"/>
                  </a:lnTo>
                  <a:lnTo>
                    <a:pt x="163822" y="133893"/>
                  </a:lnTo>
                  <a:lnTo>
                    <a:pt x="162678" y="128690"/>
                  </a:lnTo>
                  <a:lnTo>
                    <a:pt x="161370" y="123525"/>
                  </a:lnTo>
                  <a:lnTo>
                    <a:pt x="159897" y="118406"/>
                  </a:lnTo>
                  <a:lnTo>
                    <a:pt x="158262" y="113335"/>
                  </a:lnTo>
                  <a:lnTo>
                    <a:pt x="156467" y="108320"/>
                  </a:lnTo>
                  <a:lnTo>
                    <a:pt x="154512" y="103364"/>
                  </a:lnTo>
                  <a:lnTo>
                    <a:pt x="152400" y="98473"/>
                  </a:lnTo>
                  <a:lnTo>
                    <a:pt x="150134" y="93651"/>
                  </a:lnTo>
                  <a:lnTo>
                    <a:pt x="147715" y="88905"/>
                  </a:lnTo>
                  <a:lnTo>
                    <a:pt x="145147" y="84238"/>
                  </a:lnTo>
                  <a:lnTo>
                    <a:pt x="142430" y="79655"/>
                  </a:lnTo>
                  <a:lnTo>
                    <a:pt x="139569" y="75161"/>
                  </a:lnTo>
                  <a:lnTo>
                    <a:pt x="136567" y="70760"/>
                  </a:lnTo>
                  <a:lnTo>
                    <a:pt x="133425" y="66457"/>
                  </a:lnTo>
                  <a:lnTo>
                    <a:pt x="130149" y="62257"/>
                  </a:lnTo>
                  <a:lnTo>
                    <a:pt x="126740" y="58163"/>
                  </a:lnTo>
                  <a:lnTo>
                    <a:pt x="123202" y="54180"/>
                  </a:lnTo>
                  <a:lnTo>
                    <a:pt x="119539" y="50311"/>
                  </a:lnTo>
                  <a:lnTo>
                    <a:pt x="115755" y="46562"/>
                  </a:lnTo>
                  <a:lnTo>
                    <a:pt x="111853" y="42934"/>
                  </a:lnTo>
                  <a:lnTo>
                    <a:pt x="107838" y="39433"/>
                  </a:lnTo>
                  <a:lnTo>
                    <a:pt x="103713" y="36062"/>
                  </a:lnTo>
                  <a:lnTo>
                    <a:pt x="99482" y="32824"/>
                  </a:lnTo>
                  <a:lnTo>
                    <a:pt x="95151" y="29722"/>
                  </a:lnTo>
                  <a:lnTo>
                    <a:pt x="90723" y="26760"/>
                  </a:lnTo>
                  <a:lnTo>
                    <a:pt x="86203" y="23940"/>
                  </a:lnTo>
                  <a:lnTo>
                    <a:pt x="81595" y="21266"/>
                  </a:lnTo>
                  <a:lnTo>
                    <a:pt x="76905" y="18740"/>
                  </a:lnTo>
                  <a:lnTo>
                    <a:pt x="72136" y="16365"/>
                  </a:lnTo>
                  <a:lnTo>
                    <a:pt x="67294" y="14143"/>
                  </a:lnTo>
                  <a:lnTo>
                    <a:pt x="62384" y="12076"/>
                  </a:lnTo>
                  <a:lnTo>
                    <a:pt x="57410" y="10167"/>
                  </a:lnTo>
                  <a:lnTo>
                    <a:pt x="52379" y="8417"/>
                  </a:lnTo>
                  <a:lnTo>
                    <a:pt x="47293" y="6829"/>
                  </a:lnTo>
                  <a:lnTo>
                    <a:pt x="42160" y="5403"/>
                  </a:lnTo>
                  <a:lnTo>
                    <a:pt x="36984" y="4142"/>
                  </a:lnTo>
                  <a:lnTo>
                    <a:pt x="31771" y="3046"/>
                  </a:lnTo>
                  <a:lnTo>
                    <a:pt x="26525" y="2117"/>
                  </a:lnTo>
                  <a:lnTo>
                    <a:pt x="21252" y="1356"/>
                  </a:lnTo>
                  <a:lnTo>
                    <a:pt x="15958" y="763"/>
                  </a:lnTo>
                  <a:lnTo>
                    <a:pt x="10648" y="339"/>
                  </a:lnTo>
                  <a:lnTo>
                    <a:pt x="5326" y="84"/>
                  </a:lnTo>
                  <a:lnTo>
                    <a:pt x="0" y="0"/>
                  </a:lnTo>
                  <a:lnTo>
                    <a:pt x="0" y="167167"/>
                  </a:lnTo>
                  <a:close/>
                </a:path>
              </a:pathLst>
            </a:custGeom>
            <a:solidFill>
              <a:srgbClr val="DCDCDC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79" name="pg679"/>
            <p:cNvSpPr/>
            <p:nvPr/>
          </p:nvSpPr>
          <p:spPr>
            <a:xfrm>
              <a:off x="5545258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80" name="pg680"/>
            <p:cNvSpPr/>
            <p:nvPr/>
          </p:nvSpPr>
          <p:spPr>
            <a:xfrm>
              <a:off x="5545258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81" name="pg681"/>
            <p:cNvSpPr/>
            <p:nvPr/>
          </p:nvSpPr>
          <p:spPr>
            <a:xfrm>
              <a:off x="5545258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82" name="pg682"/>
            <p:cNvSpPr/>
            <p:nvPr/>
          </p:nvSpPr>
          <p:spPr>
            <a:xfrm>
              <a:off x="5545258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DCB702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83" name="pg683"/>
            <p:cNvSpPr/>
            <p:nvPr/>
          </p:nvSpPr>
          <p:spPr>
            <a:xfrm>
              <a:off x="5545258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84" name="pg684"/>
            <p:cNvSpPr/>
            <p:nvPr/>
          </p:nvSpPr>
          <p:spPr>
            <a:xfrm>
              <a:off x="5545258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85" name="pg685"/>
            <p:cNvSpPr/>
            <p:nvPr/>
          </p:nvSpPr>
          <p:spPr>
            <a:xfrm>
              <a:off x="5545258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86" name="pg686"/>
            <p:cNvSpPr/>
            <p:nvPr/>
          </p:nvSpPr>
          <p:spPr>
            <a:xfrm>
              <a:off x="5545258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87" name="pg687"/>
            <p:cNvSpPr/>
            <p:nvPr/>
          </p:nvSpPr>
          <p:spPr>
            <a:xfrm>
              <a:off x="5545258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88" name="pg688"/>
            <p:cNvSpPr/>
            <p:nvPr/>
          </p:nvSpPr>
          <p:spPr>
            <a:xfrm>
              <a:off x="5545258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89" name="pg689"/>
            <p:cNvSpPr/>
            <p:nvPr/>
          </p:nvSpPr>
          <p:spPr>
            <a:xfrm>
              <a:off x="5545258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90" name="pg690"/>
            <p:cNvSpPr/>
            <p:nvPr/>
          </p:nvSpPr>
          <p:spPr>
            <a:xfrm>
              <a:off x="5545258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91" name="pg691"/>
            <p:cNvSpPr/>
            <p:nvPr/>
          </p:nvSpPr>
          <p:spPr>
            <a:xfrm>
              <a:off x="5545258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92" name="pg692"/>
            <p:cNvSpPr/>
            <p:nvPr/>
          </p:nvSpPr>
          <p:spPr>
            <a:xfrm>
              <a:off x="5545258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93" name="pg693"/>
            <p:cNvSpPr/>
            <p:nvPr/>
          </p:nvSpPr>
          <p:spPr>
            <a:xfrm>
              <a:off x="5545258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94" name="pg694"/>
            <p:cNvSpPr/>
            <p:nvPr/>
          </p:nvSpPr>
          <p:spPr>
            <a:xfrm>
              <a:off x="5545258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95" name="pg695"/>
            <p:cNvSpPr/>
            <p:nvPr/>
          </p:nvSpPr>
          <p:spPr>
            <a:xfrm>
              <a:off x="5545258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B155A7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96" name="pg696"/>
            <p:cNvSpPr/>
            <p:nvPr/>
          </p:nvSpPr>
          <p:spPr>
            <a:xfrm>
              <a:off x="5545258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97" name="pg697"/>
            <p:cNvSpPr/>
            <p:nvPr/>
          </p:nvSpPr>
          <p:spPr>
            <a:xfrm>
              <a:off x="5545258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98" name="pg698"/>
            <p:cNvSpPr/>
            <p:nvPr/>
          </p:nvSpPr>
          <p:spPr>
            <a:xfrm>
              <a:off x="5545258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EE637F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99" name="pg699"/>
            <p:cNvSpPr/>
            <p:nvPr/>
          </p:nvSpPr>
          <p:spPr>
            <a:xfrm>
              <a:off x="5545258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00" name="pg700"/>
            <p:cNvSpPr/>
            <p:nvPr/>
          </p:nvSpPr>
          <p:spPr>
            <a:xfrm>
              <a:off x="5442785" y="5269756"/>
              <a:ext cx="102472" cy="167167"/>
            </a:xfrm>
            <a:custGeom>
              <a:avLst/>
              <a:pathLst>
                <a:path w="102472" h="167167">
                  <a:moveTo>
                    <a:pt x="102472" y="0"/>
                  </a:moveTo>
                  <a:lnTo>
                    <a:pt x="96958" y="90"/>
                  </a:lnTo>
                  <a:lnTo>
                    <a:pt x="91450" y="363"/>
                  </a:lnTo>
                  <a:lnTo>
                    <a:pt x="85953" y="818"/>
                  </a:lnTo>
                  <a:lnTo>
                    <a:pt x="80475" y="1453"/>
                  </a:lnTo>
                  <a:lnTo>
                    <a:pt x="75021" y="2269"/>
                  </a:lnTo>
                  <a:lnTo>
                    <a:pt x="69596" y="3264"/>
                  </a:lnTo>
                  <a:lnTo>
                    <a:pt x="64208" y="4438"/>
                  </a:lnTo>
                  <a:lnTo>
                    <a:pt x="58861" y="5788"/>
                  </a:lnTo>
                  <a:lnTo>
                    <a:pt x="53561" y="7315"/>
                  </a:lnTo>
                  <a:lnTo>
                    <a:pt x="48315" y="9015"/>
                  </a:lnTo>
                  <a:lnTo>
                    <a:pt x="43128" y="10888"/>
                  </a:lnTo>
                  <a:lnTo>
                    <a:pt x="38005" y="12930"/>
                  </a:lnTo>
                  <a:lnTo>
                    <a:pt x="32952" y="15141"/>
                  </a:lnTo>
                  <a:lnTo>
                    <a:pt x="27975" y="17517"/>
                  </a:lnTo>
                  <a:lnTo>
                    <a:pt x="23079" y="20056"/>
                  </a:lnTo>
                  <a:lnTo>
                    <a:pt x="18270" y="22754"/>
                  </a:lnTo>
                  <a:lnTo>
                    <a:pt x="13552" y="25611"/>
                  </a:lnTo>
                  <a:lnTo>
                    <a:pt x="8931" y="28621"/>
                  </a:lnTo>
                  <a:lnTo>
                    <a:pt x="4412" y="31782"/>
                  </a:lnTo>
                  <a:lnTo>
                    <a:pt x="0" y="35090"/>
                  </a:lnTo>
                  <a:lnTo>
                    <a:pt x="102472" y="167167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01" name="pg701"/>
            <p:cNvSpPr/>
            <p:nvPr/>
          </p:nvSpPr>
          <p:spPr>
            <a:xfrm>
              <a:off x="5442785" y="5304846"/>
              <a:ext cx="102472" cy="132076"/>
            </a:xfrm>
            <a:custGeom>
              <a:avLst/>
              <a:pathLst>
                <a:path w="102472" h="132076">
                  <a:moveTo>
                    <a:pt x="0" y="0"/>
                  </a:moveTo>
                  <a:lnTo>
                    <a:pt x="102472" y="132076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02" name="pg702"/>
            <p:cNvSpPr/>
            <p:nvPr/>
          </p:nvSpPr>
          <p:spPr>
            <a:xfrm>
              <a:off x="5442785" y="5304846"/>
              <a:ext cx="102472" cy="132076"/>
            </a:xfrm>
            <a:custGeom>
              <a:avLst/>
              <a:pathLst>
                <a:path w="102472" h="132076">
                  <a:moveTo>
                    <a:pt x="0" y="0"/>
                  </a:moveTo>
                  <a:lnTo>
                    <a:pt x="102472" y="132076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03" name="pg703"/>
            <p:cNvSpPr/>
            <p:nvPr/>
          </p:nvSpPr>
          <p:spPr>
            <a:xfrm>
              <a:off x="5442785" y="5304846"/>
              <a:ext cx="102472" cy="132076"/>
            </a:xfrm>
            <a:custGeom>
              <a:avLst/>
              <a:pathLst>
                <a:path w="102472" h="132076">
                  <a:moveTo>
                    <a:pt x="0" y="0"/>
                  </a:moveTo>
                  <a:lnTo>
                    <a:pt x="102472" y="132076"/>
                  </a:lnTo>
                  <a:close/>
                </a:path>
              </a:pathLst>
            </a:custGeom>
            <a:solidFill>
              <a:srgbClr val="FF7F40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04" name="pg704"/>
            <p:cNvSpPr/>
            <p:nvPr/>
          </p:nvSpPr>
          <p:spPr>
            <a:xfrm>
              <a:off x="5442785" y="5304846"/>
              <a:ext cx="102472" cy="132076"/>
            </a:xfrm>
            <a:custGeom>
              <a:avLst/>
              <a:pathLst>
                <a:path w="102472" h="132076">
                  <a:moveTo>
                    <a:pt x="0" y="0"/>
                  </a:moveTo>
                  <a:lnTo>
                    <a:pt x="102472" y="132076"/>
                  </a:lnTo>
                  <a:close/>
                </a:path>
              </a:pathLst>
            </a:custGeom>
            <a:solidFill>
              <a:srgbClr val="BCED54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05" name="pg705"/>
            <p:cNvSpPr/>
            <p:nvPr/>
          </p:nvSpPr>
          <p:spPr>
            <a:xfrm>
              <a:off x="5408980" y="5304846"/>
              <a:ext cx="136278" cy="132076"/>
            </a:xfrm>
            <a:custGeom>
              <a:avLst/>
              <a:pathLst>
                <a:path w="136278" h="132076">
                  <a:moveTo>
                    <a:pt x="33805" y="0"/>
                  </a:moveTo>
                  <a:lnTo>
                    <a:pt x="29033" y="3844"/>
                  </a:lnTo>
                  <a:lnTo>
                    <a:pt x="24406" y="7860"/>
                  </a:lnTo>
                  <a:lnTo>
                    <a:pt x="19928" y="12044"/>
                  </a:lnTo>
                  <a:lnTo>
                    <a:pt x="15607" y="16389"/>
                  </a:lnTo>
                  <a:lnTo>
                    <a:pt x="11448" y="20889"/>
                  </a:lnTo>
                  <a:lnTo>
                    <a:pt x="7457" y="25539"/>
                  </a:lnTo>
                  <a:lnTo>
                    <a:pt x="3639" y="30332"/>
                  </a:lnTo>
                  <a:lnTo>
                    <a:pt x="0" y="35261"/>
                  </a:lnTo>
                  <a:lnTo>
                    <a:pt x="136278" y="132076"/>
                  </a:lnTo>
                  <a:close/>
                </a:path>
              </a:pathLst>
            </a:custGeom>
            <a:solidFill>
              <a:srgbClr val="FFFFFF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06" name="pg706"/>
            <p:cNvSpPr/>
            <p:nvPr/>
          </p:nvSpPr>
          <p:spPr>
            <a:xfrm>
              <a:off x="5378109" y="5269756"/>
              <a:ext cx="334296" cy="334334"/>
            </a:xfrm>
            <a:custGeom>
              <a:avLst/>
              <a:pathLst>
                <a:path w="334296" h="334334">
                  <a:moveTo>
                    <a:pt x="30870" y="70352"/>
                  </a:moveTo>
                  <a:lnTo>
                    <a:pt x="27868" y="74723"/>
                  </a:lnTo>
                  <a:lnTo>
                    <a:pt x="25005" y="79188"/>
                  </a:lnTo>
                  <a:lnTo>
                    <a:pt x="22286" y="83741"/>
                  </a:lnTo>
                  <a:lnTo>
                    <a:pt x="19713" y="88378"/>
                  </a:lnTo>
                  <a:lnTo>
                    <a:pt x="17288" y="93095"/>
                  </a:lnTo>
                  <a:lnTo>
                    <a:pt x="15013" y="97886"/>
                  </a:lnTo>
                  <a:lnTo>
                    <a:pt x="12892" y="102747"/>
                  </a:lnTo>
                  <a:lnTo>
                    <a:pt x="10926" y="107672"/>
                  </a:lnTo>
                  <a:lnTo>
                    <a:pt x="9118" y="112658"/>
                  </a:lnTo>
                  <a:lnTo>
                    <a:pt x="7468" y="117698"/>
                  </a:lnTo>
                  <a:lnTo>
                    <a:pt x="5979" y="122788"/>
                  </a:lnTo>
                  <a:lnTo>
                    <a:pt x="4653" y="127923"/>
                  </a:lnTo>
                  <a:lnTo>
                    <a:pt x="3490" y="133098"/>
                  </a:lnTo>
                  <a:lnTo>
                    <a:pt x="2491" y="138306"/>
                  </a:lnTo>
                  <a:lnTo>
                    <a:pt x="1659" y="143544"/>
                  </a:lnTo>
                  <a:lnTo>
                    <a:pt x="992" y="148805"/>
                  </a:lnTo>
                  <a:lnTo>
                    <a:pt x="494" y="154085"/>
                  </a:lnTo>
                  <a:lnTo>
                    <a:pt x="163" y="159378"/>
                  </a:lnTo>
                  <a:lnTo>
                    <a:pt x="0" y="164679"/>
                  </a:lnTo>
                  <a:lnTo>
                    <a:pt x="5" y="169983"/>
                  </a:lnTo>
                  <a:lnTo>
                    <a:pt x="178" y="175283"/>
                  </a:lnTo>
                  <a:lnTo>
                    <a:pt x="520" y="180576"/>
                  </a:lnTo>
                  <a:lnTo>
                    <a:pt x="1029" y="185855"/>
                  </a:lnTo>
                  <a:lnTo>
                    <a:pt x="1705" y="191115"/>
                  </a:lnTo>
                  <a:lnTo>
                    <a:pt x="2548" y="196351"/>
                  </a:lnTo>
                  <a:lnTo>
                    <a:pt x="3557" y="201558"/>
                  </a:lnTo>
                  <a:lnTo>
                    <a:pt x="4730" y="206730"/>
                  </a:lnTo>
                  <a:lnTo>
                    <a:pt x="6067" y="211862"/>
                  </a:lnTo>
                  <a:lnTo>
                    <a:pt x="7566" y="216949"/>
                  </a:lnTo>
                  <a:lnTo>
                    <a:pt x="9225" y="221986"/>
                  </a:lnTo>
                  <a:lnTo>
                    <a:pt x="11043" y="226968"/>
                  </a:lnTo>
                  <a:lnTo>
                    <a:pt x="13019" y="231890"/>
                  </a:lnTo>
                  <a:lnTo>
                    <a:pt x="15150" y="236747"/>
                  </a:lnTo>
                  <a:lnTo>
                    <a:pt x="17433" y="241533"/>
                  </a:lnTo>
                  <a:lnTo>
                    <a:pt x="19868" y="246245"/>
                  </a:lnTo>
                  <a:lnTo>
                    <a:pt x="22450" y="250877"/>
                  </a:lnTo>
                  <a:lnTo>
                    <a:pt x="25178" y="255425"/>
                  </a:lnTo>
                  <a:lnTo>
                    <a:pt x="28050" y="259884"/>
                  </a:lnTo>
                  <a:lnTo>
                    <a:pt x="31061" y="264250"/>
                  </a:lnTo>
                  <a:lnTo>
                    <a:pt x="34209" y="268518"/>
                  </a:lnTo>
                  <a:lnTo>
                    <a:pt x="37491" y="272684"/>
                  </a:lnTo>
                  <a:lnTo>
                    <a:pt x="40903" y="276744"/>
                  </a:lnTo>
                  <a:lnTo>
                    <a:pt x="44442" y="280693"/>
                  </a:lnTo>
                  <a:lnTo>
                    <a:pt x="48105" y="284528"/>
                  </a:lnTo>
                  <a:lnTo>
                    <a:pt x="51888" y="288245"/>
                  </a:lnTo>
                  <a:lnTo>
                    <a:pt x="55787" y="291841"/>
                  </a:lnTo>
                  <a:lnTo>
                    <a:pt x="59798" y="295311"/>
                  </a:lnTo>
                  <a:lnTo>
                    <a:pt x="63917" y="298651"/>
                  </a:lnTo>
                  <a:lnTo>
                    <a:pt x="68139" y="301860"/>
                  </a:lnTo>
                  <a:lnTo>
                    <a:pt x="72462" y="304933"/>
                  </a:lnTo>
                  <a:lnTo>
                    <a:pt x="76880" y="307867"/>
                  </a:lnTo>
                  <a:lnTo>
                    <a:pt x="81388" y="310660"/>
                  </a:lnTo>
                  <a:lnTo>
                    <a:pt x="85983" y="313308"/>
                  </a:lnTo>
                  <a:lnTo>
                    <a:pt x="90660" y="315809"/>
                  </a:lnTo>
                  <a:lnTo>
                    <a:pt x="95414" y="318161"/>
                  </a:lnTo>
                  <a:lnTo>
                    <a:pt x="100239" y="320360"/>
                  </a:lnTo>
                  <a:lnTo>
                    <a:pt x="105132" y="322405"/>
                  </a:lnTo>
                  <a:lnTo>
                    <a:pt x="110088" y="324294"/>
                  </a:lnTo>
                  <a:lnTo>
                    <a:pt x="115101" y="326025"/>
                  </a:lnTo>
                  <a:lnTo>
                    <a:pt x="120166" y="327597"/>
                  </a:lnTo>
                  <a:lnTo>
                    <a:pt x="125279" y="329006"/>
                  </a:lnTo>
                  <a:lnTo>
                    <a:pt x="130434" y="330253"/>
                  </a:lnTo>
                  <a:lnTo>
                    <a:pt x="135626" y="331335"/>
                  </a:lnTo>
                  <a:lnTo>
                    <a:pt x="140849" y="332253"/>
                  </a:lnTo>
                  <a:lnTo>
                    <a:pt x="146099" y="333004"/>
                  </a:lnTo>
                  <a:lnTo>
                    <a:pt x="151370" y="333588"/>
                  </a:lnTo>
                  <a:lnTo>
                    <a:pt x="156657" y="334005"/>
                  </a:lnTo>
                  <a:lnTo>
                    <a:pt x="161955" y="334254"/>
                  </a:lnTo>
                  <a:lnTo>
                    <a:pt x="167258" y="334334"/>
                  </a:lnTo>
                  <a:lnTo>
                    <a:pt x="172561" y="334247"/>
                  </a:lnTo>
                  <a:lnTo>
                    <a:pt x="177858" y="333991"/>
                  </a:lnTo>
                  <a:lnTo>
                    <a:pt x="183144" y="333567"/>
                  </a:lnTo>
                  <a:lnTo>
                    <a:pt x="188415" y="332976"/>
                  </a:lnTo>
                  <a:lnTo>
                    <a:pt x="193664" y="332218"/>
                  </a:lnTo>
                  <a:lnTo>
                    <a:pt x="198886" y="331294"/>
                  </a:lnTo>
                  <a:lnTo>
                    <a:pt x="204076" y="330205"/>
                  </a:lnTo>
                  <a:lnTo>
                    <a:pt x="209230" y="328951"/>
                  </a:lnTo>
                  <a:lnTo>
                    <a:pt x="214340" y="327535"/>
                  </a:lnTo>
                  <a:lnTo>
                    <a:pt x="219404" y="325957"/>
                  </a:lnTo>
                  <a:lnTo>
                    <a:pt x="224414" y="324220"/>
                  </a:lnTo>
                  <a:lnTo>
                    <a:pt x="229368" y="322324"/>
                  </a:lnTo>
                  <a:lnTo>
                    <a:pt x="234258" y="320272"/>
                  </a:lnTo>
                  <a:lnTo>
                    <a:pt x="239081" y="318066"/>
                  </a:lnTo>
                  <a:lnTo>
                    <a:pt x="243832" y="315709"/>
                  </a:lnTo>
                  <a:lnTo>
                    <a:pt x="248505" y="313201"/>
                  </a:lnTo>
                  <a:lnTo>
                    <a:pt x="253096" y="310547"/>
                  </a:lnTo>
                  <a:lnTo>
                    <a:pt x="257601" y="307749"/>
                  </a:lnTo>
                  <a:lnTo>
                    <a:pt x="262015" y="304809"/>
                  </a:lnTo>
                  <a:lnTo>
                    <a:pt x="266334" y="301730"/>
                  </a:lnTo>
                  <a:lnTo>
                    <a:pt x="270552" y="298516"/>
                  </a:lnTo>
                  <a:lnTo>
                    <a:pt x="274667" y="295170"/>
                  </a:lnTo>
                  <a:lnTo>
                    <a:pt x="278673" y="291695"/>
                  </a:lnTo>
                  <a:lnTo>
                    <a:pt x="282567" y="288094"/>
                  </a:lnTo>
                  <a:lnTo>
                    <a:pt x="286345" y="284372"/>
                  </a:lnTo>
                  <a:lnTo>
                    <a:pt x="290003" y="280532"/>
                  </a:lnTo>
                  <a:lnTo>
                    <a:pt x="293537" y="276578"/>
                  </a:lnTo>
                  <a:lnTo>
                    <a:pt x="296944" y="272514"/>
                  </a:lnTo>
                  <a:lnTo>
                    <a:pt x="300221" y="268344"/>
                  </a:lnTo>
                  <a:lnTo>
                    <a:pt x="303363" y="264071"/>
                  </a:lnTo>
                  <a:lnTo>
                    <a:pt x="306369" y="259702"/>
                  </a:lnTo>
                  <a:lnTo>
                    <a:pt x="309234" y="255239"/>
                  </a:lnTo>
                  <a:lnTo>
                    <a:pt x="311956" y="250687"/>
                  </a:lnTo>
                  <a:lnTo>
                    <a:pt x="314533" y="246052"/>
                  </a:lnTo>
                  <a:lnTo>
                    <a:pt x="316961" y="241337"/>
                  </a:lnTo>
                  <a:lnTo>
                    <a:pt x="319238" y="236547"/>
                  </a:lnTo>
                  <a:lnTo>
                    <a:pt x="321363" y="231688"/>
                  </a:lnTo>
                  <a:lnTo>
                    <a:pt x="323332" y="226764"/>
                  </a:lnTo>
                  <a:lnTo>
                    <a:pt x="325143" y="221779"/>
                  </a:lnTo>
                  <a:lnTo>
                    <a:pt x="326796" y="216740"/>
                  </a:lnTo>
                  <a:lnTo>
                    <a:pt x="328289" y="211651"/>
                  </a:lnTo>
                  <a:lnTo>
                    <a:pt x="329619" y="206517"/>
                  </a:lnTo>
                  <a:lnTo>
                    <a:pt x="330785" y="201343"/>
                  </a:lnTo>
                  <a:lnTo>
                    <a:pt x="331787" y="196135"/>
                  </a:lnTo>
                  <a:lnTo>
                    <a:pt x="332623" y="190898"/>
                  </a:lnTo>
                  <a:lnTo>
                    <a:pt x="333292" y="185637"/>
                  </a:lnTo>
                  <a:lnTo>
                    <a:pt x="333795" y="180358"/>
                  </a:lnTo>
                  <a:lnTo>
                    <a:pt x="334129" y="175065"/>
                  </a:lnTo>
                  <a:lnTo>
                    <a:pt x="334296" y="169764"/>
                  </a:lnTo>
                  <a:lnTo>
                    <a:pt x="334294" y="164461"/>
                  </a:lnTo>
                  <a:lnTo>
                    <a:pt x="334124" y="159160"/>
                  </a:lnTo>
                  <a:lnTo>
                    <a:pt x="333786" y="153867"/>
                  </a:lnTo>
                  <a:lnTo>
                    <a:pt x="333280" y="148588"/>
                  </a:lnTo>
                  <a:lnTo>
                    <a:pt x="332607" y="143327"/>
                  </a:lnTo>
                  <a:lnTo>
                    <a:pt x="331768" y="138091"/>
                  </a:lnTo>
                  <a:lnTo>
                    <a:pt x="330763" y="132883"/>
                  </a:lnTo>
                  <a:lnTo>
                    <a:pt x="329593" y="127711"/>
                  </a:lnTo>
                  <a:lnTo>
                    <a:pt x="328259" y="122578"/>
                  </a:lnTo>
                  <a:lnTo>
                    <a:pt x="326764" y="117489"/>
                  </a:lnTo>
                  <a:lnTo>
                    <a:pt x="325108" y="112451"/>
                  </a:lnTo>
                  <a:lnTo>
                    <a:pt x="323293" y="107468"/>
                  </a:lnTo>
                  <a:lnTo>
                    <a:pt x="321320" y="102545"/>
                  </a:lnTo>
                  <a:lnTo>
                    <a:pt x="319193" y="97687"/>
                  </a:lnTo>
                  <a:lnTo>
                    <a:pt x="316912" y="92899"/>
                  </a:lnTo>
                  <a:lnTo>
                    <a:pt x="314481" y="88185"/>
                  </a:lnTo>
                  <a:lnTo>
                    <a:pt x="311901" y="83552"/>
                  </a:lnTo>
                  <a:lnTo>
                    <a:pt x="309176" y="79002"/>
                  </a:lnTo>
                  <a:lnTo>
                    <a:pt x="306308" y="74541"/>
                  </a:lnTo>
                  <a:lnTo>
                    <a:pt x="303300" y="70173"/>
                  </a:lnTo>
                  <a:lnTo>
                    <a:pt x="300154" y="65903"/>
                  </a:lnTo>
                  <a:lnTo>
                    <a:pt x="296875" y="61735"/>
                  </a:lnTo>
                  <a:lnTo>
                    <a:pt x="293466" y="57673"/>
                  </a:lnTo>
                  <a:lnTo>
                    <a:pt x="289929" y="53721"/>
                  </a:lnTo>
                  <a:lnTo>
                    <a:pt x="286268" y="49883"/>
                  </a:lnTo>
                  <a:lnTo>
                    <a:pt x="282488" y="46164"/>
                  </a:lnTo>
                  <a:lnTo>
                    <a:pt x="278592" y="42566"/>
                  </a:lnTo>
                  <a:lnTo>
                    <a:pt x="274583" y="39094"/>
                  </a:lnTo>
                  <a:lnTo>
                    <a:pt x="270466" y="35750"/>
                  </a:lnTo>
                  <a:lnTo>
                    <a:pt x="266246" y="32539"/>
                  </a:lnTo>
                  <a:lnTo>
                    <a:pt x="261925" y="29463"/>
                  </a:lnTo>
                  <a:lnTo>
                    <a:pt x="257509" y="26526"/>
                  </a:lnTo>
                  <a:lnTo>
                    <a:pt x="253002" y="23730"/>
                  </a:lnTo>
                  <a:lnTo>
                    <a:pt x="248409" y="21079"/>
                  </a:lnTo>
                  <a:lnTo>
                    <a:pt x="243734" y="18575"/>
                  </a:lnTo>
                  <a:lnTo>
                    <a:pt x="238982" y="16220"/>
                  </a:lnTo>
                  <a:lnTo>
                    <a:pt x="234158" y="14018"/>
                  </a:lnTo>
                  <a:lnTo>
                    <a:pt x="229266" y="11969"/>
                  </a:lnTo>
                  <a:lnTo>
                    <a:pt x="224312" y="10077"/>
                  </a:lnTo>
                  <a:lnTo>
                    <a:pt x="219300" y="8343"/>
                  </a:lnTo>
                  <a:lnTo>
                    <a:pt x="214235" y="6768"/>
                  </a:lnTo>
                  <a:lnTo>
                    <a:pt x="209124" y="5355"/>
                  </a:lnTo>
                  <a:lnTo>
                    <a:pt x="203970" y="4105"/>
                  </a:lnTo>
                  <a:lnTo>
                    <a:pt x="198779" y="3019"/>
                  </a:lnTo>
                  <a:lnTo>
                    <a:pt x="193556" y="2098"/>
                  </a:lnTo>
                  <a:lnTo>
                    <a:pt x="188306" y="1344"/>
                  </a:lnTo>
                  <a:lnTo>
                    <a:pt x="183035" y="756"/>
                  </a:lnTo>
                  <a:lnTo>
                    <a:pt x="177749" y="336"/>
                  </a:lnTo>
                  <a:lnTo>
                    <a:pt x="172451" y="84"/>
                  </a:lnTo>
                  <a:lnTo>
                    <a:pt x="167148" y="0"/>
                  </a:lnTo>
                  <a:lnTo>
                    <a:pt x="167148" y="167167"/>
                  </a:lnTo>
                  <a:close/>
                </a:path>
              </a:pathLst>
            </a:custGeom>
            <a:solidFill>
              <a:srgbClr val="DCDCDC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07" name="pg707"/>
            <p:cNvSpPr/>
            <p:nvPr/>
          </p:nvSpPr>
          <p:spPr>
            <a:xfrm>
              <a:off x="6021039" y="501821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08" name="pg708"/>
            <p:cNvSpPr/>
            <p:nvPr/>
          </p:nvSpPr>
          <p:spPr>
            <a:xfrm>
              <a:off x="6021039" y="501821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09" name="pg709"/>
            <p:cNvSpPr/>
            <p:nvPr/>
          </p:nvSpPr>
          <p:spPr>
            <a:xfrm>
              <a:off x="6021039" y="501821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10" name="pg710"/>
            <p:cNvSpPr/>
            <p:nvPr/>
          </p:nvSpPr>
          <p:spPr>
            <a:xfrm>
              <a:off x="6021039" y="501821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DCB702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11" name="pg711"/>
            <p:cNvSpPr/>
            <p:nvPr/>
          </p:nvSpPr>
          <p:spPr>
            <a:xfrm>
              <a:off x="6021039" y="501821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12" name="pg712"/>
            <p:cNvSpPr/>
            <p:nvPr/>
          </p:nvSpPr>
          <p:spPr>
            <a:xfrm>
              <a:off x="6021039" y="501821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13" name="pg713"/>
            <p:cNvSpPr/>
            <p:nvPr/>
          </p:nvSpPr>
          <p:spPr>
            <a:xfrm>
              <a:off x="6021039" y="501821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14" name="pg714"/>
            <p:cNvSpPr/>
            <p:nvPr/>
          </p:nvSpPr>
          <p:spPr>
            <a:xfrm>
              <a:off x="6021039" y="501821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15" name="pg715"/>
            <p:cNvSpPr/>
            <p:nvPr/>
          </p:nvSpPr>
          <p:spPr>
            <a:xfrm>
              <a:off x="6021039" y="501821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16" name="pg716"/>
            <p:cNvSpPr/>
            <p:nvPr/>
          </p:nvSpPr>
          <p:spPr>
            <a:xfrm>
              <a:off x="6021039" y="501821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17" name="pg717"/>
            <p:cNvSpPr/>
            <p:nvPr/>
          </p:nvSpPr>
          <p:spPr>
            <a:xfrm>
              <a:off x="6021039" y="501821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18" name="pg718"/>
            <p:cNvSpPr/>
            <p:nvPr/>
          </p:nvSpPr>
          <p:spPr>
            <a:xfrm>
              <a:off x="6021039" y="501821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19" name="pg719"/>
            <p:cNvSpPr/>
            <p:nvPr/>
          </p:nvSpPr>
          <p:spPr>
            <a:xfrm>
              <a:off x="6021039" y="501821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20" name="pg720"/>
            <p:cNvSpPr/>
            <p:nvPr/>
          </p:nvSpPr>
          <p:spPr>
            <a:xfrm>
              <a:off x="6021039" y="501821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21" name="pg721"/>
            <p:cNvSpPr/>
            <p:nvPr/>
          </p:nvSpPr>
          <p:spPr>
            <a:xfrm>
              <a:off x="6021039" y="501821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22" name="pg722"/>
            <p:cNvSpPr/>
            <p:nvPr/>
          </p:nvSpPr>
          <p:spPr>
            <a:xfrm>
              <a:off x="6021039" y="501821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23" name="pg723"/>
            <p:cNvSpPr/>
            <p:nvPr/>
          </p:nvSpPr>
          <p:spPr>
            <a:xfrm>
              <a:off x="6021039" y="501821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B155A7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24" name="pg724"/>
            <p:cNvSpPr/>
            <p:nvPr/>
          </p:nvSpPr>
          <p:spPr>
            <a:xfrm>
              <a:off x="6021039" y="501821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25" name="pg725"/>
            <p:cNvSpPr/>
            <p:nvPr/>
          </p:nvSpPr>
          <p:spPr>
            <a:xfrm>
              <a:off x="6021039" y="501821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26" name="pg726"/>
            <p:cNvSpPr/>
            <p:nvPr/>
          </p:nvSpPr>
          <p:spPr>
            <a:xfrm>
              <a:off x="6021039" y="501821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EE637F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27" name="pg727"/>
            <p:cNvSpPr/>
            <p:nvPr/>
          </p:nvSpPr>
          <p:spPr>
            <a:xfrm>
              <a:off x="6021039" y="501821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28" name="pg728"/>
            <p:cNvSpPr/>
            <p:nvPr/>
          </p:nvSpPr>
          <p:spPr>
            <a:xfrm>
              <a:off x="6021039" y="501821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29" name="pg729"/>
            <p:cNvSpPr/>
            <p:nvPr/>
          </p:nvSpPr>
          <p:spPr>
            <a:xfrm>
              <a:off x="5859423" y="5018213"/>
              <a:ext cx="161615" cy="167167"/>
            </a:xfrm>
            <a:custGeom>
              <a:avLst/>
              <a:pathLst>
                <a:path w="161615" h="167167">
                  <a:moveTo>
                    <a:pt x="161615" y="0"/>
                  </a:moveTo>
                  <a:lnTo>
                    <a:pt x="156132" y="89"/>
                  </a:lnTo>
                  <a:lnTo>
                    <a:pt x="150654" y="359"/>
                  </a:lnTo>
                  <a:lnTo>
                    <a:pt x="145188" y="809"/>
                  </a:lnTo>
                  <a:lnTo>
                    <a:pt x="139740" y="1437"/>
                  </a:lnTo>
                  <a:lnTo>
                    <a:pt x="134315" y="2244"/>
                  </a:lnTo>
                  <a:lnTo>
                    <a:pt x="128920" y="3228"/>
                  </a:lnTo>
                  <a:lnTo>
                    <a:pt x="123560" y="4389"/>
                  </a:lnTo>
                  <a:lnTo>
                    <a:pt x="118241" y="5725"/>
                  </a:lnTo>
                  <a:lnTo>
                    <a:pt x="112968" y="7234"/>
                  </a:lnTo>
                  <a:lnTo>
                    <a:pt x="107748" y="8916"/>
                  </a:lnTo>
                  <a:lnTo>
                    <a:pt x="102586" y="10768"/>
                  </a:lnTo>
                  <a:lnTo>
                    <a:pt x="97487" y="12789"/>
                  </a:lnTo>
                  <a:lnTo>
                    <a:pt x="92458" y="14976"/>
                  </a:lnTo>
                  <a:lnTo>
                    <a:pt x="87503" y="17326"/>
                  </a:lnTo>
                  <a:lnTo>
                    <a:pt x="82627" y="19838"/>
                  </a:lnTo>
                  <a:lnTo>
                    <a:pt x="77837" y="22508"/>
                  </a:lnTo>
                  <a:lnTo>
                    <a:pt x="73137" y="25334"/>
                  </a:lnTo>
                  <a:lnTo>
                    <a:pt x="68532" y="28313"/>
                  </a:lnTo>
                  <a:lnTo>
                    <a:pt x="64027" y="31441"/>
                  </a:lnTo>
                  <a:lnTo>
                    <a:pt x="59628" y="34715"/>
                  </a:lnTo>
                  <a:lnTo>
                    <a:pt x="55338" y="38132"/>
                  </a:lnTo>
                  <a:lnTo>
                    <a:pt x="51162" y="41688"/>
                  </a:lnTo>
                  <a:lnTo>
                    <a:pt x="47105" y="45378"/>
                  </a:lnTo>
                  <a:lnTo>
                    <a:pt x="43172" y="49200"/>
                  </a:lnTo>
                  <a:lnTo>
                    <a:pt x="39366" y="53149"/>
                  </a:lnTo>
                  <a:lnTo>
                    <a:pt x="35692" y="57221"/>
                  </a:lnTo>
                  <a:lnTo>
                    <a:pt x="32153" y="61410"/>
                  </a:lnTo>
                  <a:lnTo>
                    <a:pt x="28753" y="65714"/>
                  </a:lnTo>
                  <a:lnTo>
                    <a:pt x="25497" y="70127"/>
                  </a:lnTo>
                  <a:lnTo>
                    <a:pt x="22387" y="74644"/>
                  </a:lnTo>
                  <a:lnTo>
                    <a:pt x="19427" y="79261"/>
                  </a:lnTo>
                  <a:lnTo>
                    <a:pt x="16620" y="83973"/>
                  </a:lnTo>
                  <a:lnTo>
                    <a:pt x="13969" y="88774"/>
                  </a:lnTo>
                  <a:lnTo>
                    <a:pt x="11477" y="93659"/>
                  </a:lnTo>
                  <a:lnTo>
                    <a:pt x="9146" y="98624"/>
                  </a:lnTo>
                  <a:lnTo>
                    <a:pt x="6980" y="103662"/>
                  </a:lnTo>
                  <a:lnTo>
                    <a:pt x="4980" y="108769"/>
                  </a:lnTo>
                  <a:lnTo>
                    <a:pt x="3149" y="113938"/>
                  </a:lnTo>
                  <a:lnTo>
                    <a:pt x="1488" y="119165"/>
                  </a:lnTo>
                  <a:lnTo>
                    <a:pt x="0" y="124444"/>
                  </a:lnTo>
                  <a:lnTo>
                    <a:pt x="161615" y="167167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30" name="pg730"/>
            <p:cNvSpPr/>
            <p:nvPr/>
          </p:nvSpPr>
          <p:spPr>
            <a:xfrm>
              <a:off x="5859423" y="5142657"/>
              <a:ext cx="161615" cy="42723"/>
            </a:xfrm>
            <a:custGeom>
              <a:avLst/>
              <a:pathLst>
                <a:path w="161615" h="42723">
                  <a:moveTo>
                    <a:pt x="0" y="0"/>
                  </a:moveTo>
                  <a:lnTo>
                    <a:pt x="161615" y="42723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31" name="pg731"/>
            <p:cNvSpPr/>
            <p:nvPr/>
          </p:nvSpPr>
          <p:spPr>
            <a:xfrm>
              <a:off x="5859423" y="5142657"/>
              <a:ext cx="161615" cy="42723"/>
            </a:xfrm>
            <a:custGeom>
              <a:avLst/>
              <a:pathLst>
                <a:path w="161615" h="42723">
                  <a:moveTo>
                    <a:pt x="0" y="0"/>
                  </a:moveTo>
                  <a:lnTo>
                    <a:pt x="161615" y="42723"/>
                  </a:lnTo>
                  <a:close/>
                </a:path>
              </a:pathLst>
            </a:custGeom>
            <a:solidFill>
              <a:srgbClr val="FF7F40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32" name="pg732"/>
            <p:cNvSpPr/>
            <p:nvPr/>
          </p:nvSpPr>
          <p:spPr>
            <a:xfrm>
              <a:off x="5859423" y="5142657"/>
              <a:ext cx="161615" cy="42723"/>
            </a:xfrm>
            <a:custGeom>
              <a:avLst/>
              <a:pathLst>
                <a:path w="161615" h="42723">
                  <a:moveTo>
                    <a:pt x="0" y="0"/>
                  </a:moveTo>
                  <a:lnTo>
                    <a:pt x="161615" y="42723"/>
                  </a:lnTo>
                  <a:close/>
                </a:path>
              </a:pathLst>
            </a:custGeom>
            <a:solidFill>
              <a:srgbClr val="BCED54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33" name="pg733"/>
            <p:cNvSpPr/>
            <p:nvPr/>
          </p:nvSpPr>
          <p:spPr>
            <a:xfrm>
              <a:off x="5853903" y="5142657"/>
              <a:ext cx="167135" cy="46093"/>
            </a:xfrm>
            <a:custGeom>
              <a:avLst/>
              <a:pathLst>
                <a:path w="167135" h="46093">
                  <a:moveTo>
                    <a:pt x="5519" y="0"/>
                  </a:moveTo>
                  <a:lnTo>
                    <a:pt x="3947" y="6464"/>
                  </a:lnTo>
                  <a:lnTo>
                    <a:pt x="2633" y="12986"/>
                  </a:lnTo>
                  <a:lnTo>
                    <a:pt x="1580" y="19555"/>
                  </a:lnTo>
                  <a:lnTo>
                    <a:pt x="790" y="26161"/>
                  </a:lnTo>
                  <a:lnTo>
                    <a:pt x="262" y="32792"/>
                  </a:lnTo>
                  <a:lnTo>
                    <a:pt x="0" y="39440"/>
                  </a:lnTo>
                  <a:lnTo>
                    <a:pt x="1" y="46093"/>
                  </a:lnTo>
                  <a:lnTo>
                    <a:pt x="167135" y="42723"/>
                  </a:lnTo>
                  <a:close/>
                </a:path>
              </a:pathLst>
            </a:custGeom>
            <a:solidFill>
              <a:srgbClr val="FFFFFF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34" name="pg734"/>
            <p:cNvSpPr/>
            <p:nvPr/>
          </p:nvSpPr>
          <p:spPr>
            <a:xfrm>
              <a:off x="5853905" y="5018213"/>
              <a:ext cx="334283" cy="334334"/>
            </a:xfrm>
            <a:custGeom>
              <a:avLst/>
              <a:pathLst>
                <a:path w="334283" h="334334">
                  <a:moveTo>
                    <a:pt x="0" y="170537"/>
                  </a:moveTo>
                  <a:lnTo>
                    <a:pt x="190" y="175833"/>
                  </a:lnTo>
                  <a:lnTo>
                    <a:pt x="549" y="181121"/>
                  </a:lnTo>
                  <a:lnTo>
                    <a:pt x="1075" y="186394"/>
                  </a:lnTo>
                  <a:lnTo>
                    <a:pt x="1768" y="191649"/>
                  </a:lnTo>
                  <a:lnTo>
                    <a:pt x="2627" y="196878"/>
                  </a:lnTo>
                  <a:lnTo>
                    <a:pt x="3652" y="202078"/>
                  </a:lnTo>
                  <a:lnTo>
                    <a:pt x="4840" y="207243"/>
                  </a:lnTo>
                  <a:lnTo>
                    <a:pt x="6192" y="212367"/>
                  </a:lnTo>
                  <a:lnTo>
                    <a:pt x="7706" y="217446"/>
                  </a:lnTo>
                  <a:lnTo>
                    <a:pt x="9380" y="222474"/>
                  </a:lnTo>
                  <a:lnTo>
                    <a:pt x="11212" y="227447"/>
                  </a:lnTo>
                  <a:lnTo>
                    <a:pt x="13201" y="232359"/>
                  </a:lnTo>
                  <a:lnTo>
                    <a:pt x="15345" y="237206"/>
                  </a:lnTo>
                  <a:lnTo>
                    <a:pt x="17642" y="241982"/>
                  </a:lnTo>
                  <a:lnTo>
                    <a:pt x="20088" y="246683"/>
                  </a:lnTo>
                  <a:lnTo>
                    <a:pt x="22683" y="251305"/>
                  </a:lnTo>
                  <a:lnTo>
                    <a:pt x="25423" y="255841"/>
                  </a:lnTo>
                  <a:lnTo>
                    <a:pt x="28305" y="260289"/>
                  </a:lnTo>
                  <a:lnTo>
                    <a:pt x="31326" y="264643"/>
                  </a:lnTo>
                  <a:lnTo>
                    <a:pt x="34484" y="268899"/>
                  </a:lnTo>
                  <a:lnTo>
                    <a:pt x="37776" y="273052"/>
                  </a:lnTo>
                  <a:lnTo>
                    <a:pt x="41197" y="277100"/>
                  </a:lnTo>
                  <a:lnTo>
                    <a:pt x="44745" y="281036"/>
                  </a:lnTo>
                  <a:lnTo>
                    <a:pt x="48416" y="284859"/>
                  </a:lnTo>
                  <a:lnTo>
                    <a:pt x="52207" y="288563"/>
                  </a:lnTo>
                  <a:lnTo>
                    <a:pt x="56113" y="292145"/>
                  </a:lnTo>
                  <a:lnTo>
                    <a:pt x="60130" y="295601"/>
                  </a:lnTo>
                  <a:lnTo>
                    <a:pt x="64255" y="298929"/>
                  </a:lnTo>
                  <a:lnTo>
                    <a:pt x="68484" y="302123"/>
                  </a:lnTo>
                  <a:lnTo>
                    <a:pt x="72811" y="305183"/>
                  </a:lnTo>
                  <a:lnTo>
                    <a:pt x="77233" y="308103"/>
                  </a:lnTo>
                  <a:lnTo>
                    <a:pt x="81746" y="310882"/>
                  </a:lnTo>
                  <a:lnTo>
                    <a:pt x="86345" y="313517"/>
                  </a:lnTo>
                  <a:lnTo>
                    <a:pt x="91024" y="316004"/>
                  </a:lnTo>
                  <a:lnTo>
                    <a:pt x="95781" y="318342"/>
                  </a:lnTo>
                  <a:lnTo>
                    <a:pt x="100609" y="320527"/>
                  </a:lnTo>
                  <a:lnTo>
                    <a:pt x="105503" y="322559"/>
                  </a:lnTo>
                  <a:lnTo>
                    <a:pt x="110460" y="324435"/>
                  </a:lnTo>
                  <a:lnTo>
                    <a:pt x="115474" y="326152"/>
                  </a:lnTo>
                  <a:lnTo>
                    <a:pt x="120539" y="327710"/>
                  </a:lnTo>
                  <a:lnTo>
                    <a:pt x="125652" y="329106"/>
                  </a:lnTo>
                  <a:lnTo>
                    <a:pt x="130806" y="330340"/>
                  </a:lnTo>
                  <a:lnTo>
                    <a:pt x="135997" y="331409"/>
                  </a:lnTo>
                  <a:lnTo>
                    <a:pt x="141219" y="332314"/>
                  </a:lnTo>
                  <a:lnTo>
                    <a:pt x="146467" y="333052"/>
                  </a:lnTo>
                  <a:lnTo>
                    <a:pt x="151735" y="333624"/>
                  </a:lnTo>
                  <a:lnTo>
                    <a:pt x="157020" y="334028"/>
                  </a:lnTo>
                  <a:lnTo>
                    <a:pt x="162314" y="334265"/>
                  </a:lnTo>
                  <a:lnTo>
                    <a:pt x="167613" y="334334"/>
                  </a:lnTo>
                  <a:lnTo>
                    <a:pt x="172912" y="334234"/>
                  </a:lnTo>
                  <a:lnTo>
                    <a:pt x="178205" y="333967"/>
                  </a:lnTo>
                  <a:lnTo>
                    <a:pt x="183487" y="333533"/>
                  </a:lnTo>
                  <a:lnTo>
                    <a:pt x="188752" y="332931"/>
                  </a:lnTo>
                  <a:lnTo>
                    <a:pt x="193996" y="332162"/>
                  </a:lnTo>
                  <a:lnTo>
                    <a:pt x="199213" y="331227"/>
                  </a:lnTo>
                  <a:lnTo>
                    <a:pt x="204397" y="330128"/>
                  </a:lnTo>
                  <a:lnTo>
                    <a:pt x="209544" y="328865"/>
                  </a:lnTo>
                  <a:lnTo>
                    <a:pt x="214648" y="327439"/>
                  </a:lnTo>
                  <a:lnTo>
                    <a:pt x="219705" y="325853"/>
                  </a:lnTo>
                  <a:lnTo>
                    <a:pt x="224709" y="324106"/>
                  </a:lnTo>
                  <a:lnTo>
                    <a:pt x="229654" y="322202"/>
                  </a:lnTo>
                  <a:lnTo>
                    <a:pt x="234538" y="320143"/>
                  </a:lnTo>
                  <a:lnTo>
                    <a:pt x="239353" y="317929"/>
                  </a:lnTo>
                  <a:lnTo>
                    <a:pt x="244096" y="315564"/>
                  </a:lnTo>
                  <a:lnTo>
                    <a:pt x="248761" y="313050"/>
                  </a:lnTo>
                  <a:lnTo>
                    <a:pt x="253344" y="310389"/>
                  </a:lnTo>
                  <a:lnTo>
                    <a:pt x="257841" y="307584"/>
                  </a:lnTo>
                  <a:lnTo>
                    <a:pt x="262246" y="304638"/>
                  </a:lnTo>
                  <a:lnTo>
                    <a:pt x="266556" y="301554"/>
                  </a:lnTo>
                  <a:lnTo>
                    <a:pt x="270766" y="298335"/>
                  </a:lnTo>
                  <a:lnTo>
                    <a:pt x="274872" y="294984"/>
                  </a:lnTo>
                  <a:lnTo>
                    <a:pt x="278870" y="291505"/>
                  </a:lnTo>
                  <a:lnTo>
                    <a:pt x="282755" y="287900"/>
                  </a:lnTo>
                  <a:lnTo>
                    <a:pt x="286524" y="284175"/>
                  </a:lnTo>
                  <a:lnTo>
                    <a:pt x="290173" y="280331"/>
                  </a:lnTo>
                  <a:lnTo>
                    <a:pt x="293698" y="276374"/>
                  </a:lnTo>
                  <a:lnTo>
                    <a:pt x="297096" y="272307"/>
                  </a:lnTo>
                  <a:lnTo>
                    <a:pt x="300364" y="268135"/>
                  </a:lnTo>
                  <a:lnTo>
                    <a:pt x="303497" y="263861"/>
                  </a:lnTo>
                  <a:lnTo>
                    <a:pt x="306494" y="259489"/>
                  </a:lnTo>
                  <a:lnTo>
                    <a:pt x="309351" y="255026"/>
                  </a:lnTo>
                  <a:lnTo>
                    <a:pt x="312064" y="250473"/>
                  </a:lnTo>
                  <a:lnTo>
                    <a:pt x="314632" y="245837"/>
                  </a:lnTo>
                  <a:lnTo>
                    <a:pt x="317052" y="241122"/>
                  </a:lnTo>
                  <a:lnTo>
                    <a:pt x="319321" y="236333"/>
                  </a:lnTo>
                  <a:lnTo>
                    <a:pt x="321437" y="231474"/>
                  </a:lnTo>
                  <a:lnTo>
                    <a:pt x="323397" y="226550"/>
                  </a:lnTo>
                  <a:lnTo>
                    <a:pt x="325201" y="221567"/>
                  </a:lnTo>
                  <a:lnTo>
                    <a:pt x="326846" y="216529"/>
                  </a:lnTo>
                  <a:lnTo>
                    <a:pt x="328331" y="211441"/>
                  </a:lnTo>
                  <a:lnTo>
                    <a:pt x="329653" y="206309"/>
                  </a:lnTo>
                  <a:lnTo>
                    <a:pt x="330812" y="201138"/>
                  </a:lnTo>
                  <a:lnTo>
                    <a:pt x="331807" y="195932"/>
                  </a:lnTo>
                  <a:lnTo>
                    <a:pt x="332636" y="190698"/>
                  </a:lnTo>
                  <a:lnTo>
                    <a:pt x="333299" y="185440"/>
                  </a:lnTo>
                  <a:lnTo>
                    <a:pt x="333794" y="180163"/>
                  </a:lnTo>
                  <a:lnTo>
                    <a:pt x="334123" y="174874"/>
                  </a:lnTo>
                  <a:lnTo>
                    <a:pt x="334283" y="169577"/>
                  </a:lnTo>
                  <a:lnTo>
                    <a:pt x="334275" y="164277"/>
                  </a:lnTo>
                  <a:lnTo>
                    <a:pt x="334100" y="158980"/>
                  </a:lnTo>
                  <a:lnTo>
                    <a:pt x="333756" y="153692"/>
                  </a:lnTo>
                  <a:lnTo>
                    <a:pt x="333246" y="148417"/>
                  </a:lnTo>
                  <a:lnTo>
                    <a:pt x="332568" y="143160"/>
                  </a:lnTo>
                  <a:lnTo>
                    <a:pt x="331724" y="137928"/>
                  </a:lnTo>
                  <a:lnTo>
                    <a:pt x="330714" y="132726"/>
                  </a:lnTo>
                  <a:lnTo>
                    <a:pt x="329540" y="127558"/>
                  </a:lnTo>
                  <a:lnTo>
                    <a:pt x="328203" y="122430"/>
                  </a:lnTo>
                  <a:lnTo>
                    <a:pt x="326704" y="117346"/>
                  </a:lnTo>
                  <a:lnTo>
                    <a:pt x="325044" y="112313"/>
                  </a:lnTo>
                  <a:lnTo>
                    <a:pt x="323226" y="107335"/>
                  </a:lnTo>
                  <a:lnTo>
                    <a:pt x="321251" y="102417"/>
                  </a:lnTo>
                  <a:lnTo>
                    <a:pt x="319121" y="97564"/>
                  </a:lnTo>
                  <a:lnTo>
                    <a:pt x="316838" y="92781"/>
                  </a:lnTo>
                  <a:lnTo>
                    <a:pt x="314405" y="88073"/>
                  </a:lnTo>
                  <a:lnTo>
                    <a:pt x="311824" y="83445"/>
                  </a:lnTo>
                  <a:lnTo>
                    <a:pt x="309097" y="78900"/>
                  </a:lnTo>
                  <a:lnTo>
                    <a:pt x="306228" y="74444"/>
                  </a:lnTo>
                  <a:lnTo>
                    <a:pt x="303219" y="70082"/>
                  </a:lnTo>
                  <a:lnTo>
                    <a:pt x="300073" y="65817"/>
                  </a:lnTo>
                  <a:lnTo>
                    <a:pt x="296794" y="61654"/>
                  </a:lnTo>
                  <a:lnTo>
                    <a:pt x="293384" y="57597"/>
                  </a:lnTo>
                  <a:lnTo>
                    <a:pt x="289847" y="53650"/>
                  </a:lnTo>
                  <a:lnTo>
                    <a:pt x="286187" y="49817"/>
                  </a:lnTo>
                  <a:lnTo>
                    <a:pt x="282407" y="46102"/>
                  </a:lnTo>
                  <a:lnTo>
                    <a:pt x="278512" y="42509"/>
                  </a:lnTo>
                  <a:lnTo>
                    <a:pt x="274504" y="39041"/>
                  </a:lnTo>
                  <a:lnTo>
                    <a:pt x="270389" y="35702"/>
                  </a:lnTo>
                  <a:lnTo>
                    <a:pt x="266170" y="32494"/>
                  </a:lnTo>
                  <a:lnTo>
                    <a:pt x="261851" y="29423"/>
                  </a:lnTo>
                  <a:lnTo>
                    <a:pt x="257437" y="26490"/>
                  </a:lnTo>
                  <a:lnTo>
                    <a:pt x="252932" y="23698"/>
                  </a:lnTo>
                  <a:lnTo>
                    <a:pt x="248341" y="21050"/>
                  </a:lnTo>
                  <a:lnTo>
                    <a:pt x="243669" y="18549"/>
                  </a:lnTo>
                  <a:lnTo>
                    <a:pt x="238919" y="16198"/>
                  </a:lnTo>
                  <a:lnTo>
                    <a:pt x="234098" y="13998"/>
                  </a:lnTo>
                  <a:lnTo>
                    <a:pt x="229209" y="11952"/>
                  </a:lnTo>
                  <a:lnTo>
                    <a:pt x="224257" y="10063"/>
                  </a:lnTo>
                  <a:lnTo>
                    <a:pt x="219249" y="8331"/>
                  </a:lnTo>
                  <a:lnTo>
                    <a:pt x="214188" y="6759"/>
                  </a:lnTo>
                  <a:lnTo>
                    <a:pt x="209079" y="5348"/>
                  </a:lnTo>
                  <a:lnTo>
                    <a:pt x="203929" y="4099"/>
                  </a:lnTo>
                  <a:lnTo>
                    <a:pt x="198741" y="3015"/>
                  </a:lnTo>
                  <a:lnTo>
                    <a:pt x="193522" y="2095"/>
                  </a:lnTo>
                  <a:lnTo>
                    <a:pt x="188276" y="1342"/>
                  </a:lnTo>
                  <a:lnTo>
                    <a:pt x="183009" y="755"/>
                  </a:lnTo>
                  <a:lnTo>
                    <a:pt x="177726" y="335"/>
                  </a:lnTo>
                  <a:lnTo>
                    <a:pt x="172432" y="84"/>
                  </a:lnTo>
                  <a:lnTo>
                    <a:pt x="167133" y="0"/>
                  </a:lnTo>
                  <a:lnTo>
                    <a:pt x="167133" y="167167"/>
                  </a:lnTo>
                  <a:close/>
                </a:path>
              </a:pathLst>
            </a:custGeom>
            <a:solidFill>
              <a:srgbClr val="DCDCDC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35" name="pg735"/>
            <p:cNvSpPr/>
            <p:nvPr/>
          </p:nvSpPr>
          <p:spPr>
            <a:xfrm>
              <a:off x="6423235" y="465928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36" name="pg736"/>
            <p:cNvSpPr/>
            <p:nvPr/>
          </p:nvSpPr>
          <p:spPr>
            <a:xfrm>
              <a:off x="6423235" y="465928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37" name="pg737"/>
            <p:cNvSpPr/>
            <p:nvPr/>
          </p:nvSpPr>
          <p:spPr>
            <a:xfrm>
              <a:off x="6423235" y="465928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38" name="pg738"/>
            <p:cNvSpPr/>
            <p:nvPr/>
          </p:nvSpPr>
          <p:spPr>
            <a:xfrm>
              <a:off x="6423235" y="465928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DCB702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39" name="pg739"/>
            <p:cNvSpPr/>
            <p:nvPr/>
          </p:nvSpPr>
          <p:spPr>
            <a:xfrm>
              <a:off x="6423235" y="465928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40" name="pg740"/>
            <p:cNvSpPr/>
            <p:nvPr/>
          </p:nvSpPr>
          <p:spPr>
            <a:xfrm>
              <a:off x="6423235" y="465928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41" name="pg741"/>
            <p:cNvSpPr/>
            <p:nvPr/>
          </p:nvSpPr>
          <p:spPr>
            <a:xfrm>
              <a:off x="6423235" y="465928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42" name="pg742"/>
            <p:cNvSpPr/>
            <p:nvPr/>
          </p:nvSpPr>
          <p:spPr>
            <a:xfrm>
              <a:off x="6423235" y="465928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43" name="pg743"/>
            <p:cNvSpPr/>
            <p:nvPr/>
          </p:nvSpPr>
          <p:spPr>
            <a:xfrm>
              <a:off x="6423235" y="465928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44" name="pg744"/>
            <p:cNvSpPr/>
            <p:nvPr/>
          </p:nvSpPr>
          <p:spPr>
            <a:xfrm>
              <a:off x="6423235" y="465928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45" name="pg745"/>
            <p:cNvSpPr/>
            <p:nvPr/>
          </p:nvSpPr>
          <p:spPr>
            <a:xfrm>
              <a:off x="6423235" y="465928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46" name="pg746"/>
            <p:cNvSpPr/>
            <p:nvPr/>
          </p:nvSpPr>
          <p:spPr>
            <a:xfrm>
              <a:off x="6423235" y="465928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47" name="pg747"/>
            <p:cNvSpPr/>
            <p:nvPr/>
          </p:nvSpPr>
          <p:spPr>
            <a:xfrm>
              <a:off x="6423235" y="465928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48" name="pg748"/>
            <p:cNvSpPr/>
            <p:nvPr/>
          </p:nvSpPr>
          <p:spPr>
            <a:xfrm>
              <a:off x="6423235" y="465928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49" name="pg749"/>
            <p:cNvSpPr/>
            <p:nvPr/>
          </p:nvSpPr>
          <p:spPr>
            <a:xfrm>
              <a:off x="6423235" y="465928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50" name="pg750"/>
            <p:cNvSpPr/>
            <p:nvPr/>
          </p:nvSpPr>
          <p:spPr>
            <a:xfrm>
              <a:off x="6423235" y="465928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51" name="pg751"/>
            <p:cNvSpPr/>
            <p:nvPr/>
          </p:nvSpPr>
          <p:spPr>
            <a:xfrm>
              <a:off x="6423235" y="465928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B155A7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52" name="pg752"/>
            <p:cNvSpPr/>
            <p:nvPr/>
          </p:nvSpPr>
          <p:spPr>
            <a:xfrm>
              <a:off x="6423235" y="465928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53" name="pg753"/>
            <p:cNvSpPr/>
            <p:nvPr/>
          </p:nvSpPr>
          <p:spPr>
            <a:xfrm>
              <a:off x="6423235" y="465928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54" name="pg754"/>
            <p:cNvSpPr/>
            <p:nvPr/>
          </p:nvSpPr>
          <p:spPr>
            <a:xfrm>
              <a:off x="6423235" y="465928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EE637F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55" name="pg755"/>
            <p:cNvSpPr/>
            <p:nvPr/>
          </p:nvSpPr>
          <p:spPr>
            <a:xfrm>
              <a:off x="6423235" y="465928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56" name="pg756"/>
            <p:cNvSpPr/>
            <p:nvPr/>
          </p:nvSpPr>
          <p:spPr>
            <a:xfrm>
              <a:off x="6423235" y="465928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57" name="pg757"/>
            <p:cNvSpPr/>
            <p:nvPr/>
          </p:nvSpPr>
          <p:spPr>
            <a:xfrm>
              <a:off x="6423235" y="465928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58" name="pg758"/>
            <p:cNvSpPr/>
            <p:nvPr/>
          </p:nvSpPr>
          <p:spPr>
            <a:xfrm>
              <a:off x="6256074" y="4659281"/>
              <a:ext cx="167160" cy="334306"/>
            </a:xfrm>
            <a:custGeom>
              <a:avLst/>
              <a:pathLst>
                <a:path w="167160" h="334306">
                  <a:moveTo>
                    <a:pt x="167160" y="0"/>
                  </a:moveTo>
                  <a:lnTo>
                    <a:pt x="161833" y="84"/>
                  </a:lnTo>
                  <a:lnTo>
                    <a:pt x="156512" y="339"/>
                  </a:lnTo>
                  <a:lnTo>
                    <a:pt x="151201" y="763"/>
                  </a:lnTo>
                  <a:lnTo>
                    <a:pt x="145907" y="1356"/>
                  </a:lnTo>
                  <a:lnTo>
                    <a:pt x="140634" y="2117"/>
                  </a:lnTo>
                  <a:lnTo>
                    <a:pt x="135389" y="3046"/>
                  </a:lnTo>
                  <a:lnTo>
                    <a:pt x="130175" y="4142"/>
                  </a:lnTo>
                  <a:lnTo>
                    <a:pt x="124999" y="5403"/>
                  </a:lnTo>
                  <a:lnTo>
                    <a:pt x="119866" y="6829"/>
                  </a:lnTo>
                  <a:lnTo>
                    <a:pt x="114781" y="8417"/>
                  </a:lnTo>
                  <a:lnTo>
                    <a:pt x="109749" y="10167"/>
                  </a:lnTo>
                  <a:lnTo>
                    <a:pt x="104775" y="12076"/>
                  </a:lnTo>
                  <a:lnTo>
                    <a:pt x="99865" y="14143"/>
                  </a:lnTo>
                  <a:lnTo>
                    <a:pt x="95023" y="16365"/>
                  </a:lnTo>
                  <a:lnTo>
                    <a:pt x="90255" y="18740"/>
                  </a:lnTo>
                  <a:lnTo>
                    <a:pt x="85564" y="21266"/>
                  </a:lnTo>
                  <a:lnTo>
                    <a:pt x="80957" y="23940"/>
                  </a:lnTo>
                  <a:lnTo>
                    <a:pt x="76436" y="26760"/>
                  </a:lnTo>
                  <a:lnTo>
                    <a:pt x="72008" y="29722"/>
                  </a:lnTo>
                  <a:lnTo>
                    <a:pt x="67677" y="32824"/>
                  </a:lnTo>
                  <a:lnTo>
                    <a:pt x="63447" y="36062"/>
                  </a:lnTo>
                  <a:lnTo>
                    <a:pt x="59322" y="39433"/>
                  </a:lnTo>
                  <a:lnTo>
                    <a:pt x="55306" y="42934"/>
                  </a:lnTo>
                  <a:lnTo>
                    <a:pt x="51405" y="46562"/>
                  </a:lnTo>
                  <a:lnTo>
                    <a:pt x="47620" y="50311"/>
                  </a:lnTo>
                  <a:lnTo>
                    <a:pt x="43958" y="54180"/>
                  </a:lnTo>
                  <a:lnTo>
                    <a:pt x="40420" y="58163"/>
                  </a:lnTo>
                  <a:lnTo>
                    <a:pt x="37011" y="62257"/>
                  </a:lnTo>
                  <a:lnTo>
                    <a:pt x="33734" y="66457"/>
                  </a:lnTo>
                  <a:lnTo>
                    <a:pt x="30593" y="70760"/>
                  </a:lnTo>
                  <a:lnTo>
                    <a:pt x="27590" y="75161"/>
                  </a:lnTo>
                  <a:lnTo>
                    <a:pt x="24729" y="79655"/>
                  </a:lnTo>
                  <a:lnTo>
                    <a:pt x="22013" y="84238"/>
                  </a:lnTo>
                  <a:lnTo>
                    <a:pt x="19444" y="88905"/>
                  </a:lnTo>
                  <a:lnTo>
                    <a:pt x="17025" y="93651"/>
                  </a:lnTo>
                  <a:lnTo>
                    <a:pt x="14759" y="98473"/>
                  </a:lnTo>
                  <a:lnTo>
                    <a:pt x="12647" y="103364"/>
                  </a:lnTo>
                  <a:lnTo>
                    <a:pt x="10693" y="108320"/>
                  </a:lnTo>
                  <a:lnTo>
                    <a:pt x="8897" y="113335"/>
                  </a:lnTo>
                  <a:lnTo>
                    <a:pt x="7262" y="118406"/>
                  </a:lnTo>
                  <a:lnTo>
                    <a:pt x="5790" y="123525"/>
                  </a:lnTo>
                  <a:lnTo>
                    <a:pt x="4481" y="128690"/>
                  </a:lnTo>
                  <a:lnTo>
                    <a:pt x="3337" y="133893"/>
                  </a:lnTo>
                  <a:lnTo>
                    <a:pt x="2360" y="139130"/>
                  </a:lnTo>
                  <a:lnTo>
                    <a:pt x="1551" y="144395"/>
                  </a:lnTo>
                  <a:lnTo>
                    <a:pt x="909" y="149684"/>
                  </a:lnTo>
                  <a:lnTo>
                    <a:pt x="437" y="154990"/>
                  </a:lnTo>
                  <a:lnTo>
                    <a:pt x="133" y="160309"/>
                  </a:lnTo>
                  <a:lnTo>
                    <a:pt x="0" y="165635"/>
                  </a:lnTo>
                  <a:lnTo>
                    <a:pt x="36" y="170962"/>
                  </a:lnTo>
                  <a:lnTo>
                    <a:pt x="241" y="176286"/>
                  </a:lnTo>
                  <a:lnTo>
                    <a:pt x="617" y="181600"/>
                  </a:lnTo>
                  <a:lnTo>
                    <a:pt x="1161" y="186899"/>
                  </a:lnTo>
                  <a:lnTo>
                    <a:pt x="1874" y="192179"/>
                  </a:lnTo>
                  <a:lnTo>
                    <a:pt x="2755" y="197433"/>
                  </a:lnTo>
                  <a:lnTo>
                    <a:pt x="3803" y="202656"/>
                  </a:lnTo>
                  <a:lnTo>
                    <a:pt x="5017" y="207844"/>
                  </a:lnTo>
                  <a:lnTo>
                    <a:pt x="6395" y="212989"/>
                  </a:lnTo>
                  <a:lnTo>
                    <a:pt x="7937" y="218089"/>
                  </a:lnTo>
                  <a:lnTo>
                    <a:pt x="9641" y="223137"/>
                  </a:lnTo>
                  <a:lnTo>
                    <a:pt x="11504" y="228128"/>
                  </a:lnTo>
                  <a:lnTo>
                    <a:pt x="13526" y="233056"/>
                  </a:lnTo>
                  <a:lnTo>
                    <a:pt x="15703" y="237919"/>
                  </a:lnTo>
                  <a:lnTo>
                    <a:pt x="18034" y="242709"/>
                  </a:lnTo>
                  <a:lnTo>
                    <a:pt x="20517" y="247422"/>
                  </a:lnTo>
                  <a:lnTo>
                    <a:pt x="23149" y="252054"/>
                  </a:lnTo>
                  <a:lnTo>
                    <a:pt x="25927" y="256600"/>
                  </a:lnTo>
                  <a:lnTo>
                    <a:pt x="28849" y="261055"/>
                  </a:lnTo>
                  <a:lnTo>
                    <a:pt x="31911" y="265414"/>
                  </a:lnTo>
                  <a:lnTo>
                    <a:pt x="35110" y="269674"/>
                  </a:lnTo>
                  <a:lnTo>
                    <a:pt x="38443" y="273830"/>
                  </a:lnTo>
                  <a:lnTo>
                    <a:pt x="41907" y="277877"/>
                  </a:lnTo>
                  <a:lnTo>
                    <a:pt x="45499" y="281812"/>
                  </a:lnTo>
                  <a:lnTo>
                    <a:pt x="49214" y="285631"/>
                  </a:lnTo>
                  <a:lnTo>
                    <a:pt x="53048" y="289329"/>
                  </a:lnTo>
                  <a:lnTo>
                    <a:pt x="56999" y="292903"/>
                  </a:lnTo>
                  <a:lnTo>
                    <a:pt x="61061" y="296349"/>
                  </a:lnTo>
                  <a:lnTo>
                    <a:pt x="65232" y="299664"/>
                  </a:lnTo>
                  <a:lnTo>
                    <a:pt x="69505" y="302845"/>
                  </a:lnTo>
                  <a:lnTo>
                    <a:pt x="73878" y="305888"/>
                  </a:lnTo>
                  <a:lnTo>
                    <a:pt x="78346" y="308790"/>
                  </a:lnTo>
                  <a:lnTo>
                    <a:pt x="82904" y="311548"/>
                  </a:lnTo>
                  <a:lnTo>
                    <a:pt x="87547" y="314159"/>
                  </a:lnTo>
                  <a:lnTo>
                    <a:pt x="92272" y="316622"/>
                  </a:lnTo>
                  <a:lnTo>
                    <a:pt x="97072" y="318932"/>
                  </a:lnTo>
                  <a:lnTo>
                    <a:pt x="101943" y="321088"/>
                  </a:lnTo>
                  <a:lnTo>
                    <a:pt x="106881" y="323088"/>
                  </a:lnTo>
                  <a:lnTo>
                    <a:pt x="111880" y="324930"/>
                  </a:lnTo>
                  <a:lnTo>
                    <a:pt x="116935" y="326611"/>
                  </a:lnTo>
                  <a:lnTo>
                    <a:pt x="122041" y="328131"/>
                  </a:lnTo>
                  <a:lnTo>
                    <a:pt x="127193" y="329486"/>
                  </a:lnTo>
                  <a:lnTo>
                    <a:pt x="132386" y="330678"/>
                  </a:lnTo>
                  <a:lnTo>
                    <a:pt x="137614" y="331703"/>
                  </a:lnTo>
                  <a:lnTo>
                    <a:pt x="142872" y="332561"/>
                  </a:lnTo>
                  <a:lnTo>
                    <a:pt x="148154" y="333250"/>
                  </a:lnTo>
                  <a:lnTo>
                    <a:pt x="153456" y="333772"/>
                  </a:lnTo>
                  <a:lnTo>
                    <a:pt x="158772" y="334124"/>
                  </a:lnTo>
                  <a:lnTo>
                    <a:pt x="164096" y="334306"/>
                  </a:lnTo>
                  <a:lnTo>
                    <a:pt x="167160" y="167167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59" name="pg759"/>
            <p:cNvSpPr/>
            <p:nvPr/>
          </p:nvSpPr>
          <p:spPr>
            <a:xfrm>
              <a:off x="6420171" y="4826449"/>
              <a:ext cx="3063" cy="167139"/>
            </a:xfrm>
            <a:custGeom>
              <a:avLst/>
              <a:pathLst>
                <a:path w="3063" h="167139">
                  <a:moveTo>
                    <a:pt x="0" y="167139"/>
                  </a:moveTo>
                  <a:lnTo>
                    <a:pt x="3063" y="0"/>
                  </a:lnTo>
                  <a:close/>
                </a:path>
              </a:pathLst>
            </a:custGeom>
            <a:solidFill>
              <a:srgbClr val="FF7F40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60" name="pg760"/>
            <p:cNvSpPr/>
            <p:nvPr/>
          </p:nvSpPr>
          <p:spPr>
            <a:xfrm>
              <a:off x="6420171" y="4826449"/>
              <a:ext cx="3063" cy="167139"/>
            </a:xfrm>
            <a:custGeom>
              <a:avLst/>
              <a:pathLst>
                <a:path w="3063" h="167139">
                  <a:moveTo>
                    <a:pt x="0" y="167139"/>
                  </a:moveTo>
                  <a:lnTo>
                    <a:pt x="3063" y="0"/>
                  </a:lnTo>
                  <a:close/>
                </a:path>
              </a:pathLst>
            </a:custGeom>
            <a:solidFill>
              <a:srgbClr val="BCED54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61" name="pg761"/>
            <p:cNvSpPr/>
            <p:nvPr/>
          </p:nvSpPr>
          <p:spPr>
            <a:xfrm>
              <a:off x="6420171" y="4826449"/>
              <a:ext cx="122454" cy="167147"/>
            </a:xfrm>
            <a:custGeom>
              <a:avLst/>
              <a:pathLst>
                <a:path w="122454" h="167147">
                  <a:moveTo>
                    <a:pt x="0" y="167139"/>
                  </a:moveTo>
                  <a:lnTo>
                    <a:pt x="5668" y="167147"/>
                  </a:lnTo>
                  <a:lnTo>
                    <a:pt x="11333" y="166962"/>
                  </a:lnTo>
                  <a:lnTo>
                    <a:pt x="16988" y="166586"/>
                  </a:lnTo>
                  <a:lnTo>
                    <a:pt x="22628" y="166018"/>
                  </a:lnTo>
                  <a:lnTo>
                    <a:pt x="28245" y="165259"/>
                  </a:lnTo>
                  <a:lnTo>
                    <a:pt x="33833" y="164311"/>
                  </a:lnTo>
                  <a:lnTo>
                    <a:pt x="39386" y="163173"/>
                  </a:lnTo>
                  <a:lnTo>
                    <a:pt x="44897" y="161848"/>
                  </a:lnTo>
                  <a:lnTo>
                    <a:pt x="50360" y="160337"/>
                  </a:lnTo>
                  <a:lnTo>
                    <a:pt x="55769" y="158641"/>
                  </a:lnTo>
                  <a:lnTo>
                    <a:pt x="61117" y="156763"/>
                  </a:lnTo>
                  <a:lnTo>
                    <a:pt x="66398" y="154705"/>
                  </a:lnTo>
                  <a:lnTo>
                    <a:pt x="71607" y="152468"/>
                  </a:lnTo>
                  <a:lnTo>
                    <a:pt x="76736" y="150057"/>
                  </a:lnTo>
                  <a:lnTo>
                    <a:pt x="81781" y="147473"/>
                  </a:lnTo>
                  <a:lnTo>
                    <a:pt x="86735" y="144720"/>
                  </a:lnTo>
                  <a:lnTo>
                    <a:pt x="91594" y="141800"/>
                  </a:lnTo>
                  <a:lnTo>
                    <a:pt x="96350" y="138717"/>
                  </a:lnTo>
                  <a:lnTo>
                    <a:pt x="100999" y="135475"/>
                  </a:lnTo>
                  <a:lnTo>
                    <a:pt x="105536" y="132076"/>
                  </a:lnTo>
                  <a:lnTo>
                    <a:pt x="109955" y="128526"/>
                  </a:lnTo>
                  <a:lnTo>
                    <a:pt x="114251" y="124829"/>
                  </a:lnTo>
                  <a:lnTo>
                    <a:pt x="118419" y="120987"/>
                  </a:lnTo>
                  <a:lnTo>
                    <a:pt x="122454" y="117007"/>
                  </a:lnTo>
                  <a:lnTo>
                    <a:pt x="3063" y="0"/>
                  </a:lnTo>
                  <a:close/>
                </a:path>
              </a:pathLst>
            </a:custGeom>
            <a:solidFill>
              <a:srgbClr val="FFFFFF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62" name="pg762"/>
            <p:cNvSpPr/>
            <p:nvPr/>
          </p:nvSpPr>
          <p:spPr>
            <a:xfrm>
              <a:off x="6423235" y="4659281"/>
              <a:ext cx="167166" cy="284175"/>
            </a:xfrm>
            <a:custGeom>
              <a:avLst/>
              <a:pathLst>
                <a:path w="167166" h="284175">
                  <a:moveTo>
                    <a:pt x="119390" y="284175"/>
                  </a:moveTo>
                  <a:lnTo>
                    <a:pt x="123088" y="280278"/>
                  </a:lnTo>
                  <a:lnTo>
                    <a:pt x="126660" y="276264"/>
                  </a:lnTo>
                  <a:lnTo>
                    <a:pt x="130100" y="272138"/>
                  </a:lnTo>
                  <a:lnTo>
                    <a:pt x="133406" y="267903"/>
                  </a:lnTo>
                  <a:lnTo>
                    <a:pt x="136574" y="263564"/>
                  </a:lnTo>
                  <a:lnTo>
                    <a:pt x="139601" y="259126"/>
                  </a:lnTo>
                  <a:lnTo>
                    <a:pt x="142483" y="254593"/>
                  </a:lnTo>
                  <a:lnTo>
                    <a:pt x="145219" y="249969"/>
                  </a:lnTo>
                  <a:lnTo>
                    <a:pt x="147805" y="245260"/>
                  </a:lnTo>
                  <a:lnTo>
                    <a:pt x="150238" y="240470"/>
                  </a:lnTo>
                  <a:lnTo>
                    <a:pt x="152516" y="235605"/>
                  </a:lnTo>
                  <a:lnTo>
                    <a:pt x="154636" y="230669"/>
                  </a:lnTo>
                  <a:lnTo>
                    <a:pt x="156597" y="225667"/>
                  </a:lnTo>
                  <a:lnTo>
                    <a:pt x="158396" y="220605"/>
                  </a:lnTo>
                  <a:lnTo>
                    <a:pt x="160031" y="215487"/>
                  </a:lnTo>
                  <a:lnTo>
                    <a:pt x="161501" y="210320"/>
                  </a:lnTo>
                  <a:lnTo>
                    <a:pt x="162804" y="205108"/>
                  </a:lnTo>
                  <a:lnTo>
                    <a:pt x="163939" y="199857"/>
                  </a:lnTo>
                  <a:lnTo>
                    <a:pt x="164905" y="194573"/>
                  </a:lnTo>
                  <a:lnTo>
                    <a:pt x="165701" y="189260"/>
                  </a:lnTo>
                  <a:lnTo>
                    <a:pt x="166325" y="183924"/>
                  </a:lnTo>
                  <a:lnTo>
                    <a:pt x="166778" y="178570"/>
                  </a:lnTo>
                  <a:lnTo>
                    <a:pt x="167058" y="173206"/>
                  </a:lnTo>
                  <a:lnTo>
                    <a:pt x="167166" y="167834"/>
                  </a:lnTo>
                  <a:lnTo>
                    <a:pt x="167101" y="162462"/>
                  </a:lnTo>
                  <a:lnTo>
                    <a:pt x="166863" y="157095"/>
                  </a:lnTo>
                  <a:lnTo>
                    <a:pt x="166453" y="151739"/>
                  </a:lnTo>
                  <a:lnTo>
                    <a:pt x="165872" y="146398"/>
                  </a:lnTo>
                  <a:lnTo>
                    <a:pt x="165119" y="141079"/>
                  </a:lnTo>
                  <a:lnTo>
                    <a:pt x="164195" y="135786"/>
                  </a:lnTo>
                  <a:lnTo>
                    <a:pt x="163102" y="130527"/>
                  </a:lnTo>
                  <a:lnTo>
                    <a:pt x="161840" y="125305"/>
                  </a:lnTo>
                  <a:lnTo>
                    <a:pt x="160412" y="120126"/>
                  </a:lnTo>
                  <a:lnTo>
                    <a:pt x="158817" y="114995"/>
                  </a:lnTo>
                  <a:lnTo>
                    <a:pt x="157059" y="109919"/>
                  </a:lnTo>
                  <a:lnTo>
                    <a:pt x="155138" y="104902"/>
                  </a:lnTo>
                  <a:lnTo>
                    <a:pt x="153057" y="99949"/>
                  </a:lnTo>
                  <a:lnTo>
                    <a:pt x="150818" y="95065"/>
                  </a:lnTo>
                  <a:lnTo>
                    <a:pt x="148424" y="90256"/>
                  </a:lnTo>
                  <a:lnTo>
                    <a:pt x="145876" y="85527"/>
                  </a:lnTo>
                  <a:lnTo>
                    <a:pt x="143177" y="80882"/>
                  </a:lnTo>
                  <a:lnTo>
                    <a:pt x="140330" y="76325"/>
                  </a:lnTo>
                  <a:lnTo>
                    <a:pt x="137339" y="71863"/>
                  </a:lnTo>
                  <a:lnTo>
                    <a:pt x="134206" y="67499"/>
                  </a:lnTo>
                  <a:lnTo>
                    <a:pt x="130934" y="63238"/>
                  </a:lnTo>
                  <a:lnTo>
                    <a:pt x="127527" y="59085"/>
                  </a:lnTo>
                  <a:lnTo>
                    <a:pt x="123988" y="55043"/>
                  </a:lnTo>
                  <a:lnTo>
                    <a:pt x="120321" y="51116"/>
                  </a:lnTo>
                  <a:lnTo>
                    <a:pt x="116530" y="47310"/>
                  </a:lnTo>
                  <a:lnTo>
                    <a:pt x="112618" y="43627"/>
                  </a:lnTo>
                  <a:lnTo>
                    <a:pt x="108590" y="40072"/>
                  </a:lnTo>
                  <a:lnTo>
                    <a:pt x="104450" y="36649"/>
                  </a:lnTo>
                  <a:lnTo>
                    <a:pt x="100202" y="33360"/>
                  </a:lnTo>
                  <a:lnTo>
                    <a:pt x="95851" y="30209"/>
                  </a:lnTo>
                  <a:lnTo>
                    <a:pt x="91401" y="27200"/>
                  </a:lnTo>
                  <a:lnTo>
                    <a:pt x="86856" y="24335"/>
                  </a:lnTo>
                  <a:lnTo>
                    <a:pt x="82221" y="21618"/>
                  </a:lnTo>
                  <a:lnTo>
                    <a:pt x="77502" y="19051"/>
                  </a:lnTo>
                  <a:lnTo>
                    <a:pt x="72702" y="16637"/>
                  </a:lnTo>
                  <a:lnTo>
                    <a:pt x="67828" y="14379"/>
                  </a:lnTo>
                  <a:lnTo>
                    <a:pt x="62883" y="12278"/>
                  </a:lnTo>
                  <a:lnTo>
                    <a:pt x="57874" y="10337"/>
                  </a:lnTo>
                  <a:lnTo>
                    <a:pt x="52805" y="8559"/>
                  </a:lnTo>
                  <a:lnTo>
                    <a:pt x="47681" y="6944"/>
                  </a:lnTo>
                  <a:lnTo>
                    <a:pt x="42508" y="5494"/>
                  </a:lnTo>
                  <a:lnTo>
                    <a:pt x="37291" y="4212"/>
                  </a:lnTo>
                  <a:lnTo>
                    <a:pt x="32035" y="3098"/>
                  </a:lnTo>
                  <a:lnTo>
                    <a:pt x="26747" y="2153"/>
                  </a:lnTo>
                  <a:lnTo>
                    <a:pt x="21430" y="1379"/>
                  </a:lnTo>
                  <a:lnTo>
                    <a:pt x="16092" y="776"/>
                  </a:lnTo>
                  <a:lnTo>
                    <a:pt x="10737" y="345"/>
                  </a:lnTo>
                  <a:lnTo>
                    <a:pt x="5371" y="86"/>
                  </a:lnTo>
                  <a:lnTo>
                    <a:pt x="0" y="0"/>
                  </a:lnTo>
                  <a:lnTo>
                    <a:pt x="0" y="167167"/>
                  </a:lnTo>
                  <a:close/>
                </a:path>
              </a:pathLst>
            </a:custGeom>
            <a:solidFill>
              <a:srgbClr val="DCDCDC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63" name="pg763"/>
            <p:cNvSpPr/>
            <p:nvPr/>
          </p:nvSpPr>
          <p:spPr>
            <a:xfrm>
              <a:off x="6728472" y="421382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FF7F4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64" name="pg764"/>
            <p:cNvSpPr/>
            <p:nvPr/>
          </p:nvSpPr>
          <p:spPr>
            <a:xfrm>
              <a:off x="6728472" y="421382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FF7F4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65" name="pg765"/>
            <p:cNvSpPr/>
            <p:nvPr/>
          </p:nvSpPr>
          <p:spPr>
            <a:xfrm>
              <a:off x="6728472" y="421382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FF7F4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66" name="pg766"/>
            <p:cNvSpPr/>
            <p:nvPr/>
          </p:nvSpPr>
          <p:spPr>
            <a:xfrm>
              <a:off x="6728472" y="421382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DCB702">
                <a:alpha val="100000"/>
              </a:srgbClr>
            </a:solidFill>
            <a:ln w="9525" cap="rnd">
              <a:solidFill>
                <a:srgbClr val="FF7F4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67" name="pg767"/>
            <p:cNvSpPr/>
            <p:nvPr/>
          </p:nvSpPr>
          <p:spPr>
            <a:xfrm>
              <a:off x="6728472" y="421382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FF7F4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68" name="pg768"/>
            <p:cNvSpPr/>
            <p:nvPr/>
          </p:nvSpPr>
          <p:spPr>
            <a:xfrm>
              <a:off x="6728472" y="421382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FF7F4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69" name="pg769"/>
            <p:cNvSpPr/>
            <p:nvPr/>
          </p:nvSpPr>
          <p:spPr>
            <a:xfrm>
              <a:off x="6728472" y="421382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FF7F4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70" name="pg770"/>
            <p:cNvSpPr/>
            <p:nvPr/>
          </p:nvSpPr>
          <p:spPr>
            <a:xfrm>
              <a:off x="6728472" y="421382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FF7F4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71" name="pg771"/>
            <p:cNvSpPr/>
            <p:nvPr/>
          </p:nvSpPr>
          <p:spPr>
            <a:xfrm>
              <a:off x="6728472" y="421382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FF7F4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72" name="pg772"/>
            <p:cNvSpPr/>
            <p:nvPr/>
          </p:nvSpPr>
          <p:spPr>
            <a:xfrm>
              <a:off x="6728472" y="421382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FF7F4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73" name="pg773"/>
            <p:cNvSpPr/>
            <p:nvPr/>
          </p:nvSpPr>
          <p:spPr>
            <a:xfrm>
              <a:off x="6728472" y="421382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FF7F4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74" name="pg774"/>
            <p:cNvSpPr/>
            <p:nvPr/>
          </p:nvSpPr>
          <p:spPr>
            <a:xfrm>
              <a:off x="6728472" y="421382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FF7F4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75" name="pg775"/>
            <p:cNvSpPr/>
            <p:nvPr/>
          </p:nvSpPr>
          <p:spPr>
            <a:xfrm>
              <a:off x="6728472" y="421382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FF7F4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76" name="pg776"/>
            <p:cNvSpPr/>
            <p:nvPr/>
          </p:nvSpPr>
          <p:spPr>
            <a:xfrm>
              <a:off x="6728472" y="421382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FF7F4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77" name="pg777"/>
            <p:cNvSpPr/>
            <p:nvPr/>
          </p:nvSpPr>
          <p:spPr>
            <a:xfrm>
              <a:off x="6728472" y="421382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FF7F4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78" name="pg778"/>
            <p:cNvSpPr/>
            <p:nvPr/>
          </p:nvSpPr>
          <p:spPr>
            <a:xfrm>
              <a:off x="6728472" y="421382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FF7F4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79" name="pg779"/>
            <p:cNvSpPr/>
            <p:nvPr/>
          </p:nvSpPr>
          <p:spPr>
            <a:xfrm>
              <a:off x="6728472" y="421382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B155A7">
                <a:alpha val="100000"/>
              </a:srgbClr>
            </a:solidFill>
            <a:ln w="9525" cap="rnd">
              <a:solidFill>
                <a:srgbClr val="FF7F4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80" name="pg780"/>
            <p:cNvSpPr/>
            <p:nvPr/>
          </p:nvSpPr>
          <p:spPr>
            <a:xfrm>
              <a:off x="6728472" y="421382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FF7F4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81" name="pg781"/>
            <p:cNvSpPr/>
            <p:nvPr/>
          </p:nvSpPr>
          <p:spPr>
            <a:xfrm>
              <a:off x="6728472" y="421382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FF7F4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82" name="pg782"/>
            <p:cNvSpPr/>
            <p:nvPr/>
          </p:nvSpPr>
          <p:spPr>
            <a:xfrm>
              <a:off x="6728472" y="421382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EE637F">
                <a:alpha val="100000"/>
              </a:srgbClr>
            </a:solidFill>
            <a:ln w="9525" cap="rnd">
              <a:solidFill>
                <a:srgbClr val="FF7F4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83" name="pg783"/>
            <p:cNvSpPr/>
            <p:nvPr/>
          </p:nvSpPr>
          <p:spPr>
            <a:xfrm>
              <a:off x="6728472" y="421382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FF7F4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84" name="pg784"/>
            <p:cNvSpPr/>
            <p:nvPr/>
          </p:nvSpPr>
          <p:spPr>
            <a:xfrm>
              <a:off x="6728472" y="421382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FF7F4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85" name="pg785"/>
            <p:cNvSpPr/>
            <p:nvPr/>
          </p:nvSpPr>
          <p:spPr>
            <a:xfrm>
              <a:off x="6728472" y="421382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FF7F4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86" name="pg786"/>
            <p:cNvSpPr/>
            <p:nvPr/>
          </p:nvSpPr>
          <p:spPr>
            <a:xfrm>
              <a:off x="6728472" y="421382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FF7F4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87" name="pg787"/>
            <p:cNvSpPr/>
            <p:nvPr/>
          </p:nvSpPr>
          <p:spPr>
            <a:xfrm>
              <a:off x="6561321" y="4213821"/>
              <a:ext cx="271069" cy="334333"/>
            </a:xfrm>
            <a:custGeom>
              <a:avLst/>
              <a:pathLst>
                <a:path w="271069" h="334333">
                  <a:moveTo>
                    <a:pt x="167150" y="0"/>
                  </a:moveTo>
                  <a:lnTo>
                    <a:pt x="161840" y="84"/>
                  </a:lnTo>
                  <a:lnTo>
                    <a:pt x="156536" y="337"/>
                  </a:lnTo>
                  <a:lnTo>
                    <a:pt x="151242" y="758"/>
                  </a:lnTo>
                  <a:lnTo>
                    <a:pt x="145964" y="1348"/>
                  </a:lnTo>
                  <a:lnTo>
                    <a:pt x="140707" y="2104"/>
                  </a:lnTo>
                  <a:lnTo>
                    <a:pt x="135477" y="3027"/>
                  </a:lnTo>
                  <a:lnTo>
                    <a:pt x="130279" y="4116"/>
                  </a:lnTo>
                  <a:lnTo>
                    <a:pt x="125119" y="5370"/>
                  </a:lnTo>
                  <a:lnTo>
                    <a:pt x="120000" y="6787"/>
                  </a:lnTo>
                  <a:lnTo>
                    <a:pt x="114930" y="8365"/>
                  </a:lnTo>
                  <a:lnTo>
                    <a:pt x="109912" y="10104"/>
                  </a:lnTo>
                  <a:lnTo>
                    <a:pt x="104952" y="12002"/>
                  </a:lnTo>
                  <a:lnTo>
                    <a:pt x="100054" y="14056"/>
                  </a:lnTo>
                  <a:lnTo>
                    <a:pt x="95224" y="16264"/>
                  </a:lnTo>
                  <a:lnTo>
                    <a:pt x="90467" y="18625"/>
                  </a:lnTo>
                  <a:lnTo>
                    <a:pt x="85788" y="21136"/>
                  </a:lnTo>
                  <a:lnTo>
                    <a:pt x="81190" y="23794"/>
                  </a:lnTo>
                  <a:lnTo>
                    <a:pt x="76679" y="26597"/>
                  </a:lnTo>
                  <a:lnTo>
                    <a:pt x="72260" y="29542"/>
                  </a:lnTo>
                  <a:lnTo>
                    <a:pt x="67936" y="32625"/>
                  </a:lnTo>
                  <a:lnTo>
                    <a:pt x="63712" y="35845"/>
                  </a:lnTo>
                  <a:lnTo>
                    <a:pt x="59593" y="39197"/>
                  </a:lnTo>
                  <a:lnTo>
                    <a:pt x="55582" y="42678"/>
                  </a:lnTo>
                  <a:lnTo>
                    <a:pt x="51684" y="46285"/>
                  </a:lnTo>
                  <a:lnTo>
                    <a:pt x="47903" y="50014"/>
                  </a:lnTo>
                  <a:lnTo>
                    <a:pt x="44241" y="53861"/>
                  </a:lnTo>
                  <a:lnTo>
                    <a:pt x="40704" y="57822"/>
                  </a:lnTo>
                  <a:lnTo>
                    <a:pt x="37295" y="61894"/>
                  </a:lnTo>
                  <a:lnTo>
                    <a:pt x="34016" y="66072"/>
                  </a:lnTo>
                  <a:lnTo>
                    <a:pt x="30872" y="70352"/>
                  </a:lnTo>
                  <a:lnTo>
                    <a:pt x="27866" y="74729"/>
                  </a:lnTo>
                  <a:lnTo>
                    <a:pt x="25000" y="79200"/>
                  </a:lnTo>
                  <a:lnTo>
                    <a:pt x="22277" y="83760"/>
                  </a:lnTo>
                  <a:lnTo>
                    <a:pt x="19701" y="88404"/>
                  </a:lnTo>
                  <a:lnTo>
                    <a:pt x="17273" y="93128"/>
                  </a:lnTo>
                  <a:lnTo>
                    <a:pt x="14997" y="97926"/>
                  </a:lnTo>
                  <a:lnTo>
                    <a:pt x="12874" y="102794"/>
                  </a:lnTo>
                  <a:lnTo>
                    <a:pt x="10908" y="107727"/>
                  </a:lnTo>
                  <a:lnTo>
                    <a:pt x="9098" y="112720"/>
                  </a:lnTo>
                  <a:lnTo>
                    <a:pt x="7449" y="117768"/>
                  </a:lnTo>
                  <a:lnTo>
                    <a:pt x="5960" y="122866"/>
                  </a:lnTo>
                  <a:lnTo>
                    <a:pt x="4634" y="128008"/>
                  </a:lnTo>
                  <a:lnTo>
                    <a:pt x="3472" y="133191"/>
                  </a:lnTo>
                  <a:lnTo>
                    <a:pt x="2476" y="138407"/>
                  </a:lnTo>
                  <a:lnTo>
                    <a:pt x="1645" y="143652"/>
                  </a:lnTo>
                  <a:lnTo>
                    <a:pt x="982" y="148921"/>
                  </a:lnTo>
                  <a:lnTo>
                    <a:pt x="486" y="154209"/>
                  </a:lnTo>
                  <a:lnTo>
                    <a:pt x="158" y="159510"/>
                  </a:lnTo>
                  <a:lnTo>
                    <a:pt x="0" y="164818"/>
                  </a:lnTo>
                  <a:lnTo>
                    <a:pt x="9" y="170129"/>
                  </a:lnTo>
                  <a:lnTo>
                    <a:pt x="188" y="175436"/>
                  </a:lnTo>
                  <a:lnTo>
                    <a:pt x="535" y="180736"/>
                  </a:lnTo>
                  <a:lnTo>
                    <a:pt x="1050" y="186021"/>
                  </a:lnTo>
                  <a:lnTo>
                    <a:pt x="1732" y="191288"/>
                  </a:lnTo>
                  <a:lnTo>
                    <a:pt x="2582" y="196530"/>
                  </a:lnTo>
                  <a:lnTo>
                    <a:pt x="3598" y="201743"/>
                  </a:lnTo>
                  <a:lnTo>
                    <a:pt x="4779" y="206921"/>
                  </a:lnTo>
                  <a:lnTo>
                    <a:pt x="6123" y="212059"/>
                  </a:lnTo>
                  <a:lnTo>
                    <a:pt x="7631" y="217151"/>
                  </a:lnTo>
                  <a:lnTo>
                    <a:pt x="9299" y="222193"/>
                  </a:lnTo>
                  <a:lnTo>
                    <a:pt x="11126" y="227179"/>
                  </a:lnTo>
                  <a:lnTo>
                    <a:pt x="13112" y="232105"/>
                  </a:lnTo>
                  <a:lnTo>
                    <a:pt x="15252" y="236965"/>
                  </a:lnTo>
                  <a:lnTo>
                    <a:pt x="17546" y="241755"/>
                  </a:lnTo>
                  <a:lnTo>
                    <a:pt x="19991" y="246470"/>
                  </a:lnTo>
                  <a:lnTo>
                    <a:pt x="22584" y="251104"/>
                  </a:lnTo>
                  <a:lnTo>
                    <a:pt x="25323" y="255654"/>
                  </a:lnTo>
                  <a:lnTo>
                    <a:pt x="28205" y="260114"/>
                  </a:lnTo>
                  <a:lnTo>
                    <a:pt x="31228" y="264481"/>
                  </a:lnTo>
                  <a:lnTo>
                    <a:pt x="34388" y="268750"/>
                  </a:lnTo>
                  <a:lnTo>
                    <a:pt x="37682" y="272916"/>
                  </a:lnTo>
                  <a:lnTo>
                    <a:pt x="41106" y="276975"/>
                  </a:lnTo>
                  <a:lnTo>
                    <a:pt x="44658" y="280923"/>
                  </a:lnTo>
                  <a:lnTo>
                    <a:pt x="48333" y="284757"/>
                  </a:lnTo>
                  <a:lnTo>
                    <a:pt x="52128" y="288472"/>
                  </a:lnTo>
                  <a:lnTo>
                    <a:pt x="56039" y="292064"/>
                  </a:lnTo>
                  <a:lnTo>
                    <a:pt x="60063" y="295530"/>
                  </a:lnTo>
                  <a:lnTo>
                    <a:pt x="64194" y="298867"/>
                  </a:lnTo>
                  <a:lnTo>
                    <a:pt x="68430" y="302071"/>
                  </a:lnTo>
                  <a:lnTo>
                    <a:pt x="72765" y="305139"/>
                  </a:lnTo>
                  <a:lnTo>
                    <a:pt x="77195" y="308068"/>
                  </a:lnTo>
                  <a:lnTo>
                    <a:pt x="81716" y="310854"/>
                  </a:lnTo>
                  <a:lnTo>
                    <a:pt x="86324" y="313495"/>
                  </a:lnTo>
                  <a:lnTo>
                    <a:pt x="91012" y="315989"/>
                  </a:lnTo>
                  <a:lnTo>
                    <a:pt x="95778" y="318332"/>
                  </a:lnTo>
                  <a:lnTo>
                    <a:pt x="100616" y="320523"/>
                  </a:lnTo>
                  <a:lnTo>
                    <a:pt x="105521" y="322559"/>
                  </a:lnTo>
                  <a:lnTo>
                    <a:pt x="110488" y="324438"/>
                  </a:lnTo>
                  <a:lnTo>
                    <a:pt x="115512" y="326159"/>
                  </a:lnTo>
                  <a:lnTo>
                    <a:pt x="120589" y="327719"/>
                  </a:lnTo>
                  <a:lnTo>
                    <a:pt x="125712" y="329117"/>
                  </a:lnTo>
                  <a:lnTo>
                    <a:pt x="130877" y="330352"/>
                  </a:lnTo>
                  <a:lnTo>
                    <a:pt x="136079" y="331421"/>
                  </a:lnTo>
                  <a:lnTo>
                    <a:pt x="141312" y="332326"/>
                  </a:lnTo>
                  <a:lnTo>
                    <a:pt x="146572" y="333063"/>
                  </a:lnTo>
                  <a:lnTo>
                    <a:pt x="151852" y="333633"/>
                  </a:lnTo>
                  <a:lnTo>
                    <a:pt x="157147" y="334035"/>
                  </a:lnTo>
                  <a:lnTo>
                    <a:pt x="162453" y="334268"/>
                  </a:lnTo>
                  <a:lnTo>
                    <a:pt x="167763" y="334333"/>
                  </a:lnTo>
                  <a:lnTo>
                    <a:pt x="173073" y="334229"/>
                  </a:lnTo>
                  <a:lnTo>
                    <a:pt x="178377" y="333957"/>
                  </a:lnTo>
                  <a:lnTo>
                    <a:pt x="183669" y="333516"/>
                  </a:lnTo>
                  <a:lnTo>
                    <a:pt x="188945" y="332908"/>
                  </a:lnTo>
                  <a:lnTo>
                    <a:pt x="194199" y="332132"/>
                  </a:lnTo>
                  <a:lnTo>
                    <a:pt x="199425" y="331189"/>
                  </a:lnTo>
                  <a:lnTo>
                    <a:pt x="204619" y="330081"/>
                  </a:lnTo>
                  <a:lnTo>
                    <a:pt x="209775" y="328809"/>
                  </a:lnTo>
                  <a:lnTo>
                    <a:pt x="214888" y="327373"/>
                  </a:lnTo>
                  <a:lnTo>
                    <a:pt x="219953" y="325776"/>
                  </a:lnTo>
                  <a:lnTo>
                    <a:pt x="224964" y="324019"/>
                  </a:lnTo>
                  <a:lnTo>
                    <a:pt x="229918" y="322103"/>
                  </a:lnTo>
                  <a:lnTo>
                    <a:pt x="234808" y="320031"/>
                  </a:lnTo>
                  <a:lnTo>
                    <a:pt x="239629" y="317805"/>
                  </a:lnTo>
                  <a:lnTo>
                    <a:pt x="244378" y="315427"/>
                  </a:lnTo>
                  <a:lnTo>
                    <a:pt x="249048" y="312899"/>
                  </a:lnTo>
                  <a:lnTo>
                    <a:pt x="253636" y="310224"/>
                  </a:lnTo>
                  <a:lnTo>
                    <a:pt x="258136" y="307404"/>
                  </a:lnTo>
                  <a:lnTo>
                    <a:pt x="262545" y="304443"/>
                  </a:lnTo>
                  <a:lnTo>
                    <a:pt x="266858" y="301344"/>
                  </a:lnTo>
                  <a:lnTo>
                    <a:pt x="271069" y="298109"/>
                  </a:lnTo>
                  <a:lnTo>
                    <a:pt x="167150" y="167167"/>
                  </a:lnTo>
                  <a:close/>
                </a:path>
              </a:pathLst>
            </a:custGeom>
            <a:solidFill>
              <a:srgbClr val="FF7F40">
                <a:alpha val="100000"/>
              </a:srgbClr>
            </a:solidFill>
            <a:ln w="9525" cap="rnd">
              <a:solidFill>
                <a:srgbClr val="FF7F4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88" name="pg788"/>
            <p:cNvSpPr/>
            <p:nvPr/>
          </p:nvSpPr>
          <p:spPr>
            <a:xfrm>
              <a:off x="6728472" y="4380988"/>
              <a:ext cx="103918" cy="130942"/>
            </a:xfrm>
            <a:custGeom>
              <a:avLst/>
              <a:pathLst>
                <a:path w="103918" h="130942">
                  <a:moveTo>
                    <a:pt x="103918" y="130942"/>
                  </a:moveTo>
                  <a:lnTo>
                    <a:pt x="0" y="0"/>
                  </a:lnTo>
                  <a:close/>
                </a:path>
              </a:pathLst>
            </a:custGeom>
            <a:solidFill>
              <a:srgbClr val="BCED54">
                <a:alpha val="100000"/>
              </a:srgbClr>
            </a:solidFill>
            <a:ln w="9525" cap="rnd">
              <a:solidFill>
                <a:srgbClr val="FF7F4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89" name="pg789"/>
            <p:cNvSpPr/>
            <p:nvPr/>
          </p:nvSpPr>
          <p:spPr>
            <a:xfrm>
              <a:off x="6728472" y="4375780"/>
              <a:ext cx="167167" cy="136150"/>
            </a:xfrm>
            <a:custGeom>
              <a:avLst/>
              <a:pathLst>
                <a:path w="167167" h="136150">
                  <a:moveTo>
                    <a:pt x="103918" y="136150"/>
                  </a:moveTo>
                  <a:lnTo>
                    <a:pt x="108215" y="132622"/>
                  </a:lnTo>
                  <a:lnTo>
                    <a:pt x="112391" y="128954"/>
                  </a:lnTo>
                  <a:lnTo>
                    <a:pt x="116443" y="125148"/>
                  </a:lnTo>
                  <a:lnTo>
                    <a:pt x="120367" y="121211"/>
                  </a:lnTo>
                  <a:lnTo>
                    <a:pt x="124157" y="117145"/>
                  </a:lnTo>
                  <a:lnTo>
                    <a:pt x="127810" y="112955"/>
                  </a:lnTo>
                  <a:lnTo>
                    <a:pt x="131322" y="108646"/>
                  </a:lnTo>
                  <a:lnTo>
                    <a:pt x="134688" y="104222"/>
                  </a:lnTo>
                  <a:lnTo>
                    <a:pt x="137906" y="99689"/>
                  </a:lnTo>
                  <a:lnTo>
                    <a:pt x="140971" y="95052"/>
                  </a:lnTo>
                  <a:lnTo>
                    <a:pt x="143880" y="90315"/>
                  </a:lnTo>
                  <a:lnTo>
                    <a:pt x="146630" y="85485"/>
                  </a:lnTo>
                  <a:lnTo>
                    <a:pt x="149218" y="80565"/>
                  </a:lnTo>
                  <a:lnTo>
                    <a:pt x="151641" y="75562"/>
                  </a:lnTo>
                  <a:lnTo>
                    <a:pt x="153896" y="70482"/>
                  </a:lnTo>
                  <a:lnTo>
                    <a:pt x="155982" y="65329"/>
                  </a:lnTo>
                  <a:lnTo>
                    <a:pt x="157894" y="60109"/>
                  </a:lnTo>
                  <a:lnTo>
                    <a:pt x="159632" y="54829"/>
                  </a:lnTo>
                  <a:lnTo>
                    <a:pt x="161194" y="49494"/>
                  </a:lnTo>
                  <a:lnTo>
                    <a:pt x="162577" y="44111"/>
                  </a:lnTo>
                  <a:lnTo>
                    <a:pt x="163781" y="38684"/>
                  </a:lnTo>
                  <a:lnTo>
                    <a:pt x="164803" y="33220"/>
                  </a:lnTo>
                  <a:lnTo>
                    <a:pt x="165643" y="27725"/>
                  </a:lnTo>
                  <a:lnTo>
                    <a:pt x="166301" y="22205"/>
                  </a:lnTo>
                  <a:lnTo>
                    <a:pt x="166774" y="16667"/>
                  </a:lnTo>
                  <a:lnTo>
                    <a:pt x="167063" y="11115"/>
                  </a:lnTo>
                  <a:lnTo>
                    <a:pt x="167167" y="5558"/>
                  </a:lnTo>
                  <a:lnTo>
                    <a:pt x="167086" y="0"/>
                  </a:lnTo>
                  <a:lnTo>
                    <a:pt x="0" y="5207"/>
                  </a:lnTo>
                  <a:close/>
                </a:path>
              </a:pathLst>
            </a:custGeom>
            <a:solidFill>
              <a:srgbClr val="FFFFFF">
                <a:alpha val="100000"/>
              </a:srgbClr>
            </a:solidFill>
            <a:ln w="9525" cap="rnd">
              <a:solidFill>
                <a:srgbClr val="FF7F4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90" name="pg790"/>
            <p:cNvSpPr/>
            <p:nvPr/>
          </p:nvSpPr>
          <p:spPr>
            <a:xfrm>
              <a:off x="6728472" y="4213821"/>
              <a:ext cx="167086" cy="167167"/>
            </a:xfrm>
            <a:custGeom>
              <a:avLst/>
              <a:pathLst>
                <a:path w="167086" h="167167">
                  <a:moveTo>
                    <a:pt x="167086" y="161959"/>
                  </a:moveTo>
                  <a:lnTo>
                    <a:pt x="166833" y="156603"/>
                  </a:lnTo>
                  <a:lnTo>
                    <a:pt x="166408" y="151258"/>
                  </a:lnTo>
                  <a:lnTo>
                    <a:pt x="165812" y="145930"/>
                  </a:lnTo>
                  <a:lnTo>
                    <a:pt x="165046" y="140623"/>
                  </a:lnTo>
                  <a:lnTo>
                    <a:pt x="164110" y="135343"/>
                  </a:lnTo>
                  <a:lnTo>
                    <a:pt x="163005" y="130097"/>
                  </a:lnTo>
                  <a:lnTo>
                    <a:pt x="161732" y="124888"/>
                  </a:lnTo>
                  <a:lnTo>
                    <a:pt x="160293" y="119723"/>
                  </a:lnTo>
                  <a:lnTo>
                    <a:pt x="158689" y="114607"/>
                  </a:lnTo>
                  <a:lnTo>
                    <a:pt x="156922" y="109545"/>
                  </a:lnTo>
                  <a:lnTo>
                    <a:pt x="154993" y="104542"/>
                  </a:lnTo>
                  <a:lnTo>
                    <a:pt x="152905" y="99603"/>
                  </a:lnTo>
                  <a:lnTo>
                    <a:pt x="150660" y="94734"/>
                  </a:lnTo>
                  <a:lnTo>
                    <a:pt x="148259" y="89940"/>
                  </a:lnTo>
                  <a:lnTo>
                    <a:pt x="145706" y="85225"/>
                  </a:lnTo>
                  <a:lnTo>
                    <a:pt x="143003" y="80594"/>
                  </a:lnTo>
                  <a:lnTo>
                    <a:pt x="140153" y="76053"/>
                  </a:lnTo>
                  <a:lnTo>
                    <a:pt x="137159" y="71605"/>
                  </a:lnTo>
                  <a:lnTo>
                    <a:pt x="134024" y="67255"/>
                  </a:lnTo>
                  <a:lnTo>
                    <a:pt x="130751" y="63008"/>
                  </a:lnTo>
                  <a:lnTo>
                    <a:pt x="127343" y="58869"/>
                  </a:lnTo>
                  <a:lnTo>
                    <a:pt x="123805" y="54840"/>
                  </a:lnTo>
                  <a:lnTo>
                    <a:pt x="120138" y="50928"/>
                  </a:lnTo>
                  <a:lnTo>
                    <a:pt x="116349" y="47135"/>
                  </a:lnTo>
                  <a:lnTo>
                    <a:pt x="112440" y="43465"/>
                  </a:lnTo>
                  <a:lnTo>
                    <a:pt x="108415" y="39923"/>
                  </a:lnTo>
                  <a:lnTo>
                    <a:pt x="104278" y="36511"/>
                  </a:lnTo>
                  <a:lnTo>
                    <a:pt x="100034" y="33234"/>
                  </a:lnTo>
                  <a:lnTo>
                    <a:pt x="95687" y="30095"/>
                  </a:lnTo>
                  <a:lnTo>
                    <a:pt x="91242" y="27097"/>
                  </a:lnTo>
                  <a:lnTo>
                    <a:pt x="86703" y="24242"/>
                  </a:lnTo>
                  <a:lnTo>
                    <a:pt x="82075" y="21535"/>
                  </a:lnTo>
                  <a:lnTo>
                    <a:pt x="77362" y="18978"/>
                  </a:lnTo>
                  <a:lnTo>
                    <a:pt x="72570" y="16573"/>
                  </a:lnTo>
                  <a:lnTo>
                    <a:pt x="67703" y="14323"/>
                  </a:lnTo>
                  <a:lnTo>
                    <a:pt x="62767" y="12231"/>
                  </a:lnTo>
                  <a:lnTo>
                    <a:pt x="57766" y="10297"/>
                  </a:lnTo>
                  <a:lnTo>
                    <a:pt x="52705" y="8526"/>
                  </a:lnTo>
                  <a:lnTo>
                    <a:pt x="47590" y="6917"/>
                  </a:lnTo>
                  <a:lnTo>
                    <a:pt x="42426" y="5473"/>
                  </a:lnTo>
                  <a:lnTo>
                    <a:pt x="37219" y="4196"/>
                  </a:lnTo>
                  <a:lnTo>
                    <a:pt x="31973" y="3086"/>
                  </a:lnTo>
                  <a:lnTo>
                    <a:pt x="26695" y="2145"/>
                  </a:lnTo>
                  <a:lnTo>
                    <a:pt x="21389" y="1374"/>
                  </a:lnTo>
                  <a:lnTo>
                    <a:pt x="16061" y="773"/>
                  </a:lnTo>
                  <a:lnTo>
                    <a:pt x="10716" y="343"/>
                  </a:lnTo>
                  <a:lnTo>
                    <a:pt x="5361" y="85"/>
                  </a:lnTo>
                  <a:lnTo>
                    <a:pt x="0" y="0"/>
                  </a:lnTo>
                  <a:lnTo>
                    <a:pt x="0" y="167167"/>
                  </a:lnTo>
                  <a:close/>
                </a:path>
              </a:pathLst>
            </a:custGeom>
            <a:solidFill>
              <a:srgbClr val="DCDCDC">
                <a:alpha val="100000"/>
              </a:srgbClr>
            </a:solidFill>
            <a:ln w="9525" cap="rnd">
              <a:solidFill>
                <a:srgbClr val="FF7F4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91" name="pg791"/>
            <p:cNvSpPr/>
            <p:nvPr/>
          </p:nvSpPr>
          <p:spPr>
            <a:xfrm>
              <a:off x="6919011" y="3707720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BCED5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92" name="pg792"/>
            <p:cNvSpPr/>
            <p:nvPr/>
          </p:nvSpPr>
          <p:spPr>
            <a:xfrm>
              <a:off x="6919011" y="3707720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BCED5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93" name="pg793"/>
            <p:cNvSpPr/>
            <p:nvPr/>
          </p:nvSpPr>
          <p:spPr>
            <a:xfrm>
              <a:off x="6919011" y="3707720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BCED5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94" name="pg794"/>
            <p:cNvSpPr/>
            <p:nvPr/>
          </p:nvSpPr>
          <p:spPr>
            <a:xfrm>
              <a:off x="6919011" y="3707720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DCB702">
                <a:alpha val="100000"/>
              </a:srgbClr>
            </a:solidFill>
            <a:ln w="9525" cap="rnd">
              <a:solidFill>
                <a:srgbClr val="BCED5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95" name="pg795"/>
            <p:cNvSpPr/>
            <p:nvPr/>
          </p:nvSpPr>
          <p:spPr>
            <a:xfrm>
              <a:off x="6919011" y="3707720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BCED5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96" name="pg796"/>
            <p:cNvSpPr/>
            <p:nvPr/>
          </p:nvSpPr>
          <p:spPr>
            <a:xfrm>
              <a:off x="6919011" y="3707720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BCED5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97" name="pg797"/>
            <p:cNvSpPr/>
            <p:nvPr/>
          </p:nvSpPr>
          <p:spPr>
            <a:xfrm>
              <a:off x="6919011" y="3707720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BCED5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98" name="pg798"/>
            <p:cNvSpPr/>
            <p:nvPr/>
          </p:nvSpPr>
          <p:spPr>
            <a:xfrm>
              <a:off x="6919011" y="3707720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BCED5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99" name="pg799"/>
            <p:cNvSpPr/>
            <p:nvPr/>
          </p:nvSpPr>
          <p:spPr>
            <a:xfrm>
              <a:off x="6919011" y="3707720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BCED5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00" name="pg800"/>
            <p:cNvSpPr/>
            <p:nvPr/>
          </p:nvSpPr>
          <p:spPr>
            <a:xfrm>
              <a:off x="6919011" y="3707720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BCED5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01" name="pg801"/>
            <p:cNvSpPr/>
            <p:nvPr/>
          </p:nvSpPr>
          <p:spPr>
            <a:xfrm>
              <a:off x="6919011" y="3707720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BCED5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02" name="pg802"/>
            <p:cNvSpPr/>
            <p:nvPr/>
          </p:nvSpPr>
          <p:spPr>
            <a:xfrm>
              <a:off x="6919011" y="3707720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BCED5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03" name="pg803"/>
            <p:cNvSpPr/>
            <p:nvPr/>
          </p:nvSpPr>
          <p:spPr>
            <a:xfrm>
              <a:off x="6919011" y="3707720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BCED5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04" name="pg804"/>
            <p:cNvSpPr/>
            <p:nvPr/>
          </p:nvSpPr>
          <p:spPr>
            <a:xfrm>
              <a:off x="6919011" y="3707720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BCED5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05" name="pg805"/>
            <p:cNvSpPr/>
            <p:nvPr/>
          </p:nvSpPr>
          <p:spPr>
            <a:xfrm>
              <a:off x="6919011" y="3707720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BCED5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06" name="pg806"/>
            <p:cNvSpPr/>
            <p:nvPr/>
          </p:nvSpPr>
          <p:spPr>
            <a:xfrm>
              <a:off x="6919011" y="3707720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BCED5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07" name="pg807"/>
            <p:cNvSpPr/>
            <p:nvPr/>
          </p:nvSpPr>
          <p:spPr>
            <a:xfrm>
              <a:off x="6919011" y="3707720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B155A7">
                <a:alpha val="100000"/>
              </a:srgbClr>
            </a:solidFill>
            <a:ln w="9525" cap="rnd">
              <a:solidFill>
                <a:srgbClr val="BCED5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08" name="pg808"/>
            <p:cNvSpPr/>
            <p:nvPr/>
          </p:nvSpPr>
          <p:spPr>
            <a:xfrm>
              <a:off x="6919011" y="3707720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BCED5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09" name="pg809"/>
            <p:cNvSpPr/>
            <p:nvPr/>
          </p:nvSpPr>
          <p:spPr>
            <a:xfrm>
              <a:off x="6919011" y="3707720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BCED5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10" name="pg810"/>
            <p:cNvSpPr/>
            <p:nvPr/>
          </p:nvSpPr>
          <p:spPr>
            <a:xfrm>
              <a:off x="6919011" y="3707720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EE637F">
                <a:alpha val="100000"/>
              </a:srgbClr>
            </a:solidFill>
            <a:ln w="9525" cap="rnd">
              <a:solidFill>
                <a:srgbClr val="BCED5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11" name="pg811"/>
            <p:cNvSpPr/>
            <p:nvPr/>
          </p:nvSpPr>
          <p:spPr>
            <a:xfrm>
              <a:off x="6919011" y="3707720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BCED5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12" name="pg812"/>
            <p:cNvSpPr/>
            <p:nvPr/>
          </p:nvSpPr>
          <p:spPr>
            <a:xfrm>
              <a:off x="6919011" y="3707720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BCED5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13" name="pg813"/>
            <p:cNvSpPr/>
            <p:nvPr/>
          </p:nvSpPr>
          <p:spPr>
            <a:xfrm>
              <a:off x="6919011" y="3707720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BCED5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14" name="pg814"/>
            <p:cNvSpPr/>
            <p:nvPr/>
          </p:nvSpPr>
          <p:spPr>
            <a:xfrm>
              <a:off x="6919011" y="3707720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BCED5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15" name="pg815"/>
            <p:cNvSpPr/>
            <p:nvPr/>
          </p:nvSpPr>
          <p:spPr>
            <a:xfrm>
              <a:off x="6919011" y="3707720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F7F40">
                <a:alpha val="100000"/>
              </a:srgbClr>
            </a:solidFill>
            <a:ln w="9525" cap="rnd">
              <a:solidFill>
                <a:srgbClr val="BCED5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16" name="pg816"/>
            <p:cNvSpPr/>
            <p:nvPr/>
          </p:nvSpPr>
          <p:spPr>
            <a:xfrm>
              <a:off x="6751853" y="3707720"/>
              <a:ext cx="216068" cy="334325"/>
            </a:xfrm>
            <a:custGeom>
              <a:avLst/>
              <a:pathLst>
                <a:path w="216068" h="334325">
                  <a:moveTo>
                    <a:pt x="167157" y="0"/>
                  </a:moveTo>
                  <a:lnTo>
                    <a:pt x="161836" y="84"/>
                  </a:lnTo>
                  <a:lnTo>
                    <a:pt x="156520" y="338"/>
                  </a:lnTo>
                  <a:lnTo>
                    <a:pt x="151215" y="761"/>
                  </a:lnTo>
                  <a:lnTo>
                    <a:pt x="145926" y="1353"/>
                  </a:lnTo>
                  <a:lnTo>
                    <a:pt x="140658" y="2113"/>
                  </a:lnTo>
                  <a:lnTo>
                    <a:pt x="135417" y="3040"/>
                  </a:lnTo>
                  <a:lnTo>
                    <a:pt x="130209" y="4134"/>
                  </a:lnTo>
                  <a:lnTo>
                    <a:pt x="125038" y="5393"/>
                  </a:lnTo>
                  <a:lnTo>
                    <a:pt x="119909" y="6815"/>
                  </a:lnTo>
                  <a:lnTo>
                    <a:pt x="114829" y="8401"/>
                  </a:lnTo>
                  <a:lnTo>
                    <a:pt x="109801" y="10147"/>
                  </a:lnTo>
                  <a:lnTo>
                    <a:pt x="104832" y="12052"/>
                  </a:lnTo>
                  <a:lnTo>
                    <a:pt x="99926" y="14115"/>
                  </a:lnTo>
                  <a:lnTo>
                    <a:pt x="95088" y="16333"/>
                  </a:lnTo>
                  <a:lnTo>
                    <a:pt x="90323" y="18703"/>
                  </a:lnTo>
                  <a:lnTo>
                    <a:pt x="85636" y="21224"/>
                  </a:lnTo>
                  <a:lnTo>
                    <a:pt x="81032" y="23893"/>
                  </a:lnTo>
                  <a:lnTo>
                    <a:pt x="76514" y="26708"/>
                  </a:lnTo>
                  <a:lnTo>
                    <a:pt x="72089" y="29664"/>
                  </a:lnTo>
                  <a:lnTo>
                    <a:pt x="67760" y="32760"/>
                  </a:lnTo>
                  <a:lnTo>
                    <a:pt x="63532" y="35992"/>
                  </a:lnTo>
                  <a:lnTo>
                    <a:pt x="59409" y="39358"/>
                  </a:lnTo>
                  <a:lnTo>
                    <a:pt x="55395" y="42852"/>
                  </a:lnTo>
                  <a:lnTo>
                    <a:pt x="51494" y="46473"/>
                  </a:lnTo>
                  <a:lnTo>
                    <a:pt x="47711" y="50216"/>
                  </a:lnTo>
                  <a:lnTo>
                    <a:pt x="44049" y="54078"/>
                  </a:lnTo>
                  <a:lnTo>
                    <a:pt x="40511" y="58054"/>
                  </a:lnTo>
                  <a:lnTo>
                    <a:pt x="37102" y="62141"/>
                  </a:lnTo>
                  <a:lnTo>
                    <a:pt x="33824" y="66334"/>
                  </a:lnTo>
                  <a:lnTo>
                    <a:pt x="30682" y="70629"/>
                  </a:lnTo>
                  <a:lnTo>
                    <a:pt x="27678" y="75023"/>
                  </a:lnTo>
                  <a:lnTo>
                    <a:pt x="24816" y="79509"/>
                  </a:lnTo>
                  <a:lnTo>
                    <a:pt x="22098" y="84085"/>
                  </a:lnTo>
                  <a:lnTo>
                    <a:pt x="19526" y="88745"/>
                  </a:lnTo>
                  <a:lnTo>
                    <a:pt x="17105" y="93484"/>
                  </a:lnTo>
                  <a:lnTo>
                    <a:pt x="14835" y="98298"/>
                  </a:lnTo>
                  <a:lnTo>
                    <a:pt x="12720" y="103182"/>
                  </a:lnTo>
                  <a:lnTo>
                    <a:pt x="10762" y="108130"/>
                  </a:lnTo>
                  <a:lnTo>
                    <a:pt x="8962" y="113139"/>
                  </a:lnTo>
                  <a:lnTo>
                    <a:pt x="7322" y="118202"/>
                  </a:lnTo>
                  <a:lnTo>
                    <a:pt x="5844" y="123315"/>
                  </a:lnTo>
                  <a:lnTo>
                    <a:pt x="4530" y="128472"/>
                  </a:lnTo>
                  <a:lnTo>
                    <a:pt x="3381" y="133668"/>
                  </a:lnTo>
                  <a:lnTo>
                    <a:pt x="2397" y="138899"/>
                  </a:lnTo>
                  <a:lnTo>
                    <a:pt x="1581" y="144158"/>
                  </a:lnTo>
                  <a:lnTo>
                    <a:pt x="932" y="149440"/>
                  </a:lnTo>
                  <a:lnTo>
                    <a:pt x="452" y="154741"/>
                  </a:lnTo>
                  <a:lnTo>
                    <a:pt x="141" y="160054"/>
                  </a:lnTo>
                  <a:lnTo>
                    <a:pt x="0" y="165374"/>
                  </a:lnTo>
                  <a:lnTo>
                    <a:pt x="27" y="170696"/>
                  </a:lnTo>
                  <a:lnTo>
                    <a:pt x="224" y="176014"/>
                  </a:lnTo>
                  <a:lnTo>
                    <a:pt x="590" y="181324"/>
                  </a:lnTo>
                  <a:lnTo>
                    <a:pt x="1125" y="186619"/>
                  </a:lnTo>
                  <a:lnTo>
                    <a:pt x="1829" y="191894"/>
                  </a:lnTo>
                  <a:lnTo>
                    <a:pt x="2700" y="197145"/>
                  </a:lnTo>
                  <a:lnTo>
                    <a:pt x="3737" y="202365"/>
                  </a:lnTo>
                  <a:lnTo>
                    <a:pt x="4941" y="207549"/>
                  </a:lnTo>
                  <a:lnTo>
                    <a:pt x="6308" y="212692"/>
                  </a:lnTo>
                  <a:lnTo>
                    <a:pt x="7839" y="217789"/>
                  </a:lnTo>
                  <a:lnTo>
                    <a:pt x="9531" y="222835"/>
                  </a:lnTo>
                  <a:lnTo>
                    <a:pt x="11383" y="227825"/>
                  </a:lnTo>
                  <a:lnTo>
                    <a:pt x="13393" y="232753"/>
                  </a:lnTo>
                  <a:lnTo>
                    <a:pt x="15559" y="237614"/>
                  </a:lnTo>
                  <a:lnTo>
                    <a:pt x="17878" y="242404"/>
                  </a:lnTo>
                  <a:lnTo>
                    <a:pt x="20349" y="247118"/>
                  </a:lnTo>
                  <a:lnTo>
                    <a:pt x="22968" y="251751"/>
                  </a:lnTo>
                  <a:lnTo>
                    <a:pt x="25734" y="256298"/>
                  </a:lnTo>
                  <a:lnTo>
                    <a:pt x="28643" y="260755"/>
                  </a:lnTo>
                  <a:lnTo>
                    <a:pt x="31692" y="265117"/>
                  </a:lnTo>
                  <a:lnTo>
                    <a:pt x="34879" y="269379"/>
                  </a:lnTo>
                  <a:lnTo>
                    <a:pt x="38200" y="273538"/>
                  </a:lnTo>
                  <a:lnTo>
                    <a:pt x="41651" y="277590"/>
                  </a:lnTo>
                  <a:lnTo>
                    <a:pt x="45230" y="281529"/>
                  </a:lnTo>
                  <a:lnTo>
                    <a:pt x="48932" y="285352"/>
                  </a:lnTo>
                  <a:lnTo>
                    <a:pt x="52754" y="289056"/>
                  </a:lnTo>
                  <a:lnTo>
                    <a:pt x="56692" y="292636"/>
                  </a:lnTo>
                  <a:lnTo>
                    <a:pt x="60742" y="296088"/>
                  </a:lnTo>
                  <a:lnTo>
                    <a:pt x="64900" y="299411"/>
                  </a:lnTo>
                  <a:lnTo>
                    <a:pt x="69162" y="302599"/>
                  </a:lnTo>
                  <a:lnTo>
                    <a:pt x="73522" y="305650"/>
                  </a:lnTo>
                  <a:lnTo>
                    <a:pt x="77978" y="308560"/>
                  </a:lnTo>
                  <a:lnTo>
                    <a:pt x="82524" y="311327"/>
                  </a:lnTo>
                  <a:lnTo>
                    <a:pt x="87156" y="313948"/>
                  </a:lnTo>
                  <a:lnTo>
                    <a:pt x="91869" y="316421"/>
                  </a:lnTo>
                  <a:lnTo>
                    <a:pt x="96658" y="318742"/>
                  </a:lnTo>
                  <a:lnTo>
                    <a:pt x="101519" y="320909"/>
                  </a:lnTo>
                  <a:lnTo>
                    <a:pt x="106447" y="322920"/>
                  </a:lnTo>
                  <a:lnTo>
                    <a:pt x="111435" y="324774"/>
                  </a:lnTo>
                  <a:lnTo>
                    <a:pt x="116481" y="326468"/>
                  </a:lnTo>
                  <a:lnTo>
                    <a:pt x="121577" y="328000"/>
                  </a:lnTo>
                  <a:lnTo>
                    <a:pt x="126720" y="329370"/>
                  </a:lnTo>
                  <a:lnTo>
                    <a:pt x="131904" y="330575"/>
                  </a:lnTo>
                  <a:lnTo>
                    <a:pt x="137124" y="331614"/>
                  </a:lnTo>
                  <a:lnTo>
                    <a:pt x="142374" y="332487"/>
                  </a:lnTo>
                  <a:lnTo>
                    <a:pt x="147649" y="333192"/>
                  </a:lnTo>
                  <a:lnTo>
                    <a:pt x="152944" y="333729"/>
                  </a:lnTo>
                  <a:lnTo>
                    <a:pt x="158253" y="334097"/>
                  </a:lnTo>
                  <a:lnTo>
                    <a:pt x="163572" y="334296"/>
                  </a:lnTo>
                  <a:lnTo>
                    <a:pt x="168894" y="334325"/>
                  </a:lnTo>
                  <a:lnTo>
                    <a:pt x="174214" y="334185"/>
                  </a:lnTo>
                  <a:lnTo>
                    <a:pt x="179527" y="333876"/>
                  </a:lnTo>
                  <a:lnTo>
                    <a:pt x="184827" y="333398"/>
                  </a:lnTo>
                  <a:lnTo>
                    <a:pt x="190110" y="332751"/>
                  </a:lnTo>
                  <a:lnTo>
                    <a:pt x="195369" y="331937"/>
                  </a:lnTo>
                  <a:lnTo>
                    <a:pt x="200600" y="330955"/>
                  </a:lnTo>
                  <a:lnTo>
                    <a:pt x="205797" y="329807"/>
                  </a:lnTo>
                  <a:lnTo>
                    <a:pt x="210955" y="328495"/>
                  </a:lnTo>
                  <a:lnTo>
                    <a:pt x="216068" y="327019"/>
                  </a:lnTo>
                  <a:lnTo>
                    <a:pt x="167157" y="167167"/>
                  </a:lnTo>
                  <a:close/>
                </a:path>
              </a:pathLst>
            </a:custGeom>
            <a:solidFill>
              <a:srgbClr val="BCED54">
                <a:alpha val="100000"/>
              </a:srgbClr>
            </a:solidFill>
            <a:ln w="9525" cap="rnd">
              <a:solidFill>
                <a:srgbClr val="BCED5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17" name="pg817"/>
            <p:cNvSpPr/>
            <p:nvPr/>
          </p:nvSpPr>
          <p:spPr>
            <a:xfrm>
              <a:off x="6919011" y="3707738"/>
              <a:ext cx="167167" cy="327001"/>
            </a:xfrm>
            <a:custGeom>
              <a:avLst/>
              <a:pathLst>
                <a:path w="167167" h="327001">
                  <a:moveTo>
                    <a:pt x="48910" y="327001"/>
                  </a:moveTo>
                  <a:lnTo>
                    <a:pt x="53968" y="325365"/>
                  </a:lnTo>
                  <a:lnTo>
                    <a:pt x="58970" y="323569"/>
                  </a:lnTo>
                  <a:lnTo>
                    <a:pt x="63914" y="321616"/>
                  </a:lnTo>
                  <a:lnTo>
                    <a:pt x="68792" y="319506"/>
                  </a:lnTo>
                  <a:lnTo>
                    <a:pt x="73601" y="317241"/>
                  </a:lnTo>
                  <a:lnTo>
                    <a:pt x="78336" y="314826"/>
                  </a:lnTo>
                  <a:lnTo>
                    <a:pt x="82991" y="312260"/>
                  </a:lnTo>
                  <a:lnTo>
                    <a:pt x="87563" y="309549"/>
                  </a:lnTo>
                  <a:lnTo>
                    <a:pt x="92046" y="306693"/>
                  </a:lnTo>
                  <a:lnTo>
                    <a:pt x="96436" y="303696"/>
                  </a:lnTo>
                  <a:lnTo>
                    <a:pt x="100728" y="300561"/>
                  </a:lnTo>
                  <a:lnTo>
                    <a:pt x="104919" y="297291"/>
                  </a:lnTo>
                  <a:lnTo>
                    <a:pt x="109003" y="293890"/>
                  </a:lnTo>
                  <a:lnTo>
                    <a:pt x="112977" y="290360"/>
                  </a:lnTo>
                  <a:lnTo>
                    <a:pt x="116837" y="286706"/>
                  </a:lnTo>
                  <a:lnTo>
                    <a:pt x="120579" y="282931"/>
                  </a:lnTo>
                  <a:lnTo>
                    <a:pt x="124199" y="279039"/>
                  </a:lnTo>
                  <a:lnTo>
                    <a:pt x="127694" y="275034"/>
                  </a:lnTo>
                  <a:lnTo>
                    <a:pt x="131059" y="270919"/>
                  </a:lnTo>
                  <a:lnTo>
                    <a:pt x="134292" y="266700"/>
                  </a:lnTo>
                  <a:lnTo>
                    <a:pt x="137389" y="262381"/>
                  </a:lnTo>
                  <a:lnTo>
                    <a:pt x="140347" y="257964"/>
                  </a:lnTo>
                  <a:lnTo>
                    <a:pt x="143164" y="253457"/>
                  </a:lnTo>
                  <a:lnTo>
                    <a:pt x="145835" y="248861"/>
                  </a:lnTo>
                  <a:lnTo>
                    <a:pt x="148359" y="244184"/>
                  </a:lnTo>
                  <a:lnTo>
                    <a:pt x="150733" y="239428"/>
                  </a:lnTo>
                  <a:lnTo>
                    <a:pt x="152955" y="234599"/>
                  </a:lnTo>
                  <a:lnTo>
                    <a:pt x="155022" y="229702"/>
                  </a:lnTo>
                  <a:lnTo>
                    <a:pt x="156933" y="224742"/>
                  </a:lnTo>
                  <a:lnTo>
                    <a:pt x="158684" y="219724"/>
                  </a:lnTo>
                  <a:lnTo>
                    <a:pt x="160275" y="214652"/>
                  </a:lnTo>
                  <a:lnTo>
                    <a:pt x="161705" y="209533"/>
                  </a:lnTo>
                  <a:lnTo>
                    <a:pt x="162970" y="204370"/>
                  </a:lnTo>
                  <a:lnTo>
                    <a:pt x="164071" y="199170"/>
                  </a:lnTo>
                  <a:lnTo>
                    <a:pt x="165007" y="193938"/>
                  </a:lnTo>
                  <a:lnTo>
                    <a:pt x="165775" y="188678"/>
                  </a:lnTo>
                  <a:lnTo>
                    <a:pt x="166375" y="183397"/>
                  </a:lnTo>
                  <a:lnTo>
                    <a:pt x="166808" y="178099"/>
                  </a:lnTo>
                  <a:lnTo>
                    <a:pt x="167072" y="172791"/>
                  </a:lnTo>
                  <a:lnTo>
                    <a:pt x="167167" y="167476"/>
                  </a:lnTo>
                  <a:lnTo>
                    <a:pt x="167093" y="162161"/>
                  </a:lnTo>
                  <a:lnTo>
                    <a:pt x="166849" y="156851"/>
                  </a:lnTo>
                  <a:lnTo>
                    <a:pt x="166438" y="151552"/>
                  </a:lnTo>
                  <a:lnTo>
                    <a:pt x="165858" y="146269"/>
                  </a:lnTo>
                  <a:lnTo>
                    <a:pt x="165110" y="141006"/>
                  </a:lnTo>
                  <a:lnTo>
                    <a:pt x="164195" y="135770"/>
                  </a:lnTo>
                  <a:lnTo>
                    <a:pt x="163115" y="130566"/>
                  </a:lnTo>
                  <a:lnTo>
                    <a:pt x="161869" y="125398"/>
                  </a:lnTo>
                  <a:lnTo>
                    <a:pt x="160460" y="120273"/>
                  </a:lnTo>
                  <a:lnTo>
                    <a:pt x="158889" y="115195"/>
                  </a:lnTo>
                  <a:lnTo>
                    <a:pt x="157157" y="110170"/>
                  </a:lnTo>
                  <a:lnTo>
                    <a:pt x="155266" y="105203"/>
                  </a:lnTo>
                  <a:lnTo>
                    <a:pt x="153218" y="100298"/>
                  </a:lnTo>
                  <a:lnTo>
                    <a:pt x="151015" y="95460"/>
                  </a:lnTo>
                  <a:lnTo>
                    <a:pt x="148660" y="90695"/>
                  </a:lnTo>
                  <a:lnTo>
                    <a:pt x="146154" y="86008"/>
                  </a:lnTo>
                  <a:lnTo>
                    <a:pt x="143500" y="81402"/>
                  </a:lnTo>
                  <a:lnTo>
                    <a:pt x="140702" y="76883"/>
                  </a:lnTo>
                  <a:lnTo>
                    <a:pt x="137761" y="72456"/>
                  </a:lnTo>
                  <a:lnTo>
                    <a:pt x="134681" y="68124"/>
                  </a:lnTo>
                  <a:lnTo>
                    <a:pt x="131464" y="63892"/>
                  </a:lnTo>
                  <a:lnTo>
                    <a:pt x="128115" y="59765"/>
                  </a:lnTo>
                  <a:lnTo>
                    <a:pt x="124636" y="55746"/>
                  </a:lnTo>
                  <a:lnTo>
                    <a:pt x="121031" y="51840"/>
                  </a:lnTo>
                  <a:lnTo>
                    <a:pt x="117304" y="48050"/>
                  </a:lnTo>
                  <a:lnTo>
                    <a:pt x="113459" y="44381"/>
                  </a:lnTo>
                  <a:lnTo>
                    <a:pt x="109498" y="40836"/>
                  </a:lnTo>
                  <a:lnTo>
                    <a:pt x="105427" y="37418"/>
                  </a:lnTo>
                  <a:lnTo>
                    <a:pt x="101249" y="34132"/>
                  </a:lnTo>
                  <a:lnTo>
                    <a:pt x="96969" y="30981"/>
                  </a:lnTo>
                  <a:lnTo>
                    <a:pt x="92591" y="27966"/>
                  </a:lnTo>
                  <a:lnTo>
                    <a:pt x="88119" y="25093"/>
                  </a:lnTo>
                  <a:lnTo>
                    <a:pt x="83558" y="22363"/>
                  </a:lnTo>
                  <a:lnTo>
                    <a:pt x="78913" y="19780"/>
                  </a:lnTo>
                  <a:lnTo>
                    <a:pt x="74188" y="17346"/>
                  </a:lnTo>
                  <a:lnTo>
                    <a:pt x="69388" y="15063"/>
                  </a:lnTo>
                  <a:lnTo>
                    <a:pt x="64518" y="12934"/>
                  </a:lnTo>
                  <a:lnTo>
                    <a:pt x="59582" y="10960"/>
                  </a:lnTo>
                  <a:lnTo>
                    <a:pt x="54586" y="9145"/>
                  </a:lnTo>
                  <a:lnTo>
                    <a:pt x="49535" y="7490"/>
                  </a:lnTo>
                  <a:lnTo>
                    <a:pt x="44434" y="5995"/>
                  </a:lnTo>
                  <a:lnTo>
                    <a:pt x="39289" y="4664"/>
                  </a:lnTo>
                  <a:lnTo>
                    <a:pt x="34103" y="3497"/>
                  </a:lnTo>
                  <a:lnTo>
                    <a:pt x="28883" y="2496"/>
                  </a:lnTo>
                  <a:lnTo>
                    <a:pt x="23633" y="1661"/>
                  </a:lnTo>
                  <a:lnTo>
                    <a:pt x="18360" y="993"/>
                  </a:lnTo>
                  <a:lnTo>
                    <a:pt x="13068" y="493"/>
                  </a:lnTo>
                  <a:lnTo>
                    <a:pt x="7763" y="162"/>
                  </a:lnTo>
                  <a:lnTo>
                    <a:pt x="2451" y="0"/>
                  </a:lnTo>
                  <a:lnTo>
                    <a:pt x="0" y="167149"/>
                  </a:lnTo>
                  <a:close/>
                </a:path>
              </a:pathLst>
            </a:custGeom>
            <a:solidFill>
              <a:srgbClr val="FFFFFF">
                <a:alpha val="100000"/>
              </a:srgbClr>
            </a:solidFill>
            <a:ln w="9525" cap="rnd">
              <a:solidFill>
                <a:srgbClr val="BCED5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18" name="pg818"/>
            <p:cNvSpPr/>
            <p:nvPr/>
          </p:nvSpPr>
          <p:spPr>
            <a:xfrm>
              <a:off x="6919011" y="3707720"/>
              <a:ext cx="2451" cy="167167"/>
            </a:xfrm>
            <a:custGeom>
              <a:avLst/>
              <a:pathLst>
                <a:path w="2451" h="167167">
                  <a:moveTo>
                    <a:pt x="2451" y="17"/>
                  </a:moveTo>
                  <a:lnTo>
                    <a:pt x="0" y="0"/>
                  </a:lnTo>
                  <a:lnTo>
                    <a:pt x="0" y="167167"/>
                  </a:lnTo>
                  <a:close/>
                </a:path>
              </a:pathLst>
            </a:custGeom>
            <a:solidFill>
              <a:srgbClr val="DCDCDC">
                <a:alpha val="100000"/>
              </a:srgbClr>
            </a:solidFill>
            <a:ln w="9525" cap="rnd">
              <a:solidFill>
                <a:srgbClr val="BCED5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19" name="tx819"/>
            <p:cNvSpPr/>
            <p:nvPr/>
          </p:nvSpPr>
          <p:spPr>
            <a:xfrm>
              <a:off x="6777419" y="3269982"/>
              <a:ext cx="412718" cy="13106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5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500">
                  <a:solidFill>
                    <a:srgbClr val="000000">
                      <a:alpha val="100000"/>
                    </a:srgbClr>
                  </a:solidFill>
                  <a:latin typeface="Times New Roman"/>
                  <a:cs typeface="Times New Roman"/>
                </a:rPr>
                <a:t>AKN</a:t>
              </a:r>
            </a:p>
          </p:txBody>
        </p:sp>
        <p:sp>
          <p:nvSpPr>
            <p:cNvPr id="820" name="tx820"/>
            <p:cNvSpPr/>
            <p:nvPr/>
          </p:nvSpPr>
          <p:spPr>
            <a:xfrm>
              <a:off x="6723255" y="2731398"/>
              <a:ext cx="391510" cy="13189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5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500">
                  <a:solidFill>
                    <a:srgbClr val="000000">
                      <a:alpha val="100000"/>
                    </a:srgbClr>
                  </a:solidFill>
                  <a:latin typeface="Times New Roman"/>
                  <a:cs typeface="Times New Roman"/>
                </a:rPr>
                <a:t>GEN</a:t>
              </a:r>
            </a:p>
          </p:txBody>
        </p:sp>
        <p:sp>
          <p:nvSpPr>
            <p:cNvPr id="821" name="tx821"/>
            <p:cNvSpPr/>
            <p:nvPr/>
          </p:nvSpPr>
          <p:spPr>
            <a:xfrm>
              <a:off x="6537972" y="2225298"/>
              <a:ext cx="381000" cy="13189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5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500">
                  <a:solidFill>
                    <a:srgbClr val="000000">
                      <a:alpha val="100000"/>
                    </a:srgbClr>
                  </a:solidFill>
                  <a:latin typeface="Times New Roman"/>
                  <a:cs typeface="Times New Roman"/>
                </a:rPr>
                <a:t>TOB</a:t>
              </a:r>
            </a:p>
          </p:txBody>
        </p:sp>
        <p:sp>
          <p:nvSpPr>
            <p:cNvPr id="822" name="tx822"/>
            <p:cNvSpPr/>
            <p:nvPr/>
          </p:nvSpPr>
          <p:spPr>
            <a:xfrm>
              <a:off x="6248501" y="1779837"/>
              <a:ext cx="349467" cy="13189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5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500">
                  <a:solidFill>
                    <a:srgbClr val="000000">
                      <a:alpha val="100000"/>
                    </a:srgbClr>
                  </a:solidFill>
                  <a:latin typeface="Times New Roman"/>
                  <a:cs typeface="Times New Roman"/>
                </a:rPr>
                <a:t>FOS</a:t>
              </a:r>
            </a:p>
          </p:txBody>
        </p:sp>
        <p:sp>
          <p:nvSpPr>
            <p:cNvPr id="823" name="tx823"/>
            <p:cNvSpPr/>
            <p:nvPr/>
          </p:nvSpPr>
          <p:spPr>
            <a:xfrm>
              <a:off x="5798773" y="1425231"/>
              <a:ext cx="444531" cy="129015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5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500">
                  <a:solidFill>
                    <a:srgbClr val="000000">
                      <a:alpha val="100000"/>
                    </a:srgbClr>
                  </a:solidFill>
                  <a:latin typeface="Times New Roman"/>
                  <a:cs typeface="Times New Roman"/>
                </a:rPr>
                <a:t>AMX</a:t>
              </a:r>
            </a:p>
          </p:txBody>
        </p:sp>
        <p:sp>
          <p:nvSpPr>
            <p:cNvPr id="824" name="tx824"/>
            <p:cNvSpPr/>
            <p:nvPr/>
          </p:nvSpPr>
          <p:spPr>
            <a:xfrm>
              <a:off x="5391826" y="1169363"/>
              <a:ext cx="306864" cy="13189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5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500">
                  <a:solidFill>
                    <a:srgbClr val="000000">
                      <a:alpha val="100000"/>
                    </a:srgbClr>
                  </a:solidFill>
                  <a:latin typeface="Times New Roman"/>
                  <a:cs typeface="Times New Roman"/>
                </a:rPr>
                <a:t>TIC</a:t>
              </a:r>
            </a:p>
          </p:txBody>
        </p:sp>
        <p:sp>
          <p:nvSpPr>
            <p:cNvPr id="825" name="tx825"/>
            <p:cNvSpPr/>
            <p:nvPr/>
          </p:nvSpPr>
          <p:spPr>
            <a:xfrm>
              <a:off x="4817138" y="1039827"/>
              <a:ext cx="412812" cy="13189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5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500">
                  <a:solidFill>
                    <a:srgbClr val="000000">
                      <a:alpha val="100000"/>
                    </a:srgbClr>
                  </a:solidFill>
                  <a:latin typeface="Times New Roman"/>
                  <a:cs typeface="Times New Roman"/>
                </a:rPr>
                <a:t>MEC</a:t>
              </a:r>
            </a:p>
          </p:txBody>
        </p:sp>
        <p:sp>
          <p:nvSpPr>
            <p:cNvPr id="826" name="tx826"/>
            <p:cNvSpPr/>
            <p:nvPr/>
          </p:nvSpPr>
          <p:spPr>
            <a:xfrm>
              <a:off x="4285158" y="1045594"/>
              <a:ext cx="402114" cy="12613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5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500">
                  <a:solidFill>
                    <a:srgbClr val="000000">
                      <a:alpha val="100000"/>
                    </a:srgbClr>
                  </a:solidFill>
                  <a:latin typeface="Times New Roman"/>
                  <a:cs typeface="Times New Roman"/>
                </a:rPr>
                <a:t>TEM</a:t>
              </a:r>
            </a:p>
          </p:txBody>
        </p:sp>
        <p:sp>
          <p:nvSpPr>
            <p:cNvPr id="827" name="tx827"/>
            <p:cNvSpPr/>
            <p:nvPr/>
          </p:nvSpPr>
          <p:spPr>
            <a:xfrm>
              <a:off x="3747491" y="1169363"/>
              <a:ext cx="434020" cy="13189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5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500">
                  <a:solidFill>
                    <a:srgbClr val="000000">
                      <a:alpha val="100000"/>
                    </a:srgbClr>
                  </a:solidFill>
                  <a:latin typeface="Times New Roman"/>
                  <a:cs typeface="Times New Roman"/>
                </a:rPr>
                <a:t>AMC</a:t>
              </a:r>
            </a:p>
          </p:txBody>
        </p:sp>
        <p:sp>
          <p:nvSpPr>
            <p:cNvPr id="828" name="tx828"/>
            <p:cNvSpPr/>
            <p:nvPr/>
          </p:nvSpPr>
          <p:spPr>
            <a:xfrm>
              <a:off x="3319382" y="1426673"/>
              <a:ext cx="338677" cy="12613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5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500">
                  <a:solidFill>
                    <a:srgbClr val="000000">
                      <a:alpha val="100000"/>
                    </a:srgbClr>
                  </a:solidFill>
                  <a:latin typeface="Times New Roman"/>
                  <a:cs typeface="Times New Roman"/>
                </a:rPr>
                <a:t>TZP</a:t>
              </a:r>
            </a:p>
          </p:txBody>
        </p:sp>
        <p:sp>
          <p:nvSpPr>
            <p:cNvPr id="829" name="tx829"/>
            <p:cNvSpPr/>
            <p:nvPr/>
          </p:nvSpPr>
          <p:spPr>
            <a:xfrm>
              <a:off x="2869514" y="1779837"/>
              <a:ext cx="434020" cy="13189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5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500">
                  <a:solidFill>
                    <a:srgbClr val="000000">
                      <a:alpha val="100000"/>
                    </a:srgbClr>
                  </a:solidFill>
                  <a:latin typeface="Times New Roman"/>
                  <a:cs typeface="Times New Roman"/>
                </a:rPr>
                <a:t>CXM</a:t>
              </a:r>
            </a:p>
          </p:txBody>
        </p:sp>
        <p:sp>
          <p:nvSpPr>
            <p:cNvPr id="830" name="tx830"/>
            <p:cNvSpPr/>
            <p:nvPr/>
          </p:nvSpPr>
          <p:spPr>
            <a:xfrm>
              <a:off x="2590741" y="2225298"/>
              <a:ext cx="381093" cy="13189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5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500">
                  <a:solidFill>
                    <a:srgbClr val="000000">
                      <a:alpha val="100000"/>
                    </a:srgbClr>
                  </a:solidFill>
                  <a:latin typeface="Times New Roman"/>
                  <a:cs typeface="Times New Roman"/>
                </a:rPr>
                <a:t>FOX</a:t>
              </a:r>
            </a:p>
          </p:txBody>
        </p:sp>
        <p:sp>
          <p:nvSpPr>
            <p:cNvPr id="831" name="tx831"/>
            <p:cNvSpPr/>
            <p:nvPr/>
          </p:nvSpPr>
          <p:spPr>
            <a:xfrm>
              <a:off x="2400248" y="2731398"/>
              <a:ext cx="381000" cy="13189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5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500">
                  <a:solidFill>
                    <a:srgbClr val="000000">
                      <a:alpha val="100000"/>
                    </a:srgbClr>
                  </a:solidFill>
                  <a:latin typeface="Times New Roman"/>
                  <a:cs typeface="Times New Roman"/>
                </a:rPr>
                <a:t>CAZ</a:t>
              </a:r>
            </a:p>
          </p:txBody>
        </p:sp>
        <p:sp>
          <p:nvSpPr>
            <p:cNvPr id="832" name="tx832"/>
            <p:cNvSpPr/>
            <p:nvPr/>
          </p:nvSpPr>
          <p:spPr>
            <a:xfrm>
              <a:off x="2324783" y="3268726"/>
              <a:ext cx="402394" cy="13189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5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500">
                  <a:solidFill>
                    <a:srgbClr val="000000">
                      <a:alpha val="100000"/>
                    </a:srgbClr>
                  </a:solidFill>
                  <a:latin typeface="Times New Roman"/>
                  <a:cs typeface="Times New Roman"/>
                </a:rPr>
                <a:t>CFM</a:t>
              </a:r>
            </a:p>
          </p:txBody>
        </p:sp>
        <p:sp>
          <p:nvSpPr>
            <p:cNvPr id="833" name="tx833"/>
            <p:cNvSpPr/>
            <p:nvPr/>
          </p:nvSpPr>
          <p:spPr>
            <a:xfrm>
              <a:off x="2394900" y="3806055"/>
              <a:ext cx="391697" cy="13189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5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500">
                  <a:solidFill>
                    <a:srgbClr val="000000">
                      <a:alpha val="100000"/>
                    </a:srgbClr>
                  </a:solidFill>
                  <a:latin typeface="Times New Roman"/>
                  <a:cs typeface="Times New Roman"/>
                </a:rPr>
                <a:t>CRO</a:t>
              </a:r>
            </a:p>
          </p:txBody>
        </p:sp>
        <p:sp>
          <p:nvSpPr>
            <p:cNvPr id="834" name="tx834"/>
            <p:cNvSpPr/>
            <p:nvPr/>
          </p:nvSpPr>
          <p:spPr>
            <a:xfrm>
              <a:off x="2590787" y="4312155"/>
              <a:ext cx="381000" cy="13189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5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500">
                  <a:solidFill>
                    <a:srgbClr val="000000">
                      <a:alpha val="100000"/>
                    </a:srgbClr>
                  </a:solidFill>
                  <a:latin typeface="Times New Roman"/>
                  <a:cs typeface="Times New Roman"/>
                </a:rPr>
                <a:t>CTX</a:t>
              </a:r>
            </a:p>
          </p:txBody>
        </p:sp>
        <p:sp>
          <p:nvSpPr>
            <p:cNvPr id="835" name="tx835"/>
            <p:cNvSpPr/>
            <p:nvPr/>
          </p:nvSpPr>
          <p:spPr>
            <a:xfrm>
              <a:off x="2922395" y="4763383"/>
              <a:ext cx="328259" cy="12613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5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500">
                  <a:solidFill>
                    <a:srgbClr val="000000">
                      <a:alpha val="100000"/>
                    </a:srgbClr>
                  </a:solidFill>
                  <a:latin typeface="Times New Roman"/>
                  <a:cs typeface="Times New Roman"/>
                </a:rPr>
                <a:t>FEP</a:t>
              </a:r>
            </a:p>
          </p:txBody>
        </p:sp>
        <p:sp>
          <p:nvSpPr>
            <p:cNvPr id="836" name="tx836"/>
            <p:cNvSpPr/>
            <p:nvPr/>
          </p:nvSpPr>
          <p:spPr>
            <a:xfrm>
              <a:off x="3308824" y="5122314"/>
              <a:ext cx="359791" cy="12613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5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500">
                  <a:solidFill>
                    <a:srgbClr val="000000">
                      <a:alpha val="100000"/>
                    </a:srgbClr>
                  </a:solidFill>
                  <a:latin typeface="Times New Roman"/>
                  <a:cs typeface="Times New Roman"/>
                </a:rPr>
                <a:t>ERT</a:t>
              </a:r>
            </a:p>
          </p:txBody>
        </p:sp>
        <p:sp>
          <p:nvSpPr>
            <p:cNvPr id="837" name="tx837"/>
            <p:cNvSpPr/>
            <p:nvPr/>
          </p:nvSpPr>
          <p:spPr>
            <a:xfrm>
              <a:off x="3795116" y="5373857"/>
              <a:ext cx="338770" cy="12613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5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500">
                  <a:solidFill>
                    <a:srgbClr val="000000">
                      <a:alpha val="100000"/>
                    </a:srgbClr>
                  </a:solidFill>
                  <a:latin typeface="Times New Roman"/>
                  <a:cs typeface="Times New Roman"/>
                </a:rPr>
                <a:t>IMP</a:t>
              </a:r>
            </a:p>
          </p:txBody>
        </p:sp>
        <p:sp>
          <p:nvSpPr>
            <p:cNvPr id="838" name="tx838"/>
            <p:cNvSpPr/>
            <p:nvPr/>
          </p:nvSpPr>
          <p:spPr>
            <a:xfrm>
              <a:off x="4300924" y="5498928"/>
              <a:ext cx="370582" cy="12910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5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500">
                  <a:solidFill>
                    <a:srgbClr val="000000">
                      <a:alpha val="100000"/>
                    </a:srgbClr>
                  </a:solidFill>
                  <a:latin typeface="Times New Roman"/>
                  <a:cs typeface="Times New Roman"/>
                </a:rPr>
                <a:t>FUR</a:t>
              </a:r>
            </a:p>
          </p:txBody>
        </p:sp>
        <p:sp>
          <p:nvSpPr>
            <p:cNvPr id="839" name="tx839"/>
            <p:cNvSpPr/>
            <p:nvPr/>
          </p:nvSpPr>
          <p:spPr>
            <a:xfrm>
              <a:off x="4875320" y="5497626"/>
              <a:ext cx="296447" cy="13189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5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500">
                  <a:solidFill>
                    <a:srgbClr val="000000">
                      <a:alpha val="100000"/>
                    </a:srgbClr>
                  </a:solidFill>
                  <a:latin typeface="Times New Roman"/>
                  <a:cs typeface="Times New Roman"/>
                </a:rPr>
                <a:t>CIP</a:t>
              </a:r>
            </a:p>
          </p:txBody>
        </p:sp>
        <p:sp>
          <p:nvSpPr>
            <p:cNvPr id="840" name="tx840"/>
            <p:cNvSpPr/>
            <p:nvPr/>
          </p:nvSpPr>
          <p:spPr>
            <a:xfrm>
              <a:off x="5360107" y="5369532"/>
              <a:ext cx="370302" cy="129015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5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500">
                  <a:solidFill>
                    <a:srgbClr val="000000">
                      <a:alpha val="100000"/>
                    </a:srgbClr>
                  </a:solidFill>
                  <a:latin typeface="Times New Roman"/>
                  <a:cs typeface="Times New Roman"/>
                </a:rPr>
                <a:t>LEV</a:t>
              </a:r>
            </a:p>
          </p:txBody>
        </p:sp>
        <p:sp>
          <p:nvSpPr>
            <p:cNvPr id="841" name="tx841"/>
            <p:cNvSpPr/>
            <p:nvPr/>
          </p:nvSpPr>
          <p:spPr>
            <a:xfrm>
              <a:off x="5819935" y="5116547"/>
              <a:ext cx="402208" cy="13189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5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500">
                  <a:solidFill>
                    <a:srgbClr val="000000">
                      <a:alpha val="100000"/>
                    </a:srgbClr>
                  </a:solidFill>
                  <a:latin typeface="Times New Roman"/>
                  <a:cs typeface="Times New Roman"/>
                </a:rPr>
                <a:t>NOR</a:t>
              </a:r>
            </a:p>
          </p:txBody>
        </p:sp>
        <p:sp>
          <p:nvSpPr>
            <p:cNvPr id="842" name="tx842"/>
            <p:cNvSpPr/>
            <p:nvPr/>
          </p:nvSpPr>
          <p:spPr>
            <a:xfrm>
              <a:off x="6243292" y="4757616"/>
              <a:ext cx="359885" cy="13189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5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500">
                  <a:solidFill>
                    <a:srgbClr val="000000">
                      <a:alpha val="100000"/>
                    </a:srgbClr>
                  </a:solidFill>
                  <a:latin typeface="Times New Roman"/>
                  <a:cs typeface="Times New Roman"/>
                </a:rPr>
                <a:t>OFL</a:t>
              </a:r>
            </a:p>
          </p:txBody>
        </p:sp>
        <p:sp>
          <p:nvSpPr>
            <p:cNvPr id="843" name="tx843"/>
            <p:cNvSpPr/>
            <p:nvPr/>
          </p:nvSpPr>
          <p:spPr>
            <a:xfrm>
              <a:off x="6532716" y="4313411"/>
              <a:ext cx="391510" cy="13106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5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500">
                  <a:solidFill>
                    <a:srgbClr val="000000">
                      <a:alpha val="100000"/>
                    </a:srgbClr>
                  </a:solidFill>
                  <a:latin typeface="Times New Roman"/>
                  <a:cs typeface="Times New Roman"/>
                </a:rPr>
                <a:t>NAL</a:t>
              </a:r>
            </a:p>
          </p:txBody>
        </p:sp>
        <p:sp>
          <p:nvSpPr>
            <p:cNvPr id="844" name="tx844"/>
            <p:cNvSpPr/>
            <p:nvPr/>
          </p:nvSpPr>
          <p:spPr>
            <a:xfrm>
              <a:off x="6739068" y="3805915"/>
              <a:ext cx="359885" cy="13199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5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500">
                  <a:solidFill>
                    <a:srgbClr val="000000">
                      <a:alpha val="100000"/>
                    </a:srgbClr>
                  </a:solidFill>
                  <a:latin typeface="Times New Roman"/>
                  <a:cs typeface="Times New Roman"/>
                </a:rPr>
                <a:t>TSU</a:t>
              </a:r>
            </a:p>
          </p:txBody>
        </p:sp>
      </p:grpSp>
    </p:spTree>
  </p:cSld>
  <p:clrMapOvr>
    <a:masterClrMapping/>
  </p:clrMapOvr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AMO_UNIQUEIDENTIFIER" val="Empty"/>
</p:tagLst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Macintosh PowerPoint</Application>
  <PresentationFormat>Présentation à l'écran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Thème</vt:lpstr>
      </vt:variant>
      <vt:variant>
        <vt:i4>1</vt:i4>
      </vt:variant>
      <vt:variant>
        <vt:lpstr>Titres des diapositives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mitype="http://purl.org/dc/dcmitype/" xmlns:dcterms="http://purl.org/dc/terms/" xmlns:xsi="http://www.w3.org/2001/XMLSchema-instance">
  <dc:title/>
  <dc:subject/>
  <dc:creator/>
  <cp:keywords/>
  <dc:description/>
  <cp:lastModifiedBy/>
  <cp:revision>3</cp:revision>
  <dcterms:created xsi:type="dcterms:W3CDTF">2017-02-13T16:18:36Z</dcterms:created>
  <dcterms:modified xsi:type="dcterms:W3CDTF">2025-06-05T11:52:20Z</dcterms:modified>
  <cp:category/>
</cp:coreProperties>
</file>