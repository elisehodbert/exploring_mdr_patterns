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2324783" y="271051"/>
            <a:ext cx="4865354" cy="5462555"/>
            <a:chOff x="2324783" y="271051"/>
            <a:chExt cx="4865354" cy="5462555"/>
          </a:xfrm>
        </p:grpSpPr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2866" y="3088065"/>
              <a:ext cx="4124027" cy="239790"/>
            </a:xfrm>
            <a:custGeom>
              <a:avLst/>
              <a:gdLst/>
              <a:ahLst/>
              <a:cxnLst/>
              <a:rect l="0" t="0" r="0" b="0"/>
              <a:pathLst>
                <a:path w="4124027" h="239790">
                  <a:moveTo>
                    <a:pt x="4124027" y="239790"/>
                  </a:moveTo>
                  <a:lnTo>
                    <a:pt x="0" y="0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2692866" y="3347263"/>
              <a:ext cx="4124027" cy="239790"/>
            </a:xfrm>
            <a:custGeom>
              <a:avLst/>
              <a:gdLst/>
              <a:ahLst/>
              <a:cxnLst/>
              <a:rect l="0" t="0" r="0" b="0"/>
              <a:pathLst>
                <a:path w="4124027" h="239790">
                  <a:moveTo>
                    <a:pt x="4124027" y="0"/>
                  </a:moveTo>
                  <a:lnTo>
                    <a:pt x="0" y="239790"/>
                  </a:lnTo>
                </a:path>
              </a:pathLst>
            </a:custGeom>
            <a:ln w="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2810369" y="3366540"/>
              <a:ext cx="4008773" cy="705658"/>
            </a:xfrm>
            <a:custGeom>
              <a:avLst/>
              <a:gdLst/>
              <a:ahLst/>
              <a:cxnLst/>
              <a:rect l="0" t="0" r="0" b="0"/>
              <a:pathLst>
                <a:path w="4008773" h="705658">
                  <a:moveTo>
                    <a:pt x="4008773" y="0"/>
                  </a:moveTo>
                  <a:lnTo>
                    <a:pt x="0" y="705658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3038950" y="3385429"/>
              <a:ext cx="3784661" cy="1131136"/>
            </a:xfrm>
            <a:custGeom>
              <a:avLst/>
              <a:gdLst/>
              <a:ahLst/>
              <a:cxnLst/>
              <a:rect l="0" t="0" r="0" b="0"/>
              <a:pathLst>
                <a:path w="3784661" h="1131136">
                  <a:moveTo>
                    <a:pt x="3784661" y="0"/>
                  </a:moveTo>
                  <a:lnTo>
                    <a:pt x="0" y="1131136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6942934" y="2988702"/>
              <a:ext cx="21405" cy="182824"/>
            </a:xfrm>
            <a:custGeom>
              <a:avLst/>
              <a:gdLst/>
              <a:ahLst/>
              <a:cxnLst/>
              <a:rect l="0" t="0" r="0" b="0"/>
              <a:pathLst>
                <a:path w="21405" h="182824">
                  <a:moveTo>
                    <a:pt x="21405" y="182824"/>
                  </a:moveTo>
                  <a:lnTo>
                    <a:pt x="0" y="0"/>
                  </a:lnTo>
                </a:path>
              </a:pathLst>
            </a:custGeom>
            <a:ln w="36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517807" y="3494614"/>
              <a:ext cx="408711" cy="1121027"/>
            </a:xfrm>
            <a:custGeom>
              <a:avLst/>
              <a:gdLst/>
              <a:ahLst/>
              <a:cxnLst/>
              <a:rect l="0" t="0" r="0" b="0"/>
              <a:pathLst>
                <a:path w="408711" h="1121027">
                  <a:moveTo>
                    <a:pt x="408711" y="0"/>
                  </a:moveTo>
                  <a:lnTo>
                    <a:pt x="0" y="1121027"/>
                  </a:lnTo>
                </a:path>
              </a:pathLst>
            </a:custGeom>
            <a:ln w="254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gdLst/>
              <a:ahLst/>
              <a:cxnLst/>
              <a:rect l="0" t="0" r="0" b="0"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7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gdLst/>
              <a:ahLst/>
              <a:cxnLst/>
              <a:rect l="0" t="0" r="0" b="0"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8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gdLst/>
              <a:ahLst/>
              <a:cxnLst/>
              <a:rect l="0" t="0" r="0" b="0"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2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gdLst/>
              <a:ahLst/>
              <a:cxnLst/>
              <a:rect l="0" t="0" r="0" b="0"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gdLst/>
              <a:ahLst/>
              <a:cxnLst/>
              <a:rect l="0" t="0" r="0" b="0"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gdLst/>
              <a:ahLst/>
              <a:cxnLst/>
              <a:rect l="0" t="0" r="0" b="0"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30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gdLst/>
              <a:ahLst/>
              <a:cxnLst/>
              <a:rect l="0" t="0" r="0" b="0"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179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gdLst/>
              <a:ahLst/>
              <a:cxnLst/>
              <a:rect l="0" t="0" r="0" b="0"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2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gdLst/>
              <a:ahLst/>
              <a:cxnLst/>
              <a:rect l="0" t="0" r="0" b="0"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gdLst/>
              <a:ahLst/>
              <a:cxnLst/>
              <a:rect l="0" t="0" r="0" b="0"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gdLst/>
              <a:ahLst/>
              <a:cxnLst/>
              <a:rect l="0" t="0" r="0" b="0"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gdLst/>
              <a:ahLst/>
              <a:cxnLst/>
              <a:rect l="0" t="0" r="0" b="0"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58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gdLst/>
              <a:ahLst/>
              <a:cxnLst/>
              <a:rect l="0" t="0" r="0" b="0"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8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gdLst/>
              <a:ahLst/>
              <a:cxnLst/>
              <a:rect l="0" t="0" r="0" b="0"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gdLst/>
              <a:ahLst/>
              <a:cxnLst/>
              <a:rect l="0" t="0" r="0" b="0"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106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gdLst/>
              <a:ahLst/>
              <a:cxnLst/>
              <a:rect l="0" t="0" r="0" b="0"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30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gdLst/>
              <a:ahLst/>
              <a:cxnLst/>
              <a:rect l="0" t="0" r="0" b="0"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gdLst/>
              <a:ahLst/>
              <a:cxnLst/>
              <a:rect l="0" t="0" r="0" b="0"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101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gdLst/>
              <a:ahLst/>
              <a:cxnLst/>
              <a:rect l="0" t="0" r="0" b="0"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9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gdLst/>
              <a:ahLst/>
              <a:cxnLst/>
              <a:rect l="0" t="0" r="0" b="0"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gdLst/>
              <a:ahLst/>
              <a:cxnLst/>
              <a:rect l="0" t="0" r="0" b="0"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114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gdLst/>
              <a:ahLst/>
              <a:cxnLst/>
              <a:rect l="0" t="0" r="0" b="0"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36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gdLst/>
              <a:ahLst/>
              <a:cxnLst/>
              <a:rect l="0" t="0" r="0" b="0"/>
              <a:pathLst>
                <a:path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gdLst/>
              <a:ahLst/>
              <a:cxnLst/>
              <a:rect l="0" t="0" r="0" b="0"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15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gdLst/>
              <a:ahLst/>
              <a:cxnLst/>
              <a:rect l="0" t="0" r="0" b="0"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gdLst/>
              <a:ahLst/>
              <a:cxnLst/>
              <a:rect l="0" t="0" r="0" b="0"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gdLst/>
              <a:ahLst/>
              <a:cxnLst/>
              <a:rect l="0" t="0" r="0" b="0"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20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gdLst/>
              <a:ahLst/>
              <a:cxnLst/>
              <a:rect l="0" t="0" r="0" b="0"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36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gdLst/>
              <a:ahLst/>
              <a:cxnLst/>
              <a:rect l="0" t="0" r="0" b="0"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gdLst/>
              <a:ahLst/>
              <a:cxnLst/>
              <a:rect l="0" t="0" r="0" b="0"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20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gdLst/>
              <a:ahLst/>
              <a:cxnLst/>
              <a:rect l="0" t="0" r="0" b="0"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gdLst/>
              <a:ahLst/>
              <a:cxnLst/>
              <a:rect l="0" t="0" r="0" b="0"/>
              <a:pathLst>
                <a:path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28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gdLst/>
              <a:ahLst/>
              <a:cxnLst/>
              <a:rect l="0" t="0" r="0" b="0"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30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gdLst/>
              <a:ahLst/>
              <a:cxnLst/>
              <a:rect l="0" t="0" r="0" b="0"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82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gdLst/>
              <a:ahLst/>
              <a:cxnLst/>
              <a:rect l="0" t="0" r="0" b="0"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122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gdLst/>
              <a:ahLst/>
              <a:cxnLst/>
              <a:rect l="0" t="0" r="0" b="0"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197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gdLst/>
              <a:ahLst/>
              <a:cxnLst/>
              <a:rect l="0" t="0" r="0" b="0"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gdLst/>
              <a:ahLst/>
              <a:cxnLst/>
              <a:rect l="0" t="0" r="0" b="0"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gdLst/>
              <a:ahLst/>
              <a:cxnLst/>
              <a:rect l="0" t="0" r="0" b="0"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26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gdLst/>
              <a:ahLst/>
              <a:cxnLst/>
              <a:rect l="0" t="0" r="0" b="0"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0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gdLst/>
              <a:ahLst/>
              <a:cxnLst/>
              <a:rect l="0" t="0" r="0" b="0"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gdLst/>
              <a:ahLst/>
              <a:cxnLst/>
              <a:rect l="0" t="0" r="0" b="0"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2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gdLst/>
              <a:ahLst/>
              <a:cxnLst/>
              <a:rect l="0" t="0" r="0" b="0"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5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gdLst/>
              <a:ahLst/>
              <a:cxnLst/>
              <a:rect l="0" t="0" r="0" b="0"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gdLst/>
              <a:ahLst/>
              <a:cxnLst/>
              <a:rect l="0" t="0" r="0" b="0"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27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gdLst/>
              <a:ahLst/>
              <a:cxnLst/>
              <a:rect l="0" t="0" r="0" b="0"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20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gdLst/>
              <a:ahLst/>
              <a:cxnLst/>
              <a:rect l="0" t="0" r="0" b="0"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gdLst/>
              <a:ahLst/>
              <a:cxnLst/>
              <a:rect l="0" t="0" r="0" b="0"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27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gdLst/>
              <a:ahLst/>
              <a:cxnLst/>
              <a:rect l="0" t="0" r="0" b="0"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120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gdLst/>
              <a:ahLst/>
              <a:cxnLst/>
              <a:rect l="0" t="0" r="0" b="0"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175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gdLst/>
              <a:ahLst/>
              <a:cxnLst/>
              <a:rect l="0" t="0" r="0" b="0"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40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gdLst/>
              <a:ahLst/>
              <a:cxnLst/>
              <a:rect l="0" t="0" r="0" b="0"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gdLst/>
              <a:ahLst/>
              <a:cxnLst/>
              <a:rect l="0" t="0" r="0" b="0"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gdLst/>
              <a:ahLst/>
              <a:cxnLst/>
              <a:rect l="0" t="0" r="0" b="0"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71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gdLst/>
              <a:ahLst/>
              <a:cxnLst/>
              <a:rect l="0" t="0" r="0" b="0"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40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gdLst/>
              <a:ahLst/>
              <a:cxnLst/>
              <a:rect l="0" t="0" r="0" b="0"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1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gdLst/>
              <a:ahLst/>
              <a:cxnLst/>
              <a:rect l="0" t="0" r="0" b="0"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42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gdLst/>
              <a:ahLst/>
              <a:cxnLst/>
              <a:rect l="0" t="0" r="0" b="0"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gdLst/>
              <a:ahLst/>
              <a:cxnLst/>
              <a:rect l="0" t="0" r="0" b="0"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gdLst/>
              <a:ahLst/>
              <a:cxnLst/>
              <a:rect l="0" t="0" r="0" b="0"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21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gdLst/>
              <a:ahLst/>
              <a:cxnLst/>
              <a:rect l="0" t="0" r="0" b="0"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4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gdLst/>
              <a:ahLst/>
              <a:cxnLst/>
              <a:rect l="0" t="0" r="0" b="0"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gdLst/>
              <a:ahLst/>
              <a:cxnLst/>
              <a:rect l="0" t="0" r="0" b="0"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21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gdLst/>
              <a:ahLst/>
              <a:cxnLst/>
              <a:rect l="0" t="0" r="0" b="0"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45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gdLst/>
              <a:ahLst/>
              <a:cxnLst/>
              <a:rect l="0" t="0" r="0" b="0"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gdLst/>
              <a:ahLst/>
              <a:cxnLst/>
              <a:rect l="0" t="0" r="0" b="0"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1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gdLst/>
              <a:ahLst/>
              <a:cxnLst/>
              <a:rect l="0" t="0" r="0" b="0"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5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gdLst/>
              <a:ahLst/>
              <a:cxnLst/>
              <a:rect l="0" t="0" r="0" b="0"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45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gdLst/>
              <a:ahLst/>
              <a:cxnLst/>
              <a:rect l="0" t="0" r="0" b="0"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8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gdLst/>
              <a:ahLst/>
              <a:cxnLst/>
              <a:rect l="0" t="0" r="0" b="0"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171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gdLst/>
              <a:ahLst/>
              <a:cxnLst/>
              <a:rect l="0" t="0" r="0" b="0"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45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gdLst/>
              <a:ahLst/>
              <a:cxnLst/>
              <a:rect l="0" t="0" r="0" b="0"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86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gdLst/>
              <a:ahLst/>
              <a:cxnLst/>
              <a:rect l="0" t="0" r="0" b="0"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158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gdLst/>
              <a:ahLst/>
              <a:cxnLst/>
              <a:rect l="0" t="0" r="0" b="0"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5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gdLst/>
              <a:ahLst/>
              <a:cxnLst/>
              <a:rect l="0" t="0" r="0" b="0"/>
              <a:pathLst>
                <a:path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90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gdLst/>
              <a:ahLst/>
              <a:cxnLst/>
              <a:rect l="0" t="0" r="0" b="0"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171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gdLst/>
              <a:ahLst/>
              <a:cxnLst/>
              <a:rect l="0" t="0" r="0" b="0"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gdLst/>
              <a:ahLst/>
              <a:cxnLst/>
              <a:rect l="0" t="0" r="0" b="0"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111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gdLst/>
              <a:ahLst/>
              <a:cxnLst/>
              <a:rect l="0" t="0" r="0" b="0"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gdLst/>
              <a:ahLst/>
              <a:cxnLst/>
              <a:rect l="0" t="0" r="0" b="0"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gdLst/>
              <a:ahLst/>
              <a:cxnLst/>
              <a:rect l="0" t="0" r="0" b="0"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171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gdLst/>
              <a:ahLst/>
              <a:cxnLst/>
              <a:rect l="0" t="0" r="0" b="0"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45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gdLst/>
              <a:ahLst/>
              <a:cxnLst/>
              <a:rect l="0" t="0" r="0" b="0"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gdLst/>
              <a:ahLst/>
              <a:cxnLst/>
              <a:rect l="0" t="0" r="0" b="0"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158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gdLst/>
              <a:ahLst/>
              <a:cxnLst/>
              <a:rect l="0" t="0" r="0" b="0"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37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gdLst/>
              <a:ahLst/>
              <a:cxnLst/>
              <a:rect l="0" t="0" r="0" b="0"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175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gdLst/>
              <a:ahLst/>
              <a:cxnLst/>
              <a:rect l="0" t="0" r="0" b="0"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47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gdLst/>
              <a:ahLst/>
              <a:cxnLst/>
              <a:rect l="0" t="0" r="0" b="0"/>
              <a:pathLst>
                <a:path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50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gdLst/>
              <a:ahLst/>
              <a:cxnLst/>
              <a:rect l="0" t="0" r="0" b="0"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50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gdLst/>
              <a:ahLst/>
              <a:cxnLst/>
              <a:rect l="0" t="0" r="0" b="0"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171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gdLst/>
              <a:ahLst/>
              <a:cxnLst/>
              <a:rect l="0" t="0" r="0" b="0"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52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gdLst/>
              <a:ahLst/>
              <a:cxnLst/>
              <a:rect l="0" t="0" r="0" b="0"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211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gdLst/>
              <a:ahLst/>
              <a:cxnLst/>
              <a:rect l="0" t="0" r="0" b="0"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58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gdLst/>
              <a:ahLst/>
              <a:cxnLst/>
              <a:rect l="0" t="0" r="0" b="0"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gdLst/>
              <a:ahLst/>
              <a:cxnLst/>
              <a:rect l="0" t="0" r="0" b="0"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gdLst/>
              <a:ahLst/>
              <a:cxnLst/>
              <a:rect l="0" t="0" r="0" b="0"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21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gdLst/>
              <a:ahLst/>
              <a:cxnLst/>
              <a:rect l="0" t="0" r="0" b="0"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58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gdLst/>
              <a:ahLst/>
              <a:cxnLst/>
              <a:rect l="0" t="0" r="0" b="0"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gdLst/>
              <a:ahLst/>
              <a:cxnLst/>
              <a:rect l="0" t="0" r="0" b="0"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21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gdLst/>
              <a:ahLst/>
              <a:cxnLst/>
              <a:rect l="0" t="0" r="0" b="0"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62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gdLst/>
              <a:ahLst/>
              <a:cxnLst/>
              <a:rect l="0" t="0" r="0" b="0"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5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gdLst/>
              <a:ahLst/>
              <a:cxnLst/>
              <a:rect l="0" t="0" r="0" b="0"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21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gdLst/>
              <a:ahLst/>
              <a:cxnLst/>
              <a:rect l="0" t="0" r="0" b="0"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62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gdLst/>
              <a:ahLst/>
              <a:cxnLst/>
              <a:rect l="0" t="0" r="0" b="0"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36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gdLst/>
              <a:ahLst/>
              <a:cxnLst/>
              <a:rect l="0" t="0" r="0" b="0"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4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gdLst/>
              <a:ahLst/>
              <a:cxnLst/>
              <a:rect l="0" t="0" r="0" b="0"/>
              <a:pathLst>
                <a:path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158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gdLst/>
              <a:ahLst/>
              <a:cxnLst/>
              <a:rect l="0" t="0" r="0" b="0"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45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gdLst/>
              <a:ahLst/>
              <a:cxnLst/>
              <a:rect l="0" t="0" r="0" b="0"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175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gdLst/>
              <a:ahLst/>
              <a:cxnLst/>
              <a:rect l="0" t="0" r="0" b="0"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36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gdLst/>
              <a:ahLst/>
              <a:cxnLst/>
              <a:rect l="0" t="0" r="0" b="0"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36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gdLst/>
              <a:ahLst/>
              <a:cxnLst/>
              <a:rect l="0" t="0" r="0" b="0"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4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gdLst/>
              <a:ahLst/>
              <a:cxnLst/>
              <a:rect l="0" t="0" r="0" b="0"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171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gdLst/>
              <a:ahLst/>
              <a:cxnLst/>
              <a:rect l="0" t="0" r="0" b="0"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5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gdLst/>
              <a:ahLst/>
              <a:cxnLst/>
              <a:rect l="0" t="0" r="0" b="0"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11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gdLst/>
              <a:ahLst/>
              <a:cxnLst/>
              <a:rect l="0" t="0" r="0" b="0"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gdLst/>
              <a:ahLst/>
              <a:cxnLst/>
              <a:rect l="0" t="0" r="0" b="0"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36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gdLst/>
              <a:ahLst/>
              <a:cxnLst/>
              <a:rect l="0" t="0" r="0" b="0"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58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gdLst/>
              <a:ahLst/>
              <a:cxnLst/>
              <a:rect l="0" t="0" r="0" b="0"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1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gdLst/>
              <a:ahLst/>
              <a:cxnLst/>
              <a:rect l="0" t="0" r="0" b="0"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36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gdLst/>
              <a:ahLst/>
              <a:cxnLst/>
              <a:rect l="0" t="0" r="0" b="0"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61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gdLst/>
              <a:ahLst/>
              <a:cxnLst/>
              <a:rect l="0" t="0" r="0" b="0"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gdLst/>
              <a:ahLst/>
              <a:cxnLst/>
              <a:rect l="0" t="0" r="0" b="0"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6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gdLst/>
              <a:ahLst/>
              <a:cxnLst/>
              <a:rect l="0" t="0" r="0" b="0"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61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gdLst/>
              <a:ahLst/>
              <a:cxnLst/>
              <a:rect l="0" t="0" r="0" b="0"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1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gdLst/>
              <a:ahLst/>
              <a:cxnLst/>
              <a:rect l="0" t="0" r="0" b="0"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gdLst/>
              <a:ahLst/>
              <a:cxnLst/>
              <a:rect l="0" t="0" r="0" b="0"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280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gdLst/>
              <a:ahLst/>
              <a:cxnLst/>
              <a:rect l="0" t="0" r="0" b="0"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198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gdLst/>
              <a:ahLst/>
              <a:cxnLst/>
              <a:rect l="0" t="0" r="0" b="0"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198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gdLst/>
              <a:ahLst/>
              <a:cxnLst/>
              <a:rect l="0" t="0" r="0" b="0"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79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gdLst/>
              <a:ahLst/>
              <a:cxnLst/>
              <a:rect l="0" t="0" r="0" b="0"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248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gdLst/>
              <a:ahLst/>
              <a:cxnLst/>
              <a:rect l="0" t="0" r="0" b="0"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5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gdLst/>
              <a:ahLst/>
              <a:cxnLst/>
              <a:rect l="0" t="0" r="0" b="0"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94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gdLst/>
              <a:ahLst/>
              <a:cxnLst/>
              <a:rect l="0" t="0" r="0" b="0"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gdLst/>
              <a:ahLst/>
              <a:cxnLst/>
              <a:rect l="0" t="0" r="0" b="0"/>
              <a:pathLst>
                <a:path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58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gdLst/>
              <a:ahLst/>
              <a:cxnLst/>
              <a:rect l="0" t="0" r="0" b="0"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gdLst/>
              <a:ahLst/>
              <a:cxnLst/>
              <a:rect l="0" t="0" r="0" b="0"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gdLst/>
              <a:ahLst/>
              <a:cxnLst/>
              <a:rect l="0" t="0" r="0" b="0"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03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gdLst/>
              <a:ahLst/>
              <a:cxnLst/>
              <a:rect l="0" t="0" r="0" b="0"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35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gdLst/>
              <a:ahLst/>
              <a:cxnLst/>
              <a:rect l="0" t="0" r="0" b="0"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254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gdLst/>
              <a:ahLst/>
              <a:cxnLst/>
              <a:rect l="0" t="0" r="0" b="0"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gdLst/>
              <a:ahLst/>
              <a:cxnLst/>
              <a:rect l="0" t="0" r="0" b="0"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131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gdLst/>
              <a:ahLst/>
              <a:cxnLst/>
              <a:rect l="0" t="0" r="0" b="0"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54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gdLst/>
              <a:ahLst/>
              <a:cxnLst/>
              <a:rect l="0" t="0" r="0" b="0"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gdLst/>
              <a:ahLst/>
              <a:cxnLst/>
              <a:rect l="0" t="0" r="0" b="0"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28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gdLst/>
              <a:ahLst/>
              <a:cxnLst/>
              <a:rect l="0" t="0" r="0" b="0"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28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gdLst/>
              <a:ahLst/>
              <a:cxnLst/>
              <a:rect l="0" t="0" r="0" b="0"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gdLst/>
              <a:ahLst/>
              <a:cxnLst/>
              <a:rect l="0" t="0" r="0" b="0"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82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gdLst/>
              <a:ahLst/>
              <a:cxnLst/>
              <a:rect l="0" t="0" r="0" b="0"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179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gdLst/>
              <a:ahLst/>
              <a:cxnLst/>
              <a:rect l="0" t="0" r="0" b="0"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257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gdLst/>
              <a:ahLst/>
              <a:cxnLst/>
              <a:rect l="0" t="0" r="0" b="0"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155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gdLst/>
              <a:ahLst/>
              <a:cxnLst/>
              <a:rect l="0" t="0" r="0" b="0"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gdLst/>
              <a:ahLst/>
              <a:cxnLst/>
              <a:rect l="0" t="0" r="0" b="0"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368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gdLst/>
              <a:ahLst/>
              <a:cxnLst/>
              <a:rect l="0" t="0" r="0" b="0"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332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gdLst/>
              <a:ahLst/>
              <a:cxnLst/>
              <a:rect l="0" t="0" r="0" b="0"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gdLst/>
              <a:ahLst/>
              <a:cxnLst/>
              <a:rect l="0" t="0" r="0" b="0"/>
              <a:pathLst>
                <a:path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3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gdLst/>
              <a:ahLst/>
              <a:cxnLst/>
              <a:rect l="0" t="0" r="0" b="0"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310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gdLst/>
              <a:ahLst/>
              <a:cxnLst/>
              <a:rect l="0" t="0" r="0" b="0"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gdLst/>
              <a:ahLst/>
              <a:cxnLst/>
              <a:rect l="0" t="0" r="0" b="0"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368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gdLst/>
              <a:ahLst/>
              <a:cxnLst/>
              <a:rect l="0" t="0" r="0" b="0"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332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gdLst/>
              <a:ahLst/>
              <a:cxnLst/>
              <a:rect l="0" t="0" r="0" b="0"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gdLst/>
              <a:ahLst/>
              <a:cxnLst/>
              <a:rect l="0" t="0" r="0" b="0"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368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gdLst/>
              <a:ahLst/>
              <a:cxnLst/>
              <a:rect l="0" t="0" r="0" b="0"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32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gdLst/>
              <a:ahLst/>
              <a:cxnLst/>
              <a:rect l="0" t="0" r="0" b="0"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25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g174"/>
            <p:cNvSpPr/>
            <p:nvPr/>
          </p:nvSpPr>
          <p:spPr>
            <a:xfrm>
              <a:off x="6924653" y="3170392"/>
              <a:ext cx="59125" cy="167167"/>
            </a:xfrm>
            <a:custGeom>
              <a:avLst/>
              <a:gdLst/>
              <a:ahLst/>
              <a:cxnLst/>
              <a:rect l="0" t="0" r="0" b="0"/>
              <a:pathLst>
                <a:path w="59125" h="167167">
                  <a:moveTo>
                    <a:pt x="59125" y="0"/>
                  </a:moveTo>
                  <a:lnTo>
                    <a:pt x="53083" y="109"/>
                  </a:lnTo>
                  <a:lnTo>
                    <a:pt x="47049" y="436"/>
                  </a:lnTo>
                  <a:lnTo>
                    <a:pt x="41031" y="982"/>
                  </a:lnTo>
                  <a:lnTo>
                    <a:pt x="35036" y="1744"/>
                  </a:lnTo>
                  <a:lnTo>
                    <a:pt x="29073" y="2723"/>
                  </a:lnTo>
                  <a:lnTo>
                    <a:pt x="23149" y="3917"/>
                  </a:lnTo>
                  <a:lnTo>
                    <a:pt x="17272" y="5324"/>
                  </a:lnTo>
                  <a:lnTo>
                    <a:pt x="11450" y="6942"/>
                  </a:lnTo>
                  <a:lnTo>
                    <a:pt x="5690" y="8770"/>
                  </a:lnTo>
                  <a:lnTo>
                    <a:pt x="0" y="10805"/>
                  </a:lnTo>
                  <a:lnTo>
                    <a:pt x="591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g175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g176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g177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g178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g179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g180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g181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g182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g183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g184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g185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g186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g187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g188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g189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g190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g191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g192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g193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g194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g195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g196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g197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g198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g199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g200"/>
            <p:cNvSpPr/>
            <p:nvPr/>
          </p:nvSpPr>
          <p:spPr>
            <a:xfrm>
              <a:off x="6924653" y="3181197"/>
              <a:ext cx="59125" cy="156362"/>
            </a:xfrm>
            <a:custGeom>
              <a:avLst/>
              <a:gdLst/>
              <a:ahLst/>
              <a:cxnLst/>
              <a:rect l="0" t="0" r="0" b="0"/>
              <a:pathLst>
                <a:path w="59125" h="156362">
                  <a:moveTo>
                    <a:pt x="0" y="0"/>
                  </a:moveTo>
                  <a:lnTo>
                    <a:pt x="59125" y="1563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g201"/>
            <p:cNvSpPr/>
            <p:nvPr/>
          </p:nvSpPr>
          <p:spPr>
            <a:xfrm>
              <a:off x="6816617" y="3170405"/>
              <a:ext cx="334320" cy="334322"/>
            </a:xfrm>
            <a:custGeom>
              <a:avLst/>
              <a:gdLst/>
              <a:ahLst/>
              <a:cxnLst/>
              <a:rect l="0" t="0" r="0" b="0"/>
              <a:pathLst>
                <a:path w="334320" h="334322">
                  <a:moveTo>
                    <a:pt x="108035" y="10792"/>
                  </a:moveTo>
                  <a:lnTo>
                    <a:pt x="103124" y="12738"/>
                  </a:lnTo>
                  <a:lnTo>
                    <a:pt x="98278" y="14839"/>
                  </a:lnTo>
                  <a:lnTo>
                    <a:pt x="93500" y="17091"/>
                  </a:lnTo>
                  <a:lnTo>
                    <a:pt x="88795" y="19493"/>
                  </a:lnTo>
                  <a:lnTo>
                    <a:pt x="84169" y="22043"/>
                  </a:lnTo>
                  <a:lnTo>
                    <a:pt x="79625" y="24738"/>
                  </a:lnTo>
                  <a:lnTo>
                    <a:pt x="75169" y="27574"/>
                  </a:lnTo>
                  <a:lnTo>
                    <a:pt x="70805" y="30551"/>
                  </a:lnTo>
                  <a:lnTo>
                    <a:pt x="66537" y="33663"/>
                  </a:lnTo>
                  <a:lnTo>
                    <a:pt x="62370" y="36909"/>
                  </a:lnTo>
                  <a:lnTo>
                    <a:pt x="58307" y="40285"/>
                  </a:lnTo>
                  <a:lnTo>
                    <a:pt x="54353" y="43788"/>
                  </a:lnTo>
                  <a:lnTo>
                    <a:pt x="50512" y="47413"/>
                  </a:lnTo>
                  <a:lnTo>
                    <a:pt x="46787" y="51159"/>
                  </a:lnTo>
                  <a:lnTo>
                    <a:pt x="43182" y="55020"/>
                  </a:lnTo>
                  <a:lnTo>
                    <a:pt x="39701" y="58993"/>
                  </a:lnTo>
                  <a:lnTo>
                    <a:pt x="36347" y="63074"/>
                  </a:lnTo>
                  <a:lnTo>
                    <a:pt x="33124" y="67259"/>
                  </a:lnTo>
                  <a:lnTo>
                    <a:pt x="30035" y="71544"/>
                  </a:lnTo>
                  <a:lnTo>
                    <a:pt x="27082" y="75924"/>
                  </a:lnTo>
                  <a:lnTo>
                    <a:pt x="24270" y="80396"/>
                  </a:lnTo>
                  <a:lnTo>
                    <a:pt x="21600" y="84954"/>
                  </a:lnTo>
                  <a:lnTo>
                    <a:pt x="19075" y="89594"/>
                  </a:lnTo>
                  <a:lnTo>
                    <a:pt x="16699" y="94311"/>
                  </a:lnTo>
                  <a:lnTo>
                    <a:pt x="14472" y="99101"/>
                  </a:lnTo>
                  <a:lnTo>
                    <a:pt x="12399" y="103960"/>
                  </a:lnTo>
                  <a:lnTo>
                    <a:pt x="10479" y="108881"/>
                  </a:lnTo>
                  <a:lnTo>
                    <a:pt x="8716" y="113860"/>
                  </a:lnTo>
                  <a:lnTo>
                    <a:pt x="7111" y="118893"/>
                  </a:lnTo>
                  <a:lnTo>
                    <a:pt x="5667" y="123974"/>
                  </a:lnTo>
                  <a:lnTo>
                    <a:pt x="4383" y="129098"/>
                  </a:lnTo>
                  <a:lnTo>
                    <a:pt x="3262" y="134260"/>
                  </a:lnTo>
                  <a:lnTo>
                    <a:pt x="2304" y="139455"/>
                  </a:lnTo>
                  <a:lnTo>
                    <a:pt x="1511" y="144677"/>
                  </a:lnTo>
                  <a:lnTo>
                    <a:pt x="884" y="149922"/>
                  </a:lnTo>
                  <a:lnTo>
                    <a:pt x="423" y="155185"/>
                  </a:lnTo>
                  <a:lnTo>
                    <a:pt x="128" y="160459"/>
                  </a:lnTo>
                  <a:lnTo>
                    <a:pt x="0" y="165739"/>
                  </a:lnTo>
                  <a:lnTo>
                    <a:pt x="38" y="171022"/>
                  </a:lnTo>
                  <a:lnTo>
                    <a:pt x="244" y="176300"/>
                  </a:lnTo>
                  <a:lnTo>
                    <a:pt x="616" y="181569"/>
                  </a:lnTo>
                  <a:lnTo>
                    <a:pt x="1155" y="186824"/>
                  </a:lnTo>
                  <a:lnTo>
                    <a:pt x="1859" y="192059"/>
                  </a:lnTo>
                  <a:lnTo>
                    <a:pt x="2729" y="197270"/>
                  </a:lnTo>
                  <a:lnTo>
                    <a:pt x="3762" y="202450"/>
                  </a:lnTo>
                  <a:lnTo>
                    <a:pt x="4959" y="207595"/>
                  </a:lnTo>
                  <a:lnTo>
                    <a:pt x="6318" y="212699"/>
                  </a:lnTo>
                  <a:lnTo>
                    <a:pt x="7837" y="217759"/>
                  </a:lnTo>
                  <a:lnTo>
                    <a:pt x="9515" y="222767"/>
                  </a:lnTo>
                  <a:lnTo>
                    <a:pt x="11351" y="227720"/>
                  </a:lnTo>
                  <a:lnTo>
                    <a:pt x="13343" y="232613"/>
                  </a:lnTo>
                  <a:lnTo>
                    <a:pt x="15487" y="237440"/>
                  </a:lnTo>
                  <a:lnTo>
                    <a:pt x="17784" y="242197"/>
                  </a:lnTo>
                  <a:lnTo>
                    <a:pt x="20229" y="246879"/>
                  </a:lnTo>
                  <a:lnTo>
                    <a:pt x="22822" y="251482"/>
                  </a:lnTo>
                  <a:lnTo>
                    <a:pt x="25558" y="256000"/>
                  </a:lnTo>
                  <a:lnTo>
                    <a:pt x="28436" y="260430"/>
                  </a:lnTo>
                  <a:lnTo>
                    <a:pt x="31452" y="264766"/>
                  </a:lnTo>
                  <a:lnTo>
                    <a:pt x="34604" y="269005"/>
                  </a:lnTo>
                  <a:lnTo>
                    <a:pt x="37888" y="273143"/>
                  </a:lnTo>
                  <a:lnTo>
                    <a:pt x="41302" y="277174"/>
                  </a:lnTo>
                  <a:lnTo>
                    <a:pt x="44841" y="281096"/>
                  </a:lnTo>
                  <a:lnTo>
                    <a:pt x="48502" y="284904"/>
                  </a:lnTo>
                  <a:lnTo>
                    <a:pt x="52281" y="288594"/>
                  </a:lnTo>
                  <a:lnTo>
                    <a:pt x="56175" y="292163"/>
                  </a:lnTo>
                  <a:lnTo>
                    <a:pt x="60181" y="295607"/>
                  </a:lnTo>
                  <a:lnTo>
                    <a:pt x="64292" y="298923"/>
                  </a:lnTo>
                  <a:lnTo>
                    <a:pt x="68507" y="302107"/>
                  </a:lnTo>
                  <a:lnTo>
                    <a:pt x="72820" y="305157"/>
                  </a:lnTo>
                  <a:lnTo>
                    <a:pt x="77228" y="308069"/>
                  </a:lnTo>
                  <a:lnTo>
                    <a:pt x="81725" y="310840"/>
                  </a:lnTo>
                  <a:lnTo>
                    <a:pt x="86307" y="313468"/>
                  </a:lnTo>
                  <a:lnTo>
                    <a:pt x="90970" y="315949"/>
                  </a:lnTo>
                  <a:lnTo>
                    <a:pt x="95709" y="318282"/>
                  </a:lnTo>
                  <a:lnTo>
                    <a:pt x="100520" y="320464"/>
                  </a:lnTo>
                  <a:lnTo>
                    <a:pt x="105397" y="322493"/>
                  </a:lnTo>
                  <a:lnTo>
                    <a:pt x="110336" y="324367"/>
                  </a:lnTo>
                  <a:lnTo>
                    <a:pt x="115332" y="326084"/>
                  </a:lnTo>
                  <a:lnTo>
                    <a:pt x="120379" y="327642"/>
                  </a:lnTo>
                  <a:lnTo>
                    <a:pt x="125473" y="329040"/>
                  </a:lnTo>
                  <a:lnTo>
                    <a:pt x="130609" y="330276"/>
                  </a:lnTo>
                  <a:lnTo>
                    <a:pt x="135781" y="331350"/>
                  </a:lnTo>
                  <a:lnTo>
                    <a:pt x="140984" y="332259"/>
                  </a:lnTo>
                  <a:lnTo>
                    <a:pt x="146214" y="333004"/>
                  </a:lnTo>
                  <a:lnTo>
                    <a:pt x="151464" y="333583"/>
                  </a:lnTo>
                  <a:lnTo>
                    <a:pt x="156730" y="333996"/>
                  </a:lnTo>
                  <a:lnTo>
                    <a:pt x="162007" y="334242"/>
                  </a:lnTo>
                  <a:lnTo>
                    <a:pt x="167289" y="334322"/>
                  </a:lnTo>
                  <a:lnTo>
                    <a:pt x="172570" y="334234"/>
                  </a:lnTo>
                  <a:lnTo>
                    <a:pt x="177847" y="333980"/>
                  </a:lnTo>
                  <a:lnTo>
                    <a:pt x="183112" y="333559"/>
                  </a:lnTo>
                  <a:lnTo>
                    <a:pt x="188362" y="332972"/>
                  </a:lnTo>
                  <a:lnTo>
                    <a:pt x="193590" y="332219"/>
                  </a:lnTo>
                  <a:lnTo>
                    <a:pt x="198792" y="331302"/>
                  </a:lnTo>
                  <a:lnTo>
                    <a:pt x="203963" y="330220"/>
                  </a:lnTo>
                  <a:lnTo>
                    <a:pt x="209097" y="328976"/>
                  </a:lnTo>
                  <a:lnTo>
                    <a:pt x="214188" y="327570"/>
                  </a:lnTo>
                  <a:lnTo>
                    <a:pt x="219233" y="326004"/>
                  </a:lnTo>
                  <a:lnTo>
                    <a:pt x="224226" y="324280"/>
                  </a:lnTo>
                  <a:lnTo>
                    <a:pt x="229162" y="322398"/>
                  </a:lnTo>
                  <a:lnTo>
                    <a:pt x="234036" y="320362"/>
                  </a:lnTo>
                  <a:lnTo>
                    <a:pt x="238843" y="318173"/>
                  </a:lnTo>
                  <a:lnTo>
                    <a:pt x="243579" y="315832"/>
                  </a:lnTo>
                  <a:lnTo>
                    <a:pt x="248239" y="313344"/>
                  </a:lnTo>
                  <a:lnTo>
                    <a:pt x="252817" y="310709"/>
                  </a:lnTo>
                  <a:lnTo>
                    <a:pt x="257310" y="307931"/>
                  </a:lnTo>
                  <a:lnTo>
                    <a:pt x="261713" y="305012"/>
                  </a:lnTo>
                  <a:lnTo>
                    <a:pt x="266021" y="301956"/>
                  </a:lnTo>
                  <a:lnTo>
                    <a:pt x="270231" y="298765"/>
                  </a:lnTo>
                  <a:lnTo>
                    <a:pt x="274338" y="295443"/>
                  </a:lnTo>
                  <a:lnTo>
                    <a:pt x="278338" y="291993"/>
                  </a:lnTo>
                  <a:lnTo>
                    <a:pt x="282226" y="288418"/>
                  </a:lnTo>
                  <a:lnTo>
                    <a:pt x="286000" y="284722"/>
                  </a:lnTo>
                  <a:lnTo>
                    <a:pt x="289655" y="280908"/>
                  </a:lnTo>
                  <a:lnTo>
                    <a:pt x="293188" y="276981"/>
                  </a:lnTo>
                  <a:lnTo>
                    <a:pt x="296596" y="272945"/>
                  </a:lnTo>
                  <a:lnTo>
                    <a:pt x="299873" y="268802"/>
                  </a:lnTo>
                  <a:lnTo>
                    <a:pt x="303019" y="264559"/>
                  </a:lnTo>
                  <a:lnTo>
                    <a:pt x="306028" y="260217"/>
                  </a:lnTo>
                  <a:lnTo>
                    <a:pt x="308899" y="255783"/>
                  </a:lnTo>
                  <a:lnTo>
                    <a:pt x="311629" y="251261"/>
                  </a:lnTo>
                  <a:lnTo>
                    <a:pt x="314214" y="246654"/>
                  </a:lnTo>
                  <a:lnTo>
                    <a:pt x="316653" y="241969"/>
                  </a:lnTo>
                  <a:lnTo>
                    <a:pt x="318942" y="237208"/>
                  </a:lnTo>
                  <a:lnTo>
                    <a:pt x="321079" y="232378"/>
                  </a:lnTo>
                  <a:lnTo>
                    <a:pt x="323063" y="227482"/>
                  </a:lnTo>
                  <a:lnTo>
                    <a:pt x="324891" y="222526"/>
                  </a:lnTo>
                  <a:lnTo>
                    <a:pt x="326562" y="217515"/>
                  </a:lnTo>
                  <a:lnTo>
                    <a:pt x="328074" y="212453"/>
                  </a:lnTo>
                  <a:lnTo>
                    <a:pt x="329425" y="207347"/>
                  </a:lnTo>
                  <a:lnTo>
                    <a:pt x="330614" y="202200"/>
                  </a:lnTo>
                  <a:lnTo>
                    <a:pt x="331639" y="197018"/>
                  </a:lnTo>
                  <a:lnTo>
                    <a:pt x="332501" y="191806"/>
                  </a:lnTo>
                  <a:lnTo>
                    <a:pt x="333197" y="186570"/>
                  </a:lnTo>
                  <a:lnTo>
                    <a:pt x="333728" y="181314"/>
                  </a:lnTo>
                  <a:lnTo>
                    <a:pt x="334092" y="176045"/>
                  </a:lnTo>
                  <a:lnTo>
                    <a:pt x="334289" y="170766"/>
                  </a:lnTo>
                  <a:lnTo>
                    <a:pt x="334320" y="165484"/>
                  </a:lnTo>
                  <a:lnTo>
                    <a:pt x="334184" y="160203"/>
                  </a:lnTo>
                  <a:lnTo>
                    <a:pt x="333881" y="154930"/>
                  </a:lnTo>
                  <a:lnTo>
                    <a:pt x="333411" y="149668"/>
                  </a:lnTo>
                  <a:lnTo>
                    <a:pt x="332776" y="144424"/>
                  </a:lnTo>
                  <a:lnTo>
                    <a:pt x="331975" y="139203"/>
                  </a:lnTo>
                  <a:lnTo>
                    <a:pt x="331010" y="134009"/>
                  </a:lnTo>
                  <a:lnTo>
                    <a:pt x="329881" y="128849"/>
                  </a:lnTo>
                  <a:lnTo>
                    <a:pt x="328589" y="123727"/>
                  </a:lnTo>
                  <a:lnTo>
                    <a:pt x="327136" y="118648"/>
                  </a:lnTo>
                  <a:lnTo>
                    <a:pt x="325524" y="113618"/>
                  </a:lnTo>
                  <a:lnTo>
                    <a:pt x="323753" y="108641"/>
                  </a:lnTo>
                  <a:lnTo>
                    <a:pt x="321827" y="103723"/>
                  </a:lnTo>
                  <a:lnTo>
                    <a:pt x="319745" y="98868"/>
                  </a:lnTo>
                  <a:lnTo>
                    <a:pt x="317512" y="94081"/>
                  </a:lnTo>
                  <a:lnTo>
                    <a:pt x="315128" y="89367"/>
                  </a:lnTo>
                  <a:lnTo>
                    <a:pt x="312596" y="84731"/>
                  </a:lnTo>
                  <a:lnTo>
                    <a:pt x="309919" y="80177"/>
                  </a:lnTo>
                  <a:lnTo>
                    <a:pt x="307100" y="75710"/>
                  </a:lnTo>
                  <a:lnTo>
                    <a:pt x="304141" y="71334"/>
                  </a:lnTo>
                  <a:lnTo>
                    <a:pt x="301045" y="67054"/>
                  </a:lnTo>
                  <a:lnTo>
                    <a:pt x="297816" y="62874"/>
                  </a:lnTo>
                  <a:lnTo>
                    <a:pt x="294456" y="58798"/>
                  </a:lnTo>
                  <a:lnTo>
                    <a:pt x="290969" y="54830"/>
                  </a:lnTo>
                  <a:lnTo>
                    <a:pt x="287358" y="50975"/>
                  </a:lnTo>
                  <a:lnTo>
                    <a:pt x="283627" y="47235"/>
                  </a:lnTo>
                  <a:lnTo>
                    <a:pt x="279780" y="43615"/>
                  </a:lnTo>
                  <a:lnTo>
                    <a:pt x="275821" y="40119"/>
                  </a:lnTo>
                  <a:lnTo>
                    <a:pt x="271753" y="36749"/>
                  </a:lnTo>
                  <a:lnTo>
                    <a:pt x="267580" y="33509"/>
                  </a:lnTo>
                  <a:lnTo>
                    <a:pt x="263308" y="30403"/>
                  </a:lnTo>
                  <a:lnTo>
                    <a:pt x="258939" y="27434"/>
                  </a:lnTo>
                  <a:lnTo>
                    <a:pt x="254479" y="24604"/>
                  </a:lnTo>
                  <a:lnTo>
                    <a:pt x="249931" y="21916"/>
                  </a:lnTo>
                  <a:lnTo>
                    <a:pt x="245301" y="19374"/>
                  </a:lnTo>
                  <a:lnTo>
                    <a:pt x="240593" y="16979"/>
                  </a:lnTo>
                  <a:lnTo>
                    <a:pt x="235811" y="14733"/>
                  </a:lnTo>
                  <a:lnTo>
                    <a:pt x="230961" y="12640"/>
                  </a:lnTo>
                  <a:lnTo>
                    <a:pt x="226048" y="10702"/>
                  </a:lnTo>
                  <a:lnTo>
                    <a:pt x="221075" y="8919"/>
                  </a:lnTo>
                  <a:lnTo>
                    <a:pt x="216049" y="7295"/>
                  </a:lnTo>
                  <a:lnTo>
                    <a:pt x="210973" y="5830"/>
                  </a:lnTo>
                  <a:lnTo>
                    <a:pt x="205854" y="4526"/>
                  </a:lnTo>
                  <a:lnTo>
                    <a:pt x="200697" y="3385"/>
                  </a:lnTo>
                  <a:lnTo>
                    <a:pt x="195506" y="2407"/>
                  </a:lnTo>
                  <a:lnTo>
                    <a:pt x="190286" y="1594"/>
                  </a:lnTo>
                  <a:lnTo>
                    <a:pt x="185044" y="946"/>
                  </a:lnTo>
                  <a:lnTo>
                    <a:pt x="179784" y="464"/>
                  </a:lnTo>
                  <a:lnTo>
                    <a:pt x="174511" y="148"/>
                  </a:lnTo>
                  <a:lnTo>
                    <a:pt x="169231" y="0"/>
                  </a:lnTo>
                  <a:lnTo>
                    <a:pt x="167161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g202"/>
            <p:cNvSpPr/>
            <p:nvPr/>
          </p:nvSpPr>
          <p:spPr>
            <a:xfrm>
              <a:off x="6983779" y="3170392"/>
              <a:ext cx="2069" cy="167167"/>
            </a:xfrm>
            <a:custGeom>
              <a:avLst/>
              <a:gdLst/>
              <a:ahLst/>
              <a:cxnLst/>
              <a:rect l="0" t="0" r="0" b="0"/>
              <a:pathLst>
                <a:path w="2069" h="167167">
                  <a:moveTo>
                    <a:pt x="2069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g203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g204"/>
            <p:cNvSpPr/>
            <p:nvPr/>
          </p:nvSpPr>
          <p:spPr>
            <a:xfrm>
              <a:off x="6757416" y="2655501"/>
              <a:ext cx="166078" cy="167167"/>
            </a:xfrm>
            <a:custGeom>
              <a:avLst/>
              <a:gdLst/>
              <a:ahLst/>
              <a:cxnLst/>
              <a:rect l="0" t="0" r="0" b="0"/>
              <a:pathLst>
                <a:path w="166078" h="167167">
                  <a:moveTo>
                    <a:pt x="166078" y="0"/>
                  </a:moveTo>
                  <a:lnTo>
                    <a:pt x="160668" y="87"/>
                  </a:lnTo>
                  <a:lnTo>
                    <a:pt x="155263" y="350"/>
                  </a:lnTo>
                  <a:lnTo>
                    <a:pt x="149870" y="787"/>
                  </a:lnTo>
                  <a:lnTo>
                    <a:pt x="144494" y="1399"/>
                  </a:lnTo>
                  <a:lnTo>
                    <a:pt x="139141" y="2184"/>
                  </a:lnTo>
                  <a:lnTo>
                    <a:pt x="133816" y="3142"/>
                  </a:lnTo>
                  <a:lnTo>
                    <a:pt x="128524" y="4272"/>
                  </a:lnTo>
                  <a:lnTo>
                    <a:pt x="123272" y="5573"/>
                  </a:lnTo>
                  <a:lnTo>
                    <a:pt x="118065" y="7043"/>
                  </a:lnTo>
                  <a:lnTo>
                    <a:pt x="112908" y="8681"/>
                  </a:lnTo>
                  <a:lnTo>
                    <a:pt x="107807" y="10484"/>
                  </a:lnTo>
                  <a:lnTo>
                    <a:pt x="102767" y="12452"/>
                  </a:lnTo>
                  <a:lnTo>
                    <a:pt x="97793" y="14582"/>
                  </a:lnTo>
                  <a:lnTo>
                    <a:pt x="92891" y="16872"/>
                  </a:lnTo>
                  <a:lnTo>
                    <a:pt x="88065" y="19319"/>
                  </a:lnTo>
                  <a:lnTo>
                    <a:pt x="83321" y="21921"/>
                  </a:lnTo>
                  <a:lnTo>
                    <a:pt x="78664" y="24676"/>
                  </a:lnTo>
                  <a:lnTo>
                    <a:pt x="74098" y="27579"/>
                  </a:lnTo>
                  <a:lnTo>
                    <a:pt x="69629" y="30629"/>
                  </a:lnTo>
                  <a:lnTo>
                    <a:pt x="65261" y="33822"/>
                  </a:lnTo>
                  <a:lnTo>
                    <a:pt x="60998" y="37155"/>
                  </a:lnTo>
                  <a:lnTo>
                    <a:pt x="56845" y="40624"/>
                  </a:lnTo>
                  <a:lnTo>
                    <a:pt x="52807" y="44225"/>
                  </a:lnTo>
                  <a:lnTo>
                    <a:pt x="48888" y="47955"/>
                  </a:lnTo>
                  <a:lnTo>
                    <a:pt x="45091" y="51810"/>
                  </a:lnTo>
                  <a:lnTo>
                    <a:pt x="41421" y="55786"/>
                  </a:lnTo>
                  <a:lnTo>
                    <a:pt x="37882" y="59879"/>
                  </a:lnTo>
                  <a:lnTo>
                    <a:pt x="34477" y="64084"/>
                  </a:lnTo>
                  <a:lnTo>
                    <a:pt x="31210" y="68397"/>
                  </a:lnTo>
                  <a:lnTo>
                    <a:pt x="28084" y="72813"/>
                  </a:lnTo>
                  <a:lnTo>
                    <a:pt x="25103" y="77328"/>
                  </a:lnTo>
                  <a:lnTo>
                    <a:pt x="22269" y="81938"/>
                  </a:lnTo>
                  <a:lnTo>
                    <a:pt x="19586" y="86636"/>
                  </a:lnTo>
                  <a:lnTo>
                    <a:pt x="17057" y="91420"/>
                  </a:lnTo>
                  <a:lnTo>
                    <a:pt x="14683" y="96282"/>
                  </a:lnTo>
                  <a:lnTo>
                    <a:pt x="12469" y="101219"/>
                  </a:lnTo>
                  <a:lnTo>
                    <a:pt x="10415" y="106224"/>
                  </a:lnTo>
                  <a:lnTo>
                    <a:pt x="8524" y="111294"/>
                  </a:lnTo>
                  <a:lnTo>
                    <a:pt x="6798" y="116422"/>
                  </a:lnTo>
                  <a:lnTo>
                    <a:pt x="5240" y="121604"/>
                  </a:lnTo>
                  <a:lnTo>
                    <a:pt x="3849" y="126833"/>
                  </a:lnTo>
                  <a:lnTo>
                    <a:pt x="2629" y="132104"/>
                  </a:lnTo>
                  <a:lnTo>
                    <a:pt x="1580" y="137412"/>
                  </a:lnTo>
                  <a:lnTo>
                    <a:pt x="703" y="142751"/>
                  </a:lnTo>
                  <a:lnTo>
                    <a:pt x="0" y="148116"/>
                  </a:lnTo>
                  <a:lnTo>
                    <a:pt x="1660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g205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g206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g207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g208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g209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g210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g211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g212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g213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g214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g215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g216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g217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g218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g219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g220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g221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g222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g223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g224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g225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g226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g227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g228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g229"/>
            <p:cNvSpPr/>
            <p:nvPr/>
          </p:nvSpPr>
          <p:spPr>
            <a:xfrm>
              <a:off x="6757416" y="2803618"/>
              <a:ext cx="166078" cy="19050"/>
            </a:xfrm>
            <a:custGeom>
              <a:avLst/>
              <a:gdLst/>
              <a:ahLst/>
              <a:cxnLst/>
              <a:rect l="0" t="0" r="0" b="0"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g230"/>
            <p:cNvSpPr/>
            <p:nvPr/>
          </p:nvSpPr>
          <p:spPr>
            <a:xfrm>
              <a:off x="6756340" y="2680128"/>
              <a:ext cx="334317" cy="309704"/>
            </a:xfrm>
            <a:custGeom>
              <a:avLst/>
              <a:gdLst/>
              <a:ahLst/>
              <a:cxnLst/>
              <a:rect l="0" t="0" r="0" b="0"/>
              <a:pathLst>
                <a:path w="334317" h="309704">
                  <a:moveTo>
                    <a:pt x="1076" y="123489"/>
                  </a:moveTo>
                  <a:lnTo>
                    <a:pt x="555" y="128759"/>
                  </a:lnTo>
                  <a:lnTo>
                    <a:pt x="202" y="134043"/>
                  </a:lnTo>
                  <a:lnTo>
                    <a:pt x="17" y="139336"/>
                  </a:lnTo>
                  <a:lnTo>
                    <a:pt x="0" y="144631"/>
                  </a:lnTo>
                  <a:lnTo>
                    <a:pt x="150" y="149925"/>
                  </a:lnTo>
                  <a:lnTo>
                    <a:pt x="467" y="155211"/>
                  </a:lnTo>
                  <a:lnTo>
                    <a:pt x="952" y="160485"/>
                  </a:lnTo>
                  <a:lnTo>
                    <a:pt x="1604" y="165740"/>
                  </a:lnTo>
                  <a:lnTo>
                    <a:pt x="2422" y="170972"/>
                  </a:lnTo>
                  <a:lnTo>
                    <a:pt x="3405" y="176176"/>
                  </a:lnTo>
                  <a:lnTo>
                    <a:pt x="4553" y="181346"/>
                  </a:lnTo>
                  <a:lnTo>
                    <a:pt x="5864" y="186477"/>
                  </a:lnTo>
                  <a:lnTo>
                    <a:pt x="7336" y="191564"/>
                  </a:lnTo>
                  <a:lnTo>
                    <a:pt x="8970" y="196602"/>
                  </a:lnTo>
                  <a:lnTo>
                    <a:pt x="10761" y="201585"/>
                  </a:lnTo>
                  <a:lnTo>
                    <a:pt x="12710" y="206509"/>
                  </a:lnTo>
                  <a:lnTo>
                    <a:pt x="14814" y="211369"/>
                  </a:lnTo>
                  <a:lnTo>
                    <a:pt x="17070" y="216160"/>
                  </a:lnTo>
                  <a:lnTo>
                    <a:pt x="19478" y="220877"/>
                  </a:lnTo>
                  <a:lnTo>
                    <a:pt x="22033" y="225516"/>
                  </a:lnTo>
                  <a:lnTo>
                    <a:pt x="24734" y="230071"/>
                  </a:lnTo>
                  <a:lnTo>
                    <a:pt x="27578" y="234538"/>
                  </a:lnTo>
                  <a:lnTo>
                    <a:pt x="30562" y="238913"/>
                  </a:lnTo>
                  <a:lnTo>
                    <a:pt x="33684" y="243191"/>
                  </a:lnTo>
                  <a:lnTo>
                    <a:pt x="36939" y="247368"/>
                  </a:lnTo>
                  <a:lnTo>
                    <a:pt x="40325" y="251440"/>
                  </a:lnTo>
                  <a:lnTo>
                    <a:pt x="43838" y="255403"/>
                  </a:lnTo>
                  <a:lnTo>
                    <a:pt x="47475" y="259253"/>
                  </a:lnTo>
                  <a:lnTo>
                    <a:pt x="51232" y="262985"/>
                  </a:lnTo>
                  <a:lnTo>
                    <a:pt x="55105" y="266596"/>
                  </a:lnTo>
                  <a:lnTo>
                    <a:pt x="59091" y="270083"/>
                  </a:lnTo>
                  <a:lnTo>
                    <a:pt x="63185" y="273442"/>
                  </a:lnTo>
                  <a:lnTo>
                    <a:pt x="67383" y="276670"/>
                  </a:lnTo>
                  <a:lnTo>
                    <a:pt x="71682" y="279763"/>
                  </a:lnTo>
                  <a:lnTo>
                    <a:pt x="76077" y="282718"/>
                  </a:lnTo>
                  <a:lnTo>
                    <a:pt x="80563" y="285533"/>
                  </a:lnTo>
                  <a:lnTo>
                    <a:pt x="85135" y="288204"/>
                  </a:lnTo>
                  <a:lnTo>
                    <a:pt x="89790" y="290729"/>
                  </a:lnTo>
                  <a:lnTo>
                    <a:pt x="94523" y="293105"/>
                  </a:lnTo>
                  <a:lnTo>
                    <a:pt x="99329" y="295330"/>
                  </a:lnTo>
                  <a:lnTo>
                    <a:pt x="104203" y="297401"/>
                  </a:lnTo>
                  <a:lnTo>
                    <a:pt x="109139" y="299318"/>
                  </a:lnTo>
                  <a:lnTo>
                    <a:pt x="114135" y="301077"/>
                  </a:lnTo>
                  <a:lnTo>
                    <a:pt x="119183" y="302677"/>
                  </a:lnTo>
                  <a:lnTo>
                    <a:pt x="124279" y="304116"/>
                  </a:lnTo>
                  <a:lnTo>
                    <a:pt x="129419" y="305393"/>
                  </a:lnTo>
                  <a:lnTo>
                    <a:pt x="134596" y="306506"/>
                  </a:lnTo>
                  <a:lnTo>
                    <a:pt x="139806" y="307455"/>
                  </a:lnTo>
                  <a:lnTo>
                    <a:pt x="145044" y="308239"/>
                  </a:lnTo>
                  <a:lnTo>
                    <a:pt x="150303" y="308856"/>
                  </a:lnTo>
                  <a:lnTo>
                    <a:pt x="155580" y="309306"/>
                  </a:lnTo>
                  <a:lnTo>
                    <a:pt x="160868" y="309589"/>
                  </a:lnTo>
                  <a:lnTo>
                    <a:pt x="166163" y="309704"/>
                  </a:lnTo>
                  <a:lnTo>
                    <a:pt x="171458" y="309652"/>
                  </a:lnTo>
                  <a:lnTo>
                    <a:pt x="176749" y="309432"/>
                  </a:lnTo>
                  <a:lnTo>
                    <a:pt x="182031" y="309044"/>
                  </a:lnTo>
                  <a:lnTo>
                    <a:pt x="187298" y="308489"/>
                  </a:lnTo>
                  <a:lnTo>
                    <a:pt x="192544" y="307768"/>
                  </a:lnTo>
                  <a:lnTo>
                    <a:pt x="197765" y="306881"/>
                  </a:lnTo>
                  <a:lnTo>
                    <a:pt x="202955" y="305829"/>
                  </a:lnTo>
                  <a:lnTo>
                    <a:pt x="208109" y="304613"/>
                  </a:lnTo>
                  <a:lnTo>
                    <a:pt x="213223" y="303234"/>
                  </a:lnTo>
                  <a:lnTo>
                    <a:pt x="218290" y="301694"/>
                  </a:lnTo>
                  <a:lnTo>
                    <a:pt x="223305" y="299995"/>
                  </a:lnTo>
                  <a:lnTo>
                    <a:pt x="228264" y="298137"/>
                  </a:lnTo>
                  <a:lnTo>
                    <a:pt x="233162" y="296123"/>
                  </a:lnTo>
                  <a:lnTo>
                    <a:pt x="237994" y="293955"/>
                  </a:lnTo>
                  <a:lnTo>
                    <a:pt x="242755" y="291635"/>
                  </a:lnTo>
                  <a:lnTo>
                    <a:pt x="247439" y="289166"/>
                  </a:lnTo>
                  <a:lnTo>
                    <a:pt x="252044" y="286549"/>
                  </a:lnTo>
                  <a:lnTo>
                    <a:pt x="256563" y="283788"/>
                  </a:lnTo>
                  <a:lnTo>
                    <a:pt x="260992" y="280885"/>
                  </a:lnTo>
                  <a:lnTo>
                    <a:pt x="265327" y="277843"/>
                  </a:lnTo>
                  <a:lnTo>
                    <a:pt x="269563" y="274666"/>
                  </a:lnTo>
                  <a:lnTo>
                    <a:pt x="273697" y="271356"/>
                  </a:lnTo>
                  <a:lnTo>
                    <a:pt x="277724" y="267916"/>
                  </a:lnTo>
                  <a:lnTo>
                    <a:pt x="281640" y="264351"/>
                  </a:lnTo>
                  <a:lnTo>
                    <a:pt x="285441" y="260663"/>
                  </a:lnTo>
                  <a:lnTo>
                    <a:pt x="289123" y="256857"/>
                  </a:lnTo>
                  <a:lnTo>
                    <a:pt x="292683" y="252937"/>
                  </a:lnTo>
                  <a:lnTo>
                    <a:pt x="296117" y="248905"/>
                  </a:lnTo>
                  <a:lnTo>
                    <a:pt x="299421" y="244767"/>
                  </a:lnTo>
                  <a:lnTo>
                    <a:pt x="302593" y="240526"/>
                  </a:lnTo>
                  <a:lnTo>
                    <a:pt x="305629" y="236186"/>
                  </a:lnTo>
                  <a:lnTo>
                    <a:pt x="308525" y="231753"/>
                  </a:lnTo>
                  <a:lnTo>
                    <a:pt x="311280" y="227230"/>
                  </a:lnTo>
                  <a:lnTo>
                    <a:pt x="313891" y="222623"/>
                  </a:lnTo>
                  <a:lnTo>
                    <a:pt x="316354" y="217935"/>
                  </a:lnTo>
                  <a:lnTo>
                    <a:pt x="318667" y="213171"/>
                  </a:lnTo>
                  <a:lnTo>
                    <a:pt x="320828" y="208336"/>
                  </a:lnTo>
                  <a:lnTo>
                    <a:pt x="322835" y="203435"/>
                  </a:lnTo>
                  <a:lnTo>
                    <a:pt x="324686" y="198474"/>
                  </a:lnTo>
                  <a:lnTo>
                    <a:pt x="326379" y="193456"/>
                  </a:lnTo>
                  <a:lnTo>
                    <a:pt x="327912" y="188386"/>
                  </a:lnTo>
                  <a:lnTo>
                    <a:pt x="329283" y="183271"/>
                  </a:lnTo>
                  <a:lnTo>
                    <a:pt x="330492" y="178115"/>
                  </a:lnTo>
                  <a:lnTo>
                    <a:pt x="331537" y="172924"/>
                  </a:lnTo>
                  <a:lnTo>
                    <a:pt x="332417" y="167702"/>
                  </a:lnTo>
                  <a:lnTo>
                    <a:pt x="333131" y="162454"/>
                  </a:lnTo>
                  <a:lnTo>
                    <a:pt x="333678" y="157187"/>
                  </a:lnTo>
                  <a:lnTo>
                    <a:pt x="334059" y="151905"/>
                  </a:lnTo>
                  <a:lnTo>
                    <a:pt x="334272" y="146613"/>
                  </a:lnTo>
                  <a:lnTo>
                    <a:pt x="334317" y="141318"/>
                  </a:lnTo>
                  <a:lnTo>
                    <a:pt x="334194" y="136023"/>
                  </a:lnTo>
                  <a:lnTo>
                    <a:pt x="333904" y="130736"/>
                  </a:lnTo>
                  <a:lnTo>
                    <a:pt x="333446" y="125460"/>
                  </a:lnTo>
                  <a:lnTo>
                    <a:pt x="332822" y="120201"/>
                  </a:lnTo>
                  <a:lnTo>
                    <a:pt x="332031" y="114964"/>
                  </a:lnTo>
                  <a:lnTo>
                    <a:pt x="331075" y="109756"/>
                  </a:lnTo>
                  <a:lnTo>
                    <a:pt x="329954" y="104580"/>
                  </a:lnTo>
                  <a:lnTo>
                    <a:pt x="328670" y="99442"/>
                  </a:lnTo>
                  <a:lnTo>
                    <a:pt x="327224" y="94348"/>
                  </a:lnTo>
                  <a:lnTo>
                    <a:pt x="325617" y="89302"/>
                  </a:lnTo>
                  <a:lnTo>
                    <a:pt x="323851" y="84309"/>
                  </a:lnTo>
                  <a:lnTo>
                    <a:pt x="321928" y="79375"/>
                  </a:lnTo>
                  <a:lnTo>
                    <a:pt x="319850" y="74504"/>
                  </a:lnTo>
                  <a:lnTo>
                    <a:pt x="317618" y="69701"/>
                  </a:lnTo>
                  <a:lnTo>
                    <a:pt x="315235" y="64972"/>
                  </a:lnTo>
                  <a:lnTo>
                    <a:pt x="312704" y="60320"/>
                  </a:lnTo>
                  <a:lnTo>
                    <a:pt x="310027" y="55751"/>
                  </a:lnTo>
                  <a:lnTo>
                    <a:pt x="307206" y="51269"/>
                  </a:lnTo>
                  <a:lnTo>
                    <a:pt x="304245" y="46879"/>
                  </a:lnTo>
                  <a:lnTo>
                    <a:pt x="301146" y="42584"/>
                  </a:lnTo>
                  <a:lnTo>
                    <a:pt x="297912" y="38390"/>
                  </a:lnTo>
                  <a:lnTo>
                    <a:pt x="294548" y="34300"/>
                  </a:lnTo>
                  <a:lnTo>
                    <a:pt x="291055" y="30320"/>
                  </a:lnTo>
                  <a:lnTo>
                    <a:pt x="287438" y="26451"/>
                  </a:lnTo>
                  <a:lnTo>
                    <a:pt x="283701" y="22699"/>
                  </a:lnTo>
                  <a:lnTo>
                    <a:pt x="279846" y="19068"/>
                  </a:lnTo>
                  <a:lnTo>
                    <a:pt x="275879" y="15560"/>
                  </a:lnTo>
                  <a:lnTo>
                    <a:pt x="271802" y="12180"/>
                  </a:lnTo>
                  <a:lnTo>
                    <a:pt x="267620" y="8931"/>
                  </a:lnTo>
                  <a:lnTo>
                    <a:pt x="263338" y="5815"/>
                  </a:lnTo>
                  <a:lnTo>
                    <a:pt x="258959" y="2837"/>
                  </a:lnTo>
                  <a:lnTo>
                    <a:pt x="254488" y="0"/>
                  </a:lnTo>
                  <a:lnTo>
                    <a:pt x="167154" y="1425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g231"/>
            <p:cNvSpPr/>
            <p:nvPr/>
          </p:nvSpPr>
          <p:spPr>
            <a:xfrm>
              <a:off x="6923495" y="2655501"/>
              <a:ext cx="87333" cy="167167"/>
            </a:xfrm>
            <a:custGeom>
              <a:avLst/>
              <a:gdLst/>
              <a:ahLst/>
              <a:cxnLst/>
              <a:rect l="0" t="0" r="0" b="0"/>
              <a:pathLst>
                <a:path w="87333" h="167167">
                  <a:moveTo>
                    <a:pt x="87333" y="24627"/>
                  </a:moveTo>
                  <a:lnTo>
                    <a:pt x="82385" y="21711"/>
                  </a:lnTo>
                  <a:lnTo>
                    <a:pt x="77341" y="18967"/>
                  </a:lnTo>
                  <a:lnTo>
                    <a:pt x="72204" y="16397"/>
                  </a:lnTo>
                  <a:lnTo>
                    <a:pt x="66983" y="14006"/>
                  </a:lnTo>
                  <a:lnTo>
                    <a:pt x="61682" y="11796"/>
                  </a:lnTo>
                  <a:lnTo>
                    <a:pt x="56309" y="9769"/>
                  </a:lnTo>
                  <a:lnTo>
                    <a:pt x="50869" y="7927"/>
                  </a:lnTo>
                  <a:lnTo>
                    <a:pt x="45369" y="6274"/>
                  </a:lnTo>
                  <a:lnTo>
                    <a:pt x="39816" y="4811"/>
                  </a:lnTo>
                  <a:lnTo>
                    <a:pt x="34216" y="3539"/>
                  </a:lnTo>
                  <a:lnTo>
                    <a:pt x="28575" y="2460"/>
                  </a:lnTo>
                  <a:lnTo>
                    <a:pt x="22900" y="1576"/>
                  </a:lnTo>
                  <a:lnTo>
                    <a:pt x="17199" y="887"/>
                  </a:lnTo>
                  <a:lnTo>
                    <a:pt x="11477" y="394"/>
                  </a:lnTo>
                  <a:lnTo>
                    <a:pt x="5742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g234"/>
            <p:cNvSpPr/>
            <p:nvPr/>
          </p:nvSpPr>
          <p:spPr>
            <a:xfrm>
              <a:off x="6698931" y="2168369"/>
              <a:ext cx="46961" cy="167167"/>
            </a:xfrm>
            <a:custGeom>
              <a:avLst/>
              <a:gdLst/>
              <a:ahLst/>
              <a:cxnLst/>
              <a:rect l="0" t="0" r="0" b="0"/>
              <a:pathLst>
                <a:path w="46961" h="167167">
                  <a:moveTo>
                    <a:pt x="46961" y="0"/>
                  </a:moveTo>
                  <a:lnTo>
                    <a:pt x="41012" y="105"/>
                  </a:lnTo>
                  <a:lnTo>
                    <a:pt x="35070" y="423"/>
                  </a:lnTo>
                  <a:lnTo>
                    <a:pt x="29144" y="952"/>
                  </a:lnTo>
                  <a:lnTo>
                    <a:pt x="23240" y="1691"/>
                  </a:lnTo>
                  <a:lnTo>
                    <a:pt x="17366" y="2640"/>
                  </a:lnTo>
                  <a:lnTo>
                    <a:pt x="11530" y="3797"/>
                  </a:lnTo>
                  <a:lnTo>
                    <a:pt x="5739" y="5162"/>
                  </a:lnTo>
                  <a:lnTo>
                    <a:pt x="0" y="6731"/>
                  </a:lnTo>
                  <a:lnTo>
                    <a:pt x="469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235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g236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g237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g238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g239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g240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g241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g242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g243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g244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g245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g246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g247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g248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g249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g250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g251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g252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g253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g254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g255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g256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g257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g258"/>
            <p:cNvSpPr/>
            <p:nvPr/>
          </p:nvSpPr>
          <p:spPr>
            <a:xfrm>
              <a:off x="6698931" y="2175100"/>
              <a:ext cx="46961" cy="160435"/>
            </a:xfrm>
            <a:custGeom>
              <a:avLst/>
              <a:gdLst/>
              <a:ahLst/>
              <a:cxnLst/>
              <a:rect l="0" t="0" r="0" b="0"/>
              <a:pathLst>
                <a:path w="46961" h="160435">
                  <a:moveTo>
                    <a:pt x="0" y="0"/>
                  </a:moveTo>
                  <a:lnTo>
                    <a:pt x="46961" y="1604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g259"/>
            <p:cNvSpPr/>
            <p:nvPr/>
          </p:nvSpPr>
          <p:spPr>
            <a:xfrm>
              <a:off x="6578744" y="2175100"/>
              <a:ext cx="261857" cy="327603"/>
            </a:xfrm>
            <a:custGeom>
              <a:avLst/>
              <a:gdLst/>
              <a:ahLst/>
              <a:cxnLst/>
              <a:rect l="0" t="0" r="0" b="0"/>
              <a:pathLst>
                <a:path w="261857" h="327603">
                  <a:moveTo>
                    <a:pt x="120187" y="0"/>
                  </a:moveTo>
                  <a:lnTo>
                    <a:pt x="115120" y="1570"/>
                  </a:lnTo>
                  <a:lnTo>
                    <a:pt x="110105" y="3301"/>
                  </a:lnTo>
                  <a:lnTo>
                    <a:pt x="105148" y="5190"/>
                  </a:lnTo>
                  <a:lnTo>
                    <a:pt x="100253" y="7236"/>
                  </a:lnTo>
                  <a:lnTo>
                    <a:pt x="95426" y="9435"/>
                  </a:lnTo>
                  <a:lnTo>
                    <a:pt x="90671" y="11787"/>
                  </a:lnTo>
                  <a:lnTo>
                    <a:pt x="85993" y="14289"/>
                  </a:lnTo>
                  <a:lnTo>
                    <a:pt x="81396" y="16937"/>
                  </a:lnTo>
                  <a:lnTo>
                    <a:pt x="76886" y="19730"/>
                  </a:lnTo>
                  <a:lnTo>
                    <a:pt x="72467" y="22665"/>
                  </a:lnTo>
                  <a:lnTo>
                    <a:pt x="68143" y="25739"/>
                  </a:lnTo>
                  <a:lnTo>
                    <a:pt x="63919" y="28948"/>
                  </a:lnTo>
                  <a:lnTo>
                    <a:pt x="59799" y="32290"/>
                  </a:lnTo>
                  <a:lnTo>
                    <a:pt x="55787" y="35760"/>
                  </a:lnTo>
                  <a:lnTo>
                    <a:pt x="51887" y="39357"/>
                  </a:lnTo>
                  <a:lnTo>
                    <a:pt x="48104" y="43075"/>
                  </a:lnTo>
                  <a:lnTo>
                    <a:pt x="44440" y="46911"/>
                  </a:lnTo>
                  <a:lnTo>
                    <a:pt x="40899" y="50862"/>
                  </a:lnTo>
                  <a:lnTo>
                    <a:pt x="37486" y="54923"/>
                  </a:lnTo>
                  <a:lnTo>
                    <a:pt x="34204" y="59090"/>
                  </a:lnTo>
                  <a:lnTo>
                    <a:pt x="31055" y="63360"/>
                  </a:lnTo>
                  <a:lnTo>
                    <a:pt x="28043" y="67727"/>
                  </a:lnTo>
                  <a:lnTo>
                    <a:pt x="25172" y="72187"/>
                  </a:lnTo>
                  <a:lnTo>
                    <a:pt x="22443" y="76737"/>
                  </a:lnTo>
                  <a:lnTo>
                    <a:pt x="19860" y="81370"/>
                  </a:lnTo>
                  <a:lnTo>
                    <a:pt x="17425" y="86084"/>
                  </a:lnTo>
                  <a:lnTo>
                    <a:pt x="15142" y="90872"/>
                  </a:lnTo>
                  <a:lnTo>
                    <a:pt x="13011" y="95730"/>
                  </a:lnTo>
                  <a:lnTo>
                    <a:pt x="11035" y="100653"/>
                  </a:lnTo>
                  <a:lnTo>
                    <a:pt x="9217" y="105637"/>
                  </a:lnTo>
                  <a:lnTo>
                    <a:pt x="7558" y="110676"/>
                  </a:lnTo>
                  <a:lnTo>
                    <a:pt x="6059" y="115764"/>
                  </a:lnTo>
                  <a:lnTo>
                    <a:pt x="4723" y="120898"/>
                  </a:lnTo>
                  <a:lnTo>
                    <a:pt x="3550" y="126072"/>
                  </a:lnTo>
                  <a:lnTo>
                    <a:pt x="2542" y="131280"/>
                  </a:lnTo>
                  <a:lnTo>
                    <a:pt x="1700" y="136518"/>
                  </a:lnTo>
                  <a:lnTo>
                    <a:pt x="1025" y="141779"/>
                  </a:lnTo>
                  <a:lnTo>
                    <a:pt x="516" y="147060"/>
                  </a:lnTo>
                  <a:lnTo>
                    <a:pt x="176" y="152354"/>
                  </a:lnTo>
                  <a:lnTo>
                    <a:pt x="4" y="157656"/>
                  </a:lnTo>
                  <a:lnTo>
                    <a:pt x="0" y="162961"/>
                  </a:lnTo>
                  <a:lnTo>
                    <a:pt x="164" y="168263"/>
                  </a:lnTo>
                  <a:lnTo>
                    <a:pt x="496" y="173558"/>
                  </a:lnTo>
                  <a:lnTo>
                    <a:pt x="997" y="178839"/>
                  </a:lnTo>
                  <a:lnTo>
                    <a:pt x="1664" y="184102"/>
                  </a:lnTo>
                  <a:lnTo>
                    <a:pt x="2498" y="189341"/>
                  </a:lnTo>
                  <a:lnTo>
                    <a:pt x="3499" y="194550"/>
                  </a:lnTo>
                  <a:lnTo>
                    <a:pt x="4663" y="199726"/>
                  </a:lnTo>
                  <a:lnTo>
                    <a:pt x="5992" y="204862"/>
                  </a:lnTo>
                  <a:lnTo>
                    <a:pt x="7483" y="209953"/>
                  </a:lnTo>
                  <a:lnTo>
                    <a:pt x="9134" y="214994"/>
                  </a:lnTo>
                  <a:lnTo>
                    <a:pt x="10945" y="219980"/>
                  </a:lnTo>
                  <a:lnTo>
                    <a:pt x="12913" y="224907"/>
                  </a:lnTo>
                  <a:lnTo>
                    <a:pt x="15036" y="229768"/>
                  </a:lnTo>
                  <a:lnTo>
                    <a:pt x="17313" y="234560"/>
                  </a:lnTo>
                  <a:lnTo>
                    <a:pt x="19740" y="239277"/>
                  </a:lnTo>
                  <a:lnTo>
                    <a:pt x="22316" y="243914"/>
                  </a:lnTo>
                  <a:lnTo>
                    <a:pt x="25038" y="248468"/>
                  </a:lnTo>
                  <a:lnTo>
                    <a:pt x="27903" y="252933"/>
                  </a:lnTo>
                  <a:lnTo>
                    <a:pt x="30908" y="257304"/>
                  </a:lnTo>
                  <a:lnTo>
                    <a:pt x="34050" y="261578"/>
                  </a:lnTo>
                  <a:lnTo>
                    <a:pt x="37326" y="265751"/>
                  </a:lnTo>
                  <a:lnTo>
                    <a:pt x="40733" y="269817"/>
                  </a:lnTo>
                  <a:lnTo>
                    <a:pt x="44268" y="273773"/>
                  </a:lnTo>
                  <a:lnTo>
                    <a:pt x="47926" y="277615"/>
                  </a:lnTo>
                  <a:lnTo>
                    <a:pt x="51704" y="281339"/>
                  </a:lnTo>
                  <a:lnTo>
                    <a:pt x="55598" y="284941"/>
                  </a:lnTo>
                  <a:lnTo>
                    <a:pt x="59605" y="288418"/>
                  </a:lnTo>
                  <a:lnTo>
                    <a:pt x="63720" y="291766"/>
                  </a:lnTo>
                  <a:lnTo>
                    <a:pt x="67939" y="294981"/>
                  </a:lnTo>
                  <a:lnTo>
                    <a:pt x="72258" y="298061"/>
                  </a:lnTo>
                  <a:lnTo>
                    <a:pt x="76673" y="301003"/>
                  </a:lnTo>
                  <a:lnTo>
                    <a:pt x="81179" y="303803"/>
                  </a:lnTo>
                  <a:lnTo>
                    <a:pt x="85771" y="306458"/>
                  </a:lnTo>
                  <a:lnTo>
                    <a:pt x="90446" y="308967"/>
                  </a:lnTo>
                  <a:lnTo>
                    <a:pt x="95197" y="311326"/>
                  </a:lnTo>
                  <a:lnTo>
                    <a:pt x="100021" y="313533"/>
                  </a:lnTo>
                  <a:lnTo>
                    <a:pt x="104913" y="315586"/>
                  </a:lnTo>
                  <a:lnTo>
                    <a:pt x="109867" y="317482"/>
                  </a:lnTo>
                  <a:lnTo>
                    <a:pt x="114879" y="319221"/>
                  </a:lnTo>
                  <a:lnTo>
                    <a:pt x="119944" y="320799"/>
                  </a:lnTo>
                  <a:lnTo>
                    <a:pt x="125056" y="322217"/>
                  </a:lnTo>
                  <a:lnTo>
                    <a:pt x="130210" y="323471"/>
                  </a:lnTo>
                  <a:lnTo>
                    <a:pt x="135402" y="324561"/>
                  </a:lnTo>
                  <a:lnTo>
                    <a:pt x="140626" y="325485"/>
                  </a:lnTo>
                  <a:lnTo>
                    <a:pt x="145876" y="326244"/>
                  </a:lnTo>
                  <a:lnTo>
                    <a:pt x="151148" y="326835"/>
                  </a:lnTo>
                  <a:lnTo>
                    <a:pt x="156436" y="327259"/>
                  </a:lnTo>
                  <a:lnTo>
                    <a:pt x="161735" y="327515"/>
                  </a:lnTo>
                  <a:lnTo>
                    <a:pt x="167039" y="327603"/>
                  </a:lnTo>
                  <a:lnTo>
                    <a:pt x="172343" y="327522"/>
                  </a:lnTo>
                  <a:lnTo>
                    <a:pt x="177642" y="327273"/>
                  </a:lnTo>
                  <a:lnTo>
                    <a:pt x="182931" y="326856"/>
                  </a:lnTo>
                  <a:lnTo>
                    <a:pt x="188203" y="326271"/>
                  </a:lnTo>
                  <a:lnTo>
                    <a:pt x="193454" y="325520"/>
                  </a:lnTo>
                  <a:lnTo>
                    <a:pt x="198679" y="324602"/>
                  </a:lnTo>
                  <a:lnTo>
                    <a:pt x="203873" y="323519"/>
                  </a:lnTo>
                  <a:lnTo>
                    <a:pt x="209029" y="322271"/>
                  </a:lnTo>
                  <a:lnTo>
                    <a:pt x="214143" y="320861"/>
                  </a:lnTo>
                  <a:lnTo>
                    <a:pt x="219209" y="319289"/>
                  </a:lnTo>
                  <a:lnTo>
                    <a:pt x="224224" y="317557"/>
                  </a:lnTo>
                  <a:lnTo>
                    <a:pt x="229180" y="315667"/>
                  </a:lnTo>
                  <a:lnTo>
                    <a:pt x="234075" y="313621"/>
                  </a:lnTo>
                  <a:lnTo>
                    <a:pt x="238901" y="311420"/>
                  </a:lnTo>
                  <a:lnTo>
                    <a:pt x="243656" y="309067"/>
                  </a:lnTo>
                  <a:lnTo>
                    <a:pt x="248334" y="306565"/>
                  </a:lnTo>
                  <a:lnTo>
                    <a:pt x="252929" y="303915"/>
                  </a:lnTo>
                  <a:lnTo>
                    <a:pt x="257439" y="301121"/>
                  </a:lnTo>
                  <a:lnTo>
                    <a:pt x="261857" y="298185"/>
                  </a:lnTo>
                  <a:lnTo>
                    <a:pt x="167148" y="1604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g260"/>
            <p:cNvSpPr/>
            <p:nvPr/>
          </p:nvSpPr>
          <p:spPr>
            <a:xfrm>
              <a:off x="6745892" y="2168369"/>
              <a:ext cx="167165" cy="304917"/>
            </a:xfrm>
            <a:custGeom>
              <a:avLst/>
              <a:gdLst/>
              <a:ahLst/>
              <a:cxnLst/>
              <a:rect l="0" t="0" r="0" b="0"/>
              <a:pathLst>
                <a:path w="167165" h="304917">
                  <a:moveTo>
                    <a:pt x="94709" y="304917"/>
                  </a:moveTo>
                  <a:lnTo>
                    <a:pt x="99087" y="301802"/>
                  </a:lnTo>
                  <a:lnTo>
                    <a:pt x="103363" y="298548"/>
                  </a:lnTo>
                  <a:lnTo>
                    <a:pt x="107531" y="295158"/>
                  </a:lnTo>
                  <a:lnTo>
                    <a:pt x="111589" y="291637"/>
                  </a:lnTo>
                  <a:lnTo>
                    <a:pt x="115532" y="287986"/>
                  </a:lnTo>
                  <a:lnTo>
                    <a:pt x="119355" y="284211"/>
                  </a:lnTo>
                  <a:lnTo>
                    <a:pt x="123055" y="280315"/>
                  </a:lnTo>
                  <a:lnTo>
                    <a:pt x="126627" y="276302"/>
                  </a:lnTo>
                  <a:lnTo>
                    <a:pt x="130069" y="272176"/>
                  </a:lnTo>
                  <a:lnTo>
                    <a:pt x="133377" y="267941"/>
                  </a:lnTo>
                  <a:lnTo>
                    <a:pt x="136546" y="263603"/>
                  </a:lnTo>
                  <a:lnTo>
                    <a:pt x="139575" y="259165"/>
                  </a:lnTo>
                  <a:lnTo>
                    <a:pt x="142459" y="254632"/>
                  </a:lnTo>
                  <a:lnTo>
                    <a:pt x="145197" y="250008"/>
                  </a:lnTo>
                  <a:lnTo>
                    <a:pt x="147784" y="245299"/>
                  </a:lnTo>
                  <a:lnTo>
                    <a:pt x="150219" y="240510"/>
                  </a:lnTo>
                  <a:lnTo>
                    <a:pt x="152498" y="235644"/>
                  </a:lnTo>
                  <a:lnTo>
                    <a:pt x="154620" y="230708"/>
                  </a:lnTo>
                  <a:lnTo>
                    <a:pt x="156582" y="225706"/>
                  </a:lnTo>
                  <a:lnTo>
                    <a:pt x="158383" y="220644"/>
                  </a:lnTo>
                  <a:lnTo>
                    <a:pt x="160019" y="215526"/>
                  </a:lnTo>
                  <a:lnTo>
                    <a:pt x="161491" y="210359"/>
                  </a:lnTo>
                  <a:lnTo>
                    <a:pt x="162795" y="205146"/>
                  </a:lnTo>
                  <a:lnTo>
                    <a:pt x="163932" y="199895"/>
                  </a:lnTo>
                  <a:lnTo>
                    <a:pt x="164899" y="194610"/>
                  </a:lnTo>
                  <a:lnTo>
                    <a:pt x="165696" y="189296"/>
                  </a:lnTo>
                  <a:lnTo>
                    <a:pt x="166321" y="183960"/>
                  </a:lnTo>
                  <a:lnTo>
                    <a:pt x="166775" y="178606"/>
                  </a:lnTo>
                  <a:lnTo>
                    <a:pt x="167057" y="173240"/>
                  </a:lnTo>
                  <a:lnTo>
                    <a:pt x="167165" y="167868"/>
                  </a:lnTo>
                  <a:lnTo>
                    <a:pt x="167102" y="162496"/>
                  </a:lnTo>
                  <a:lnTo>
                    <a:pt x="166865" y="157128"/>
                  </a:lnTo>
                  <a:lnTo>
                    <a:pt x="166456" y="151771"/>
                  </a:lnTo>
                  <a:lnTo>
                    <a:pt x="165876" y="146429"/>
                  </a:lnTo>
                  <a:lnTo>
                    <a:pt x="165124" y="141109"/>
                  </a:lnTo>
                  <a:lnTo>
                    <a:pt x="164201" y="135816"/>
                  </a:lnTo>
                  <a:lnTo>
                    <a:pt x="163108" y="130555"/>
                  </a:lnTo>
                  <a:lnTo>
                    <a:pt x="161848" y="125332"/>
                  </a:lnTo>
                  <a:lnTo>
                    <a:pt x="160420" y="120152"/>
                  </a:lnTo>
                  <a:lnTo>
                    <a:pt x="158826" y="115021"/>
                  </a:lnTo>
                  <a:lnTo>
                    <a:pt x="157068" y="109944"/>
                  </a:lnTo>
                  <a:lnTo>
                    <a:pt x="155148" y="104926"/>
                  </a:lnTo>
                  <a:lnTo>
                    <a:pt x="153067" y="99972"/>
                  </a:lnTo>
                  <a:lnTo>
                    <a:pt x="150829" y="95087"/>
                  </a:lnTo>
                  <a:lnTo>
                    <a:pt x="148435" y="90277"/>
                  </a:lnTo>
                  <a:lnTo>
                    <a:pt x="145887" y="85547"/>
                  </a:lnTo>
                  <a:lnTo>
                    <a:pt x="143188" y="80901"/>
                  </a:lnTo>
                  <a:lnTo>
                    <a:pt x="140342" y="76344"/>
                  </a:lnTo>
                  <a:lnTo>
                    <a:pt x="137351" y="71880"/>
                  </a:lnTo>
                  <a:lnTo>
                    <a:pt x="134218" y="67515"/>
                  </a:lnTo>
                  <a:lnTo>
                    <a:pt x="130946" y="63253"/>
                  </a:lnTo>
                  <a:lnTo>
                    <a:pt x="127539" y="59099"/>
                  </a:lnTo>
                  <a:lnTo>
                    <a:pt x="124000" y="55056"/>
                  </a:lnTo>
                  <a:lnTo>
                    <a:pt x="120333" y="51129"/>
                  </a:lnTo>
                  <a:lnTo>
                    <a:pt x="116542" y="47322"/>
                  </a:lnTo>
                  <a:lnTo>
                    <a:pt x="112630" y="43638"/>
                  </a:lnTo>
                  <a:lnTo>
                    <a:pt x="108602" y="40082"/>
                  </a:lnTo>
                  <a:lnTo>
                    <a:pt x="104462" y="36658"/>
                  </a:lnTo>
                  <a:lnTo>
                    <a:pt x="100213" y="33368"/>
                  </a:lnTo>
                  <a:lnTo>
                    <a:pt x="95862" y="30217"/>
                  </a:lnTo>
                  <a:lnTo>
                    <a:pt x="91411" y="27207"/>
                  </a:lnTo>
                  <a:lnTo>
                    <a:pt x="86866" y="24341"/>
                  </a:lnTo>
                  <a:lnTo>
                    <a:pt x="82231" y="21623"/>
                  </a:lnTo>
                  <a:lnTo>
                    <a:pt x="77511" y="19056"/>
                  </a:lnTo>
                  <a:lnTo>
                    <a:pt x="72711" y="16641"/>
                  </a:lnTo>
                  <a:lnTo>
                    <a:pt x="67836" y="14382"/>
                  </a:lnTo>
                  <a:lnTo>
                    <a:pt x="62891" y="12281"/>
                  </a:lnTo>
                  <a:lnTo>
                    <a:pt x="57881" y="10340"/>
                  </a:lnTo>
                  <a:lnTo>
                    <a:pt x="52811" y="8561"/>
                  </a:lnTo>
                  <a:lnTo>
                    <a:pt x="47687" y="6946"/>
                  </a:lnTo>
                  <a:lnTo>
                    <a:pt x="42513" y="5496"/>
                  </a:lnTo>
                  <a:lnTo>
                    <a:pt x="37295" y="4213"/>
                  </a:lnTo>
                  <a:lnTo>
                    <a:pt x="32039" y="3099"/>
                  </a:lnTo>
                  <a:lnTo>
                    <a:pt x="26750" y="2154"/>
                  </a:lnTo>
                  <a:lnTo>
                    <a:pt x="21433" y="1379"/>
                  </a:lnTo>
                  <a:lnTo>
                    <a:pt x="16094" y="776"/>
                  </a:lnTo>
                  <a:lnTo>
                    <a:pt x="10739" y="345"/>
                  </a:lnTo>
                  <a:lnTo>
                    <a:pt x="537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g264"/>
            <p:cNvSpPr/>
            <p:nvPr/>
          </p:nvSpPr>
          <p:spPr>
            <a:xfrm>
              <a:off x="6412197" y="1735255"/>
              <a:ext cx="48349" cy="167167"/>
            </a:xfrm>
            <a:custGeom>
              <a:avLst/>
              <a:gdLst/>
              <a:ahLst/>
              <a:cxnLst/>
              <a:rect l="0" t="0" r="0" b="0"/>
              <a:pathLst>
                <a:path w="48349" h="167167">
                  <a:moveTo>
                    <a:pt x="48349" y="0"/>
                  </a:moveTo>
                  <a:lnTo>
                    <a:pt x="42219" y="112"/>
                  </a:lnTo>
                  <a:lnTo>
                    <a:pt x="36098" y="449"/>
                  </a:lnTo>
                  <a:lnTo>
                    <a:pt x="29992" y="1010"/>
                  </a:lnTo>
                  <a:lnTo>
                    <a:pt x="23912" y="1795"/>
                  </a:lnTo>
                  <a:lnTo>
                    <a:pt x="17864" y="2803"/>
                  </a:lnTo>
                  <a:lnTo>
                    <a:pt x="11858" y="4031"/>
                  </a:lnTo>
                  <a:lnTo>
                    <a:pt x="5900" y="5479"/>
                  </a:lnTo>
                  <a:lnTo>
                    <a:pt x="0" y="7144"/>
                  </a:lnTo>
                  <a:lnTo>
                    <a:pt x="4834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g265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g266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g267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g268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g269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g270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g271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g272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g273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g274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g275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g276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g277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g278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g279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g280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g281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g282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g283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g284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g285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g286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g287"/>
            <p:cNvSpPr/>
            <p:nvPr/>
          </p:nvSpPr>
          <p:spPr>
            <a:xfrm>
              <a:off x="6412197" y="1742400"/>
              <a:ext cx="48349" cy="160022"/>
            </a:xfrm>
            <a:custGeom>
              <a:avLst/>
              <a:gdLst/>
              <a:ahLst/>
              <a:cxnLst/>
              <a:rect l="0" t="0" r="0" b="0"/>
              <a:pathLst>
                <a:path w="48349" h="160022">
                  <a:moveTo>
                    <a:pt x="0" y="0"/>
                  </a:moveTo>
                  <a:lnTo>
                    <a:pt x="48349" y="160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g288"/>
            <p:cNvSpPr/>
            <p:nvPr/>
          </p:nvSpPr>
          <p:spPr>
            <a:xfrm>
              <a:off x="6293390" y="1742400"/>
              <a:ext cx="334313" cy="327190"/>
            </a:xfrm>
            <a:custGeom>
              <a:avLst/>
              <a:gdLst/>
              <a:ahLst/>
              <a:cxnLst/>
              <a:rect l="0" t="0" r="0" b="0"/>
              <a:pathLst>
                <a:path w="334313" h="327190">
                  <a:moveTo>
                    <a:pt x="118806" y="0"/>
                  </a:moveTo>
                  <a:lnTo>
                    <a:pt x="113767" y="1609"/>
                  </a:lnTo>
                  <a:lnTo>
                    <a:pt x="108782" y="3378"/>
                  </a:lnTo>
                  <a:lnTo>
                    <a:pt x="103855" y="5303"/>
                  </a:lnTo>
                  <a:lnTo>
                    <a:pt x="98992" y="7383"/>
                  </a:lnTo>
                  <a:lnTo>
                    <a:pt x="94196" y="9616"/>
                  </a:lnTo>
                  <a:lnTo>
                    <a:pt x="89474" y="12000"/>
                  </a:lnTo>
                  <a:lnTo>
                    <a:pt x="84830" y="14532"/>
                  </a:lnTo>
                  <a:lnTo>
                    <a:pt x="80268" y="17209"/>
                  </a:lnTo>
                  <a:lnTo>
                    <a:pt x="75793" y="20030"/>
                  </a:lnTo>
                  <a:lnTo>
                    <a:pt x="71410" y="22991"/>
                  </a:lnTo>
                  <a:lnTo>
                    <a:pt x="67122" y="26088"/>
                  </a:lnTo>
                  <a:lnTo>
                    <a:pt x="62935" y="29320"/>
                  </a:lnTo>
                  <a:lnTo>
                    <a:pt x="58852" y="32683"/>
                  </a:lnTo>
                  <a:lnTo>
                    <a:pt x="54877" y="36174"/>
                  </a:lnTo>
                  <a:lnTo>
                    <a:pt x="51015" y="39788"/>
                  </a:lnTo>
                  <a:lnTo>
                    <a:pt x="47269" y="43523"/>
                  </a:lnTo>
                  <a:lnTo>
                    <a:pt x="43643" y="47374"/>
                  </a:lnTo>
                  <a:lnTo>
                    <a:pt x="40141" y="51338"/>
                  </a:lnTo>
                  <a:lnTo>
                    <a:pt x="36766" y="55411"/>
                  </a:lnTo>
                  <a:lnTo>
                    <a:pt x="33521" y="59589"/>
                  </a:lnTo>
                  <a:lnTo>
                    <a:pt x="30411" y="63868"/>
                  </a:lnTo>
                  <a:lnTo>
                    <a:pt x="27437" y="68242"/>
                  </a:lnTo>
                  <a:lnTo>
                    <a:pt x="24603" y="72709"/>
                  </a:lnTo>
                  <a:lnTo>
                    <a:pt x="21912" y="77263"/>
                  </a:lnTo>
                  <a:lnTo>
                    <a:pt x="19366" y="81899"/>
                  </a:lnTo>
                  <a:lnTo>
                    <a:pt x="16968" y="86614"/>
                  </a:lnTo>
                  <a:lnTo>
                    <a:pt x="14721" y="91403"/>
                  </a:lnTo>
                  <a:lnTo>
                    <a:pt x="12626" y="96260"/>
                  </a:lnTo>
                  <a:lnTo>
                    <a:pt x="10686" y="101181"/>
                  </a:lnTo>
                  <a:lnTo>
                    <a:pt x="8903" y="106161"/>
                  </a:lnTo>
                  <a:lnTo>
                    <a:pt x="7278" y="111195"/>
                  </a:lnTo>
                  <a:lnTo>
                    <a:pt x="5813" y="116278"/>
                  </a:lnTo>
                  <a:lnTo>
                    <a:pt x="4510" y="121404"/>
                  </a:lnTo>
                  <a:lnTo>
                    <a:pt x="3370" y="126570"/>
                  </a:lnTo>
                  <a:lnTo>
                    <a:pt x="2393" y="131768"/>
                  </a:lnTo>
                  <a:lnTo>
                    <a:pt x="1582" y="136995"/>
                  </a:lnTo>
                  <a:lnTo>
                    <a:pt x="936" y="142246"/>
                  </a:lnTo>
                  <a:lnTo>
                    <a:pt x="457" y="147513"/>
                  </a:lnTo>
                  <a:lnTo>
                    <a:pt x="145" y="152794"/>
                  </a:lnTo>
                  <a:lnTo>
                    <a:pt x="0" y="158081"/>
                  </a:lnTo>
                  <a:lnTo>
                    <a:pt x="22" y="163371"/>
                  </a:lnTo>
                  <a:lnTo>
                    <a:pt x="211" y="168657"/>
                  </a:lnTo>
                  <a:lnTo>
                    <a:pt x="568" y="173935"/>
                  </a:lnTo>
                  <a:lnTo>
                    <a:pt x="1092" y="179199"/>
                  </a:lnTo>
                  <a:lnTo>
                    <a:pt x="1782" y="184443"/>
                  </a:lnTo>
                  <a:lnTo>
                    <a:pt x="2637" y="189663"/>
                  </a:lnTo>
                  <a:lnTo>
                    <a:pt x="3657" y="194853"/>
                  </a:lnTo>
                  <a:lnTo>
                    <a:pt x="4841" y="200009"/>
                  </a:lnTo>
                  <a:lnTo>
                    <a:pt x="6188" y="205124"/>
                  </a:lnTo>
                  <a:lnTo>
                    <a:pt x="7695" y="210195"/>
                  </a:lnTo>
                  <a:lnTo>
                    <a:pt x="9362" y="215215"/>
                  </a:lnTo>
                  <a:lnTo>
                    <a:pt x="11188" y="220179"/>
                  </a:lnTo>
                  <a:lnTo>
                    <a:pt x="13169" y="225084"/>
                  </a:lnTo>
                  <a:lnTo>
                    <a:pt x="15304" y="229923"/>
                  </a:lnTo>
                  <a:lnTo>
                    <a:pt x="17592" y="234693"/>
                  </a:lnTo>
                  <a:lnTo>
                    <a:pt x="20029" y="239387"/>
                  </a:lnTo>
                  <a:lnTo>
                    <a:pt x="22614" y="244003"/>
                  </a:lnTo>
                  <a:lnTo>
                    <a:pt x="25344" y="248534"/>
                  </a:lnTo>
                  <a:lnTo>
                    <a:pt x="28215" y="252976"/>
                  </a:lnTo>
                  <a:lnTo>
                    <a:pt x="31225" y="257325"/>
                  </a:lnTo>
                  <a:lnTo>
                    <a:pt x="34372" y="261577"/>
                  </a:lnTo>
                  <a:lnTo>
                    <a:pt x="37652" y="265728"/>
                  </a:lnTo>
                  <a:lnTo>
                    <a:pt x="41061" y="269772"/>
                  </a:lnTo>
                  <a:lnTo>
                    <a:pt x="44596" y="273707"/>
                  </a:lnTo>
                  <a:lnTo>
                    <a:pt x="48255" y="277527"/>
                  </a:lnTo>
                  <a:lnTo>
                    <a:pt x="52032" y="281230"/>
                  </a:lnTo>
                  <a:lnTo>
                    <a:pt x="55924" y="284812"/>
                  </a:lnTo>
                  <a:lnTo>
                    <a:pt x="59928" y="288269"/>
                  </a:lnTo>
                  <a:lnTo>
                    <a:pt x="64040" y="291597"/>
                  </a:lnTo>
                  <a:lnTo>
                    <a:pt x="68254" y="294794"/>
                  </a:lnTo>
                  <a:lnTo>
                    <a:pt x="72568" y="297856"/>
                  </a:lnTo>
                  <a:lnTo>
                    <a:pt x="76976" y="300779"/>
                  </a:lnTo>
                  <a:lnTo>
                    <a:pt x="81474" y="303562"/>
                  </a:lnTo>
                  <a:lnTo>
                    <a:pt x="86059" y="306201"/>
                  </a:lnTo>
                  <a:lnTo>
                    <a:pt x="90724" y="308694"/>
                  </a:lnTo>
                  <a:lnTo>
                    <a:pt x="95466" y="311037"/>
                  </a:lnTo>
                  <a:lnTo>
                    <a:pt x="100280" y="313230"/>
                  </a:lnTo>
                  <a:lnTo>
                    <a:pt x="105161" y="315269"/>
                  </a:lnTo>
                  <a:lnTo>
                    <a:pt x="110104" y="317153"/>
                  </a:lnTo>
                  <a:lnTo>
                    <a:pt x="115104" y="318879"/>
                  </a:lnTo>
                  <a:lnTo>
                    <a:pt x="120156" y="320447"/>
                  </a:lnTo>
                  <a:lnTo>
                    <a:pt x="125255" y="321853"/>
                  </a:lnTo>
                  <a:lnTo>
                    <a:pt x="130396" y="323098"/>
                  </a:lnTo>
                  <a:lnTo>
                    <a:pt x="135574" y="324179"/>
                  </a:lnTo>
                  <a:lnTo>
                    <a:pt x="140784" y="325096"/>
                  </a:lnTo>
                  <a:lnTo>
                    <a:pt x="146020" y="325848"/>
                  </a:lnTo>
                  <a:lnTo>
                    <a:pt x="151277" y="326434"/>
                  </a:lnTo>
                  <a:lnTo>
                    <a:pt x="156550" y="326853"/>
                  </a:lnTo>
                  <a:lnTo>
                    <a:pt x="161833" y="327105"/>
                  </a:lnTo>
                  <a:lnTo>
                    <a:pt x="167122" y="327190"/>
                  </a:lnTo>
                  <a:lnTo>
                    <a:pt x="172411" y="327107"/>
                  </a:lnTo>
                  <a:lnTo>
                    <a:pt x="177695" y="326857"/>
                  </a:lnTo>
                  <a:lnTo>
                    <a:pt x="182968" y="326440"/>
                  </a:lnTo>
                  <a:lnTo>
                    <a:pt x="188226" y="325856"/>
                  </a:lnTo>
                  <a:lnTo>
                    <a:pt x="193462" y="325107"/>
                  </a:lnTo>
                  <a:lnTo>
                    <a:pt x="198672" y="324192"/>
                  </a:lnTo>
                  <a:lnTo>
                    <a:pt x="203850" y="323113"/>
                  </a:lnTo>
                  <a:lnTo>
                    <a:pt x="208992" y="321870"/>
                  </a:lnTo>
                  <a:lnTo>
                    <a:pt x="214092" y="320465"/>
                  </a:lnTo>
                  <a:lnTo>
                    <a:pt x="219144" y="318900"/>
                  </a:lnTo>
                  <a:lnTo>
                    <a:pt x="224145" y="317176"/>
                  </a:lnTo>
                  <a:lnTo>
                    <a:pt x="229089" y="315294"/>
                  </a:lnTo>
                  <a:lnTo>
                    <a:pt x="233970" y="313257"/>
                  </a:lnTo>
                  <a:lnTo>
                    <a:pt x="238785" y="311066"/>
                  </a:lnTo>
                  <a:lnTo>
                    <a:pt x="243528" y="308724"/>
                  </a:lnTo>
                  <a:lnTo>
                    <a:pt x="248194" y="306233"/>
                  </a:lnTo>
                  <a:lnTo>
                    <a:pt x="252780" y="303596"/>
                  </a:lnTo>
                  <a:lnTo>
                    <a:pt x="257279" y="300815"/>
                  </a:lnTo>
                  <a:lnTo>
                    <a:pt x="261689" y="297893"/>
                  </a:lnTo>
                  <a:lnTo>
                    <a:pt x="266004" y="294833"/>
                  </a:lnTo>
                  <a:lnTo>
                    <a:pt x="270219" y="291638"/>
                  </a:lnTo>
                  <a:lnTo>
                    <a:pt x="274332" y="288312"/>
                  </a:lnTo>
                  <a:lnTo>
                    <a:pt x="278337" y="284857"/>
                  </a:lnTo>
                  <a:lnTo>
                    <a:pt x="282231" y="281276"/>
                  </a:lnTo>
                  <a:lnTo>
                    <a:pt x="286010" y="277575"/>
                  </a:lnTo>
                  <a:lnTo>
                    <a:pt x="289670" y="273756"/>
                  </a:lnTo>
                  <a:lnTo>
                    <a:pt x="293207" y="269822"/>
                  </a:lnTo>
                  <a:lnTo>
                    <a:pt x="296618" y="265779"/>
                  </a:lnTo>
                  <a:lnTo>
                    <a:pt x="299899" y="261630"/>
                  </a:lnTo>
                  <a:lnTo>
                    <a:pt x="303047" y="257380"/>
                  </a:lnTo>
                  <a:lnTo>
                    <a:pt x="306059" y="253031"/>
                  </a:lnTo>
                  <a:lnTo>
                    <a:pt x="308932" y="248590"/>
                  </a:lnTo>
                  <a:lnTo>
                    <a:pt x="311664" y="244060"/>
                  </a:lnTo>
                  <a:lnTo>
                    <a:pt x="314250" y="239446"/>
                  </a:lnTo>
                  <a:lnTo>
                    <a:pt x="316689" y="234752"/>
                  </a:lnTo>
                  <a:lnTo>
                    <a:pt x="318979" y="229984"/>
                  </a:lnTo>
                  <a:lnTo>
                    <a:pt x="321116" y="225145"/>
                  </a:lnTo>
                  <a:lnTo>
                    <a:pt x="323100" y="220242"/>
                  </a:lnTo>
                  <a:lnTo>
                    <a:pt x="324927" y="215278"/>
                  </a:lnTo>
                  <a:lnTo>
                    <a:pt x="326596" y="210258"/>
                  </a:lnTo>
                  <a:lnTo>
                    <a:pt x="328106" y="205189"/>
                  </a:lnTo>
                  <a:lnTo>
                    <a:pt x="329454" y="200074"/>
                  </a:lnTo>
                  <a:lnTo>
                    <a:pt x="330640" y="194919"/>
                  </a:lnTo>
                  <a:lnTo>
                    <a:pt x="331662" y="189729"/>
                  </a:lnTo>
                  <a:lnTo>
                    <a:pt x="332520" y="184509"/>
                  </a:lnTo>
                  <a:lnTo>
                    <a:pt x="333212" y="179265"/>
                  </a:lnTo>
                  <a:lnTo>
                    <a:pt x="333738" y="174001"/>
                  </a:lnTo>
                  <a:lnTo>
                    <a:pt x="334096" y="168724"/>
                  </a:lnTo>
                  <a:lnTo>
                    <a:pt x="334288" y="163438"/>
                  </a:lnTo>
                  <a:lnTo>
                    <a:pt x="334313" y="158148"/>
                  </a:lnTo>
                  <a:lnTo>
                    <a:pt x="334170" y="152860"/>
                  </a:lnTo>
                  <a:lnTo>
                    <a:pt x="333859" y="147580"/>
                  </a:lnTo>
                  <a:lnTo>
                    <a:pt x="333382" y="142312"/>
                  </a:lnTo>
                  <a:lnTo>
                    <a:pt x="332739" y="137061"/>
                  </a:lnTo>
                  <a:lnTo>
                    <a:pt x="331929" y="131834"/>
                  </a:lnTo>
                  <a:lnTo>
                    <a:pt x="330955" y="126635"/>
                  </a:lnTo>
                  <a:lnTo>
                    <a:pt x="329817" y="121469"/>
                  </a:lnTo>
                  <a:lnTo>
                    <a:pt x="328516" y="116342"/>
                  </a:lnTo>
                  <a:lnTo>
                    <a:pt x="327053" y="111259"/>
                  </a:lnTo>
                  <a:lnTo>
                    <a:pt x="325430" y="106224"/>
                  </a:lnTo>
                  <a:lnTo>
                    <a:pt x="323649" y="101244"/>
                  </a:lnTo>
                  <a:lnTo>
                    <a:pt x="321711" y="96322"/>
                  </a:lnTo>
                  <a:lnTo>
                    <a:pt x="319618" y="91464"/>
                  </a:lnTo>
                  <a:lnTo>
                    <a:pt x="317372" y="86674"/>
                  </a:lnTo>
                  <a:lnTo>
                    <a:pt x="314976" y="81958"/>
                  </a:lnTo>
                  <a:lnTo>
                    <a:pt x="312433" y="77320"/>
                  </a:lnTo>
                  <a:lnTo>
                    <a:pt x="309743" y="72765"/>
                  </a:lnTo>
                  <a:lnTo>
                    <a:pt x="306911" y="68298"/>
                  </a:lnTo>
                  <a:lnTo>
                    <a:pt x="303939" y="63922"/>
                  </a:lnTo>
                  <a:lnTo>
                    <a:pt x="300830" y="59643"/>
                  </a:lnTo>
                  <a:lnTo>
                    <a:pt x="297587" y="55463"/>
                  </a:lnTo>
                  <a:lnTo>
                    <a:pt x="294214" y="51389"/>
                  </a:lnTo>
                  <a:lnTo>
                    <a:pt x="290713" y="47424"/>
                  </a:lnTo>
                  <a:lnTo>
                    <a:pt x="287089" y="43571"/>
                  </a:lnTo>
                  <a:lnTo>
                    <a:pt x="283345" y="39834"/>
                  </a:lnTo>
                  <a:lnTo>
                    <a:pt x="279484" y="36218"/>
                  </a:lnTo>
                  <a:lnTo>
                    <a:pt x="275511" y="32727"/>
                  </a:lnTo>
                  <a:lnTo>
                    <a:pt x="271429" y="29362"/>
                  </a:lnTo>
                  <a:lnTo>
                    <a:pt x="267243" y="26128"/>
                  </a:lnTo>
                  <a:lnTo>
                    <a:pt x="262956" y="23029"/>
                  </a:lnTo>
                  <a:lnTo>
                    <a:pt x="258574" y="20066"/>
                  </a:lnTo>
                  <a:lnTo>
                    <a:pt x="254100" y="17244"/>
                  </a:lnTo>
                  <a:lnTo>
                    <a:pt x="249539" y="14565"/>
                  </a:lnTo>
                  <a:lnTo>
                    <a:pt x="244896" y="12031"/>
                  </a:lnTo>
                  <a:lnTo>
                    <a:pt x="240175" y="9645"/>
                  </a:lnTo>
                  <a:lnTo>
                    <a:pt x="235381" y="7411"/>
                  </a:lnTo>
                  <a:lnTo>
                    <a:pt x="230518" y="5328"/>
                  </a:lnTo>
                  <a:lnTo>
                    <a:pt x="167156" y="160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g289"/>
            <p:cNvSpPr/>
            <p:nvPr/>
          </p:nvSpPr>
          <p:spPr>
            <a:xfrm>
              <a:off x="6460546" y="1735255"/>
              <a:ext cx="63362" cy="167167"/>
            </a:xfrm>
            <a:custGeom>
              <a:avLst/>
              <a:gdLst/>
              <a:ahLst/>
              <a:cxnLst/>
              <a:rect l="0" t="0" r="0" b="0"/>
              <a:pathLst>
                <a:path w="63362" h="167167">
                  <a:moveTo>
                    <a:pt x="63362" y="12473"/>
                  </a:moveTo>
                  <a:lnTo>
                    <a:pt x="57856" y="10331"/>
                  </a:lnTo>
                  <a:lnTo>
                    <a:pt x="52279" y="8385"/>
                  </a:lnTo>
                  <a:lnTo>
                    <a:pt x="46635" y="6636"/>
                  </a:lnTo>
                  <a:lnTo>
                    <a:pt x="40934" y="5089"/>
                  </a:lnTo>
                  <a:lnTo>
                    <a:pt x="35182" y="3744"/>
                  </a:lnTo>
                  <a:lnTo>
                    <a:pt x="29385" y="2603"/>
                  </a:lnTo>
                  <a:lnTo>
                    <a:pt x="23552" y="1667"/>
                  </a:lnTo>
                  <a:lnTo>
                    <a:pt x="17690" y="938"/>
                  </a:lnTo>
                  <a:lnTo>
                    <a:pt x="11805" y="417"/>
                  </a:lnTo>
                  <a:lnTo>
                    <a:pt x="5906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g294"/>
            <p:cNvSpPr/>
            <p:nvPr/>
          </p:nvSpPr>
          <p:spPr>
            <a:xfrm>
              <a:off x="5915689" y="1379510"/>
              <a:ext cx="327007" cy="334333"/>
            </a:xfrm>
            <a:custGeom>
              <a:avLst/>
              <a:gdLst/>
              <a:ahLst/>
              <a:cxnLst/>
              <a:rect l="0" t="0" r="0" b="0"/>
              <a:pathLst>
                <a:path w="327007" h="334333">
                  <a:moveTo>
                    <a:pt x="167150" y="0"/>
                  </a:moveTo>
                  <a:lnTo>
                    <a:pt x="161841" y="84"/>
                  </a:lnTo>
                  <a:lnTo>
                    <a:pt x="156536" y="337"/>
                  </a:lnTo>
                  <a:lnTo>
                    <a:pt x="151243" y="758"/>
                  </a:lnTo>
                  <a:lnTo>
                    <a:pt x="145966" y="1347"/>
                  </a:lnTo>
                  <a:lnTo>
                    <a:pt x="140710" y="2104"/>
                  </a:lnTo>
                  <a:lnTo>
                    <a:pt x="135480" y="3027"/>
                  </a:lnTo>
                  <a:lnTo>
                    <a:pt x="130283" y="4115"/>
                  </a:lnTo>
                  <a:lnTo>
                    <a:pt x="125123" y="5369"/>
                  </a:lnTo>
                  <a:lnTo>
                    <a:pt x="120005" y="6785"/>
                  </a:lnTo>
                  <a:lnTo>
                    <a:pt x="114935" y="8363"/>
                  </a:lnTo>
                  <a:lnTo>
                    <a:pt x="109918" y="10102"/>
                  </a:lnTo>
                  <a:lnTo>
                    <a:pt x="104958" y="11999"/>
                  </a:lnTo>
                  <a:lnTo>
                    <a:pt x="100061" y="14053"/>
                  </a:lnTo>
                  <a:lnTo>
                    <a:pt x="95232" y="16261"/>
                  </a:lnTo>
                  <a:lnTo>
                    <a:pt x="90475" y="18621"/>
                  </a:lnTo>
                  <a:lnTo>
                    <a:pt x="85796" y="21131"/>
                  </a:lnTo>
                  <a:lnTo>
                    <a:pt x="81199" y="23789"/>
                  </a:lnTo>
                  <a:lnTo>
                    <a:pt x="76688" y="26591"/>
                  </a:lnTo>
                  <a:lnTo>
                    <a:pt x="72269" y="29535"/>
                  </a:lnTo>
                  <a:lnTo>
                    <a:pt x="67945" y="32618"/>
                  </a:lnTo>
                  <a:lnTo>
                    <a:pt x="63722" y="35837"/>
                  </a:lnTo>
                  <a:lnTo>
                    <a:pt x="59603" y="39188"/>
                  </a:lnTo>
                  <a:lnTo>
                    <a:pt x="55592" y="42669"/>
                  </a:lnTo>
                  <a:lnTo>
                    <a:pt x="51694" y="46275"/>
                  </a:lnTo>
                  <a:lnTo>
                    <a:pt x="47913" y="50003"/>
                  </a:lnTo>
                  <a:lnTo>
                    <a:pt x="44252" y="53849"/>
                  </a:lnTo>
                  <a:lnTo>
                    <a:pt x="40715" y="57809"/>
                  </a:lnTo>
                  <a:lnTo>
                    <a:pt x="37305" y="61880"/>
                  </a:lnTo>
                  <a:lnTo>
                    <a:pt x="34027" y="66058"/>
                  </a:lnTo>
                  <a:lnTo>
                    <a:pt x="30882" y="70337"/>
                  </a:lnTo>
                  <a:lnTo>
                    <a:pt x="27876" y="74714"/>
                  </a:lnTo>
                  <a:lnTo>
                    <a:pt x="25010" y="79184"/>
                  </a:lnTo>
                  <a:lnTo>
                    <a:pt x="22287" y="83743"/>
                  </a:lnTo>
                  <a:lnTo>
                    <a:pt x="19710" y="88386"/>
                  </a:lnTo>
                  <a:lnTo>
                    <a:pt x="17282" y="93108"/>
                  </a:lnTo>
                  <a:lnTo>
                    <a:pt x="15006" y="97906"/>
                  </a:lnTo>
                  <a:lnTo>
                    <a:pt x="12883" y="102773"/>
                  </a:lnTo>
                  <a:lnTo>
                    <a:pt x="10915" y="107705"/>
                  </a:lnTo>
                  <a:lnTo>
                    <a:pt x="9106" y="112698"/>
                  </a:lnTo>
                  <a:lnTo>
                    <a:pt x="7455" y="117745"/>
                  </a:lnTo>
                  <a:lnTo>
                    <a:pt x="5966" y="122842"/>
                  </a:lnTo>
                  <a:lnTo>
                    <a:pt x="4640" y="127984"/>
                  </a:lnTo>
                  <a:lnTo>
                    <a:pt x="3477" y="133165"/>
                  </a:lnTo>
                  <a:lnTo>
                    <a:pt x="2480" y="138380"/>
                  </a:lnTo>
                  <a:lnTo>
                    <a:pt x="1649" y="143625"/>
                  </a:lnTo>
                  <a:lnTo>
                    <a:pt x="984" y="148894"/>
                  </a:lnTo>
                  <a:lnTo>
                    <a:pt x="488" y="154180"/>
                  </a:lnTo>
                  <a:lnTo>
                    <a:pt x="159" y="159480"/>
                  </a:lnTo>
                  <a:lnTo>
                    <a:pt x="0" y="164788"/>
                  </a:lnTo>
                  <a:lnTo>
                    <a:pt x="8" y="170098"/>
                  </a:lnTo>
                  <a:lnTo>
                    <a:pt x="186" y="175405"/>
                  </a:lnTo>
                  <a:lnTo>
                    <a:pt x="532" y="180704"/>
                  </a:lnTo>
                  <a:lnTo>
                    <a:pt x="1046" y="185989"/>
                  </a:lnTo>
                  <a:lnTo>
                    <a:pt x="1727" y="191256"/>
                  </a:lnTo>
                  <a:lnTo>
                    <a:pt x="2576" y="196497"/>
                  </a:lnTo>
                  <a:lnTo>
                    <a:pt x="3590" y="201710"/>
                  </a:lnTo>
                  <a:lnTo>
                    <a:pt x="4770" y="206887"/>
                  </a:lnTo>
                  <a:lnTo>
                    <a:pt x="6114" y="212025"/>
                  </a:lnTo>
                  <a:lnTo>
                    <a:pt x="7620" y="217117"/>
                  </a:lnTo>
                  <a:lnTo>
                    <a:pt x="9286" y="222158"/>
                  </a:lnTo>
                  <a:lnTo>
                    <a:pt x="11113" y="227145"/>
                  </a:lnTo>
                  <a:lnTo>
                    <a:pt x="13096" y="232070"/>
                  </a:lnTo>
                  <a:lnTo>
                    <a:pt x="15236" y="236930"/>
                  </a:lnTo>
                  <a:lnTo>
                    <a:pt x="17528" y="241720"/>
                  </a:lnTo>
                  <a:lnTo>
                    <a:pt x="19971" y="246435"/>
                  </a:lnTo>
                  <a:lnTo>
                    <a:pt x="22563" y="251069"/>
                  </a:lnTo>
                  <a:lnTo>
                    <a:pt x="25301" y="255619"/>
                  </a:lnTo>
                  <a:lnTo>
                    <a:pt x="28182" y="260080"/>
                  </a:lnTo>
                  <a:lnTo>
                    <a:pt x="31203" y="264447"/>
                  </a:lnTo>
                  <a:lnTo>
                    <a:pt x="34361" y="268716"/>
                  </a:lnTo>
                  <a:lnTo>
                    <a:pt x="37654" y="272882"/>
                  </a:lnTo>
                  <a:lnTo>
                    <a:pt x="41077" y="276942"/>
                  </a:lnTo>
                  <a:lnTo>
                    <a:pt x="44627" y="280891"/>
                  </a:lnTo>
                  <a:lnTo>
                    <a:pt x="48301" y="284725"/>
                  </a:lnTo>
                  <a:lnTo>
                    <a:pt x="52095" y="288440"/>
                  </a:lnTo>
                  <a:lnTo>
                    <a:pt x="56004" y="292033"/>
                  </a:lnTo>
                  <a:lnTo>
                    <a:pt x="60026" y="295500"/>
                  </a:lnTo>
                  <a:lnTo>
                    <a:pt x="64156" y="298838"/>
                  </a:lnTo>
                  <a:lnTo>
                    <a:pt x="68390" y="302043"/>
                  </a:lnTo>
                  <a:lnTo>
                    <a:pt x="72724" y="305111"/>
                  </a:lnTo>
                  <a:lnTo>
                    <a:pt x="77153" y="308041"/>
                  </a:lnTo>
                  <a:lnTo>
                    <a:pt x="81673" y="310828"/>
                  </a:lnTo>
                  <a:lnTo>
                    <a:pt x="86279" y="313471"/>
                  </a:lnTo>
                  <a:lnTo>
                    <a:pt x="90966" y="315965"/>
                  </a:lnTo>
                  <a:lnTo>
                    <a:pt x="95731" y="318310"/>
                  </a:lnTo>
                  <a:lnTo>
                    <a:pt x="100567" y="320502"/>
                  </a:lnTo>
                  <a:lnTo>
                    <a:pt x="105471" y="322540"/>
                  </a:lnTo>
                  <a:lnTo>
                    <a:pt x="110437" y="324420"/>
                  </a:lnTo>
                  <a:lnTo>
                    <a:pt x="115460" y="326142"/>
                  </a:lnTo>
                  <a:lnTo>
                    <a:pt x="120536" y="327704"/>
                  </a:lnTo>
                  <a:lnTo>
                    <a:pt x="125658" y="329103"/>
                  </a:lnTo>
                  <a:lnTo>
                    <a:pt x="130822" y="330339"/>
                  </a:lnTo>
                  <a:lnTo>
                    <a:pt x="136023" y="331411"/>
                  </a:lnTo>
                  <a:lnTo>
                    <a:pt x="141255" y="332317"/>
                  </a:lnTo>
                  <a:lnTo>
                    <a:pt x="146514" y="333056"/>
                  </a:lnTo>
                  <a:lnTo>
                    <a:pt x="151793" y="333628"/>
                  </a:lnTo>
                  <a:lnTo>
                    <a:pt x="157088" y="334031"/>
                  </a:lnTo>
                  <a:lnTo>
                    <a:pt x="162393" y="334267"/>
                  </a:lnTo>
                  <a:lnTo>
                    <a:pt x="167702" y="334333"/>
                  </a:lnTo>
                  <a:lnTo>
                    <a:pt x="173012" y="334232"/>
                  </a:lnTo>
                  <a:lnTo>
                    <a:pt x="178315" y="333961"/>
                  </a:lnTo>
                  <a:lnTo>
                    <a:pt x="183607" y="333522"/>
                  </a:lnTo>
                  <a:lnTo>
                    <a:pt x="188882" y="332916"/>
                  </a:lnTo>
                  <a:lnTo>
                    <a:pt x="194136" y="332142"/>
                  </a:lnTo>
                  <a:lnTo>
                    <a:pt x="199362" y="331202"/>
                  </a:lnTo>
                  <a:lnTo>
                    <a:pt x="204555" y="330096"/>
                  </a:lnTo>
                  <a:lnTo>
                    <a:pt x="209711" y="328825"/>
                  </a:lnTo>
                  <a:lnTo>
                    <a:pt x="214824" y="327392"/>
                  </a:lnTo>
                  <a:lnTo>
                    <a:pt x="219889" y="325797"/>
                  </a:lnTo>
                  <a:lnTo>
                    <a:pt x="224901" y="324042"/>
                  </a:lnTo>
                  <a:lnTo>
                    <a:pt x="229854" y="322129"/>
                  </a:lnTo>
                  <a:lnTo>
                    <a:pt x="234745" y="320059"/>
                  </a:lnTo>
                  <a:lnTo>
                    <a:pt x="239567" y="317835"/>
                  </a:lnTo>
                  <a:lnTo>
                    <a:pt x="244315" y="315459"/>
                  </a:lnTo>
                  <a:lnTo>
                    <a:pt x="248986" y="312933"/>
                  </a:lnTo>
                  <a:lnTo>
                    <a:pt x="253575" y="310260"/>
                  </a:lnTo>
                  <a:lnTo>
                    <a:pt x="258076" y="307443"/>
                  </a:lnTo>
                  <a:lnTo>
                    <a:pt x="262486" y="304484"/>
                  </a:lnTo>
                  <a:lnTo>
                    <a:pt x="266799" y="301387"/>
                  </a:lnTo>
                  <a:lnTo>
                    <a:pt x="271012" y="298154"/>
                  </a:lnTo>
                  <a:lnTo>
                    <a:pt x="275119" y="294790"/>
                  </a:lnTo>
                  <a:lnTo>
                    <a:pt x="279118" y="291296"/>
                  </a:lnTo>
                  <a:lnTo>
                    <a:pt x="283004" y="287677"/>
                  </a:lnTo>
                  <a:lnTo>
                    <a:pt x="286774" y="283937"/>
                  </a:lnTo>
                  <a:lnTo>
                    <a:pt x="290422" y="280078"/>
                  </a:lnTo>
                  <a:lnTo>
                    <a:pt x="293946" y="276106"/>
                  </a:lnTo>
                  <a:lnTo>
                    <a:pt x="297342" y="272024"/>
                  </a:lnTo>
                  <a:lnTo>
                    <a:pt x="300607" y="267836"/>
                  </a:lnTo>
                  <a:lnTo>
                    <a:pt x="303737" y="263546"/>
                  </a:lnTo>
                  <a:lnTo>
                    <a:pt x="306729" y="259160"/>
                  </a:lnTo>
                  <a:lnTo>
                    <a:pt x="309580" y="254680"/>
                  </a:lnTo>
                  <a:lnTo>
                    <a:pt x="312288" y="250112"/>
                  </a:lnTo>
                  <a:lnTo>
                    <a:pt x="314849" y="245460"/>
                  </a:lnTo>
                  <a:lnTo>
                    <a:pt x="317262" y="240730"/>
                  </a:lnTo>
                  <a:lnTo>
                    <a:pt x="319522" y="235925"/>
                  </a:lnTo>
                  <a:lnTo>
                    <a:pt x="321629" y="231051"/>
                  </a:lnTo>
                  <a:lnTo>
                    <a:pt x="323580" y="226112"/>
                  </a:lnTo>
                  <a:lnTo>
                    <a:pt x="325374" y="221114"/>
                  </a:lnTo>
                  <a:lnTo>
                    <a:pt x="327007" y="21606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59857" cy="48894"/>
            </a:xfrm>
            <a:custGeom>
              <a:avLst/>
              <a:gdLst/>
              <a:ahLst/>
              <a:cxnLst/>
              <a:rect l="0" t="0" r="0" b="0"/>
              <a:pathLst>
                <a:path w="159857" h="48894">
                  <a:moveTo>
                    <a:pt x="159857" y="488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60067" cy="48894"/>
            </a:xfrm>
            <a:custGeom>
              <a:avLst/>
              <a:gdLst/>
              <a:ahLst/>
              <a:cxnLst/>
              <a:rect l="0" t="0" r="0" b="0"/>
              <a:pathLst>
                <a:path w="160067" h="48894">
                  <a:moveTo>
                    <a:pt x="159857" y="48894"/>
                  </a:moveTo>
                  <a:lnTo>
                    <a:pt x="160067" y="4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g318"/>
            <p:cNvSpPr/>
            <p:nvPr/>
          </p:nvSpPr>
          <p:spPr>
            <a:xfrm>
              <a:off x="6082840" y="1379510"/>
              <a:ext cx="167166" cy="215368"/>
            </a:xfrm>
            <a:custGeom>
              <a:avLst/>
              <a:gdLst/>
              <a:ahLst/>
              <a:cxnLst/>
              <a:rect l="0" t="0" r="0" b="0"/>
              <a:pathLst>
                <a:path w="167166" h="215368">
                  <a:moveTo>
                    <a:pt x="160067" y="215368"/>
                  </a:moveTo>
                  <a:lnTo>
                    <a:pt x="161533" y="210202"/>
                  </a:lnTo>
                  <a:lnTo>
                    <a:pt x="162832" y="204991"/>
                  </a:lnTo>
                  <a:lnTo>
                    <a:pt x="163962" y="199741"/>
                  </a:lnTo>
                  <a:lnTo>
                    <a:pt x="164924" y="194458"/>
                  </a:lnTo>
                  <a:lnTo>
                    <a:pt x="165716" y="189147"/>
                  </a:lnTo>
                  <a:lnTo>
                    <a:pt x="166336" y="183812"/>
                  </a:lnTo>
                  <a:lnTo>
                    <a:pt x="166785" y="178461"/>
                  </a:lnTo>
                  <a:lnTo>
                    <a:pt x="167062" y="173098"/>
                  </a:lnTo>
                  <a:lnTo>
                    <a:pt x="167166" y="167729"/>
                  </a:lnTo>
                  <a:lnTo>
                    <a:pt x="167098" y="162359"/>
                  </a:lnTo>
                  <a:lnTo>
                    <a:pt x="166857" y="156995"/>
                  </a:lnTo>
                  <a:lnTo>
                    <a:pt x="166444" y="151640"/>
                  </a:lnTo>
                  <a:lnTo>
                    <a:pt x="165860" y="146302"/>
                  </a:lnTo>
                  <a:lnTo>
                    <a:pt x="165104" y="140985"/>
                  </a:lnTo>
                  <a:lnTo>
                    <a:pt x="164178" y="135696"/>
                  </a:lnTo>
                  <a:lnTo>
                    <a:pt x="163082" y="130438"/>
                  </a:lnTo>
                  <a:lnTo>
                    <a:pt x="161818" y="125219"/>
                  </a:lnTo>
                  <a:lnTo>
                    <a:pt x="160387" y="120043"/>
                  </a:lnTo>
                  <a:lnTo>
                    <a:pt x="158791" y="114916"/>
                  </a:lnTo>
                  <a:lnTo>
                    <a:pt x="157031" y="109842"/>
                  </a:lnTo>
                  <a:lnTo>
                    <a:pt x="155109" y="104828"/>
                  </a:lnTo>
                  <a:lnTo>
                    <a:pt x="153026" y="99878"/>
                  </a:lnTo>
                  <a:lnTo>
                    <a:pt x="150786" y="94998"/>
                  </a:lnTo>
                  <a:lnTo>
                    <a:pt x="148390" y="90192"/>
                  </a:lnTo>
                  <a:lnTo>
                    <a:pt x="145841" y="85465"/>
                  </a:lnTo>
                  <a:lnTo>
                    <a:pt x="143141" y="80823"/>
                  </a:lnTo>
                  <a:lnTo>
                    <a:pt x="140294" y="76269"/>
                  </a:lnTo>
                  <a:lnTo>
                    <a:pt x="137302" y="71810"/>
                  </a:lnTo>
                  <a:lnTo>
                    <a:pt x="134168" y="67449"/>
                  </a:lnTo>
                  <a:lnTo>
                    <a:pt x="130896" y="63191"/>
                  </a:lnTo>
                  <a:lnTo>
                    <a:pt x="127489" y="59040"/>
                  </a:lnTo>
                  <a:lnTo>
                    <a:pt x="123950" y="55001"/>
                  </a:lnTo>
                  <a:lnTo>
                    <a:pt x="120283" y="51078"/>
                  </a:lnTo>
                  <a:lnTo>
                    <a:pt x="116493" y="47274"/>
                  </a:lnTo>
                  <a:lnTo>
                    <a:pt x="112581" y="43594"/>
                  </a:lnTo>
                  <a:lnTo>
                    <a:pt x="108554" y="40042"/>
                  </a:lnTo>
                  <a:lnTo>
                    <a:pt x="104415" y="36620"/>
                  </a:lnTo>
                  <a:lnTo>
                    <a:pt x="100168" y="33334"/>
                  </a:lnTo>
                  <a:lnTo>
                    <a:pt x="95817" y="30186"/>
                  </a:lnTo>
                  <a:lnTo>
                    <a:pt x="91368" y="27179"/>
                  </a:lnTo>
                  <a:lnTo>
                    <a:pt x="86825" y="24316"/>
                  </a:lnTo>
                  <a:lnTo>
                    <a:pt x="82191" y="21601"/>
                  </a:lnTo>
                  <a:lnTo>
                    <a:pt x="77473" y="19036"/>
                  </a:lnTo>
                  <a:lnTo>
                    <a:pt x="72675" y="16624"/>
                  </a:lnTo>
                  <a:lnTo>
                    <a:pt x="67802" y="14367"/>
                  </a:lnTo>
                  <a:lnTo>
                    <a:pt x="62859" y="12268"/>
                  </a:lnTo>
                  <a:lnTo>
                    <a:pt x="57852" y="10329"/>
                  </a:lnTo>
                  <a:lnTo>
                    <a:pt x="52784" y="8552"/>
                  </a:lnTo>
                  <a:lnTo>
                    <a:pt x="47662" y="6938"/>
                  </a:lnTo>
                  <a:lnTo>
                    <a:pt x="42491" y="5490"/>
                  </a:lnTo>
                  <a:lnTo>
                    <a:pt x="37276" y="4209"/>
                  </a:lnTo>
                  <a:lnTo>
                    <a:pt x="32023" y="3095"/>
                  </a:lnTo>
                  <a:lnTo>
                    <a:pt x="26736" y="2151"/>
                  </a:lnTo>
                  <a:lnTo>
                    <a:pt x="21422" y="1378"/>
                  </a:lnTo>
                  <a:lnTo>
                    <a:pt x="16086" y="775"/>
                  </a:lnTo>
                  <a:lnTo>
                    <a:pt x="10733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g324"/>
            <p:cNvSpPr/>
            <p:nvPr/>
          </p:nvSpPr>
          <p:spPr>
            <a:xfrm>
              <a:off x="5465986" y="1120312"/>
              <a:ext cx="334304" cy="334334"/>
            </a:xfrm>
            <a:custGeom>
              <a:avLst/>
              <a:gdLst/>
              <a:ahLst/>
              <a:cxnLst/>
              <a:rect l="0" t="0" r="0" b="0"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2" y="1342"/>
                  </a:lnTo>
                  <a:lnTo>
                    <a:pt x="140756" y="2096"/>
                  </a:lnTo>
                  <a:lnTo>
                    <a:pt x="135535" y="3016"/>
                  </a:lnTo>
                  <a:lnTo>
                    <a:pt x="130347" y="4101"/>
                  </a:lnTo>
                  <a:lnTo>
                    <a:pt x="125196" y="5350"/>
                  </a:lnTo>
                  <a:lnTo>
                    <a:pt x="120086" y="6761"/>
                  </a:lnTo>
                  <a:lnTo>
                    <a:pt x="115024" y="8334"/>
                  </a:lnTo>
                  <a:lnTo>
                    <a:pt x="110015" y="10066"/>
                  </a:lnTo>
                  <a:lnTo>
                    <a:pt x="105063" y="11957"/>
                  </a:lnTo>
                  <a:lnTo>
                    <a:pt x="100173" y="14003"/>
                  </a:lnTo>
                  <a:lnTo>
                    <a:pt x="95351" y="16203"/>
                  </a:lnTo>
                  <a:lnTo>
                    <a:pt x="90601" y="18556"/>
                  </a:lnTo>
                  <a:lnTo>
                    <a:pt x="85928" y="21057"/>
                  </a:lnTo>
                  <a:lnTo>
                    <a:pt x="81336" y="23706"/>
                  </a:lnTo>
                  <a:lnTo>
                    <a:pt x="76831" y="26498"/>
                  </a:lnTo>
                  <a:lnTo>
                    <a:pt x="72417" y="29433"/>
                  </a:lnTo>
                  <a:lnTo>
                    <a:pt x="68097" y="32505"/>
                  </a:lnTo>
                  <a:lnTo>
                    <a:pt x="63878" y="35713"/>
                  </a:lnTo>
                  <a:lnTo>
                    <a:pt x="59762" y="39054"/>
                  </a:lnTo>
                  <a:lnTo>
                    <a:pt x="55754" y="42523"/>
                  </a:lnTo>
                  <a:lnTo>
                    <a:pt x="51859" y="46117"/>
                  </a:lnTo>
                  <a:lnTo>
                    <a:pt x="48079" y="49833"/>
                  </a:lnTo>
                  <a:lnTo>
                    <a:pt x="44419" y="53667"/>
                  </a:lnTo>
                  <a:lnTo>
                    <a:pt x="40882" y="57615"/>
                  </a:lnTo>
                  <a:lnTo>
                    <a:pt x="37472" y="61674"/>
                  </a:lnTo>
                  <a:lnTo>
                    <a:pt x="34193" y="65838"/>
                  </a:lnTo>
                  <a:lnTo>
                    <a:pt x="31047" y="70104"/>
                  </a:lnTo>
                  <a:lnTo>
                    <a:pt x="28038" y="74468"/>
                  </a:lnTo>
                  <a:lnTo>
                    <a:pt x="25169" y="78925"/>
                  </a:lnTo>
                  <a:lnTo>
                    <a:pt x="22443" y="83471"/>
                  </a:lnTo>
                  <a:lnTo>
                    <a:pt x="19862" y="88101"/>
                  </a:lnTo>
                  <a:lnTo>
                    <a:pt x="17429" y="92810"/>
                  </a:lnTo>
                  <a:lnTo>
                    <a:pt x="15147" y="97594"/>
                  </a:lnTo>
                  <a:lnTo>
                    <a:pt x="13018" y="102448"/>
                  </a:lnTo>
                  <a:lnTo>
                    <a:pt x="11043" y="107368"/>
                  </a:lnTo>
                  <a:lnTo>
                    <a:pt x="9226" y="112347"/>
                  </a:lnTo>
                  <a:lnTo>
                    <a:pt x="7567" y="117381"/>
                  </a:lnTo>
                  <a:lnTo>
                    <a:pt x="6069" y="122466"/>
                  </a:lnTo>
                  <a:lnTo>
                    <a:pt x="4733" y="127595"/>
                  </a:lnTo>
                  <a:lnTo>
                    <a:pt x="3560" y="132764"/>
                  </a:lnTo>
                  <a:lnTo>
                    <a:pt x="2551" y="137968"/>
                  </a:lnTo>
                  <a:lnTo>
                    <a:pt x="1708" y="143201"/>
                  </a:lnTo>
                  <a:lnTo>
                    <a:pt x="1032" y="148459"/>
                  </a:lnTo>
                  <a:lnTo>
                    <a:pt x="522" y="153735"/>
                  </a:lnTo>
                  <a:lnTo>
                    <a:pt x="180" y="159024"/>
                  </a:lnTo>
                  <a:lnTo>
                    <a:pt x="6" y="164322"/>
                  </a:lnTo>
                  <a:lnTo>
                    <a:pt x="0" y="169622"/>
                  </a:lnTo>
                  <a:lnTo>
                    <a:pt x="161" y="174921"/>
                  </a:lnTo>
                  <a:lnTo>
                    <a:pt x="491" y="180211"/>
                  </a:lnTo>
                  <a:lnTo>
                    <a:pt x="988" y="185488"/>
                  </a:lnTo>
                  <a:lnTo>
                    <a:pt x="1653" y="190747"/>
                  </a:lnTo>
                  <a:lnTo>
                    <a:pt x="2484" y="195982"/>
                  </a:lnTo>
                  <a:lnTo>
                    <a:pt x="3480" y="201188"/>
                  </a:lnTo>
                  <a:lnTo>
                    <a:pt x="4641" y="206360"/>
                  </a:lnTo>
                  <a:lnTo>
                    <a:pt x="5965" y="211493"/>
                  </a:lnTo>
                  <a:lnTo>
                    <a:pt x="7452" y="216581"/>
                  </a:lnTo>
                  <a:lnTo>
                    <a:pt x="9098" y="221619"/>
                  </a:lnTo>
                  <a:lnTo>
                    <a:pt x="10904" y="226602"/>
                  </a:lnTo>
                  <a:lnTo>
                    <a:pt x="12867" y="231526"/>
                  </a:lnTo>
                  <a:lnTo>
                    <a:pt x="14985" y="236385"/>
                  </a:lnTo>
                  <a:lnTo>
                    <a:pt x="17256" y="241175"/>
                  </a:lnTo>
                  <a:lnTo>
                    <a:pt x="19678" y="245890"/>
                  </a:lnTo>
                  <a:lnTo>
                    <a:pt x="22248" y="250526"/>
                  </a:lnTo>
                  <a:lnTo>
                    <a:pt x="24964" y="255078"/>
                  </a:lnTo>
                  <a:lnTo>
                    <a:pt x="27822" y="259541"/>
                  </a:lnTo>
                  <a:lnTo>
                    <a:pt x="30821" y="263912"/>
                  </a:lnTo>
                  <a:lnTo>
                    <a:pt x="33957" y="268186"/>
                  </a:lnTo>
                  <a:lnTo>
                    <a:pt x="37226" y="272358"/>
                  </a:lnTo>
                  <a:lnTo>
                    <a:pt x="40627" y="276424"/>
                  </a:lnTo>
                  <a:lnTo>
                    <a:pt x="44154" y="280380"/>
                  </a:lnTo>
                  <a:lnTo>
                    <a:pt x="47806" y="284223"/>
                  </a:lnTo>
                  <a:lnTo>
                    <a:pt x="51577" y="287948"/>
                  </a:lnTo>
                  <a:lnTo>
                    <a:pt x="55464" y="291551"/>
                  </a:lnTo>
                  <a:lnTo>
                    <a:pt x="59464" y="295030"/>
                  </a:lnTo>
                  <a:lnTo>
                    <a:pt x="63572" y="298379"/>
                  </a:lnTo>
                  <a:lnTo>
                    <a:pt x="67784" y="301597"/>
                  </a:lnTo>
                  <a:lnTo>
                    <a:pt x="72096" y="304680"/>
                  </a:lnTo>
                  <a:lnTo>
                    <a:pt x="76503" y="307625"/>
                  </a:lnTo>
                  <a:lnTo>
                    <a:pt x="81002" y="310428"/>
                  </a:lnTo>
                  <a:lnTo>
                    <a:pt x="85587" y="313087"/>
                  </a:lnTo>
                  <a:lnTo>
                    <a:pt x="90255" y="315600"/>
                  </a:lnTo>
                  <a:lnTo>
                    <a:pt x="94999" y="317963"/>
                  </a:lnTo>
                  <a:lnTo>
                    <a:pt x="99816" y="320174"/>
                  </a:lnTo>
                  <a:lnTo>
                    <a:pt x="104701" y="322232"/>
                  </a:lnTo>
                  <a:lnTo>
                    <a:pt x="109649" y="324134"/>
                  </a:lnTo>
                  <a:lnTo>
                    <a:pt x="114654" y="325878"/>
                  </a:lnTo>
                  <a:lnTo>
                    <a:pt x="119713" y="327463"/>
                  </a:lnTo>
                  <a:lnTo>
                    <a:pt x="124819" y="328886"/>
                  </a:lnTo>
                  <a:lnTo>
                    <a:pt x="129967" y="330147"/>
                  </a:lnTo>
                  <a:lnTo>
                    <a:pt x="135153" y="331244"/>
                  </a:lnTo>
                  <a:lnTo>
                    <a:pt x="140371" y="332176"/>
                  </a:lnTo>
                  <a:lnTo>
                    <a:pt x="145616" y="332942"/>
                  </a:lnTo>
                  <a:lnTo>
                    <a:pt x="150883" y="333541"/>
                  </a:lnTo>
                  <a:lnTo>
                    <a:pt x="156166" y="333973"/>
                  </a:lnTo>
                  <a:lnTo>
                    <a:pt x="161460" y="334238"/>
                  </a:lnTo>
                  <a:lnTo>
                    <a:pt x="166759" y="334334"/>
                  </a:lnTo>
                  <a:lnTo>
                    <a:pt x="172059" y="334262"/>
                  </a:lnTo>
                  <a:lnTo>
                    <a:pt x="177355" y="334023"/>
                  </a:lnTo>
                  <a:lnTo>
                    <a:pt x="182640" y="333615"/>
                  </a:lnTo>
                  <a:lnTo>
                    <a:pt x="187909" y="333040"/>
                  </a:lnTo>
                  <a:lnTo>
                    <a:pt x="193157" y="332299"/>
                  </a:lnTo>
                  <a:lnTo>
                    <a:pt x="198380" y="331391"/>
                  </a:lnTo>
                  <a:lnTo>
                    <a:pt x="203571" y="330318"/>
                  </a:lnTo>
                  <a:lnTo>
                    <a:pt x="208725" y="329082"/>
                  </a:lnTo>
                  <a:lnTo>
                    <a:pt x="213837" y="327682"/>
                  </a:lnTo>
                  <a:lnTo>
                    <a:pt x="218903" y="326121"/>
                  </a:lnTo>
                  <a:lnTo>
                    <a:pt x="223917" y="324400"/>
                  </a:lnTo>
                  <a:lnTo>
                    <a:pt x="228873" y="322522"/>
                  </a:lnTo>
                  <a:lnTo>
                    <a:pt x="233767" y="320487"/>
                  </a:lnTo>
                  <a:lnTo>
                    <a:pt x="238595" y="318297"/>
                  </a:lnTo>
                  <a:lnTo>
                    <a:pt x="243350" y="315956"/>
                  </a:lnTo>
                  <a:lnTo>
                    <a:pt x="248029" y="313466"/>
                  </a:lnTo>
                  <a:lnTo>
                    <a:pt x="252627" y="310828"/>
                  </a:lnTo>
                  <a:lnTo>
                    <a:pt x="257139" y="308046"/>
                  </a:lnTo>
                  <a:lnTo>
                    <a:pt x="261560" y="305122"/>
                  </a:lnTo>
                  <a:lnTo>
                    <a:pt x="265886" y="302059"/>
                  </a:lnTo>
                  <a:lnTo>
                    <a:pt x="270113" y="298861"/>
                  </a:lnTo>
                  <a:lnTo>
                    <a:pt x="274237" y="295530"/>
                  </a:lnTo>
                  <a:lnTo>
                    <a:pt x="278253" y="292070"/>
                  </a:lnTo>
                  <a:lnTo>
                    <a:pt x="282157" y="288485"/>
                  </a:lnTo>
                  <a:lnTo>
                    <a:pt x="285945" y="284778"/>
                  </a:lnTo>
                  <a:lnTo>
                    <a:pt x="289614" y="280952"/>
                  </a:lnTo>
                  <a:lnTo>
                    <a:pt x="293160" y="277013"/>
                  </a:lnTo>
                  <a:lnTo>
                    <a:pt x="296580" y="272962"/>
                  </a:lnTo>
                  <a:lnTo>
                    <a:pt x="299869" y="268806"/>
                  </a:lnTo>
                  <a:lnTo>
                    <a:pt x="303024" y="264547"/>
                  </a:lnTo>
                  <a:lnTo>
                    <a:pt x="306043" y="260190"/>
                  </a:lnTo>
                  <a:lnTo>
                    <a:pt x="308923" y="255739"/>
                  </a:lnTo>
                  <a:lnTo>
                    <a:pt x="311660" y="251200"/>
                  </a:lnTo>
                  <a:lnTo>
                    <a:pt x="314251" y="246576"/>
                  </a:lnTo>
                  <a:lnTo>
                    <a:pt x="316695" y="241873"/>
                  </a:lnTo>
                  <a:lnTo>
                    <a:pt x="318988" y="237094"/>
                  </a:lnTo>
                  <a:lnTo>
                    <a:pt x="321129" y="232245"/>
                  </a:lnTo>
                  <a:lnTo>
                    <a:pt x="323115" y="227330"/>
                  </a:lnTo>
                  <a:lnTo>
                    <a:pt x="324944" y="222355"/>
                  </a:lnTo>
                  <a:lnTo>
                    <a:pt x="326614" y="217324"/>
                  </a:lnTo>
                  <a:lnTo>
                    <a:pt x="328124" y="212243"/>
                  </a:lnTo>
                  <a:lnTo>
                    <a:pt x="329472" y="207117"/>
                  </a:lnTo>
                  <a:lnTo>
                    <a:pt x="330657" y="201951"/>
                  </a:lnTo>
                  <a:lnTo>
                    <a:pt x="331678" y="196749"/>
                  </a:lnTo>
                  <a:lnTo>
                    <a:pt x="332533" y="191518"/>
                  </a:lnTo>
                  <a:lnTo>
                    <a:pt x="333222" y="186262"/>
                  </a:lnTo>
                  <a:lnTo>
                    <a:pt x="333744" y="180988"/>
                  </a:lnTo>
                  <a:lnTo>
                    <a:pt x="334098" y="175699"/>
                  </a:lnTo>
                  <a:lnTo>
                    <a:pt x="334285" y="170402"/>
                  </a:lnTo>
                  <a:lnTo>
                    <a:pt x="334304" y="165101"/>
                  </a:lnTo>
                  <a:lnTo>
                    <a:pt x="334154" y="159802"/>
                  </a:lnTo>
                  <a:lnTo>
                    <a:pt x="333837" y="154511"/>
                  </a:lnTo>
                  <a:lnTo>
                    <a:pt x="333352" y="149233"/>
                  </a:lnTo>
                  <a:lnTo>
                    <a:pt x="332699" y="143973"/>
                  </a:lnTo>
                  <a:lnTo>
                    <a:pt x="331881" y="138736"/>
                  </a:lnTo>
                  <a:lnTo>
                    <a:pt x="330897" y="133527"/>
                  </a:lnTo>
                  <a:lnTo>
                    <a:pt x="329748" y="128353"/>
                  </a:lnTo>
                  <a:lnTo>
                    <a:pt x="328435" y="123217"/>
                  </a:lnTo>
                  <a:lnTo>
                    <a:pt x="326961" y="118126"/>
                  </a:lnTo>
                  <a:lnTo>
                    <a:pt x="325326" y="113083"/>
                  </a:lnTo>
                  <a:lnTo>
                    <a:pt x="323532" y="108096"/>
                  </a:lnTo>
                  <a:lnTo>
                    <a:pt x="321580" y="103167"/>
                  </a:lnTo>
                  <a:lnTo>
                    <a:pt x="319473" y="98303"/>
                  </a:lnTo>
                  <a:lnTo>
                    <a:pt x="317214" y="93509"/>
                  </a:lnTo>
                  <a:lnTo>
                    <a:pt x="314803" y="88788"/>
                  </a:lnTo>
                  <a:lnTo>
                    <a:pt x="312244" y="84146"/>
                  </a:lnTo>
                  <a:lnTo>
                    <a:pt x="309539" y="79588"/>
                  </a:lnTo>
                  <a:lnTo>
                    <a:pt x="306690" y="75117"/>
                  </a:lnTo>
                  <a:lnTo>
                    <a:pt x="303702" y="70740"/>
                  </a:lnTo>
                  <a:lnTo>
                    <a:pt x="300576" y="66459"/>
                  </a:lnTo>
                  <a:lnTo>
                    <a:pt x="297316" y="62279"/>
                  </a:lnTo>
                  <a:lnTo>
                    <a:pt x="293925" y="58205"/>
                  </a:lnTo>
                  <a:lnTo>
                    <a:pt x="290407" y="54240"/>
                  </a:lnTo>
                  <a:lnTo>
                    <a:pt x="286765" y="50389"/>
                  </a:lnTo>
                  <a:lnTo>
                    <a:pt x="283002" y="46656"/>
                  </a:lnTo>
                  <a:lnTo>
                    <a:pt x="279123" y="43043"/>
                  </a:lnTo>
                  <a:lnTo>
                    <a:pt x="275132" y="39556"/>
                  </a:lnTo>
                  <a:lnTo>
                    <a:pt x="271032" y="36196"/>
                  </a:lnTo>
                  <a:lnTo>
                    <a:pt x="266827" y="32968"/>
                  </a:lnTo>
                  <a:lnTo>
                    <a:pt x="262522" y="29876"/>
                  </a:lnTo>
                  <a:lnTo>
                    <a:pt x="258122" y="26921"/>
                  </a:lnTo>
                  <a:lnTo>
                    <a:pt x="253629" y="24107"/>
                  </a:lnTo>
                  <a:lnTo>
                    <a:pt x="249050" y="21437"/>
                  </a:lnTo>
                  <a:lnTo>
                    <a:pt x="244389" y="18914"/>
                  </a:lnTo>
                  <a:lnTo>
                    <a:pt x="239650" y="16540"/>
                  </a:lnTo>
                  <a:lnTo>
                    <a:pt x="234838" y="14317"/>
                  </a:lnTo>
                  <a:lnTo>
                    <a:pt x="229958" y="12248"/>
                  </a:lnTo>
                  <a:lnTo>
                    <a:pt x="225014" y="1033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g325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g326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g327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g328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g329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g330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g331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g332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g333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g334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g335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g336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g337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g338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g339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g340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g341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g342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g343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g344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g345"/>
            <p:cNvSpPr/>
            <p:nvPr/>
          </p:nvSpPr>
          <p:spPr>
            <a:xfrm>
              <a:off x="5633135" y="1130647"/>
              <a:ext cx="57865" cy="156832"/>
            </a:xfrm>
            <a:custGeom>
              <a:avLst/>
              <a:gdLst/>
              <a:ahLst/>
              <a:cxnLst/>
              <a:rect l="0" t="0" r="0" b="0"/>
              <a:pathLst>
                <a:path w="57865" h="156832">
                  <a:moveTo>
                    <a:pt x="57865" y="0"/>
                  </a:moveTo>
                  <a:lnTo>
                    <a:pt x="0" y="1568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g346"/>
            <p:cNvSpPr/>
            <p:nvPr/>
          </p:nvSpPr>
          <p:spPr>
            <a:xfrm>
              <a:off x="5633135" y="1130398"/>
              <a:ext cx="57865" cy="157082"/>
            </a:xfrm>
            <a:custGeom>
              <a:avLst/>
              <a:gdLst/>
              <a:ahLst/>
              <a:cxnLst/>
              <a:rect l="0" t="0" r="0" b="0"/>
              <a:pathLst>
                <a:path w="57865" h="157082">
                  <a:moveTo>
                    <a:pt x="57865" y="249"/>
                  </a:moveTo>
                  <a:lnTo>
                    <a:pt x="57185" y="0"/>
                  </a:lnTo>
                  <a:lnTo>
                    <a:pt x="0" y="157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g347"/>
            <p:cNvSpPr/>
            <p:nvPr/>
          </p:nvSpPr>
          <p:spPr>
            <a:xfrm>
              <a:off x="5633135" y="1120312"/>
              <a:ext cx="57185" cy="167167"/>
            </a:xfrm>
            <a:custGeom>
              <a:avLst/>
              <a:gdLst/>
              <a:ahLst/>
              <a:cxnLst/>
              <a:rect l="0" t="0" r="0" b="0"/>
              <a:pathLst>
                <a:path w="57185" h="167167">
                  <a:moveTo>
                    <a:pt x="57185" y="10085"/>
                  </a:moveTo>
                  <a:lnTo>
                    <a:pt x="51667" y="8184"/>
                  </a:lnTo>
                  <a:lnTo>
                    <a:pt x="46086" y="6478"/>
                  </a:lnTo>
                  <a:lnTo>
                    <a:pt x="40449" y="4967"/>
                  </a:lnTo>
                  <a:lnTo>
                    <a:pt x="34762" y="3654"/>
                  </a:lnTo>
                  <a:lnTo>
                    <a:pt x="29033" y="2540"/>
                  </a:lnTo>
                  <a:lnTo>
                    <a:pt x="23269" y="1627"/>
                  </a:lnTo>
                  <a:lnTo>
                    <a:pt x="17477" y="916"/>
                  </a:lnTo>
                  <a:lnTo>
                    <a:pt x="11663" y="407"/>
                  </a:lnTo>
                  <a:lnTo>
                    <a:pt x="5835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g354"/>
            <p:cNvSpPr/>
            <p:nvPr/>
          </p:nvSpPr>
          <p:spPr>
            <a:xfrm>
              <a:off x="4968520" y="971635"/>
              <a:ext cx="334025" cy="334329"/>
            </a:xfrm>
            <a:custGeom>
              <a:avLst/>
              <a:gdLst/>
              <a:ahLst/>
              <a:cxnLst/>
              <a:rect l="0" t="0" r="0" b="0"/>
              <a:pathLst>
                <a:path w="334025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1" y="334"/>
                  </a:lnTo>
                  <a:lnTo>
                    <a:pt x="151306" y="753"/>
                  </a:lnTo>
                  <a:lnTo>
                    <a:pt x="146048" y="1337"/>
                  </a:lnTo>
                  <a:lnTo>
                    <a:pt x="140811" y="2088"/>
                  </a:lnTo>
                  <a:lnTo>
                    <a:pt x="135600" y="3005"/>
                  </a:lnTo>
                  <a:lnTo>
                    <a:pt x="130421" y="4086"/>
                  </a:lnTo>
                  <a:lnTo>
                    <a:pt x="125279" y="5330"/>
                  </a:lnTo>
                  <a:lnTo>
                    <a:pt x="120178" y="6736"/>
                  </a:lnTo>
                  <a:lnTo>
                    <a:pt x="115125" y="8303"/>
                  </a:lnTo>
                  <a:lnTo>
                    <a:pt x="110123" y="10029"/>
                  </a:lnTo>
                  <a:lnTo>
                    <a:pt x="105179" y="11913"/>
                  </a:lnTo>
                  <a:lnTo>
                    <a:pt x="100297" y="13952"/>
                  </a:lnTo>
                  <a:lnTo>
                    <a:pt x="95482" y="16144"/>
                  </a:lnTo>
                  <a:lnTo>
                    <a:pt x="90739" y="18488"/>
                  </a:lnTo>
                  <a:lnTo>
                    <a:pt x="86072" y="20981"/>
                  </a:lnTo>
                  <a:lnTo>
                    <a:pt x="81487" y="23620"/>
                  </a:lnTo>
                  <a:lnTo>
                    <a:pt x="76987" y="26403"/>
                  </a:lnTo>
                  <a:lnTo>
                    <a:pt x="72578" y="29327"/>
                  </a:lnTo>
                  <a:lnTo>
                    <a:pt x="68263" y="32388"/>
                  </a:lnTo>
                  <a:lnTo>
                    <a:pt x="64047" y="35585"/>
                  </a:lnTo>
                  <a:lnTo>
                    <a:pt x="59935" y="38914"/>
                  </a:lnTo>
                  <a:lnTo>
                    <a:pt x="55930" y="42372"/>
                  </a:lnTo>
                  <a:lnTo>
                    <a:pt x="52037" y="45954"/>
                  </a:lnTo>
                  <a:lnTo>
                    <a:pt x="48258" y="49658"/>
                  </a:lnTo>
                  <a:lnTo>
                    <a:pt x="44599" y="53479"/>
                  </a:lnTo>
                  <a:lnTo>
                    <a:pt x="41063" y="57414"/>
                  </a:lnTo>
                  <a:lnTo>
                    <a:pt x="37653" y="61459"/>
                  </a:lnTo>
                  <a:lnTo>
                    <a:pt x="34373" y="65611"/>
                  </a:lnTo>
                  <a:lnTo>
                    <a:pt x="31225" y="69863"/>
                  </a:lnTo>
                  <a:lnTo>
                    <a:pt x="28214" y="74214"/>
                  </a:lnTo>
                  <a:lnTo>
                    <a:pt x="25342" y="78657"/>
                  </a:lnTo>
                  <a:lnTo>
                    <a:pt x="22612" y="83189"/>
                  </a:lnTo>
                  <a:lnTo>
                    <a:pt x="20027" y="87805"/>
                  </a:lnTo>
                  <a:lnTo>
                    <a:pt x="17590" y="92501"/>
                  </a:lnTo>
                  <a:lnTo>
                    <a:pt x="15302" y="97271"/>
                  </a:lnTo>
                  <a:lnTo>
                    <a:pt x="13166" y="102112"/>
                  </a:lnTo>
                  <a:lnTo>
                    <a:pt x="11184" y="107018"/>
                  </a:lnTo>
                  <a:lnTo>
                    <a:pt x="9359" y="111983"/>
                  </a:lnTo>
                  <a:lnTo>
                    <a:pt x="7692" y="117005"/>
                  </a:lnTo>
                  <a:lnTo>
                    <a:pt x="6184" y="122076"/>
                  </a:lnTo>
                  <a:lnTo>
                    <a:pt x="4838" y="127193"/>
                  </a:lnTo>
                  <a:lnTo>
                    <a:pt x="3654" y="132349"/>
                  </a:lnTo>
                  <a:lnTo>
                    <a:pt x="2634" y="137541"/>
                  </a:lnTo>
                  <a:lnTo>
                    <a:pt x="1779" y="142762"/>
                  </a:lnTo>
                  <a:lnTo>
                    <a:pt x="1090" y="148008"/>
                  </a:lnTo>
                  <a:lnTo>
                    <a:pt x="566" y="153272"/>
                  </a:lnTo>
                  <a:lnTo>
                    <a:pt x="210" y="158551"/>
                  </a:lnTo>
                  <a:lnTo>
                    <a:pt x="21" y="163838"/>
                  </a:lnTo>
                  <a:lnTo>
                    <a:pt x="0" y="169129"/>
                  </a:lnTo>
                  <a:lnTo>
                    <a:pt x="145" y="174418"/>
                  </a:lnTo>
                  <a:lnTo>
                    <a:pt x="458" y="179699"/>
                  </a:lnTo>
                  <a:lnTo>
                    <a:pt x="939" y="184968"/>
                  </a:lnTo>
                  <a:lnTo>
                    <a:pt x="1585" y="190219"/>
                  </a:lnTo>
                  <a:lnTo>
                    <a:pt x="2398" y="195447"/>
                  </a:lnTo>
                  <a:lnTo>
                    <a:pt x="3375" y="200647"/>
                  </a:lnTo>
                  <a:lnTo>
                    <a:pt x="4516" y="205813"/>
                  </a:lnTo>
                  <a:lnTo>
                    <a:pt x="5821" y="210941"/>
                  </a:lnTo>
                  <a:lnTo>
                    <a:pt x="7287" y="216024"/>
                  </a:lnTo>
                  <a:lnTo>
                    <a:pt x="8913" y="221059"/>
                  </a:lnTo>
                  <a:lnTo>
                    <a:pt x="10698" y="226039"/>
                  </a:lnTo>
                  <a:lnTo>
                    <a:pt x="12639" y="230961"/>
                  </a:lnTo>
                  <a:lnTo>
                    <a:pt x="14735" y="235819"/>
                  </a:lnTo>
                  <a:lnTo>
                    <a:pt x="16984" y="240608"/>
                  </a:lnTo>
                  <a:lnTo>
                    <a:pt x="19384" y="245323"/>
                  </a:lnTo>
                  <a:lnTo>
                    <a:pt x="21931" y="249961"/>
                  </a:lnTo>
                  <a:lnTo>
                    <a:pt x="24624" y="254515"/>
                  </a:lnTo>
                  <a:lnTo>
                    <a:pt x="27459" y="258981"/>
                  </a:lnTo>
                  <a:lnTo>
                    <a:pt x="30435" y="263356"/>
                  </a:lnTo>
                  <a:lnTo>
                    <a:pt x="33547" y="267635"/>
                  </a:lnTo>
                  <a:lnTo>
                    <a:pt x="36793" y="271812"/>
                  </a:lnTo>
                  <a:lnTo>
                    <a:pt x="40170" y="275885"/>
                  </a:lnTo>
                  <a:lnTo>
                    <a:pt x="43674" y="279849"/>
                  </a:lnTo>
                  <a:lnTo>
                    <a:pt x="47302" y="283701"/>
                  </a:lnTo>
                  <a:lnTo>
                    <a:pt x="51050" y="287435"/>
                  </a:lnTo>
                  <a:lnTo>
                    <a:pt x="54914" y="291049"/>
                  </a:lnTo>
                  <a:lnTo>
                    <a:pt x="58890" y="294539"/>
                  </a:lnTo>
                  <a:lnTo>
                    <a:pt x="62975" y="297901"/>
                  </a:lnTo>
                  <a:lnTo>
                    <a:pt x="67165" y="301133"/>
                  </a:lnTo>
                  <a:lnTo>
                    <a:pt x="71454" y="304230"/>
                  </a:lnTo>
                  <a:lnTo>
                    <a:pt x="75839" y="307190"/>
                  </a:lnTo>
                  <a:lnTo>
                    <a:pt x="80316" y="310009"/>
                  </a:lnTo>
                  <a:lnTo>
                    <a:pt x="84880" y="312686"/>
                  </a:lnTo>
                  <a:lnTo>
                    <a:pt x="89526" y="315216"/>
                  </a:lnTo>
                  <a:lnTo>
                    <a:pt x="94250" y="317599"/>
                  </a:lnTo>
                  <a:lnTo>
                    <a:pt x="99047" y="319831"/>
                  </a:lnTo>
                  <a:lnTo>
                    <a:pt x="103912" y="321910"/>
                  </a:lnTo>
                  <a:lnTo>
                    <a:pt x="108841" y="323833"/>
                  </a:lnTo>
                  <a:lnTo>
                    <a:pt x="113828" y="325600"/>
                  </a:lnTo>
                  <a:lnTo>
                    <a:pt x="118868" y="327209"/>
                  </a:lnTo>
                  <a:lnTo>
                    <a:pt x="123957" y="328656"/>
                  </a:lnTo>
                  <a:lnTo>
                    <a:pt x="129089" y="329943"/>
                  </a:lnTo>
                  <a:lnTo>
                    <a:pt x="134259" y="331066"/>
                  </a:lnTo>
                  <a:lnTo>
                    <a:pt x="139462" y="332025"/>
                  </a:lnTo>
                  <a:lnTo>
                    <a:pt x="144693" y="332818"/>
                  </a:lnTo>
                  <a:lnTo>
                    <a:pt x="149947" y="333446"/>
                  </a:lnTo>
                  <a:lnTo>
                    <a:pt x="155217" y="333908"/>
                  </a:lnTo>
                  <a:lnTo>
                    <a:pt x="160500" y="334202"/>
                  </a:lnTo>
                  <a:lnTo>
                    <a:pt x="165789" y="334329"/>
                  </a:lnTo>
                  <a:lnTo>
                    <a:pt x="171080" y="334288"/>
                  </a:lnTo>
                  <a:lnTo>
                    <a:pt x="176366" y="334080"/>
                  </a:lnTo>
                  <a:lnTo>
                    <a:pt x="181644" y="333705"/>
                  </a:lnTo>
                  <a:lnTo>
                    <a:pt x="186907" y="333163"/>
                  </a:lnTo>
                  <a:lnTo>
                    <a:pt x="192150" y="332455"/>
                  </a:lnTo>
                  <a:lnTo>
                    <a:pt x="197368" y="331582"/>
                  </a:lnTo>
                  <a:lnTo>
                    <a:pt x="202556" y="330543"/>
                  </a:lnTo>
                  <a:lnTo>
                    <a:pt x="207708" y="329341"/>
                  </a:lnTo>
                  <a:lnTo>
                    <a:pt x="212820" y="327976"/>
                  </a:lnTo>
                  <a:lnTo>
                    <a:pt x="217886" y="326451"/>
                  </a:lnTo>
                  <a:lnTo>
                    <a:pt x="222901" y="324766"/>
                  </a:lnTo>
                  <a:lnTo>
                    <a:pt x="227860" y="322923"/>
                  </a:lnTo>
                  <a:lnTo>
                    <a:pt x="232759" y="320924"/>
                  </a:lnTo>
                  <a:lnTo>
                    <a:pt x="237592" y="318771"/>
                  </a:lnTo>
                  <a:lnTo>
                    <a:pt x="242354" y="316466"/>
                  </a:lnTo>
                  <a:lnTo>
                    <a:pt x="247041" y="314011"/>
                  </a:lnTo>
                  <a:lnTo>
                    <a:pt x="251648" y="311410"/>
                  </a:lnTo>
                  <a:lnTo>
                    <a:pt x="256170" y="308664"/>
                  </a:lnTo>
                  <a:lnTo>
                    <a:pt x="260603" y="305776"/>
                  </a:lnTo>
                  <a:lnTo>
                    <a:pt x="264943" y="302749"/>
                  </a:lnTo>
                  <a:lnTo>
                    <a:pt x="269185" y="299587"/>
                  </a:lnTo>
                  <a:lnTo>
                    <a:pt x="273324" y="296292"/>
                  </a:lnTo>
                  <a:lnTo>
                    <a:pt x="277357" y="292867"/>
                  </a:lnTo>
                  <a:lnTo>
                    <a:pt x="281280" y="289317"/>
                  </a:lnTo>
                  <a:lnTo>
                    <a:pt x="285088" y="285644"/>
                  </a:lnTo>
                  <a:lnTo>
                    <a:pt x="288778" y="281853"/>
                  </a:lnTo>
                  <a:lnTo>
                    <a:pt x="292347" y="277947"/>
                  </a:lnTo>
                  <a:lnTo>
                    <a:pt x="295789" y="273929"/>
                  </a:lnTo>
                  <a:lnTo>
                    <a:pt x="299104" y="269805"/>
                  </a:lnTo>
                  <a:lnTo>
                    <a:pt x="302286" y="265578"/>
                  </a:lnTo>
                  <a:lnTo>
                    <a:pt x="305332" y="261253"/>
                  </a:lnTo>
                  <a:lnTo>
                    <a:pt x="308240" y="256833"/>
                  </a:lnTo>
                  <a:lnTo>
                    <a:pt x="311007" y="252323"/>
                  </a:lnTo>
                  <a:lnTo>
                    <a:pt x="313630" y="247729"/>
                  </a:lnTo>
                  <a:lnTo>
                    <a:pt x="316106" y="243053"/>
                  </a:lnTo>
                  <a:lnTo>
                    <a:pt x="318433" y="238301"/>
                  </a:lnTo>
                  <a:lnTo>
                    <a:pt x="320608" y="233478"/>
                  </a:lnTo>
                  <a:lnTo>
                    <a:pt x="322630" y="228589"/>
                  </a:lnTo>
                  <a:lnTo>
                    <a:pt x="324496" y="223638"/>
                  </a:lnTo>
                  <a:lnTo>
                    <a:pt x="326204" y="218631"/>
                  </a:lnTo>
                  <a:lnTo>
                    <a:pt x="327753" y="213572"/>
                  </a:lnTo>
                  <a:lnTo>
                    <a:pt x="329141" y="208467"/>
                  </a:lnTo>
                  <a:lnTo>
                    <a:pt x="330367" y="203320"/>
                  </a:lnTo>
                  <a:lnTo>
                    <a:pt x="331429" y="198137"/>
                  </a:lnTo>
                  <a:lnTo>
                    <a:pt x="332327" y="192923"/>
                  </a:lnTo>
                  <a:lnTo>
                    <a:pt x="333059" y="187683"/>
                  </a:lnTo>
                  <a:lnTo>
                    <a:pt x="333625" y="182423"/>
                  </a:lnTo>
                  <a:lnTo>
                    <a:pt x="334025" y="177147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g355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g356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g357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g358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g359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g360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g361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g362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g363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g364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g365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g366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g367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g368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g369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g370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g371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g372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g373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g374"/>
            <p:cNvSpPr/>
            <p:nvPr/>
          </p:nvSpPr>
          <p:spPr>
            <a:xfrm>
              <a:off x="5135676" y="1138802"/>
              <a:ext cx="166869" cy="9980"/>
            </a:xfrm>
            <a:custGeom>
              <a:avLst/>
              <a:gdLst/>
              <a:ahLst/>
              <a:cxnLst/>
              <a:rect l="0" t="0" r="0" b="0"/>
              <a:pathLst>
                <a:path w="166869" h="9980">
                  <a:moveTo>
                    <a:pt x="166869" y="99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g375"/>
            <p:cNvSpPr/>
            <p:nvPr/>
          </p:nvSpPr>
          <p:spPr>
            <a:xfrm>
              <a:off x="5135676" y="1138802"/>
              <a:ext cx="166980" cy="9980"/>
            </a:xfrm>
            <a:custGeom>
              <a:avLst/>
              <a:gdLst/>
              <a:ahLst/>
              <a:cxnLst/>
              <a:rect l="0" t="0" r="0" b="0"/>
              <a:pathLst>
                <a:path w="166980" h="9980">
                  <a:moveTo>
                    <a:pt x="166869" y="9980"/>
                  </a:moveTo>
                  <a:lnTo>
                    <a:pt x="166980" y="7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g376"/>
            <p:cNvSpPr/>
            <p:nvPr/>
          </p:nvSpPr>
          <p:spPr>
            <a:xfrm>
              <a:off x="5135676" y="971635"/>
              <a:ext cx="167148" cy="175080"/>
            </a:xfrm>
            <a:custGeom>
              <a:avLst/>
              <a:gdLst/>
              <a:ahLst/>
              <a:cxnLst/>
              <a:rect l="0" t="0" r="0" b="0"/>
              <a:pathLst>
                <a:path w="167148" h="175080">
                  <a:moveTo>
                    <a:pt x="166980" y="175080"/>
                  </a:moveTo>
                  <a:lnTo>
                    <a:pt x="167148" y="169673"/>
                  </a:lnTo>
                  <a:lnTo>
                    <a:pt x="167142" y="164263"/>
                  </a:lnTo>
                  <a:lnTo>
                    <a:pt x="166960" y="158857"/>
                  </a:lnTo>
                  <a:lnTo>
                    <a:pt x="166604" y="153459"/>
                  </a:lnTo>
                  <a:lnTo>
                    <a:pt x="166073" y="148075"/>
                  </a:lnTo>
                  <a:lnTo>
                    <a:pt x="165368" y="142711"/>
                  </a:lnTo>
                  <a:lnTo>
                    <a:pt x="164490" y="137373"/>
                  </a:lnTo>
                  <a:lnTo>
                    <a:pt x="163440" y="132066"/>
                  </a:lnTo>
                  <a:lnTo>
                    <a:pt x="162219" y="126796"/>
                  </a:lnTo>
                  <a:lnTo>
                    <a:pt x="160828" y="121568"/>
                  </a:lnTo>
                  <a:lnTo>
                    <a:pt x="159268" y="116388"/>
                  </a:lnTo>
                  <a:lnTo>
                    <a:pt x="157542" y="111261"/>
                  </a:lnTo>
                  <a:lnTo>
                    <a:pt x="155650" y="106193"/>
                  </a:lnTo>
                  <a:lnTo>
                    <a:pt x="153596" y="101188"/>
                  </a:lnTo>
                  <a:lnTo>
                    <a:pt x="151380" y="96253"/>
                  </a:lnTo>
                  <a:lnTo>
                    <a:pt x="149006" y="91392"/>
                  </a:lnTo>
                  <a:lnTo>
                    <a:pt x="146476" y="86610"/>
                  </a:lnTo>
                  <a:lnTo>
                    <a:pt x="143793" y="81912"/>
                  </a:lnTo>
                  <a:lnTo>
                    <a:pt x="140959" y="77304"/>
                  </a:lnTo>
                  <a:lnTo>
                    <a:pt x="137978" y="72790"/>
                  </a:lnTo>
                  <a:lnTo>
                    <a:pt x="134852" y="68375"/>
                  </a:lnTo>
                  <a:lnTo>
                    <a:pt x="131584" y="64063"/>
                  </a:lnTo>
                  <a:lnTo>
                    <a:pt x="128179" y="59860"/>
                  </a:lnTo>
                  <a:lnTo>
                    <a:pt x="124640" y="55768"/>
                  </a:lnTo>
                  <a:lnTo>
                    <a:pt x="120970" y="51793"/>
                  </a:lnTo>
                  <a:lnTo>
                    <a:pt x="117174" y="47940"/>
                  </a:lnTo>
                  <a:lnTo>
                    <a:pt x="113254" y="44211"/>
                  </a:lnTo>
                  <a:lnTo>
                    <a:pt x="109217" y="40610"/>
                  </a:lnTo>
                  <a:lnTo>
                    <a:pt x="105064" y="37143"/>
                  </a:lnTo>
                  <a:lnTo>
                    <a:pt x="100802" y="33811"/>
                  </a:lnTo>
                  <a:lnTo>
                    <a:pt x="96434" y="30619"/>
                  </a:lnTo>
                  <a:lnTo>
                    <a:pt x="91965" y="27570"/>
                  </a:lnTo>
                  <a:lnTo>
                    <a:pt x="87400" y="24668"/>
                  </a:lnTo>
                  <a:lnTo>
                    <a:pt x="82744" y="21914"/>
                  </a:lnTo>
                  <a:lnTo>
                    <a:pt x="78000" y="19313"/>
                  </a:lnTo>
                  <a:lnTo>
                    <a:pt x="73175" y="16866"/>
                  </a:lnTo>
                  <a:lnTo>
                    <a:pt x="68274" y="14577"/>
                  </a:lnTo>
                  <a:lnTo>
                    <a:pt x="63300" y="12448"/>
                  </a:lnTo>
                  <a:lnTo>
                    <a:pt x="58261" y="10481"/>
                  </a:lnTo>
                  <a:lnTo>
                    <a:pt x="53161" y="8678"/>
                  </a:lnTo>
                  <a:lnTo>
                    <a:pt x="48004" y="7040"/>
                  </a:lnTo>
                  <a:lnTo>
                    <a:pt x="42798" y="5571"/>
                  </a:lnTo>
                  <a:lnTo>
                    <a:pt x="37547" y="4271"/>
                  </a:lnTo>
                  <a:lnTo>
                    <a:pt x="32256" y="3141"/>
                  </a:lnTo>
                  <a:lnTo>
                    <a:pt x="26932" y="2183"/>
                  </a:lnTo>
                  <a:lnTo>
                    <a:pt x="21579" y="1398"/>
                  </a:lnTo>
                  <a:lnTo>
                    <a:pt x="16204" y="787"/>
                  </a:lnTo>
                  <a:lnTo>
                    <a:pt x="10812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g384"/>
            <p:cNvSpPr/>
            <p:nvPr/>
          </p:nvSpPr>
          <p:spPr>
            <a:xfrm>
              <a:off x="4503906" y="941493"/>
              <a:ext cx="113373" cy="167167"/>
            </a:xfrm>
            <a:custGeom>
              <a:avLst/>
              <a:gdLst/>
              <a:ahLst/>
              <a:cxnLst/>
              <a:rect l="0" t="0" r="0" b="0"/>
              <a:pathLst>
                <a:path w="113373" h="167167">
                  <a:moveTo>
                    <a:pt x="113373" y="0"/>
                  </a:moveTo>
                  <a:lnTo>
                    <a:pt x="107711" y="95"/>
                  </a:lnTo>
                  <a:lnTo>
                    <a:pt x="102055" y="383"/>
                  </a:lnTo>
                  <a:lnTo>
                    <a:pt x="96412" y="862"/>
                  </a:lnTo>
                  <a:lnTo>
                    <a:pt x="90789" y="1532"/>
                  </a:lnTo>
                  <a:lnTo>
                    <a:pt x="85192" y="2392"/>
                  </a:lnTo>
                  <a:lnTo>
                    <a:pt x="79627" y="3441"/>
                  </a:lnTo>
                  <a:lnTo>
                    <a:pt x="74101" y="4678"/>
                  </a:lnTo>
                  <a:lnTo>
                    <a:pt x="68619" y="6102"/>
                  </a:lnTo>
                  <a:lnTo>
                    <a:pt x="63190" y="7710"/>
                  </a:lnTo>
                  <a:lnTo>
                    <a:pt x="57817" y="9501"/>
                  </a:lnTo>
                  <a:lnTo>
                    <a:pt x="52509" y="11473"/>
                  </a:lnTo>
                  <a:lnTo>
                    <a:pt x="47270" y="13624"/>
                  </a:lnTo>
                  <a:lnTo>
                    <a:pt x="42107" y="15951"/>
                  </a:lnTo>
                  <a:lnTo>
                    <a:pt x="37026" y="18452"/>
                  </a:lnTo>
                  <a:lnTo>
                    <a:pt x="32033" y="21123"/>
                  </a:lnTo>
                  <a:lnTo>
                    <a:pt x="27133" y="23962"/>
                  </a:lnTo>
                  <a:lnTo>
                    <a:pt x="22332" y="26966"/>
                  </a:lnTo>
                  <a:lnTo>
                    <a:pt x="17635" y="30130"/>
                  </a:lnTo>
                  <a:lnTo>
                    <a:pt x="13048" y="33451"/>
                  </a:lnTo>
                  <a:lnTo>
                    <a:pt x="8577" y="36926"/>
                  </a:lnTo>
                  <a:lnTo>
                    <a:pt x="4226" y="40550"/>
                  </a:lnTo>
                  <a:lnTo>
                    <a:pt x="0" y="44320"/>
                  </a:lnTo>
                  <a:lnTo>
                    <a:pt x="11337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g385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g386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g387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g388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g389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g390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g391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g392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g393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g394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g395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g396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g397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g398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g399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g400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g401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g402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g403"/>
            <p:cNvSpPr/>
            <p:nvPr/>
          </p:nvSpPr>
          <p:spPr>
            <a:xfrm>
              <a:off x="4503906" y="985813"/>
              <a:ext cx="113373" cy="122846"/>
            </a:xfrm>
            <a:custGeom>
              <a:avLst/>
              <a:gdLst/>
              <a:ahLst/>
              <a:cxnLst/>
              <a:rect l="0" t="0" r="0" b="0"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g404"/>
            <p:cNvSpPr/>
            <p:nvPr/>
          </p:nvSpPr>
          <p:spPr>
            <a:xfrm>
              <a:off x="4450112" y="961185"/>
              <a:ext cx="334334" cy="314623"/>
            </a:xfrm>
            <a:custGeom>
              <a:avLst/>
              <a:gdLst/>
              <a:ahLst/>
              <a:cxnLst/>
              <a:rect l="0" t="0" r="0" b="0"/>
              <a:pathLst>
                <a:path w="334334" h="314623">
                  <a:moveTo>
                    <a:pt x="53793" y="24628"/>
                  </a:moveTo>
                  <a:lnTo>
                    <a:pt x="49951" y="28289"/>
                  </a:lnTo>
                  <a:lnTo>
                    <a:pt x="46227" y="32069"/>
                  </a:lnTo>
                  <a:lnTo>
                    <a:pt x="42625" y="35966"/>
                  </a:lnTo>
                  <a:lnTo>
                    <a:pt x="39149" y="39975"/>
                  </a:lnTo>
                  <a:lnTo>
                    <a:pt x="35801" y="44093"/>
                  </a:lnTo>
                  <a:lnTo>
                    <a:pt x="32586" y="48315"/>
                  </a:lnTo>
                  <a:lnTo>
                    <a:pt x="29506" y="52636"/>
                  </a:lnTo>
                  <a:lnTo>
                    <a:pt x="26565" y="57053"/>
                  </a:lnTo>
                  <a:lnTo>
                    <a:pt x="23766" y="61562"/>
                  </a:lnTo>
                  <a:lnTo>
                    <a:pt x="21111" y="66157"/>
                  </a:lnTo>
                  <a:lnTo>
                    <a:pt x="18604" y="70834"/>
                  </a:lnTo>
                  <a:lnTo>
                    <a:pt x="16246" y="75588"/>
                  </a:lnTo>
                  <a:lnTo>
                    <a:pt x="14040" y="80414"/>
                  </a:lnTo>
                  <a:lnTo>
                    <a:pt x="11989" y="85308"/>
                  </a:lnTo>
                  <a:lnTo>
                    <a:pt x="10094" y="90265"/>
                  </a:lnTo>
                  <a:lnTo>
                    <a:pt x="8357" y="95279"/>
                  </a:lnTo>
                  <a:lnTo>
                    <a:pt x="6780" y="100346"/>
                  </a:lnTo>
                  <a:lnTo>
                    <a:pt x="5365" y="105461"/>
                  </a:lnTo>
                  <a:lnTo>
                    <a:pt x="4113" y="110618"/>
                  </a:lnTo>
                  <a:lnTo>
                    <a:pt x="3026" y="115812"/>
                  </a:lnTo>
                  <a:lnTo>
                    <a:pt x="2103" y="121038"/>
                  </a:lnTo>
                  <a:lnTo>
                    <a:pt x="1347" y="126290"/>
                  </a:lnTo>
                  <a:lnTo>
                    <a:pt x="758" y="131564"/>
                  </a:lnTo>
                  <a:lnTo>
                    <a:pt x="337" y="136854"/>
                  </a:lnTo>
                  <a:lnTo>
                    <a:pt x="84" y="142155"/>
                  </a:lnTo>
                  <a:lnTo>
                    <a:pt x="0" y="147461"/>
                  </a:lnTo>
                  <a:lnTo>
                    <a:pt x="83" y="152767"/>
                  </a:lnTo>
                  <a:lnTo>
                    <a:pt x="335" y="158067"/>
                  </a:lnTo>
                  <a:lnTo>
                    <a:pt x="756" y="163357"/>
                  </a:lnTo>
                  <a:lnTo>
                    <a:pt x="1344" y="168631"/>
                  </a:lnTo>
                  <a:lnTo>
                    <a:pt x="2099" y="173884"/>
                  </a:lnTo>
                  <a:lnTo>
                    <a:pt x="3020" y="179110"/>
                  </a:lnTo>
                  <a:lnTo>
                    <a:pt x="4107" y="184304"/>
                  </a:lnTo>
                  <a:lnTo>
                    <a:pt x="5358" y="189461"/>
                  </a:lnTo>
                  <a:lnTo>
                    <a:pt x="6772" y="194576"/>
                  </a:lnTo>
                  <a:lnTo>
                    <a:pt x="8348" y="199643"/>
                  </a:lnTo>
                  <a:lnTo>
                    <a:pt x="10084" y="204658"/>
                  </a:lnTo>
                  <a:lnTo>
                    <a:pt x="11978" y="209615"/>
                  </a:lnTo>
                  <a:lnTo>
                    <a:pt x="14029" y="214510"/>
                  </a:lnTo>
                  <a:lnTo>
                    <a:pt x="16233" y="219336"/>
                  </a:lnTo>
                  <a:lnTo>
                    <a:pt x="18590" y="224091"/>
                  </a:lnTo>
                  <a:lnTo>
                    <a:pt x="21097" y="228768"/>
                  </a:lnTo>
                  <a:lnTo>
                    <a:pt x="23751" y="233364"/>
                  </a:lnTo>
                  <a:lnTo>
                    <a:pt x="26549" y="237872"/>
                  </a:lnTo>
                  <a:lnTo>
                    <a:pt x="29489" y="242290"/>
                  </a:lnTo>
                  <a:lnTo>
                    <a:pt x="32568" y="246612"/>
                  </a:lnTo>
                  <a:lnTo>
                    <a:pt x="35783" y="250835"/>
                  </a:lnTo>
                  <a:lnTo>
                    <a:pt x="39130" y="254953"/>
                  </a:lnTo>
                  <a:lnTo>
                    <a:pt x="42606" y="258963"/>
                  </a:lnTo>
                  <a:lnTo>
                    <a:pt x="46207" y="262860"/>
                  </a:lnTo>
                  <a:lnTo>
                    <a:pt x="49930" y="266641"/>
                  </a:lnTo>
                  <a:lnTo>
                    <a:pt x="53772" y="270302"/>
                  </a:lnTo>
                  <a:lnTo>
                    <a:pt x="57728" y="273840"/>
                  </a:lnTo>
                  <a:lnTo>
                    <a:pt x="61794" y="277250"/>
                  </a:lnTo>
                  <a:lnTo>
                    <a:pt x="65966" y="280529"/>
                  </a:lnTo>
                  <a:lnTo>
                    <a:pt x="70240" y="283674"/>
                  </a:lnTo>
                  <a:lnTo>
                    <a:pt x="74612" y="286682"/>
                  </a:lnTo>
                  <a:lnTo>
                    <a:pt x="79077" y="289550"/>
                  </a:lnTo>
                  <a:lnTo>
                    <a:pt x="83631" y="292274"/>
                  </a:lnTo>
                  <a:lnTo>
                    <a:pt x="88269" y="294853"/>
                  </a:lnTo>
                  <a:lnTo>
                    <a:pt x="92987" y="297283"/>
                  </a:lnTo>
                  <a:lnTo>
                    <a:pt x="97779" y="299562"/>
                  </a:lnTo>
                  <a:lnTo>
                    <a:pt x="102641" y="301687"/>
                  </a:lnTo>
                  <a:lnTo>
                    <a:pt x="107568" y="303658"/>
                  </a:lnTo>
                  <a:lnTo>
                    <a:pt x="112556" y="305471"/>
                  </a:lnTo>
                  <a:lnTo>
                    <a:pt x="117598" y="307125"/>
                  </a:lnTo>
                  <a:lnTo>
                    <a:pt x="122690" y="308617"/>
                  </a:lnTo>
                  <a:lnTo>
                    <a:pt x="127828" y="309948"/>
                  </a:lnTo>
                  <a:lnTo>
                    <a:pt x="133004" y="311115"/>
                  </a:lnTo>
                  <a:lnTo>
                    <a:pt x="138216" y="312117"/>
                  </a:lnTo>
                  <a:lnTo>
                    <a:pt x="143456" y="312953"/>
                  </a:lnTo>
                  <a:lnTo>
                    <a:pt x="148720" y="313622"/>
                  </a:lnTo>
                  <a:lnTo>
                    <a:pt x="154003" y="314124"/>
                  </a:lnTo>
                  <a:lnTo>
                    <a:pt x="159299" y="314457"/>
                  </a:lnTo>
                  <a:lnTo>
                    <a:pt x="164603" y="314623"/>
                  </a:lnTo>
                  <a:lnTo>
                    <a:pt x="169910" y="314620"/>
                  </a:lnTo>
                  <a:lnTo>
                    <a:pt x="175214" y="314449"/>
                  </a:lnTo>
                  <a:lnTo>
                    <a:pt x="180510" y="314109"/>
                  </a:lnTo>
                  <a:lnTo>
                    <a:pt x="185792" y="313602"/>
                  </a:lnTo>
                  <a:lnTo>
                    <a:pt x="191056" y="312927"/>
                  </a:lnTo>
                  <a:lnTo>
                    <a:pt x="196295" y="312085"/>
                  </a:lnTo>
                  <a:lnTo>
                    <a:pt x="201505" y="311078"/>
                  </a:lnTo>
                  <a:lnTo>
                    <a:pt x="206681" y="309906"/>
                  </a:lnTo>
                  <a:lnTo>
                    <a:pt x="211817" y="308570"/>
                  </a:lnTo>
                  <a:lnTo>
                    <a:pt x="216907" y="307071"/>
                  </a:lnTo>
                  <a:lnTo>
                    <a:pt x="221948" y="305412"/>
                  </a:lnTo>
                  <a:lnTo>
                    <a:pt x="226933" y="303594"/>
                  </a:lnTo>
                  <a:lnTo>
                    <a:pt x="231858" y="301618"/>
                  </a:lnTo>
                  <a:lnTo>
                    <a:pt x="236718" y="299487"/>
                  </a:lnTo>
                  <a:lnTo>
                    <a:pt x="241508" y="297203"/>
                  </a:lnTo>
                  <a:lnTo>
                    <a:pt x="246223" y="294768"/>
                  </a:lnTo>
                  <a:lnTo>
                    <a:pt x="250859" y="292184"/>
                  </a:lnTo>
                  <a:lnTo>
                    <a:pt x="255410" y="289455"/>
                  </a:lnTo>
                  <a:lnTo>
                    <a:pt x="259872" y="286582"/>
                  </a:lnTo>
                  <a:lnTo>
                    <a:pt x="264240" y="283570"/>
                  </a:lnTo>
                  <a:lnTo>
                    <a:pt x="268511" y="280420"/>
                  </a:lnTo>
                  <a:lnTo>
                    <a:pt x="272680" y="277136"/>
                  </a:lnTo>
                  <a:lnTo>
                    <a:pt x="276742" y="273722"/>
                  </a:lnTo>
                  <a:lnTo>
                    <a:pt x="280694" y="270180"/>
                  </a:lnTo>
                  <a:lnTo>
                    <a:pt x="284532" y="266515"/>
                  </a:lnTo>
                  <a:lnTo>
                    <a:pt x="288251" y="262730"/>
                  </a:lnTo>
                  <a:lnTo>
                    <a:pt x="291848" y="258829"/>
                  </a:lnTo>
                  <a:lnTo>
                    <a:pt x="295320" y="254815"/>
                  </a:lnTo>
                  <a:lnTo>
                    <a:pt x="298662" y="250693"/>
                  </a:lnTo>
                  <a:lnTo>
                    <a:pt x="301872" y="246468"/>
                  </a:lnTo>
                  <a:lnTo>
                    <a:pt x="304946" y="242142"/>
                  </a:lnTo>
                  <a:lnTo>
                    <a:pt x="307882" y="237721"/>
                  </a:lnTo>
                  <a:lnTo>
                    <a:pt x="310675" y="233209"/>
                  </a:lnTo>
                  <a:lnTo>
                    <a:pt x="313324" y="228611"/>
                  </a:lnTo>
                  <a:lnTo>
                    <a:pt x="315826" y="223931"/>
                  </a:lnTo>
                  <a:lnTo>
                    <a:pt x="318178" y="219174"/>
                  </a:lnTo>
                  <a:lnTo>
                    <a:pt x="320377" y="214345"/>
                  </a:lnTo>
                  <a:lnTo>
                    <a:pt x="322423" y="209448"/>
                  </a:lnTo>
                  <a:lnTo>
                    <a:pt x="324311" y="204489"/>
                  </a:lnTo>
                  <a:lnTo>
                    <a:pt x="326042" y="199473"/>
                  </a:lnTo>
                  <a:lnTo>
                    <a:pt x="327612" y="194404"/>
                  </a:lnTo>
                  <a:lnTo>
                    <a:pt x="329021" y="189287"/>
                  </a:lnTo>
                  <a:lnTo>
                    <a:pt x="330266" y="184129"/>
                  </a:lnTo>
                  <a:lnTo>
                    <a:pt x="331348" y="178934"/>
                  </a:lnTo>
                  <a:lnTo>
                    <a:pt x="332264" y="173707"/>
                  </a:lnTo>
                  <a:lnTo>
                    <a:pt x="333013" y="168453"/>
                  </a:lnTo>
                  <a:lnTo>
                    <a:pt x="333595" y="163178"/>
                  </a:lnTo>
                  <a:lnTo>
                    <a:pt x="334010" y="157888"/>
                  </a:lnTo>
                  <a:lnTo>
                    <a:pt x="334256" y="152587"/>
                  </a:lnTo>
                  <a:lnTo>
                    <a:pt x="334334" y="147281"/>
                  </a:lnTo>
                  <a:lnTo>
                    <a:pt x="334244" y="141975"/>
                  </a:lnTo>
                  <a:lnTo>
                    <a:pt x="333985" y="136675"/>
                  </a:lnTo>
                  <a:lnTo>
                    <a:pt x="333558" y="131385"/>
                  </a:lnTo>
                  <a:lnTo>
                    <a:pt x="332964" y="126112"/>
                  </a:lnTo>
                  <a:lnTo>
                    <a:pt x="332202" y="120860"/>
                  </a:lnTo>
                  <a:lnTo>
                    <a:pt x="331274" y="115635"/>
                  </a:lnTo>
                  <a:lnTo>
                    <a:pt x="330181" y="110443"/>
                  </a:lnTo>
                  <a:lnTo>
                    <a:pt x="328923" y="105287"/>
                  </a:lnTo>
                  <a:lnTo>
                    <a:pt x="327503" y="100174"/>
                  </a:lnTo>
                  <a:lnTo>
                    <a:pt x="325921" y="95109"/>
                  </a:lnTo>
                  <a:lnTo>
                    <a:pt x="324178" y="90096"/>
                  </a:lnTo>
                  <a:lnTo>
                    <a:pt x="322278" y="85142"/>
                  </a:lnTo>
                  <a:lnTo>
                    <a:pt x="320221" y="80250"/>
                  </a:lnTo>
                  <a:lnTo>
                    <a:pt x="318011" y="75426"/>
                  </a:lnTo>
                  <a:lnTo>
                    <a:pt x="315648" y="70674"/>
                  </a:lnTo>
                  <a:lnTo>
                    <a:pt x="313135" y="66000"/>
                  </a:lnTo>
                  <a:lnTo>
                    <a:pt x="310475" y="61408"/>
                  </a:lnTo>
                  <a:lnTo>
                    <a:pt x="307671" y="56902"/>
                  </a:lnTo>
                  <a:lnTo>
                    <a:pt x="304726" y="52488"/>
                  </a:lnTo>
                  <a:lnTo>
                    <a:pt x="301642" y="48170"/>
                  </a:lnTo>
                  <a:lnTo>
                    <a:pt x="298422" y="43952"/>
                  </a:lnTo>
                  <a:lnTo>
                    <a:pt x="295070" y="39838"/>
                  </a:lnTo>
                  <a:lnTo>
                    <a:pt x="291589" y="35832"/>
                  </a:lnTo>
                  <a:lnTo>
                    <a:pt x="287983" y="31939"/>
                  </a:lnTo>
                  <a:lnTo>
                    <a:pt x="284255" y="28163"/>
                  </a:lnTo>
                  <a:lnTo>
                    <a:pt x="280408" y="24507"/>
                  </a:lnTo>
                  <a:lnTo>
                    <a:pt x="276448" y="20974"/>
                  </a:lnTo>
                  <a:lnTo>
                    <a:pt x="272378" y="17569"/>
                  </a:lnTo>
                  <a:lnTo>
                    <a:pt x="268202" y="14295"/>
                  </a:lnTo>
                  <a:lnTo>
                    <a:pt x="263924" y="11155"/>
                  </a:lnTo>
                  <a:lnTo>
                    <a:pt x="259548" y="8153"/>
                  </a:lnTo>
                  <a:lnTo>
                    <a:pt x="255079" y="5291"/>
                  </a:lnTo>
                  <a:lnTo>
                    <a:pt x="250522" y="2572"/>
                  </a:lnTo>
                  <a:lnTo>
                    <a:pt x="245881" y="0"/>
                  </a:lnTo>
                  <a:lnTo>
                    <a:pt x="167167" y="1474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g405"/>
            <p:cNvSpPr/>
            <p:nvPr/>
          </p:nvSpPr>
          <p:spPr>
            <a:xfrm>
              <a:off x="4617280" y="941493"/>
              <a:ext cx="78713" cy="167167"/>
            </a:xfrm>
            <a:custGeom>
              <a:avLst/>
              <a:gdLst/>
              <a:ahLst/>
              <a:cxnLst/>
              <a:rect l="0" t="0" r="0" b="0"/>
              <a:pathLst>
                <a:path w="78713" h="167167">
                  <a:moveTo>
                    <a:pt x="78713" y="19691"/>
                  </a:moveTo>
                  <a:lnTo>
                    <a:pt x="73502" y="17026"/>
                  </a:lnTo>
                  <a:lnTo>
                    <a:pt x="68200" y="14544"/>
                  </a:lnTo>
                  <a:lnTo>
                    <a:pt x="62814" y="12250"/>
                  </a:lnTo>
                  <a:lnTo>
                    <a:pt x="57352" y="10146"/>
                  </a:lnTo>
                  <a:lnTo>
                    <a:pt x="51819" y="8234"/>
                  </a:lnTo>
                  <a:lnTo>
                    <a:pt x="46222" y="6517"/>
                  </a:lnTo>
                  <a:lnTo>
                    <a:pt x="40569" y="4997"/>
                  </a:lnTo>
                  <a:lnTo>
                    <a:pt x="34866" y="3676"/>
                  </a:lnTo>
                  <a:lnTo>
                    <a:pt x="29121" y="2556"/>
                  </a:lnTo>
                  <a:lnTo>
                    <a:pt x="23340" y="1637"/>
                  </a:lnTo>
                  <a:lnTo>
                    <a:pt x="17530" y="921"/>
                  </a:lnTo>
                  <a:lnTo>
                    <a:pt x="11698" y="409"/>
                  </a:lnTo>
                  <a:lnTo>
                    <a:pt x="585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g414"/>
            <p:cNvSpPr/>
            <p:nvPr/>
          </p:nvSpPr>
          <p:spPr>
            <a:xfrm>
              <a:off x="3997082" y="1031511"/>
              <a:ext cx="108812" cy="167167"/>
            </a:xfrm>
            <a:custGeom>
              <a:avLst/>
              <a:gdLst/>
              <a:ahLst/>
              <a:cxnLst/>
              <a:rect l="0" t="0" r="0" b="0"/>
              <a:pathLst>
                <a:path w="108812" h="167167">
                  <a:moveTo>
                    <a:pt x="108812" y="0"/>
                  </a:moveTo>
                  <a:lnTo>
                    <a:pt x="103171" y="95"/>
                  </a:lnTo>
                  <a:lnTo>
                    <a:pt x="97536" y="380"/>
                  </a:lnTo>
                  <a:lnTo>
                    <a:pt x="91914" y="856"/>
                  </a:lnTo>
                  <a:lnTo>
                    <a:pt x="86311" y="1521"/>
                  </a:lnTo>
                  <a:lnTo>
                    <a:pt x="80734" y="2374"/>
                  </a:lnTo>
                  <a:lnTo>
                    <a:pt x="75189" y="3416"/>
                  </a:lnTo>
                  <a:lnTo>
                    <a:pt x="69682" y="4644"/>
                  </a:lnTo>
                  <a:lnTo>
                    <a:pt x="64220" y="6057"/>
                  </a:lnTo>
                  <a:lnTo>
                    <a:pt x="58809" y="7653"/>
                  </a:lnTo>
                  <a:lnTo>
                    <a:pt x="53455" y="9431"/>
                  </a:lnTo>
                  <a:lnTo>
                    <a:pt x="48163" y="11389"/>
                  </a:lnTo>
                  <a:lnTo>
                    <a:pt x="42941" y="13525"/>
                  </a:lnTo>
                  <a:lnTo>
                    <a:pt x="37794" y="15835"/>
                  </a:lnTo>
                  <a:lnTo>
                    <a:pt x="32727" y="18318"/>
                  </a:lnTo>
                  <a:lnTo>
                    <a:pt x="27748" y="20970"/>
                  </a:lnTo>
                  <a:lnTo>
                    <a:pt x="22860" y="23789"/>
                  </a:lnTo>
                  <a:lnTo>
                    <a:pt x="18071" y="26771"/>
                  </a:lnTo>
                  <a:lnTo>
                    <a:pt x="13385" y="29913"/>
                  </a:lnTo>
                  <a:lnTo>
                    <a:pt x="8807" y="33211"/>
                  </a:lnTo>
                  <a:lnTo>
                    <a:pt x="4344" y="36662"/>
                  </a:lnTo>
                  <a:lnTo>
                    <a:pt x="0" y="40262"/>
                  </a:lnTo>
                  <a:lnTo>
                    <a:pt x="10881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g415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g416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g417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g418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g419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g420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g421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g422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g423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g424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g425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g426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g427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g428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g429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g430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g431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g432"/>
            <p:cNvSpPr/>
            <p:nvPr/>
          </p:nvSpPr>
          <p:spPr>
            <a:xfrm>
              <a:off x="3997082" y="1071774"/>
              <a:ext cx="108812" cy="126904"/>
            </a:xfrm>
            <a:custGeom>
              <a:avLst/>
              <a:gdLst/>
              <a:ahLst/>
              <a:cxnLst/>
              <a:rect l="0" t="0" r="0" b="0"/>
              <a:pathLst>
                <a:path w="108812" h="126904">
                  <a:moveTo>
                    <a:pt x="0" y="0"/>
                  </a:moveTo>
                  <a:lnTo>
                    <a:pt x="108812" y="1269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g433"/>
            <p:cNvSpPr/>
            <p:nvPr/>
          </p:nvSpPr>
          <p:spPr>
            <a:xfrm>
              <a:off x="3938731" y="1071774"/>
              <a:ext cx="167163" cy="284407"/>
            </a:xfrm>
            <a:custGeom>
              <a:avLst/>
              <a:gdLst/>
              <a:ahLst/>
              <a:cxnLst/>
              <a:rect l="0" t="0" r="0" b="0"/>
              <a:pathLst>
                <a:path w="167163" h="284407">
                  <a:moveTo>
                    <a:pt x="58351" y="0"/>
                  </a:moveTo>
                  <a:lnTo>
                    <a:pt x="54325" y="3565"/>
                  </a:lnTo>
                  <a:lnTo>
                    <a:pt x="50417" y="7258"/>
                  </a:lnTo>
                  <a:lnTo>
                    <a:pt x="46629" y="11075"/>
                  </a:lnTo>
                  <a:lnTo>
                    <a:pt x="42965" y="15012"/>
                  </a:lnTo>
                  <a:lnTo>
                    <a:pt x="39431" y="19065"/>
                  </a:lnTo>
                  <a:lnTo>
                    <a:pt x="36028" y="23229"/>
                  </a:lnTo>
                  <a:lnTo>
                    <a:pt x="32761" y="27501"/>
                  </a:lnTo>
                  <a:lnTo>
                    <a:pt x="29633" y="31876"/>
                  </a:lnTo>
                  <a:lnTo>
                    <a:pt x="26648" y="36348"/>
                  </a:lnTo>
                  <a:lnTo>
                    <a:pt x="23808" y="40915"/>
                  </a:lnTo>
                  <a:lnTo>
                    <a:pt x="21116" y="45571"/>
                  </a:lnTo>
                  <a:lnTo>
                    <a:pt x="18576" y="50310"/>
                  </a:lnTo>
                  <a:lnTo>
                    <a:pt x="16189" y="55129"/>
                  </a:lnTo>
                  <a:lnTo>
                    <a:pt x="13958" y="60022"/>
                  </a:lnTo>
                  <a:lnTo>
                    <a:pt x="11886" y="64985"/>
                  </a:lnTo>
                  <a:lnTo>
                    <a:pt x="9975" y="70011"/>
                  </a:lnTo>
                  <a:lnTo>
                    <a:pt x="8226" y="75097"/>
                  </a:lnTo>
                  <a:lnTo>
                    <a:pt x="6642" y="80236"/>
                  </a:lnTo>
                  <a:lnTo>
                    <a:pt x="5224" y="85423"/>
                  </a:lnTo>
                  <a:lnTo>
                    <a:pt x="3974" y="90654"/>
                  </a:lnTo>
                  <a:lnTo>
                    <a:pt x="2892" y="95921"/>
                  </a:lnTo>
                  <a:lnTo>
                    <a:pt x="1981" y="101221"/>
                  </a:lnTo>
                  <a:lnTo>
                    <a:pt x="1240" y="106548"/>
                  </a:lnTo>
                  <a:lnTo>
                    <a:pt x="671" y="111895"/>
                  </a:lnTo>
                  <a:lnTo>
                    <a:pt x="274" y="117258"/>
                  </a:lnTo>
                  <a:lnTo>
                    <a:pt x="50" y="122631"/>
                  </a:lnTo>
                  <a:lnTo>
                    <a:pt x="0" y="128008"/>
                  </a:lnTo>
                  <a:lnTo>
                    <a:pt x="122" y="133385"/>
                  </a:lnTo>
                  <a:lnTo>
                    <a:pt x="416" y="138754"/>
                  </a:lnTo>
                  <a:lnTo>
                    <a:pt x="884" y="144112"/>
                  </a:lnTo>
                  <a:lnTo>
                    <a:pt x="1523" y="149451"/>
                  </a:lnTo>
                  <a:lnTo>
                    <a:pt x="2334" y="154767"/>
                  </a:lnTo>
                  <a:lnTo>
                    <a:pt x="3316" y="160055"/>
                  </a:lnTo>
                  <a:lnTo>
                    <a:pt x="4467" y="165308"/>
                  </a:lnTo>
                  <a:lnTo>
                    <a:pt x="5786" y="170521"/>
                  </a:lnTo>
                  <a:lnTo>
                    <a:pt x="7273" y="175689"/>
                  </a:lnTo>
                  <a:lnTo>
                    <a:pt x="8925" y="180807"/>
                  </a:lnTo>
                  <a:lnTo>
                    <a:pt x="10740" y="185869"/>
                  </a:lnTo>
                  <a:lnTo>
                    <a:pt x="12718" y="190869"/>
                  </a:lnTo>
                  <a:lnTo>
                    <a:pt x="14855" y="195804"/>
                  </a:lnTo>
                  <a:lnTo>
                    <a:pt x="17150" y="200667"/>
                  </a:lnTo>
                  <a:lnTo>
                    <a:pt x="19600" y="205454"/>
                  </a:lnTo>
                  <a:lnTo>
                    <a:pt x="22203" y="210160"/>
                  </a:lnTo>
                  <a:lnTo>
                    <a:pt x="24956" y="214780"/>
                  </a:lnTo>
                  <a:lnTo>
                    <a:pt x="27856" y="219308"/>
                  </a:lnTo>
                  <a:lnTo>
                    <a:pt x="30901" y="223741"/>
                  </a:lnTo>
                  <a:lnTo>
                    <a:pt x="34086" y="228074"/>
                  </a:lnTo>
                  <a:lnTo>
                    <a:pt x="37409" y="232302"/>
                  </a:lnTo>
                  <a:lnTo>
                    <a:pt x="40866" y="236421"/>
                  </a:lnTo>
                  <a:lnTo>
                    <a:pt x="44454" y="240427"/>
                  </a:lnTo>
                  <a:lnTo>
                    <a:pt x="48169" y="244315"/>
                  </a:lnTo>
                  <a:lnTo>
                    <a:pt x="52007" y="248082"/>
                  </a:lnTo>
                  <a:lnTo>
                    <a:pt x="55964" y="251723"/>
                  </a:lnTo>
                  <a:lnTo>
                    <a:pt x="60037" y="255235"/>
                  </a:lnTo>
                  <a:lnTo>
                    <a:pt x="64220" y="258615"/>
                  </a:lnTo>
                  <a:lnTo>
                    <a:pt x="68510" y="261858"/>
                  </a:lnTo>
                  <a:lnTo>
                    <a:pt x="72902" y="264961"/>
                  </a:lnTo>
                  <a:lnTo>
                    <a:pt x="77391" y="267922"/>
                  </a:lnTo>
                  <a:lnTo>
                    <a:pt x="81973" y="270736"/>
                  </a:lnTo>
                  <a:lnTo>
                    <a:pt x="86644" y="273402"/>
                  </a:lnTo>
                  <a:lnTo>
                    <a:pt x="91397" y="275916"/>
                  </a:lnTo>
                  <a:lnTo>
                    <a:pt x="96230" y="278276"/>
                  </a:lnTo>
                  <a:lnTo>
                    <a:pt x="101135" y="280479"/>
                  </a:lnTo>
                  <a:lnTo>
                    <a:pt x="106109" y="282524"/>
                  </a:lnTo>
                  <a:lnTo>
                    <a:pt x="111146" y="284407"/>
                  </a:lnTo>
                  <a:lnTo>
                    <a:pt x="167163" y="1269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g434"/>
            <p:cNvSpPr/>
            <p:nvPr/>
          </p:nvSpPr>
          <p:spPr>
            <a:xfrm>
              <a:off x="4049877" y="1031511"/>
              <a:ext cx="223182" cy="334326"/>
            </a:xfrm>
            <a:custGeom>
              <a:avLst/>
              <a:gdLst/>
              <a:ahLst/>
              <a:cxnLst/>
              <a:rect l="0" t="0" r="0" b="0"/>
              <a:pathLst>
                <a:path w="223182" h="334326">
                  <a:moveTo>
                    <a:pt x="0" y="324669"/>
                  </a:moveTo>
                  <a:lnTo>
                    <a:pt x="5061" y="326379"/>
                  </a:lnTo>
                  <a:lnTo>
                    <a:pt x="10174" y="327926"/>
                  </a:lnTo>
                  <a:lnTo>
                    <a:pt x="15333" y="329308"/>
                  </a:lnTo>
                  <a:lnTo>
                    <a:pt x="20535" y="330525"/>
                  </a:lnTo>
                  <a:lnTo>
                    <a:pt x="25773" y="331576"/>
                  </a:lnTo>
                  <a:lnTo>
                    <a:pt x="31041" y="332458"/>
                  </a:lnTo>
                  <a:lnTo>
                    <a:pt x="36335" y="333172"/>
                  </a:lnTo>
                  <a:lnTo>
                    <a:pt x="41649" y="333716"/>
                  </a:lnTo>
                  <a:lnTo>
                    <a:pt x="46978" y="334090"/>
                  </a:lnTo>
                  <a:lnTo>
                    <a:pt x="52316" y="334293"/>
                  </a:lnTo>
                  <a:lnTo>
                    <a:pt x="57658" y="334326"/>
                  </a:lnTo>
                  <a:lnTo>
                    <a:pt x="62998" y="334189"/>
                  </a:lnTo>
                  <a:lnTo>
                    <a:pt x="68331" y="333880"/>
                  </a:lnTo>
                  <a:lnTo>
                    <a:pt x="73652" y="333402"/>
                  </a:lnTo>
                  <a:lnTo>
                    <a:pt x="78954" y="332753"/>
                  </a:lnTo>
                  <a:lnTo>
                    <a:pt x="84233" y="331936"/>
                  </a:lnTo>
                  <a:lnTo>
                    <a:pt x="89483" y="330950"/>
                  </a:lnTo>
                  <a:lnTo>
                    <a:pt x="94699" y="329797"/>
                  </a:lnTo>
                  <a:lnTo>
                    <a:pt x="99876" y="328478"/>
                  </a:lnTo>
                  <a:lnTo>
                    <a:pt x="105007" y="326994"/>
                  </a:lnTo>
                  <a:lnTo>
                    <a:pt x="110089" y="325348"/>
                  </a:lnTo>
                  <a:lnTo>
                    <a:pt x="115116" y="323539"/>
                  </a:lnTo>
                  <a:lnTo>
                    <a:pt x="120082" y="321571"/>
                  </a:lnTo>
                  <a:lnTo>
                    <a:pt x="124983" y="319445"/>
                  </a:lnTo>
                  <a:lnTo>
                    <a:pt x="129813" y="317164"/>
                  </a:lnTo>
                  <a:lnTo>
                    <a:pt x="134568" y="314729"/>
                  </a:lnTo>
                  <a:lnTo>
                    <a:pt x="139242" y="312144"/>
                  </a:lnTo>
                  <a:lnTo>
                    <a:pt x="143832" y="309411"/>
                  </a:lnTo>
                  <a:lnTo>
                    <a:pt x="148332" y="306532"/>
                  </a:lnTo>
                  <a:lnTo>
                    <a:pt x="152738" y="303512"/>
                  </a:lnTo>
                  <a:lnTo>
                    <a:pt x="157045" y="300352"/>
                  </a:lnTo>
                  <a:lnTo>
                    <a:pt x="161249" y="297056"/>
                  </a:lnTo>
                  <a:lnTo>
                    <a:pt x="165345" y="293627"/>
                  </a:lnTo>
                  <a:lnTo>
                    <a:pt x="169330" y="290069"/>
                  </a:lnTo>
                  <a:lnTo>
                    <a:pt x="173199" y="286386"/>
                  </a:lnTo>
                  <a:lnTo>
                    <a:pt x="176949" y="282581"/>
                  </a:lnTo>
                  <a:lnTo>
                    <a:pt x="180574" y="278658"/>
                  </a:lnTo>
                  <a:lnTo>
                    <a:pt x="184073" y="274621"/>
                  </a:lnTo>
                  <a:lnTo>
                    <a:pt x="187441" y="270475"/>
                  </a:lnTo>
                  <a:lnTo>
                    <a:pt x="190675" y="266223"/>
                  </a:lnTo>
                  <a:lnTo>
                    <a:pt x="193771" y="261870"/>
                  </a:lnTo>
                  <a:lnTo>
                    <a:pt x="196727" y="257420"/>
                  </a:lnTo>
                  <a:lnTo>
                    <a:pt x="199538" y="252878"/>
                  </a:lnTo>
                  <a:lnTo>
                    <a:pt x="202204" y="248249"/>
                  </a:lnTo>
                  <a:lnTo>
                    <a:pt x="204720" y="243536"/>
                  </a:lnTo>
                  <a:lnTo>
                    <a:pt x="207084" y="238746"/>
                  </a:lnTo>
                  <a:lnTo>
                    <a:pt x="209294" y="233883"/>
                  </a:lnTo>
                  <a:lnTo>
                    <a:pt x="211347" y="228951"/>
                  </a:lnTo>
                  <a:lnTo>
                    <a:pt x="213242" y="223957"/>
                  </a:lnTo>
                  <a:lnTo>
                    <a:pt x="214976" y="218904"/>
                  </a:lnTo>
                  <a:lnTo>
                    <a:pt x="216548" y="213799"/>
                  </a:lnTo>
                  <a:lnTo>
                    <a:pt x="217956" y="208646"/>
                  </a:lnTo>
                  <a:lnTo>
                    <a:pt x="219199" y="203450"/>
                  </a:lnTo>
                  <a:lnTo>
                    <a:pt x="220275" y="198218"/>
                  </a:lnTo>
                  <a:lnTo>
                    <a:pt x="221183" y="192954"/>
                  </a:lnTo>
                  <a:lnTo>
                    <a:pt x="221923" y="187663"/>
                  </a:lnTo>
                  <a:lnTo>
                    <a:pt x="222493" y="182352"/>
                  </a:lnTo>
                  <a:lnTo>
                    <a:pt x="222893" y="177025"/>
                  </a:lnTo>
                  <a:lnTo>
                    <a:pt x="223123" y="171688"/>
                  </a:lnTo>
                  <a:lnTo>
                    <a:pt x="223182" y="166346"/>
                  </a:lnTo>
                  <a:lnTo>
                    <a:pt x="223070" y="161005"/>
                  </a:lnTo>
                  <a:lnTo>
                    <a:pt x="222788" y="155671"/>
                  </a:lnTo>
                  <a:lnTo>
                    <a:pt x="222336" y="150348"/>
                  </a:lnTo>
                  <a:lnTo>
                    <a:pt x="221713" y="145043"/>
                  </a:lnTo>
                  <a:lnTo>
                    <a:pt x="220922" y="139760"/>
                  </a:lnTo>
                  <a:lnTo>
                    <a:pt x="219962" y="134505"/>
                  </a:lnTo>
                  <a:lnTo>
                    <a:pt x="218835" y="129283"/>
                  </a:lnTo>
                  <a:lnTo>
                    <a:pt x="217541" y="124100"/>
                  </a:lnTo>
                  <a:lnTo>
                    <a:pt x="216083" y="118961"/>
                  </a:lnTo>
                  <a:lnTo>
                    <a:pt x="214461" y="113872"/>
                  </a:lnTo>
                  <a:lnTo>
                    <a:pt x="212677" y="108836"/>
                  </a:lnTo>
                  <a:lnTo>
                    <a:pt x="210733" y="103861"/>
                  </a:lnTo>
                  <a:lnTo>
                    <a:pt x="208631" y="98949"/>
                  </a:lnTo>
                  <a:lnTo>
                    <a:pt x="206374" y="94108"/>
                  </a:lnTo>
                  <a:lnTo>
                    <a:pt x="203963" y="89341"/>
                  </a:lnTo>
                  <a:lnTo>
                    <a:pt x="201401" y="84654"/>
                  </a:lnTo>
                  <a:lnTo>
                    <a:pt x="198690" y="80051"/>
                  </a:lnTo>
                  <a:lnTo>
                    <a:pt x="195834" y="75537"/>
                  </a:lnTo>
                  <a:lnTo>
                    <a:pt x="192834" y="71116"/>
                  </a:lnTo>
                  <a:lnTo>
                    <a:pt x="189696" y="66793"/>
                  </a:lnTo>
                  <a:lnTo>
                    <a:pt x="186420" y="62573"/>
                  </a:lnTo>
                  <a:lnTo>
                    <a:pt x="183012" y="58460"/>
                  </a:lnTo>
                  <a:lnTo>
                    <a:pt x="179474" y="54458"/>
                  </a:lnTo>
                  <a:lnTo>
                    <a:pt x="175809" y="50571"/>
                  </a:lnTo>
                  <a:lnTo>
                    <a:pt x="172023" y="46803"/>
                  </a:lnTo>
                  <a:lnTo>
                    <a:pt x="168118" y="43158"/>
                  </a:lnTo>
                  <a:lnTo>
                    <a:pt x="164098" y="39639"/>
                  </a:lnTo>
                  <a:lnTo>
                    <a:pt x="159968" y="36251"/>
                  </a:lnTo>
                  <a:lnTo>
                    <a:pt x="155732" y="32997"/>
                  </a:lnTo>
                  <a:lnTo>
                    <a:pt x="151395" y="29879"/>
                  </a:lnTo>
                  <a:lnTo>
                    <a:pt x="146959" y="26902"/>
                  </a:lnTo>
                  <a:lnTo>
                    <a:pt x="142431" y="24068"/>
                  </a:lnTo>
                  <a:lnTo>
                    <a:pt x="137815" y="21380"/>
                  </a:lnTo>
                  <a:lnTo>
                    <a:pt x="133115" y="18840"/>
                  </a:lnTo>
                  <a:lnTo>
                    <a:pt x="128336" y="16453"/>
                  </a:lnTo>
                  <a:lnTo>
                    <a:pt x="123484" y="14219"/>
                  </a:lnTo>
                  <a:lnTo>
                    <a:pt x="118563" y="12141"/>
                  </a:lnTo>
                  <a:lnTo>
                    <a:pt x="113577" y="10222"/>
                  </a:lnTo>
                  <a:lnTo>
                    <a:pt x="108533" y="8463"/>
                  </a:lnTo>
                  <a:lnTo>
                    <a:pt x="103436" y="6866"/>
                  </a:lnTo>
                  <a:lnTo>
                    <a:pt x="98290" y="5433"/>
                  </a:lnTo>
                  <a:lnTo>
                    <a:pt x="93100" y="4165"/>
                  </a:lnTo>
                  <a:lnTo>
                    <a:pt x="87873" y="3063"/>
                  </a:lnTo>
                  <a:lnTo>
                    <a:pt x="82614" y="2129"/>
                  </a:lnTo>
                  <a:lnTo>
                    <a:pt x="77327" y="1363"/>
                  </a:lnTo>
                  <a:lnTo>
                    <a:pt x="72018" y="767"/>
                  </a:lnTo>
                  <a:lnTo>
                    <a:pt x="66694" y="341"/>
                  </a:lnTo>
                  <a:lnTo>
                    <a:pt x="61358" y="85"/>
                  </a:lnTo>
                  <a:lnTo>
                    <a:pt x="56017" y="0"/>
                  </a:lnTo>
                  <a:lnTo>
                    <a:pt x="5601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g444"/>
            <p:cNvSpPr/>
            <p:nvPr/>
          </p:nvSpPr>
          <p:spPr>
            <a:xfrm>
              <a:off x="3461925" y="1236837"/>
              <a:ext cx="167163" cy="316916"/>
            </a:xfrm>
            <a:custGeom>
              <a:avLst/>
              <a:gdLst/>
              <a:ahLst/>
              <a:cxnLst/>
              <a:rect l="0" t="0" r="0" b="0"/>
              <a:pathLst>
                <a:path w="167163" h="316916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9" y="2124"/>
                  </a:lnTo>
                  <a:lnTo>
                    <a:pt x="135345" y="3055"/>
                  </a:lnTo>
                  <a:lnTo>
                    <a:pt x="130125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1" y="10197"/>
                  </a:lnTo>
                  <a:lnTo>
                    <a:pt x="104691" y="12111"/>
                  </a:lnTo>
                  <a:lnTo>
                    <a:pt x="99775" y="14184"/>
                  </a:lnTo>
                  <a:lnTo>
                    <a:pt x="94927" y="16412"/>
                  </a:lnTo>
                  <a:lnTo>
                    <a:pt x="90153" y="18794"/>
                  </a:lnTo>
                  <a:lnTo>
                    <a:pt x="85458" y="21327"/>
                  </a:lnTo>
                  <a:lnTo>
                    <a:pt x="80845" y="24009"/>
                  </a:lnTo>
                  <a:lnTo>
                    <a:pt x="76321" y="26836"/>
                  </a:lnTo>
                  <a:lnTo>
                    <a:pt x="71889" y="29807"/>
                  </a:lnTo>
                  <a:lnTo>
                    <a:pt x="67554" y="32917"/>
                  </a:lnTo>
                  <a:lnTo>
                    <a:pt x="63321" y="36164"/>
                  </a:lnTo>
                  <a:lnTo>
                    <a:pt x="59193" y="39545"/>
                  </a:lnTo>
                  <a:lnTo>
                    <a:pt x="55175" y="43055"/>
                  </a:lnTo>
                  <a:lnTo>
                    <a:pt x="51272" y="46692"/>
                  </a:lnTo>
                  <a:lnTo>
                    <a:pt x="47486" y="50452"/>
                  </a:lnTo>
                  <a:lnTo>
                    <a:pt x="43823" y="54330"/>
                  </a:lnTo>
                  <a:lnTo>
                    <a:pt x="40285" y="58324"/>
                  </a:lnTo>
                  <a:lnTo>
                    <a:pt x="36876" y="62428"/>
                  </a:lnTo>
                  <a:lnTo>
                    <a:pt x="33600" y="66639"/>
                  </a:lnTo>
                  <a:lnTo>
                    <a:pt x="30460" y="70953"/>
                  </a:lnTo>
                  <a:lnTo>
                    <a:pt x="27459" y="75364"/>
                  </a:lnTo>
                  <a:lnTo>
                    <a:pt x="24601" y="79869"/>
                  </a:lnTo>
                  <a:lnTo>
                    <a:pt x="21887" y="84463"/>
                  </a:lnTo>
                  <a:lnTo>
                    <a:pt x="19322" y="89141"/>
                  </a:lnTo>
                  <a:lnTo>
                    <a:pt x="16908" y="93898"/>
                  </a:lnTo>
                  <a:lnTo>
                    <a:pt x="14646" y="98731"/>
                  </a:lnTo>
                  <a:lnTo>
                    <a:pt x="12540" y="103633"/>
                  </a:lnTo>
                  <a:lnTo>
                    <a:pt x="10591" y="108599"/>
                  </a:lnTo>
                  <a:lnTo>
                    <a:pt x="8802" y="113626"/>
                  </a:lnTo>
                  <a:lnTo>
                    <a:pt x="7174" y="118706"/>
                  </a:lnTo>
                  <a:lnTo>
                    <a:pt x="5709" y="123837"/>
                  </a:lnTo>
                  <a:lnTo>
                    <a:pt x="4408" y="129011"/>
                  </a:lnTo>
                  <a:lnTo>
                    <a:pt x="3274" y="134224"/>
                  </a:lnTo>
                  <a:lnTo>
                    <a:pt x="2306" y="139471"/>
                  </a:lnTo>
                  <a:lnTo>
                    <a:pt x="1506" y="144746"/>
                  </a:lnTo>
                  <a:lnTo>
                    <a:pt x="875" y="150044"/>
                  </a:lnTo>
                  <a:lnTo>
                    <a:pt x="413" y="155359"/>
                  </a:lnTo>
                  <a:lnTo>
                    <a:pt x="121" y="160686"/>
                  </a:lnTo>
                  <a:lnTo>
                    <a:pt x="0" y="166020"/>
                  </a:lnTo>
                  <a:lnTo>
                    <a:pt x="48" y="171355"/>
                  </a:lnTo>
                  <a:lnTo>
                    <a:pt x="267" y="176686"/>
                  </a:lnTo>
                  <a:lnTo>
                    <a:pt x="656" y="182007"/>
                  </a:lnTo>
                  <a:lnTo>
                    <a:pt x="1214" y="187313"/>
                  </a:lnTo>
                  <a:lnTo>
                    <a:pt x="1941" y="192598"/>
                  </a:lnTo>
                  <a:lnTo>
                    <a:pt x="2837" y="197858"/>
                  </a:lnTo>
                  <a:lnTo>
                    <a:pt x="3900" y="203086"/>
                  </a:lnTo>
                  <a:lnTo>
                    <a:pt x="5130" y="208278"/>
                  </a:lnTo>
                  <a:lnTo>
                    <a:pt x="6524" y="213428"/>
                  </a:lnTo>
                  <a:lnTo>
                    <a:pt x="8082" y="218530"/>
                  </a:lnTo>
                  <a:lnTo>
                    <a:pt x="9802" y="223581"/>
                  </a:lnTo>
                  <a:lnTo>
                    <a:pt x="11683" y="228574"/>
                  </a:lnTo>
                  <a:lnTo>
                    <a:pt x="13721" y="233504"/>
                  </a:lnTo>
                  <a:lnTo>
                    <a:pt x="15916" y="238367"/>
                  </a:lnTo>
                  <a:lnTo>
                    <a:pt x="18266" y="243157"/>
                  </a:lnTo>
                  <a:lnTo>
                    <a:pt x="20766" y="247870"/>
                  </a:lnTo>
                  <a:lnTo>
                    <a:pt x="23416" y="252501"/>
                  </a:lnTo>
                  <a:lnTo>
                    <a:pt x="26213" y="257044"/>
                  </a:lnTo>
                  <a:lnTo>
                    <a:pt x="29153" y="261496"/>
                  </a:lnTo>
                  <a:lnTo>
                    <a:pt x="32233" y="265853"/>
                  </a:lnTo>
                  <a:lnTo>
                    <a:pt x="35451" y="270108"/>
                  </a:lnTo>
                  <a:lnTo>
                    <a:pt x="38803" y="274259"/>
                  </a:lnTo>
                  <a:lnTo>
                    <a:pt x="42286" y="278300"/>
                  </a:lnTo>
                  <a:lnTo>
                    <a:pt x="45896" y="282229"/>
                  </a:lnTo>
                  <a:lnTo>
                    <a:pt x="49630" y="286040"/>
                  </a:lnTo>
                  <a:lnTo>
                    <a:pt x="53483" y="289730"/>
                  </a:lnTo>
                  <a:lnTo>
                    <a:pt x="57452" y="293296"/>
                  </a:lnTo>
                  <a:lnTo>
                    <a:pt x="61533" y="296732"/>
                  </a:lnTo>
                  <a:lnTo>
                    <a:pt x="65721" y="300037"/>
                  </a:lnTo>
                  <a:lnTo>
                    <a:pt x="70013" y="303207"/>
                  </a:lnTo>
                  <a:lnTo>
                    <a:pt x="74404" y="306238"/>
                  </a:lnTo>
                  <a:lnTo>
                    <a:pt x="78889" y="309127"/>
                  </a:lnTo>
                  <a:lnTo>
                    <a:pt x="83464" y="311872"/>
                  </a:lnTo>
                  <a:lnTo>
                    <a:pt x="88124" y="314469"/>
                  </a:lnTo>
                  <a:lnTo>
                    <a:pt x="92865" y="31691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g445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g446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g447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g448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g449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g450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g451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g452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g453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g454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g455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g456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g457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g458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g459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g460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g461"/>
            <p:cNvSpPr/>
            <p:nvPr/>
          </p:nvSpPr>
          <p:spPr>
            <a:xfrm>
              <a:off x="3554791" y="1404005"/>
              <a:ext cx="74297" cy="149749"/>
            </a:xfrm>
            <a:custGeom>
              <a:avLst/>
              <a:gdLst/>
              <a:ahLst/>
              <a:cxnLst/>
              <a:rect l="0" t="0" r="0" b="0"/>
              <a:pathLst>
                <a:path w="74297" h="149749">
                  <a:moveTo>
                    <a:pt x="0" y="149749"/>
                  </a:moveTo>
                  <a:lnTo>
                    <a:pt x="742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g462"/>
            <p:cNvSpPr/>
            <p:nvPr/>
          </p:nvSpPr>
          <p:spPr>
            <a:xfrm>
              <a:off x="3554791" y="1253035"/>
              <a:ext cx="241456" cy="318121"/>
            </a:xfrm>
            <a:custGeom>
              <a:avLst/>
              <a:gdLst/>
              <a:ahLst/>
              <a:cxnLst/>
              <a:rect l="0" t="0" r="0" b="0"/>
              <a:pathLst>
                <a:path w="241456" h="318121">
                  <a:moveTo>
                    <a:pt x="0" y="300719"/>
                  </a:moveTo>
                  <a:lnTo>
                    <a:pt x="4814" y="303012"/>
                  </a:lnTo>
                  <a:lnTo>
                    <a:pt x="9699" y="305151"/>
                  </a:lnTo>
                  <a:lnTo>
                    <a:pt x="14650" y="307133"/>
                  </a:lnTo>
                  <a:lnTo>
                    <a:pt x="19661" y="308956"/>
                  </a:lnTo>
                  <a:lnTo>
                    <a:pt x="24728" y="310619"/>
                  </a:lnTo>
                  <a:lnTo>
                    <a:pt x="29846" y="312119"/>
                  </a:lnTo>
                  <a:lnTo>
                    <a:pt x="35008" y="313454"/>
                  </a:lnTo>
                  <a:lnTo>
                    <a:pt x="40211" y="314625"/>
                  </a:lnTo>
                  <a:lnTo>
                    <a:pt x="45448" y="315629"/>
                  </a:lnTo>
                  <a:lnTo>
                    <a:pt x="50715" y="316465"/>
                  </a:lnTo>
                  <a:lnTo>
                    <a:pt x="56006" y="317133"/>
                  </a:lnTo>
                  <a:lnTo>
                    <a:pt x="61315" y="317632"/>
                  </a:lnTo>
                  <a:lnTo>
                    <a:pt x="66638" y="317961"/>
                  </a:lnTo>
                  <a:lnTo>
                    <a:pt x="71968" y="318121"/>
                  </a:lnTo>
                  <a:lnTo>
                    <a:pt x="77301" y="318110"/>
                  </a:lnTo>
                  <a:lnTo>
                    <a:pt x="82631" y="317929"/>
                  </a:lnTo>
                  <a:lnTo>
                    <a:pt x="87952" y="317578"/>
                  </a:lnTo>
                  <a:lnTo>
                    <a:pt x="93259" y="317058"/>
                  </a:lnTo>
                  <a:lnTo>
                    <a:pt x="98547" y="316369"/>
                  </a:lnTo>
                  <a:lnTo>
                    <a:pt x="103811" y="315511"/>
                  </a:lnTo>
                  <a:lnTo>
                    <a:pt x="109044" y="314486"/>
                  </a:lnTo>
                  <a:lnTo>
                    <a:pt x="114242" y="313294"/>
                  </a:lnTo>
                  <a:lnTo>
                    <a:pt x="119399" y="311938"/>
                  </a:lnTo>
                  <a:lnTo>
                    <a:pt x="124511" y="310417"/>
                  </a:lnTo>
                  <a:lnTo>
                    <a:pt x="129571" y="308734"/>
                  </a:lnTo>
                  <a:lnTo>
                    <a:pt x="134575" y="306891"/>
                  </a:lnTo>
                  <a:lnTo>
                    <a:pt x="139518" y="304889"/>
                  </a:lnTo>
                  <a:lnTo>
                    <a:pt x="144394" y="302730"/>
                  </a:lnTo>
                  <a:lnTo>
                    <a:pt x="149199" y="300417"/>
                  </a:lnTo>
                  <a:lnTo>
                    <a:pt x="153928" y="297952"/>
                  </a:lnTo>
                  <a:lnTo>
                    <a:pt x="158576" y="295337"/>
                  </a:lnTo>
                  <a:lnTo>
                    <a:pt x="163138" y="292576"/>
                  </a:lnTo>
                  <a:lnTo>
                    <a:pt x="167609" y="289670"/>
                  </a:lnTo>
                  <a:lnTo>
                    <a:pt x="171986" y="286623"/>
                  </a:lnTo>
                  <a:lnTo>
                    <a:pt x="176263" y="283438"/>
                  </a:lnTo>
                  <a:lnTo>
                    <a:pt x="180436" y="280118"/>
                  </a:lnTo>
                  <a:lnTo>
                    <a:pt x="184502" y="276667"/>
                  </a:lnTo>
                  <a:lnTo>
                    <a:pt x="188455" y="273088"/>
                  </a:lnTo>
                  <a:lnTo>
                    <a:pt x="192292" y="269385"/>
                  </a:lnTo>
                  <a:lnTo>
                    <a:pt x="196009" y="265561"/>
                  </a:lnTo>
                  <a:lnTo>
                    <a:pt x="199602" y="261620"/>
                  </a:lnTo>
                  <a:lnTo>
                    <a:pt x="203068" y="257567"/>
                  </a:lnTo>
                  <a:lnTo>
                    <a:pt x="206402" y="253406"/>
                  </a:lnTo>
                  <a:lnTo>
                    <a:pt x="209603" y="249140"/>
                  </a:lnTo>
                  <a:lnTo>
                    <a:pt x="212665" y="244774"/>
                  </a:lnTo>
                  <a:lnTo>
                    <a:pt x="215587" y="240313"/>
                  </a:lnTo>
                  <a:lnTo>
                    <a:pt x="218365" y="235761"/>
                  </a:lnTo>
                  <a:lnTo>
                    <a:pt x="220996" y="231122"/>
                  </a:lnTo>
                  <a:lnTo>
                    <a:pt x="223478" y="226402"/>
                  </a:lnTo>
                  <a:lnTo>
                    <a:pt x="225808" y="221605"/>
                  </a:lnTo>
                  <a:lnTo>
                    <a:pt x="227984" y="216737"/>
                  </a:lnTo>
                  <a:lnTo>
                    <a:pt x="230003" y="211801"/>
                  </a:lnTo>
                  <a:lnTo>
                    <a:pt x="231865" y="206804"/>
                  </a:lnTo>
                  <a:lnTo>
                    <a:pt x="233565" y="201749"/>
                  </a:lnTo>
                  <a:lnTo>
                    <a:pt x="235104" y="196644"/>
                  </a:lnTo>
                  <a:lnTo>
                    <a:pt x="236479" y="191491"/>
                  </a:lnTo>
                  <a:lnTo>
                    <a:pt x="237689" y="186297"/>
                  </a:lnTo>
                  <a:lnTo>
                    <a:pt x="238733" y="181068"/>
                  </a:lnTo>
                  <a:lnTo>
                    <a:pt x="239609" y="175808"/>
                  </a:lnTo>
                  <a:lnTo>
                    <a:pt x="240317" y="170522"/>
                  </a:lnTo>
                  <a:lnTo>
                    <a:pt x="240856" y="165217"/>
                  </a:lnTo>
                  <a:lnTo>
                    <a:pt x="241226" y="159897"/>
                  </a:lnTo>
                  <a:lnTo>
                    <a:pt x="241426" y="154568"/>
                  </a:lnTo>
                  <a:lnTo>
                    <a:pt x="241456" y="149235"/>
                  </a:lnTo>
                  <a:lnTo>
                    <a:pt x="241315" y="143904"/>
                  </a:lnTo>
                  <a:lnTo>
                    <a:pt x="241005" y="138580"/>
                  </a:lnTo>
                  <a:lnTo>
                    <a:pt x="240525" y="133269"/>
                  </a:lnTo>
                  <a:lnTo>
                    <a:pt x="239876" y="127976"/>
                  </a:lnTo>
                  <a:lnTo>
                    <a:pt x="239058" y="122706"/>
                  </a:lnTo>
                  <a:lnTo>
                    <a:pt x="238073" y="117465"/>
                  </a:lnTo>
                  <a:lnTo>
                    <a:pt x="236921" y="112259"/>
                  </a:lnTo>
                  <a:lnTo>
                    <a:pt x="235603" y="107091"/>
                  </a:lnTo>
                  <a:lnTo>
                    <a:pt x="234122" y="101968"/>
                  </a:lnTo>
                  <a:lnTo>
                    <a:pt x="232477" y="96895"/>
                  </a:lnTo>
                  <a:lnTo>
                    <a:pt x="230672" y="91877"/>
                  </a:lnTo>
                  <a:lnTo>
                    <a:pt x="228708" y="86920"/>
                  </a:lnTo>
                  <a:lnTo>
                    <a:pt x="226586" y="82027"/>
                  </a:lnTo>
                  <a:lnTo>
                    <a:pt x="224309" y="77205"/>
                  </a:lnTo>
                  <a:lnTo>
                    <a:pt x="221880" y="72457"/>
                  </a:lnTo>
                  <a:lnTo>
                    <a:pt x="219301" y="67790"/>
                  </a:lnTo>
                  <a:lnTo>
                    <a:pt x="216574" y="63207"/>
                  </a:lnTo>
                  <a:lnTo>
                    <a:pt x="213702" y="58714"/>
                  </a:lnTo>
                  <a:lnTo>
                    <a:pt x="210689" y="54314"/>
                  </a:lnTo>
                  <a:lnTo>
                    <a:pt x="207536" y="50013"/>
                  </a:lnTo>
                  <a:lnTo>
                    <a:pt x="204248" y="45814"/>
                  </a:lnTo>
                  <a:lnTo>
                    <a:pt x="200828" y="41723"/>
                  </a:lnTo>
                  <a:lnTo>
                    <a:pt x="197279" y="37742"/>
                  </a:lnTo>
                  <a:lnTo>
                    <a:pt x="193605" y="33877"/>
                  </a:lnTo>
                  <a:lnTo>
                    <a:pt x="189809" y="30131"/>
                  </a:lnTo>
                  <a:lnTo>
                    <a:pt x="185896" y="26508"/>
                  </a:lnTo>
                  <a:lnTo>
                    <a:pt x="181870" y="23012"/>
                  </a:lnTo>
                  <a:lnTo>
                    <a:pt x="177733" y="19646"/>
                  </a:lnTo>
                  <a:lnTo>
                    <a:pt x="173492" y="16413"/>
                  </a:lnTo>
                  <a:lnTo>
                    <a:pt x="169150" y="13318"/>
                  </a:lnTo>
                  <a:lnTo>
                    <a:pt x="164711" y="10362"/>
                  </a:lnTo>
                  <a:lnTo>
                    <a:pt x="160180" y="7550"/>
                  </a:lnTo>
                  <a:lnTo>
                    <a:pt x="155562" y="4884"/>
                  </a:lnTo>
                  <a:lnTo>
                    <a:pt x="150861" y="2366"/>
                  </a:lnTo>
                  <a:lnTo>
                    <a:pt x="146082" y="0"/>
                  </a:lnTo>
                  <a:lnTo>
                    <a:pt x="74297" y="1509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g463"/>
            <p:cNvSpPr/>
            <p:nvPr/>
          </p:nvSpPr>
          <p:spPr>
            <a:xfrm>
              <a:off x="3629088" y="1236837"/>
              <a:ext cx="71784" cy="167167"/>
            </a:xfrm>
            <a:custGeom>
              <a:avLst/>
              <a:gdLst/>
              <a:ahLst/>
              <a:cxnLst/>
              <a:rect l="0" t="0" r="0" b="0"/>
              <a:pathLst>
                <a:path w="71784" h="167167">
                  <a:moveTo>
                    <a:pt x="71784" y="16197"/>
                  </a:moveTo>
                  <a:lnTo>
                    <a:pt x="66589" y="13835"/>
                  </a:lnTo>
                  <a:lnTo>
                    <a:pt x="61316" y="11651"/>
                  </a:lnTo>
                  <a:lnTo>
                    <a:pt x="55971" y="9648"/>
                  </a:lnTo>
                  <a:lnTo>
                    <a:pt x="50562" y="7830"/>
                  </a:lnTo>
                  <a:lnTo>
                    <a:pt x="45093" y="6196"/>
                  </a:lnTo>
                  <a:lnTo>
                    <a:pt x="39572" y="4751"/>
                  </a:lnTo>
                  <a:lnTo>
                    <a:pt x="34005" y="3495"/>
                  </a:lnTo>
                  <a:lnTo>
                    <a:pt x="28398" y="2429"/>
                  </a:lnTo>
                  <a:lnTo>
                    <a:pt x="22758" y="1556"/>
                  </a:lnTo>
                  <a:lnTo>
                    <a:pt x="17092" y="876"/>
                  </a:lnTo>
                  <a:lnTo>
                    <a:pt x="11406" y="389"/>
                  </a:lnTo>
                  <a:lnTo>
                    <a:pt x="570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g474"/>
            <p:cNvSpPr/>
            <p:nvPr/>
          </p:nvSpPr>
          <p:spPr>
            <a:xfrm>
              <a:off x="3106289" y="1546402"/>
              <a:ext cx="106277" cy="167167"/>
            </a:xfrm>
            <a:custGeom>
              <a:avLst/>
              <a:gdLst/>
              <a:ahLst/>
              <a:cxnLst/>
              <a:rect l="0" t="0" r="0" b="0"/>
              <a:pathLst>
                <a:path w="106277" h="167167">
                  <a:moveTo>
                    <a:pt x="106277" y="0"/>
                  </a:moveTo>
                  <a:lnTo>
                    <a:pt x="100519" y="99"/>
                  </a:lnTo>
                  <a:lnTo>
                    <a:pt x="94768" y="396"/>
                  </a:lnTo>
                  <a:lnTo>
                    <a:pt x="89031" y="891"/>
                  </a:lnTo>
                  <a:lnTo>
                    <a:pt x="83314" y="1584"/>
                  </a:lnTo>
                  <a:lnTo>
                    <a:pt x="77625" y="2473"/>
                  </a:lnTo>
                  <a:lnTo>
                    <a:pt x="71970" y="3558"/>
                  </a:lnTo>
                  <a:lnTo>
                    <a:pt x="66355" y="4836"/>
                  </a:lnTo>
                  <a:lnTo>
                    <a:pt x="60787" y="6308"/>
                  </a:lnTo>
                  <a:lnTo>
                    <a:pt x="55274" y="7970"/>
                  </a:lnTo>
                  <a:lnTo>
                    <a:pt x="49821" y="9821"/>
                  </a:lnTo>
                  <a:lnTo>
                    <a:pt x="44435" y="11859"/>
                  </a:lnTo>
                  <a:lnTo>
                    <a:pt x="39123" y="14081"/>
                  </a:lnTo>
                  <a:lnTo>
                    <a:pt x="33890" y="16485"/>
                  </a:lnTo>
                  <a:lnTo>
                    <a:pt x="28743" y="19067"/>
                  </a:lnTo>
                  <a:lnTo>
                    <a:pt x="23688" y="21826"/>
                  </a:lnTo>
                  <a:lnTo>
                    <a:pt x="18731" y="24756"/>
                  </a:lnTo>
                  <a:lnTo>
                    <a:pt x="13878" y="27856"/>
                  </a:lnTo>
                  <a:lnTo>
                    <a:pt x="9135" y="31121"/>
                  </a:lnTo>
                  <a:lnTo>
                    <a:pt x="4507" y="34548"/>
                  </a:lnTo>
                  <a:lnTo>
                    <a:pt x="0" y="38132"/>
                  </a:lnTo>
                  <a:lnTo>
                    <a:pt x="10627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g475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g476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g477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g478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g479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g480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g481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g482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g483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g484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g485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g486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g487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g488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g489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g490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gdLst/>
              <a:ahLst/>
              <a:cxnLst/>
              <a:rect l="0" t="0" r="0" b="0"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g491"/>
            <p:cNvSpPr/>
            <p:nvPr/>
          </p:nvSpPr>
          <p:spPr>
            <a:xfrm>
              <a:off x="3045402" y="1584534"/>
              <a:ext cx="334331" cy="296191"/>
            </a:xfrm>
            <a:custGeom>
              <a:avLst/>
              <a:gdLst/>
              <a:ahLst/>
              <a:cxnLst/>
              <a:rect l="0" t="0" r="0" b="0"/>
              <a:pathLst>
                <a:path w="334331" h="296191">
                  <a:moveTo>
                    <a:pt x="60887" y="0"/>
                  </a:moveTo>
                  <a:lnTo>
                    <a:pt x="56851" y="3433"/>
                  </a:lnTo>
                  <a:lnTo>
                    <a:pt x="52925" y="6992"/>
                  </a:lnTo>
                  <a:lnTo>
                    <a:pt x="49115" y="10674"/>
                  </a:lnTo>
                  <a:lnTo>
                    <a:pt x="45422" y="14475"/>
                  </a:lnTo>
                  <a:lnTo>
                    <a:pt x="41853" y="18391"/>
                  </a:lnTo>
                  <a:lnTo>
                    <a:pt x="38409" y="22418"/>
                  </a:lnTo>
                  <a:lnTo>
                    <a:pt x="35094" y="26553"/>
                  </a:lnTo>
                  <a:lnTo>
                    <a:pt x="31913" y="30790"/>
                  </a:lnTo>
                  <a:lnTo>
                    <a:pt x="28867" y="35126"/>
                  </a:lnTo>
                  <a:lnTo>
                    <a:pt x="25960" y="39557"/>
                  </a:lnTo>
                  <a:lnTo>
                    <a:pt x="23195" y="44077"/>
                  </a:lnTo>
                  <a:lnTo>
                    <a:pt x="20575" y="48683"/>
                  </a:lnTo>
                  <a:lnTo>
                    <a:pt x="18102" y="53369"/>
                  </a:lnTo>
                  <a:lnTo>
                    <a:pt x="15778" y="58132"/>
                  </a:lnTo>
                  <a:lnTo>
                    <a:pt x="13607" y="62965"/>
                  </a:lnTo>
                  <a:lnTo>
                    <a:pt x="11590" y="67865"/>
                  </a:lnTo>
                  <a:lnTo>
                    <a:pt x="9730" y="72827"/>
                  </a:lnTo>
                  <a:lnTo>
                    <a:pt x="8027" y="77845"/>
                  </a:lnTo>
                  <a:lnTo>
                    <a:pt x="6485" y="82914"/>
                  </a:lnTo>
                  <a:lnTo>
                    <a:pt x="5104" y="88030"/>
                  </a:lnTo>
                  <a:lnTo>
                    <a:pt x="3886" y="93187"/>
                  </a:lnTo>
                  <a:lnTo>
                    <a:pt x="2831" y="98380"/>
                  </a:lnTo>
                  <a:lnTo>
                    <a:pt x="1942" y="103604"/>
                  </a:lnTo>
                  <a:lnTo>
                    <a:pt x="1219" y="108853"/>
                  </a:lnTo>
                  <a:lnTo>
                    <a:pt x="663" y="114123"/>
                  </a:lnTo>
                  <a:lnTo>
                    <a:pt x="274" y="119408"/>
                  </a:lnTo>
                  <a:lnTo>
                    <a:pt x="53" y="124702"/>
                  </a:lnTo>
                  <a:lnTo>
                    <a:pt x="0" y="130001"/>
                  </a:lnTo>
                  <a:lnTo>
                    <a:pt x="114" y="135298"/>
                  </a:lnTo>
                  <a:lnTo>
                    <a:pt x="397" y="140590"/>
                  </a:lnTo>
                  <a:lnTo>
                    <a:pt x="847" y="145869"/>
                  </a:lnTo>
                  <a:lnTo>
                    <a:pt x="1464" y="151132"/>
                  </a:lnTo>
                  <a:lnTo>
                    <a:pt x="2247" y="156373"/>
                  </a:lnTo>
                  <a:lnTo>
                    <a:pt x="3197" y="161586"/>
                  </a:lnTo>
                  <a:lnTo>
                    <a:pt x="4311" y="166767"/>
                  </a:lnTo>
                  <a:lnTo>
                    <a:pt x="5588" y="171909"/>
                  </a:lnTo>
                  <a:lnTo>
                    <a:pt x="7028" y="177009"/>
                  </a:lnTo>
                  <a:lnTo>
                    <a:pt x="8629" y="182060"/>
                  </a:lnTo>
                  <a:lnTo>
                    <a:pt x="10390" y="187058"/>
                  </a:lnTo>
                  <a:lnTo>
                    <a:pt x="12307" y="191998"/>
                  </a:lnTo>
                  <a:lnTo>
                    <a:pt x="14381" y="196874"/>
                  </a:lnTo>
                  <a:lnTo>
                    <a:pt x="16608" y="201683"/>
                  </a:lnTo>
                  <a:lnTo>
                    <a:pt x="18986" y="206418"/>
                  </a:lnTo>
                  <a:lnTo>
                    <a:pt x="21513" y="211075"/>
                  </a:lnTo>
                  <a:lnTo>
                    <a:pt x="24186" y="215650"/>
                  </a:lnTo>
                  <a:lnTo>
                    <a:pt x="27003" y="220139"/>
                  </a:lnTo>
                  <a:lnTo>
                    <a:pt x="29961" y="224535"/>
                  </a:lnTo>
                  <a:lnTo>
                    <a:pt x="33057" y="228836"/>
                  </a:lnTo>
                  <a:lnTo>
                    <a:pt x="36287" y="233036"/>
                  </a:lnTo>
                  <a:lnTo>
                    <a:pt x="39649" y="237132"/>
                  </a:lnTo>
                  <a:lnTo>
                    <a:pt x="43140" y="241119"/>
                  </a:lnTo>
                  <a:lnTo>
                    <a:pt x="46754" y="244994"/>
                  </a:lnTo>
                  <a:lnTo>
                    <a:pt x="50490" y="248752"/>
                  </a:lnTo>
                  <a:lnTo>
                    <a:pt x="54343" y="252389"/>
                  </a:lnTo>
                  <a:lnTo>
                    <a:pt x="58309" y="255903"/>
                  </a:lnTo>
                  <a:lnTo>
                    <a:pt x="62385" y="259290"/>
                  </a:lnTo>
                  <a:lnTo>
                    <a:pt x="66566" y="262545"/>
                  </a:lnTo>
                  <a:lnTo>
                    <a:pt x="70848" y="265666"/>
                  </a:lnTo>
                  <a:lnTo>
                    <a:pt x="75227" y="268650"/>
                  </a:lnTo>
                  <a:lnTo>
                    <a:pt x="79698" y="271494"/>
                  </a:lnTo>
                  <a:lnTo>
                    <a:pt x="84257" y="274195"/>
                  </a:lnTo>
                  <a:lnTo>
                    <a:pt x="88900" y="276749"/>
                  </a:lnTo>
                  <a:lnTo>
                    <a:pt x="93621" y="279156"/>
                  </a:lnTo>
                  <a:lnTo>
                    <a:pt x="98416" y="281411"/>
                  </a:lnTo>
                  <a:lnTo>
                    <a:pt x="103280" y="283514"/>
                  </a:lnTo>
                  <a:lnTo>
                    <a:pt x="108208" y="285461"/>
                  </a:lnTo>
                  <a:lnTo>
                    <a:pt x="113195" y="287251"/>
                  </a:lnTo>
                  <a:lnTo>
                    <a:pt x="118237" y="288882"/>
                  </a:lnTo>
                  <a:lnTo>
                    <a:pt x="123328" y="290352"/>
                  </a:lnTo>
                  <a:lnTo>
                    <a:pt x="128463" y="291661"/>
                  </a:lnTo>
                  <a:lnTo>
                    <a:pt x="133636" y="292805"/>
                  </a:lnTo>
                  <a:lnTo>
                    <a:pt x="138844" y="293786"/>
                  </a:lnTo>
                  <a:lnTo>
                    <a:pt x="144080" y="294601"/>
                  </a:lnTo>
                  <a:lnTo>
                    <a:pt x="149339" y="295249"/>
                  </a:lnTo>
                  <a:lnTo>
                    <a:pt x="154616" y="295731"/>
                  </a:lnTo>
                  <a:lnTo>
                    <a:pt x="159905" y="296045"/>
                  </a:lnTo>
                  <a:lnTo>
                    <a:pt x="165202" y="296191"/>
                  </a:lnTo>
                  <a:lnTo>
                    <a:pt x="170501" y="296169"/>
                  </a:lnTo>
                  <a:lnTo>
                    <a:pt x="175797" y="295979"/>
                  </a:lnTo>
                  <a:lnTo>
                    <a:pt x="181084" y="295622"/>
                  </a:lnTo>
                  <a:lnTo>
                    <a:pt x="186356" y="295097"/>
                  </a:lnTo>
                  <a:lnTo>
                    <a:pt x="191610" y="294405"/>
                  </a:lnTo>
                  <a:lnTo>
                    <a:pt x="196839" y="293547"/>
                  </a:lnTo>
                  <a:lnTo>
                    <a:pt x="202038" y="292524"/>
                  </a:lnTo>
                  <a:lnTo>
                    <a:pt x="207202" y="291337"/>
                  </a:lnTo>
                  <a:lnTo>
                    <a:pt x="212326" y="289986"/>
                  </a:lnTo>
                  <a:lnTo>
                    <a:pt x="217405" y="288474"/>
                  </a:lnTo>
                  <a:lnTo>
                    <a:pt x="222433" y="286801"/>
                  </a:lnTo>
                  <a:lnTo>
                    <a:pt x="227406" y="284970"/>
                  </a:lnTo>
                  <a:lnTo>
                    <a:pt x="232318" y="282983"/>
                  </a:lnTo>
                  <a:lnTo>
                    <a:pt x="237164" y="280840"/>
                  </a:lnTo>
                  <a:lnTo>
                    <a:pt x="241940" y="278546"/>
                  </a:lnTo>
                  <a:lnTo>
                    <a:pt x="246641" y="276100"/>
                  </a:lnTo>
                  <a:lnTo>
                    <a:pt x="251263" y="273508"/>
                  </a:lnTo>
                  <a:lnTo>
                    <a:pt x="255799" y="270770"/>
                  </a:lnTo>
                  <a:lnTo>
                    <a:pt x="260247" y="267889"/>
                  </a:lnTo>
                  <a:lnTo>
                    <a:pt x="264601" y="264869"/>
                  </a:lnTo>
                  <a:lnTo>
                    <a:pt x="268857" y="261713"/>
                  </a:lnTo>
                  <a:lnTo>
                    <a:pt x="273011" y="258423"/>
                  </a:lnTo>
                  <a:lnTo>
                    <a:pt x="277059" y="255003"/>
                  </a:lnTo>
                  <a:lnTo>
                    <a:pt x="280996" y="251457"/>
                  </a:lnTo>
                  <a:lnTo>
                    <a:pt x="284819" y="247788"/>
                  </a:lnTo>
                  <a:lnTo>
                    <a:pt x="288524" y="243999"/>
                  </a:lnTo>
                  <a:lnTo>
                    <a:pt x="292107" y="240095"/>
                  </a:lnTo>
                  <a:lnTo>
                    <a:pt x="295564" y="236079"/>
                  </a:lnTo>
                  <a:lnTo>
                    <a:pt x="298892" y="231956"/>
                  </a:lnTo>
                  <a:lnTo>
                    <a:pt x="302088" y="227729"/>
                  </a:lnTo>
                  <a:lnTo>
                    <a:pt x="305148" y="223403"/>
                  </a:lnTo>
                  <a:lnTo>
                    <a:pt x="308070" y="218982"/>
                  </a:lnTo>
                  <a:lnTo>
                    <a:pt x="310850" y="214471"/>
                  </a:lnTo>
                  <a:lnTo>
                    <a:pt x="313486" y="209874"/>
                  </a:lnTo>
                  <a:lnTo>
                    <a:pt x="315974" y="205196"/>
                  </a:lnTo>
                  <a:lnTo>
                    <a:pt x="318313" y="200441"/>
                  </a:lnTo>
                  <a:lnTo>
                    <a:pt x="320501" y="195615"/>
                  </a:lnTo>
                  <a:lnTo>
                    <a:pt x="322534" y="190722"/>
                  </a:lnTo>
                  <a:lnTo>
                    <a:pt x="324411" y="185766"/>
                  </a:lnTo>
                  <a:lnTo>
                    <a:pt x="326130" y="180754"/>
                  </a:lnTo>
                  <a:lnTo>
                    <a:pt x="327689" y="175690"/>
                  </a:lnTo>
                  <a:lnTo>
                    <a:pt x="329087" y="170578"/>
                  </a:lnTo>
                  <a:lnTo>
                    <a:pt x="330323" y="165425"/>
                  </a:lnTo>
                  <a:lnTo>
                    <a:pt x="331394" y="160236"/>
                  </a:lnTo>
                  <a:lnTo>
                    <a:pt x="332300" y="155015"/>
                  </a:lnTo>
                  <a:lnTo>
                    <a:pt x="333041" y="149768"/>
                  </a:lnTo>
                  <a:lnTo>
                    <a:pt x="333615" y="144500"/>
                  </a:lnTo>
                  <a:lnTo>
                    <a:pt x="334021" y="139217"/>
                  </a:lnTo>
                  <a:lnTo>
                    <a:pt x="334260" y="133924"/>
                  </a:lnTo>
                  <a:lnTo>
                    <a:pt x="334331" y="128625"/>
                  </a:lnTo>
                  <a:lnTo>
                    <a:pt x="334234" y="123327"/>
                  </a:lnTo>
                  <a:lnTo>
                    <a:pt x="333969" y="118035"/>
                  </a:lnTo>
                  <a:lnTo>
                    <a:pt x="333537" y="112754"/>
                  </a:lnTo>
                  <a:lnTo>
                    <a:pt x="332937" y="107489"/>
                  </a:lnTo>
                  <a:lnTo>
                    <a:pt x="332171" y="102245"/>
                  </a:lnTo>
                  <a:lnTo>
                    <a:pt x="331239" y="97029"/>
                  </a:lnTo>
                  <a:lnTo>
                    <a:pt x="330142" y="91845"/>
                  </a:lnTo>
                  <a:lnTo>
                    <a:pt x="328882" y="86698"/>
                  </a:lnTo>
                  <a:lnTo>
                    <a:pt x="327459" y="81594"/>
                  </a:lnTo>
                  <a:lnTo>
                    <a:pt x="325874" y="76537"/>
                  </a:lnTo>
                  <a:lnTo>
                    <a:pt x="324131" y="71533"/>
                  </a:lnTo>
                  <a:lnTo>
                    <a:pt x="322230" y="66587"/>
                  </a:lnTo>
                  <a:lnTo>
                    <a:pt x="320172" y="61704"/>
                  </a:lnTo>
                  <a:lnTo>
                    <a:pt x="317962" y="56888"/>
                  </a:lnTo>
                  <a:lnTo>
                    <a:pt x="315599" y="52145"/>
                  </a:lnTo>
                  <a:lnTo>
                    <a:pt x="313088" y="47479"/>
                  </a:lnTo>
                  <a:lnTo>
                    <a:pt x="310429" y="42895"/>
                  </a:lnTo>
                  <a:lnTo>
                    <a:pt x="167164" y="129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g492"/>
            <p:cNvSpPr/>
            <p:nvPr/>
          </p:nvSpPr>
          <p:spPr>
            <a:xfrm>
              <a:off x="3212566" y="1546402"/>
              <a:ext cx="143265" cy="167167"/>
            </a:xfrm>
            <a:custGeom>
              <a:avLst/>
              <a:gdLst/>
              <a:ahLst/>
              <a:cxnLst/>
              <a:rect l="0" t="0" r="0" b="0"/>
              <a:pathLst>
                <a:path w="143265" h="167167">
                  <a:moveTo>
                    <a:pt x="143265" y="81027"/>
                  </a:moveTo>
                  <a:lnTo>
                    <a:pt x="140326" y="76318"/>
                  </a:lnTo>
                  <a:lnTo>
                    <a:pt x="137232" y="71709"/>
                  </a:lnTo>
                  <a:lnTo>
                    <a:pt x="133987" y="67205"/>
                  </a:lnTo>
                  <a:lnTo>
                    <a:pt x="130594" y="62812"/>
                  </a:lnTo>
                  <a:lnTo>
                    <a:pt x="127057" y="58533"/>
                  </a:lnTo>
                  <a:lnTo>
                    <a:pt x="123381" y="54375"/>
                  </a:lnTo>
                  <a:lnTo>
                    <a:pt x="119568" y="50340"/>
                  </a:lnTo>
                  <a:lnTo>
                    <a:pt x="115623" y="46435"/>
                  </a:lnTo>
                  <a:lnTo>
                    <a:pt x="111550" y="42663"/>
                  </a:lnTo>
                  <a:lnTo>
                    <a:pt x="107355" y="39028"/>
                  </a:lnTo>
                  <a:lnTo>
                    <a:pt x="103041" y="35534"/>
                  </a:lnTo>
                  <a:lnTo>
                    <a:pt x="98614" y="32185"/>
                  </a:lnTo>
                  <a:lnTo>
                    <a:pt x="94078" y="28985"/>
                  </a:lnTo>
                  <a:lnTo>
                    <a:pt x="89438" y="25938"/>
                  </a:lnTo>
                  <a:lnTo>
                    <a:pt x="84700" y="23046"/>
                  </a:lnTo>
                  <a:lnTo>
                    <a:pt x="79868" y="20313"/>
                  </a:lnTo>
                  <a:lnTo>
                    <a:pt x="74948" y="17743"/>
                  </a:lnTo>
                  <a:lnTo>
                    <a:pt x="69946" y="15337"/>
                  </a:lnTo>
                  <a:lnTo>
                    <a:pt x="64866" y="13098"/>
                  </a:lnTo>
                  <a:lnTo>
                    <a:pt x="59715" y="11029"/>
                  </a:lnTo>
                  <a:lnTo>
                    <a:pt x="54498" y="9133"/>
                  </a:lnTo>
                  <a:lnTo>
                    <a:pt x="49221" y="7410"/>
                  </a:lnTo>
                  <a:lnTo>
                    <a:pt x="43889" y="5864"/>
                  </a:lnTo>
                  <a:lnTo>
                    <a:pt x="38510" y="4496"/>
                  </a:lnTo>
                  <a:lnTo>
                    <a:pt x="33087" y="3307"/>
                  </a:lnTo>
                  <a:lnTo>
                    <a:pt x="27629" y="2299"/>
                  </a:lnTo>
                  <a:lnTo>
                    <a:pt x="22140" y="1472"/>
                  </a:lnTo>
                  <a:lnTo>
                    <a:pt x="16626" y="828"/>
                  </a:lnTo>
                  <a:lnTo>
                    <a:pt x="11094" y="368"/>
                  </a:lnTo>
                  <a:lnTo>
                    <a:pt x="555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g504"/>
            <p:cNvSpPr/>
            <p:nvPr/>
          </p:nvSpPr>
          <p:spPr>
            <a:xfrm>
              <a:off x="2820529" y="1943516"/>
              <a:ext cx="58253" cy="167167"/>
            </a:xfrm>
            <a:custGeom>
              <a:avLst/>
              <a:gdLst/>
              <a:ahLst/>
              <a:cxnLst/>
              <a:rect l="0" t="0" r="0" b="0"/>
              <a:pathLst>
                <a:path w="58253" h="167167">
                  <a:moveTo>
                    <a:pt x="58253" y="0"/>
                  </a:moveTo>
                  <a:lnTo>
                    <a:pt x="52304" y="105"/>
                  </a:lnTo>
                  <a:lnTo>
                    <a:pt x="46363" y="423"/>
                  </a:lnTo>
                  <a:lnTo>
                    <a:pt x="40436" y="952"/>
                  </a:lnTo>
                  <a:lnTo>
                    <a:pt x="34533" y="1691"/>
                  </a:lnTo>
                  <a:lnTo>
                    <a:pt x="28659" y="2640"/>
                  </a:lnTo>
                  <a:lnTo>
                    <a:pt x="22823" y="3797"/>
                  </a:lnTo>
                  <a:lnTo>
                    <a:pt x="17031" y="5162"/>
                  </a:lnTo>
                  <a:lnTo>
                    <a:pt x="11292" y="6731"/>
                  </a:lnTo>
                  <a:lnTo>
                    <a:pt x="5612" y="8504"/>
                  </a:lnTo>
                  <a:lnTo>
                    <a:pt x="0" y="10478"/>
                  </a:lnTo>
                  <a:lnTo>
                    <a:pt x="5825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g505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g506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g507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g508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g509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g510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g511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g512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g513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g514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g515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g516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g517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g518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g519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g520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gdLst/>
              <a:ahLst/>
              <a:cxnLst/>
              <a:rect l="0" t="0" r="0" b="0"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g521"/>
            <p:cNvSpPr/>
            <p:nvPr/>
          </p:nvSpPr>
          <p:spPr>
            <a:xfrm>
              <a:off x="2711625" y="1943516"/>
              <a:ext cx="334309" cy="334333"/>
            </a:xfrm>
            <a:custGeom>
              <a:avLst/>
              <a:gdLst/>
              <a:ahLst/>
              <a:cxnLst/>
              <a:rect l="0" t="0" r="0" b="0"/>
              <a:pathLst>
                <a:path w="334309" h="334333">
                  <a:moveTo>
                    <a:pt x="108904" y="10478"/>
                  </a:moveTo>
                  <a:lnTo>
                    <a:pt x="103968" y="12403"/>
                  </a:lnTo>
                  <a:lnTo>
                    <a:pt x="99095" y="14483"/>
                  </a:lnTo>
                  <a:lnTo>
                    <a:pt x="94290" y="16717"/>
                  </a:lnTo>
                  <a:lnTo>
                    <a:pt x="89559" y="19102"/>
                  </a:lnTo>
                  <a:lnTo>
                    <a:pt x="84906" y="21635"/>
                  </a:lnTo>
                  <a:lnTo>
                    <a:pt x="80335" y="24315"/>
                  </a:lnTo>
                  <a:lnTo>
                    <a:pt x="75851" y="27138"/>
                  </a:lnTo>
                  <a:lnTo>
                    <a:pt x="71459" y="30102"/>
                  </a:lnTo>
                  <a:lnTo>
                    <a:pt x="67164" y="33204"/>
                  </a:lnTo>
                  <a:lnTo>
                    <a:pt x="62969" y="36440"/>
                  </a:lnTo>
                  <a:lnTo>
                    <a:pt x="58878" y="39808"/>
                  </a:lnTo>
                  <a:lnTo>
                    <a:pt x="54896" y="43303"/>
                  </a:lnTo>
                  <a:lnTo>
                    <a:pt x="51027" y="46923"/>
                  </a:lnTo>
                  <a:lnTo>
                    <a:pt x="47275" y="50664"/>
                  </a:lnTo>
                  <a:lnTo>
                    <a:pt x="43643" y="54521"/>
                  </a:lnTo>
                  <a:lnTo>
                    <a:pt x="40135" y="58492"/>
                  </a:lnTo>
                  <a:lnTo>
                    <a:pt x="36755" y="62572"/>
                  </a:lnTo>
                  <a:lnTo>
                    <a:pt x="33506" y="66758"/>
                  </a:lnTo>
                  <a:lnTo>
                    <a:pt x="30391" y="71044"/>
                  </a:lnTo>
                  <a:lnTo>
                    <a:pt x="27413" y="75426"/>
                  </a:lnTo>
                  <a:lnTo>
                    <a:pt x="24576" y="79901"/>
                  </a:lnTo>
                  <a:lnTo>
                    <a:pt x="21882" y="84463"/>
                  </a:lnTo>
                  <a:lnTo>
                    <a:pt x="19334" y="89109"/>
                  </a:lnTo>
                  <a:lnTo>
                    <a:pt x="16935" y="93833"/>
                  </a:lnTo>
                  <a:lnTo>
                    <a:pt x="14686" y="98630"/>
                  </a:lnTo>
                  <a:lnTo>
                    <a:pt x="12591" y="103497"/>
                  </a:lnTo>
                  <a:lnTo>
                    <a:pt x="10650" y="108427"/>
                  </a:lnTo>
                  <a:lnTo>
                    <a:pt x="8868" y="113417"/>
                  </a:lnTo>
                  <a:lnTo>
                    <a:pt x="7244" y="118460"/>
                  </a:lnTo>
                  <a:lnTo>
                    <a:pt x="5780" y="123552"/>
                  </a:lnTo>
                  <a:lnTo>
                    <a:pt x="4479" y="128689"/>
                  </a:lnTo>
                  <a:lnTo>
                    <a:pt x="3341" y="133863"/>
                  </a:lnTo>
                  <a:lnTo>
                    <a:pt x="2368" y="139072"/>
                  </a:lnTo>
                  <a:lnTo>
                    <a:pt x="1561" y="144308"/>
                  </a:lnTo>
                  <a:lnTo>
                    <a:pt x="919" y="149568"/>
                  </a:lnTo>
                  <a:lnTo>
                    <a:pt x="445" y="154845"/>
                  </a:lnTo>
                  <a:lnTo>
                    <a:pt x="138" y="160134"/>
                  </a:lnTo>
                  <a:lnTo>
                    <a:pt x="0" y="165431"/>
                  </a:lnTo>
                  <a:lnTo>
                    <a:pt x="28" y="170729"/>
                  </a:lnTo>
                  <a:lnTo>
                    <a:pt x="225" y="176024"/>
                  </a:lnTo>
                  <a:lnTo>
                    <a:pt x="590" y="181310"/>
                  </a:lnTo>
                  <a:lnTo>
                    <a:pt x="1122" y="186581"/>
                  </a:lnTo>
                  <a:lnTo>
                    <a:pt x="1820" y="191833"/>
                  </a:lnTo>
                  <a:lnTo>
                    <a:pt x="2685" y="197061"/>
                  </a:lnTo>
                  <a:lnTo>
                    <a:pt x="3715" y="202258"/>
                  </a:lnTo>
                  <a:lnTo>
                    <a:pt x="4909" y="207420"/>
                  </a:lnTo>
                  <a:lnTo>
                    <a:pt x="6266" y="212542"/>
                  </a:lnTo>
                  <a:lnTo>
                    <a:pt x="7785" y="217618"/>
                  </a:lnTo>
                  <a:lnTo>
                    <a:pt x="9464" y="222643"/>
                  </a:lnTo>
                  <a:lnTo>
                    <a:pt x="11301" y="227613"/>
                  </a:lnTo>
                  <a:lnTo>
                    <a:pt x="13295" y="232522"/>
                  </a:lnTo>
                  <a:lnTo>
                    <a:pt x="15444" y="237365"/>
                  </a:lnTo>
                  <a:lnTo>
                    <a:pt x="17745" y="242138"/>
                  </a:lnTo>
                  <a:lnTo>
                    <a:pt x="20196" y="246835"/>
                  </a:lnTo>
                  <a:lnTo>
                    <a:pt x="22794" y="251453"/>
                  </a:lnTo>
                  <a:lnTo>
                    <a:pt x="25538" y="255985"/>
                  </a:lnTo>
                  <a:lnTo>
                    <a:pt x="28424" y="260429"/>
                  </a:lnTo>
                  <a:lnTo>
                    <a:pt x="31449" y="264779"/>
                  </a:lnTo>
                  <a:lnTo>
                    <a:pt x="34611" y="269030"/>
                  </a:lnTo>
                  <a:lnTo>
                    <a:pt x="37905" y="273180"/>
                  </a:lnTo>
                  <a:lnTo>
                    <a:pt x="41330" y="277223"/>
                  </a:lnTo>
                  <a:lnTo>
                    <a:pt x="44881" y="281155"/>
                  </a:lnTo>
                  <a:lnTo>
                    <a:pt x="48555" y="284973"/>
                  </a:lnTo>
                  <a:lnTo>
                    <a:pt x="52348" y="288672"/>
                  </a:lnTo>
                  <a:lnTo>
                    <a:pt x="56256" y="292250"/>
                  </a:lnTo>
                  <a:lnTo>
                    <a:pt x="60276" y="295702"/>
                  </a:lnTo>
                  <a:lnTo>
                    <a:pt x="64403" y="299024"/>
                  </a:lnTo>
                  <a:lnTo>
                    <a:pt x="68633" y="302214"/>
                  </a:lnTo>
                  <a:lnTo>
                    <a:pt x="72962" y="305269"/>
                  </a:lnTo>
                  <a:lnTo>
                    <a:pt x="77386" y="308185"/>
                  </a:lnTo>
                  <a:lnTo>
                    <a:pt x="81901" y="310959"/>
                  </a:lnTo>
                  <a:lnTo>
                    <a:pt x="86500" y="313589"/>
                  </a:lnTo>
                  <a:lnTo>
                    <a:pt x="91181" y="316071"/>
                  </a:lnTo>
                  <a:lnTo>
                    <a:pt x="95938" y="318404"/>
                  </a:lnTo>
                  <a:lnTo>
                    <a:pt x="100767" y="320585"/>
                  </a:lnTo>
                  <a:lnTo>
                    <a:pt x="105662" y="322612"/>
                  </a:lnTo>
                  <a:lnTo>
                    <a:pt x="110619" y="324483"/>
                  </a:lnTo>
                  <a:lnTo>
                    <a:pt x="115633" y="326196"/>
                  </a:lnTo>
                  <a:lnTo>
                    <a:pt x="120699" y="327749"/>
                  </a:lnTo>
                  <a:lnTo>
                    <a:pt x="125811" y="329140"/>
                  </a:lnTo>
                  <a:lnTo>
                    <a:pt x="130965" y="330369"/>
                  </a:lnTo>
                  <a:lnTo>
                    <a:pt x="136155" y="331434"/>
                  </a:lnTo>
                  <a:lnTo>
                    <a:pt x="141377" y="332334"/>
                  </a:lnTo>
                  <a:lnTo>
                    <a:pt x="146624" y="333068"/>
                  </a:lnTo>
                  <a:lnTo>
                    <a:pt x="151892" y="333636"/>
                  </a:lnTo>
                  <a:lnTo>
                    <a:pt x="157175" y="334036"/>
                  </a:lnTo>
                  <a:lnTo>
                    <a:pt x="162469" y="334269"/>
                  </a:lnTo>
                  <a:lnTo>
                    <a:pt x="167767" y="334333"/>
                  </a:lnTo>
                  <a:lnTo>
                    <a:pt x="173064" y="334230"/>
                  </a:lnTo>
                  <a:lnTo>
                    <a:pt x="178355" y="333959"/>
                  </a:lnTo>
                  <a:lnTo>
                    <a:pt x="183636" y="333520"/>
                  </a:lnTo>
                  <a:lnTo>
                    <a:pt x="188899" y="332915"/>
                  </a:lnTo>
                  <a:lnTo>
                    <a:pt x="194141" y="332142"/>
                  </a:lnTo>
                  <a:lnTo>
                    <a:pt x="199356" y="331204"/>
                  </a:lnTo>
                  <a:lnTo>
                    <a:pt x="204538" y="330101"/>
                  </a:lnTo>
                  <a:lnTo>
                    <a:pt x="209683" y="328835"/>
                  </a:lnTo>
                  <a:lnTo>
                    <a:pt x="214785" y="327406"/>
                  </a:lnTo>
                  <a:lnTo>
                    <a:pt x="219839" y="325816"/>
                  </a:lnTo>
                  <a:lnTo>
                    <a:pt x="224841" y="324067"/>
                  </a:lnTo>
                  <a:lnTo>
                    <a:pt x="229784" y="322160"/>
                  </a:lnTo>
                  <a:lnTo>
                    <a:pt x="234665" y="320098"/>
                  </a:lnTo>
                  <a:lnTo>
                    <a:pt x="239477" y="317881"/>
                  </a:lnTo>
                  <a:lnTo>
                    <a:pt x="244217" y="315514"/>
                  </a:lnTo>
                  <a:lnTo>
                    <a:pt x="248880" y="312997"/>
                  </a:lnTo>
                  <a:lnTo>
                    <a:pt x="253460" y="310334"/>
                  </a:lnTo>
                  <a:lnTo>
                    <a:pt x="257954" y="307527"/>
                  </a:lnTo>
                  <a:lnTo>
                    <a:pt x="262357" y="304579"/>
                  </a:lnTo>
                  <a:lnTo>
                    <a:pt x="266664" y="301493"/>
                  </a:lnTo>
                  <a:lnTo>
                    <a:pt x="270871" y="298272"/>
                  </a:lnTo>
                  <a:lnTo>
                    <a:pt x="274973" y="294920"/>
                  </a:lnTo>
                  <a:lnTo>
                    <a:pt x="278968" y="291439"/>
                  </a:lnTo>
                  <a:lnTo>
                    <a:pt x="282850" y="287833"/>
                  </a:lnTo>
                  <a:lnTo>
                    <a:pt x="286616" y="284106"/>
                  </a:lnTo>
                  <a:lnTo>
                    <a:pt x="290262" y="280261"/>
                  </a:lnTo>
                  <a:lnTo>
                    <a:pt x="293784" y="276303"/>
                  </a:lnTo>
                  <a:lnTo>
                    <a:pt x="297179" y="272236"/>
                  </a:lnTo>
                  <a:lnTo>
                    <a:pt x="300444" y="268062"/>
                  </a:lnTo>
                  <a:lnTo>
                    <a:pt x="303574" y="263788"/>
                  </a:lnTo>
                  <a:lnTo>
                    <a:pt x="306568" y="259416"/>
                  </a:lnTo>
                  <a:lnTo>
                    <a:pt x="309421" y="254952"/>
                  </a:lnTo>
                  <a:lnTo>
                    <a:pt x="312132" y="250399"/>
                  </a:lnTo>
                  <a:lnTo>
                    <a:pt x="314697" y="245763"/>
                  </a:lnTo>
                  <a:lnTo>
                    <a:pt x="317113" y="241048"/>
                  </a:lnTo>
                  <a:lnTo>
                    <a:pt x="319379" y="236258"/>
                  </a:lnTo>
                  <a:lnTo>
                    <a:pt x="321492" y="231399"/>
                  </a:lnTo>
                  <a:lnTo>
                    <a:pt x="323450" y="226476"/>
                  </a:lnTo>
                  <a:lnTo>
                    <a:pt x="325252" y="221493"/>
                  </a:lnTo>
                  <a:lnTo>
                    <a:pt x="326894" y="216456"/>
                  </a:lnTo>
                  <a:lnTo>
                    <a:pt x="328376" y="211369"/>
                  </a:lnTo>
                  <a:lnTo>
                    <a:pt x="329695" y="206237"/>
                  </a:lnTo>
                  <a:lnTo>
                    <a:pt x="330852" y="201067"/>
                  </a:lnTo>
                  <a:lnTo>
                    <a:pt x="331844" y="195862"/>
                  </a:lnTo>
                  <a:lnTo>
                    <a:pt x="332671" y="190629"/>
                  </a:lnTo>
                  <a:lnTo>
                    <a:pt x="333331" y="185372"/>
                  </a:lnTo>
                  <a:lnTo>
                    <a:pt x="333825" y="180096"/>
                  </a:lnTo>
                  <a:lnTo>
                    <a:pt x="334151" y="174808"/>
                  </a:lnTo>
                  <a:lnTo>
                    <a:pt x="334309" y="169512"/>
                  </a:lnTo>
                  <a:lnTo>
                    <a:pt x="334299" y="164213"/>
                  </a:lnTo>
                  <a:lnTo>
                    <a:pt x="334122" y="158918"/>
                  </a:lnTo>
                  <a:lnTo>
                    <a:pt x="333776" y="153631"/>
                  </a:lnTo>
                  <a:lnTo>
                    <a:pt x="333264" y="148357"/>
                  </a:lnTo>
                  <a:lnTo>
                    <a:pt x="332584" y="143103"/>
                  </a:lnTo>
                  <a:lnTo>
                    <a:pt x="331739" y="137872"/>
                  </a:lnTo>
                  <a:lnTo>
                    <a:pt x="330727" y="132671"/>
                  </a:lnTo>
                  <a:lnTo>
                    <a:pt x="329552" y="127505"/>
                  </a:lnTo>
                  <a:lnTo>
                    <a:pt x="328214" y="122378"/>
                  </a:lnTo>
                  <a:lnTo>
                    <a:pt x="326713" y="117297"/>
                  </a:lnTo>
                  <a:lnTo>
                    <a:pt x="325053" y="112265"/>
                  </a:lnTo>
                  <a:lnTo>
                    <a:pt x="323233" y="107289"/>
                  </a:lnTo>
                  <a:lnTo>
                    <a:pt x="321257" y="102373"/>
                  </a:lnTo>
                  <a:lnTo>
                    <a:pt x="319127" y="97522"/>
                  </a:lnTo>
                  <a:lnTo>
                    <a:pt x="316843" y="92741"/>
                  </a:lnTo>
                  <a:lnTo>
                    <a:pt x="314409" y="88034"/>
                  </a:lnTo>
                  <a:lnTo>
                    <a:pt x="311828" y="83408"/>
                  </a:lnTo>
                  <a:lnTo>
                    <a:pt x="309101" y="78865"/>
                  </a:lnTo>
                  <a:lnTo>
                    <a:pt x="306231" y="74411"/>
                  </a:lnTo>
                  <a:lnTo>
                    <a:pt x="303221" y="70050"/>
                  </a:lnTo>
                  <a:lnTo>
                    <a:pt x="300075" y="65787"/>
                  </a:lnTo>
                  <a:lnTo>
                    <a:pt x="296796" y="61625"/>
                  </a:lnTo>
                  <a:lnTo>
                    <a:pt x="293386" y="57570"/>
                  </a:lnTo>
                  <a:lnTo>
                    <a:pt x="289849" y="53625"/>
                  </a:lnTo>
                  <a:lnTo>
                    <a:pt x="286189" y="49794"/>
                  </a:lnTo>
                  <a:lnTo>
                    <a:pt x="282410" y="46080"/>
                  </a:lnTo>
                  <a:lnTo>
                    <a:pt x="278515" y="42489"/>
                  </a:lnTo>
                  <a:lnTo>
                    <a:pt x="274507" y="39022"/>
                  </a:lnTo>
                  <a:lnTo>
                    <a:pt x="270392" y="35685"/>
                  </a:lnTo>
                  <a:lnTo>
                    <a:pt x="266174" y="32479"/>
                  </a:lnTo>
                  <a:lnTo>
                    <a:pt x="261856" y="29409"/>
                  </a:lnTo>
                  <a:lnTo>
                    <a:pt x="257442" y="26477"/>
                  </a:lnTo>
                  <a:lnTo>
                    <a:pt x="252938" y="23686"/>
                  </a:lnTo>
                  <a:lnTo>
                    <a:pt x="248348" y="21040"/>
                  </a:lnTo>
                  <a:lnTo>
                    <a:pt x="243676" y="18540"/>
                  </a:lnTo>
                  <a:lnTo>
                    <a:pt x="238928" y="16190"/>
                  </a:lnTo>
                  <a:lnTo>
                    <a:pt x="234107" y="13991"/>
                  </a:lnTo>
                  <a:lnTo>
                    <a:pt x="229219" y="11947"/>
                  </a:lnTo>
                  <a:lnTo>
                    <a:pt x="224269" y="10058"/>
                  </a:lnTo>
                  <a:lnTo>
                    <a:pt x="219261" y="8327"/>
                  </a:lnTo>
                  <a:lnTo>
                    <a:pt x="214201" y="6755"/>
                  </a:lnTo>
                  <a:lnTo>
                    <a:pt x="209094" y="5345"/>
                  </a:lnTo>
                  <a:lnTo>
                    <a:pt x="203945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g534"/>
            <p:cNvSpPr/>
            <p:nvPr/>
          </p:nvSpPr>
          <p:spPr>
            <a:xfrm>
              <a:off x="2552221" y="2406772"/>
              <a:ext cx="93512" cy="167167"/>
            </a:xfrm>
            <a:custGeom>
              <a:avLst/>
              <a:gdLst/>
              <a:ahLst/>
              <a:cxnLst/>
              <a:rect l="0" t="0" r="0" b="0"/>
              <a:pathLst>
                <a:path w="93512" h="167167">
                  <a:moveTo>
                    <a:pt x="93512" y="0"/>
                  </a:moveTo>
                  <a:lnTo>
                    <a:pt x="87675" y="101"/>
                  </a:lnTo>
                  <a:lnTo>
                    <a:pt x="81846" y="407"/>
                  </a:lnTo>
                  <a:lnTo>
                    <a:pt x="76031" y="916"/>
                  </a:lnTo>
                  <a:lnTo>
                    <a:pt x="70237" y="1628"/>
                  </a:lnTo>
                  <a:lnTo>
                    <a:pt x="64472" y="2541"/>
                  </a:lnTo>
                  <a:lnTo>
                    <a:pt x="58742" y="3655"/>
                  </a:lnTo>
                  <a:lnTo>
                    <a:pt x="53054" y="4969"/>
                  </a:lnTo>
                  <a:lnTo>
                    <a:pt x="47416" y="6481"/>
                  </a:lnTo>
                  <a:lnTo>
                    <a:pt x="41834" y="8188"/>
                  </a:lnTo>
                  <a:lnTo>
                    <a:pt x="36315" y="10089"/>
                  </a:lnTo>
                  <a:lnTo>
                    <a:pt x="30866" y="12182"/>
                  </a:lnTo>
                  <a:lnTo>
                    <a:pt x="25493" y="14463"/>
                  </a:lnTo>
                  <a:lnTo>
                    <a:pt x="20203" y="16931"/>
                  </a:lnTo>
                  <a:lnTo>
                    <a:pt x="15002" y="19582"/>
                  </a:lnTo>
                  <a:lnTo>
                    <a:pt x="9897" y="22413"/>
                  </a:lnTo>
                  <a:lnTo>
                    <a:pt x="4894" y="25421"/>
                  </a:lnTo>
                  <a:lnTo>
                    <a:pt x="0" y="28601"/>
                  </a:lnTo>
                  <a:lnTo>
                    <a:pt x="9351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g535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g536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g537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g538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g539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g540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g541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g542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g543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g544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g545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g546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g547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g548"/>
            <p:cNvSpPr/>
            <p:nvPr/>
          </p:nvSpPr>
          <p:spPr>
            <a:xfrm>
              <a:off x="2552221" y="2435374"/>
              <a:ext cx="93512" cy="138565"/>
            </a:xfrm>
            <a:custGeom>
              <a:avLst/>
              <a:gdLst/>
              <a:ahLst/>
              <a:cxnLst/>
              <a:rect l="0" t="0" r="0" b="0"/>
              <a:pathLst>
                <a:path w="93512" h="138565">
                  <a:moveTo>
                    <a:pt x="0" y="0"/>
                  </a:moveTo>
                  <a:lnTo>
                    <a:pt x="93512" y="1385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g549"/>
            <p:cNvSpPr/>
            <p:nvPr/>
          </p:nvSpPr>
          <p:spPr>
            <a:xfrm>
              <a:off x="2478566" y="2407551"/>
              <a:ext cx="334324" cy="333544"/>
            </a:xfrm>
            <a:custGeom>
              <a:avLst/>
              <a:gdLst/>
              <a:ahLst/>
              <a:cxnLst/>
              <a:rect l="0" t="0" r="0" b="0"/>
              <a:pathLst>
                <a:path w="334324" h="333544">
                  <a:moveTo>
                    <a:pt x="73654" y="27822"/>
                  </a:moveTo>
                  <a:lnTo>
                    <a:pt x="69323" y="30846"/>
                  </a:lnTo>
                  <a:lnTo>
                    <a:pt x="65090" y="34005"/>
                  </a:lnTo>
                  <a:lnTo>
                    <a:pt x="60958" y="37296"/>
                  </a:lnTo>
                  <a:lnTo>
                    <a:pt x="56933" y="40716"/>
                  </a:lnTo>
                  <a:lnTo>
                    <a:pt x="53017" y="44261"/>
                  </a:lnTo>
                  <a:lnTo>
                    <a:pt x="49216" y="47929"/>
                  </a:lnTo>
                  <a:lnTo>
                    <a:pt x="45532" y="51714"/>
                  </a:lnTo>
                  <a:lnTo>
                    <a:pt x="41970" y="55614"/>
                  </a:lnTo>
                  <a:lnTo>
                    <a:pt x="38533" y="59625"/>
                  </a:lnTo>
                  <a:lnTo>
                    <a:pt x="35224" y="63742"/>
                  </a:lnTo>
                  <a:lnTo>
                    <a:pt x="32047" y="67962"/>
                  </a:lnTo>
                  <a:lnTo>
                    <a:pt x="29005" y="72280"/>
                  </a:lnTo>
                  <a:lnTo>
                    <a:pt x="26101" y="76692"/>
                  </a:lnTo>
                  <a:lnTo>
                    <a:pt x="23337" y="81193"/>
                  </a:lnTo>
                  <a:lnTo>
                    <a:pt x="20718" y="85780"/>
                  </a:lnTo>
                  <a:lnTo>
                    <a:pt x="18244" y="90447"/>
                  </a:lnTo>
                  <a:lnTo>
                    <a:pt x="15919" y="95190"/>
                  </a:lnTo>
                  <a:lnTo>
                    <a:pt x="13745" y="100004"/>
                  </a:lnTo>
                  <a:lnTo>
                    <a:pt x="11724" y="104884"/>
                  </a:lnTo>
                  <a:lnTo>
                    <a:pt x="9859" y="109826"/>
                  </a:lnTo>
                  <a:lnTo>
                    <a:pt x="8150" y="114824"/>
                  </a:lnTo>
                  <a:lnTo>
                    <a:pt x="6601" y="119874"/>
                  </a:lnTo>
                  <a:lnTo>
                    <a:pt x="5211" y="124970"/>
                  </a:lnTo>
                  <a:lnTo>
                    <a:pt x="3984" y="130107"/>
                  </a:lnTo>
                  <a:lnTo>
                    <a:pt x="2919" y="135281"/>
                  </a:lnTo>
                  <a:lnTo>
                    <a:pt x="2018" y="140485"/>
                  </a:lnTo>
                  <a:lnTo>
                    <a:pt x="1282" y="145716"/>
                  </a:lnTo>
                  <a:lnTo>
                    <a:pt x="712" y="150967"/>
                  </a:lnTo>
                  <a:lnTo>
                    <a:pt x="308" y="156233"/>
                  </a:lnTo>
                  <a:lnTo>
                    <a:pt x="70" y="161510"/>
                  </a:lnTo>
                  <a:lnTo>
                    <a:pt x="0" y="166792"/>
                  </a:lnTo>
                  <a:lnTo>
                    <a:pt x="96" y="172073"/>
                  </a:lnTo>
                  <a:lnTo>
                    <a:pt x="359" y="177348"/>
                  </a:lnTo>
                  <a:lnTo>
                    <a:pt x="788" y="182613"/>
                  </a:lnTo>
                  <a:lnTo>
                    <a:pt x="1384" y="187861"/>
                  </a:lnTo>
                  <a:lnTo>
                    <a:pt x="2145" y="193088"/>
                  </a:lnTo>
                  <a:lnTo>
                    <a:pt x="3071" y="198289"/>
                  </a:lnTo>
                  <a:lnTo>
                    <a:pt x="4161" y="203457"/>
                  </a:lnTo>
                  <a:lnTo>
                    <a:pt x="5413" y="208588"/>
                  </a:lnTo>
                  <a:lnTo>
                    <a:pt x="6827" y="213678"/>
                  </a:lnTo>
                  <a:lnTo>
                    <a:pt x="8401" y="218720"/>
                  </a:lnTo>
                  <a:lnTo>
                    <a:pt x="10134" y="223709"/>
                  </a:lnTo>
                  <a:lnTo>
                    <a:pt x="12023" y="228642"/>
                  </a:lnTo>
                  <a:lnTo>
                    <a:pt x="14068" y="233512"/>
                  </a:lnTo>
                  <a:lnTo>
                    <a:pt x="16265" y="238316"/>
                  </a:lnTo>
                  <a:lnTo>
                    <a:pt x="18612" y="243047"/>
                  </a:lnTo>
                  <a:lnTo>
                    <a:pt x="21109" y="247703"/>
                  </a:lnTo>
                  <a:lnTo>
                    <a:pt x="23750" y="252276"/>
                  </a:lnTo>
                  <a:lnTo>
                    <a:pt x="26536" y="256765"/>
                  </a:lnTo>
                  <a:lnTo>
                    <a:pt x="29461" y="261162"/>
                  </a:lnTo>
                  <a:lnTo>
                    <a:pt x="32524" y="265466"/>
                  </a:lnTo>
                  <a:lnTo>
                    <a:pt x="35721" y="269670"/>
                  </a:lnTo>
                  <a:lnTo>
                    <a:pt x="39050" y="273771"/>
                  </a:lnTo>
                  <a:lnTo>
                    <a:pt x="42507" y="277765"/>
                  </a:lnTo>
                  <a:lnTo>
                    <a:pt x="46088" y="281648"/>
                  </a:lnTo>
                  <a:lnTo>
                    <a:pt x="49790" y="285416"/>
                  </a:lnTo>
                  <a:lnTo>
                    <a:pt x="53609" y="289065"/>
                  </a:lnTo>
                  <a:lnTo>
                    <a:pt x="57541" y="292591"/>
                  </a:lnTo>
                  <a:lnTo>
                    <a:pt x="61583" y="295992"/>
                  </a:lnTo>
                  <a:lnTo>
                    <a:pt x="65730" y="299263"/>
                  </a:lnTo>
                  <a:lnTo>
                    <a:pt x="69979" y="302401"/>
                  </a:lnTo>
                  <a:lnTo>
                    <a:pt x="74325" y="305404"/>
                  </a:lnTo>
                  <a:lnTo>
                    <a:pt x="78763" y="308267"/>
                  </a:lnTo>
                  <a:lnTo>
                    <a:pt x="83289" y="310990"/>
                  </a:lnTo>
                  <a:lnTo>
                    <a:pt x="87900" y="313567"/>
                  </a:lnTo>
                  <a:lnTo>
                    <a:pt x="92589" y="315998"/>
                  </a:lnTo>
                  <a:lnTo>
                    <a:pt x="97353" y="318280"/>
                  </a:lnTo>
                  <a:lnTo>
                    <a:pt x="102187" y="320410"/>
                  </a:lnTo>
                  <a:lnTo>
                    <a:pt x="107085" y="322386"/>
                  </a:lnTo>
                  <a:lnTo>
                    <a:pt x="112044" y="324206"/>
                  </a:lnTo>
                  <a:lnTo>
                    <a:pt x="117057" y="325869"/>
                  </a:lnTo>
                  <a:lnTo>
                    <a:pt x="122121" y="327372"/>
                  </a:lnTo>
                  <a:lnTo>
                    <a:pt x="127229" y="328715"/>
                  </a:lnTo>
                  <a:lnTo>
                    <a:pt x="132378" y="329896"/>
                  </a:lnTo>
                  <a:lnTo>
                    <a:pt x="137561" y="330913"/>
                  </a:lnTo>
                  <a:lnTo>
                    <a:pt x="142774" y="331766"/>
                  </a:lnTo>
                  <a:lnTo>
                    <a:pt x="148011" y="332454"/>
                  </a:lnTo>
                  <a:lnTo>
                    <a:pt x="153267" y="332977"/>
                  </a:lnTo>
                  <a:lnTo>
                    <a:pt x="158537" y="333333"/>
                  </a:lnTo>
                  <a:lnTo>
                    <a:pt x="163815" y="333522"/>
                  </a:lnTo>
                  <a:lnTo>
                    <a:pt x="169097" y="333544"/>
                  </a:lnTo>
                  <a:lnTo>
                    <a:pt x="174378" y="333400"/>
                  </a:lnTo>
                  <a:lnTo>
                    <a:pt x="179650" y="333089"/>
                  </a:lnTo>
                  <a:lnTo>
                    <a:pt x="184911" y="332611"/>
                  </a:lnTo>
                  <a:lnTo>
                    <a:pt x="190154" y="331968"/>
                  </a:lnTo>
                  <a:lnTo>
                    <a:pt x="195373" y="331159"/>
                  </a:lnTo>
                  <a:lnTo>
                    <a:pt x="200565" y="330185"/>
                  </a:lnTo>
                  <a:lnTo>
                    <a:pt x="205723" y="329048"/>
                  </a:lnTo>
                  <a:lnTo>
                    <a:pt x="210843" y="327749"/>
                  </a:lnTo>
                  <a:lnTo>
                    <a:pt x="215919" y="326289"/>
                  </a:lnTo>
                  <a:lnTo>
                    <a:pt x="220946" y="324668"/>
                  </a:lnTo>
                  <a:lnTo>
                    <a:pt x="225920" y="322890"/>
                  </a:lnTo>
                  <a:lnTo>
                    <a:pt x="230835" y="320956"/>
                  </a:lnTo>
                  <a:lnTo>
                    <a:pt x="235687" y="318867"/>
                  </a:lnTo>
                  <a:lnTo>
                    <a:pt x="240470" y="316626"/>
                  </a:lnTo>
                  <a:lnTo>
                    <a:pt x="245180" y="314235"/>
                  </a:lnTo>
                  <a:lnTo>
                    <a:pt x="249812" y="311697"/>
                  </a:lnTo>
                  <a:lnTo>
                    <a:pt x="254362" y="309013"/>
                  </a:lnTo>
                  <a:lnTo>
                    <a:pt x="258824" y="306187"/>
                  </a:lnTo>
                  <a:lnTo>
                    <a:pt x="263195" y="303222"/>
                  </a:lnTo>
                  <a:lnTo>
                    <a:pt x="267470" y="300120"/>
                  </a:lnTo>
                  <a:lnTo>
                    <a:pt x="271645" y="296884"/>
                  </a:lnTo>
                  <a:lnTo>
                    <a:pt x="275716" y="293518"/>
                  </a:lnTo>
                  <a:lnTo>
                    <a:pt x="279678" y="290025"/>
                  </a:lnTo>
                  <a:lnTo>
                    <a:pt x="283528" y="286409"/>
                  </a:lnTo>
                  <a:lnTo>
                    <a:pt x="287262" y="282673"/>
                  </a:lnTo>
                  <a:lnTo>
                    <a:pt x="290876" y="278820"/>
                  </a:lnTo>
                  <a:lnTo>
                    <a:pt x="294366" y="274856"/>
                  </a:lnTo>
                  <a:lnTo>
                    <a:pt x="297729" y="270783"/>
                  </a:lnTo>
                  <a:lnTo>
                    <a:pt x="300962" y="266606"/>
                  </a:lnTo>
                  <a:lnTo>
                    <a:pt x="304062" y="262329"/>
                  </a:lnTo>
                  <a:lnTo>
                    <a:pt x="307025" y="257956"/>
                  </a:lnTo>
                  <a:lnTo>
                    <a:pt x="309848" y="253492"/>
                  </a:lnTo>
                  <a:lnTo>
                    <a:pt x="312528" y="248940"/>
                  </a:lnTo>
                  <a:lnTo>
                    <a:pt x="315064" y="244307"/>
                  </a:lnTo>
                  <a:lnTo>
                    <a:pt x="317452" y="239595"/>
                  </a:lnTo>
                  <a:lnTo>
                    <a:pt x="319690" y="234811"/>
                  </a:lnTo>
                  <a:lnTo>
                    <a:pt x="321775" y="229958"/>
                  </a:lnTo>
                  <a:lnTo>
                    <a:pt x="323706" y="225041"/>
                  </a:lnTo>
                  <a:lnTo>
                    <a:pt x="325481" y="220066"/>
                  </a:lnTo>
                  <a:lnTo>
                    <a:pt x="327098" y="215038"/>
                  </a:lnTo>
                  <a:lnTo>
                    <a:pt x="328555" y="209961"/>
                  </a:lnTo>
                  <a:lnTo>
                    <a:pt x="329851" y="204840"/>
                  </a:lnTo>
                  <a:lnTo>
                    <a:pt x="330985" y="199681"/>
                  </a:lnTo>
                  <a:lnTo>
                    <a:pt x="331955" y="194489"/>
                  </a:lnTo>
                  <a:lnTo>
                    <a:pt x="332761" y="189269"/>
                  </a:lnTo>
                  <a:lnTo>
                    <a:pt x="333401" y="184026"/>
                  </a:lnTo>
                  <a:lnTo>
                    <a:pt x="333875" y="178765"/>
                  </a:lnTo>
                  <a:lnTo>
                    <a:pt x="334183" y="173492"/>
                  </a:lnTo>
                  <a:lnTo>
                    <a:pt x="334324" y="168212"/>
                  </a:lnTo>
                  <a:lnTo>
                    <a:pt x="334298" y="162930"/>
                  </a:lnTo>
                  <a:lnTo>
                    <a:pt x="334105" y="157651"/>
                  </a:lnTo>
                  <a:lnTo>
                    <a:pt x="333746" y="152382"/>
                  </a:lnTo>
                  <a:lnTo>
                    <a:pt x="333220" y="147126"/>
                  </a:lnTo>
                  <a:lnTo>
                    <a:pt x="332529" y="141889"/>
                  </a:lnTo>
                  <a:lnTo>
                    <a:pt x="331672" y="136677"/>
                  </a:lnTo>
                  <a:lnTo>
                    <a:pt x="330652" y="131494"/>
                  </a:lnTo>
                  <a:lnTo>
                    <a:pt x="329468" y="126347"/>
                  </a:lnTo>
                  <a:lnTo>
                    <a:pt x="328122" y="121239"/>
                  </a:lnTo>
                  <a:lnTo>
                    <a:pt x="326615" y="116177"/>
                  </a:lnTo>
                  <a:lnTo>
                    <a:pt x="324949" y="111164"/>
                  </a:lnTo>
                  <a:lnTo>
                    <a:pt x="323125" y="106207"/>
                  </a:lnTo>
                  <a:lnTo>
                    <a:pt x="321146" y="101310"/>
                  </a:lnTo>
                  <a:lnTo>
                    <a:pt x="319013" y="96477"/>
                  </a:lnTo>
                  <a:lnTo>
                    <a:pt x="316729" y="91715"/>
                  </a:lnTo>
                  <a:lnTo>
                    <a:pt x="314295" y="87027"/>
                  </a:lnTo>
                  <a:lnTo>
                    <a:pt x="311714" y="82418"/>
                  </a:lnTo>
                  <a:lnTo>
                    <a:pt x="308989" y="77893"/>
                  </a:lnTo>
                  <a:lnTo>
                    <a:pt x="306122" y="73457"/>
                  </a:lnTo>
                  <a:lnTo>
                    <a:pt x="303117" y="69113"/>
                  </a:lnTo>
                  <a:lnTo>
                    <a:pt x="299976" y="64867"/>
                  </a:lnTo>
                  <a:lnTo>
                    <a:pt x="296702" y="60722"/>
                  </a:lnTo>
                  <a:lnTo>
                    <a:pt x="293299" y="56682"/>
                  </a:lnTo>
                  <a:lnTo>
                    <a:pt x="289770" y="52752"/>
                  </a:lnTo>
                  <a:lnTo>
                    <a:pt x="286119" y="48935"/>
                  </a:lnTo>
                  <a:lnTo>
                    <a:pt x="282349" y="45235"/>
                  </a:lnTo>
                  <a:lnTo>
                    <a:pt x="278464" y="41657"/>
                  </a:lnTo>
                  <a:lnTo>
                    <a:pt x="274467" y="38203"/>
                  </a:lnTo>
                  <a:lnTo>
                    <a:pt x="270364" y="34877"/>
                  </a:lnTo>
                  <a:lnTo>
                    <a:pt x="266158" y="31682"/>
                  </a:lnTo>
                  <a:lnTo>
                    <a:pt x="261852" y="28622"/>
                  </a:lnTo>
                  <a:lnTo>
                    <a:pt x="257453" y="25699"/>
                  </a:lnTo>
                  <a:lnTo>
                    <a:pt x="252963" y="22917"/>
                  </a:lnTo>
                  <a:lnTo>
                    <a:pt x="248387" y="20278"/>
                  </a:lnTo>
                  <a:lnTo>
                    <a:pt x="243730" y="17785"/>
                  </a:lnTo>
                  <a:lnTo>
                    <a:pt x="238997" y="15440"/>
                  </a:lnTo>
                  <a:lnTo>
                    <a:pt x="234193" y="13246"/>
                  </a:lnTo>
                  <a:lnTo>
                    <a:pt x="229321" y="11205"/>
                  </a:lnTo>
                  <a:lnTo>
                    <a:pt x="224387" y="9319"/>
                  </a:lnTo>
                  <a:lnTo>
                    <a:pt x="219396" y="7589"/>
                  </a:lnTo>
                  <a:lnTo>
                    <a:pt x="214353" y="6019"/>
                  </a:lnTo>
                  <a:lnTo>
                    <a:pt x="209263" y="4608"/>
                  </a:lnTo>
                  <a:lnTo>
                    <a:pt x="204131" y="3359"/>
                  </a:lnTo>
                  <a:lnTo>
                    <a:pt x="198962" y="2272"/>
                  </a:lnTo>
                  <a:lnTo>
                    <a:pt x="193761" y="1350"/>
                  </a:lnTo>
                  <a:lnTo>
                    <a:pt x="188533" y="592"/>
                  </a:lnTo>
                  <a:lnTo>
                    <a:pt x="183285" y="0"/>
                  </a:lnTo>
                  <a:lnTo>
                    <a:pt x="167166" y="1663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g550"/>
            <p:cNvSpPr/>
            <p:nvPr/>
          </p:nvSpPr>
          <p:spPr>
            <a:xfrm>
              <a:off x="2645733" y="2406772"/>
              <a:ext cx="16118" cy="167167"/>
            </a:xfrm>
            <a:custGeom>
              <a:avLst/>
              <a:gdLst/>
              <a:ahLst/>
              <a:cxnLst/>
              <a:rect l="0" t="0" r="0" b="0"/>
              <a:pathLst>
                <a:path w="16118" h="167167">
                  <a:moveTo>
                    <a:pt x="16118" y="778"/>
                  </a:moveTo>
                  <a:lnTo>
                    <a:pt x="8068" y="1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g564"/>
            <p:cNvSpPr/>
            <p:nvPr/>
          </p:nvSpPr>
          <p:spPr>
            <a:xfrm>
              <a:off x="2358832" y="2911194"/>
              <a:ext cx="334299" cy="334334"/>
            </a:xfrm>
            <a:custGeom>
              <a:avLst/>
              <a:gdLst/>
              <a:ahLst/>
              <a:cxnLst/>
              <a:rect l="0" t="0" r="0" b="0"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4" y="756"/>
                  </a:lnTo>
                  <a:lnTo>
                    <a:pt x="145994" y="1343"/>
                  </a:lnTo>
                  <a:lnTo>
                    <a:pt x="140746" y="2098"/>
                  </a:lnTo>
                  <a:lnTo>
                    <a:pt x="135524" y="3018"/>
                  </a:lnTo>
                  <a:lnTo>
                    <a:pt x="130334" y="4104"/>
                  </a:lnTo>
                  <a:lnTo>
                    <a:pt x="125180" y="5353"/>
                  </a:lnTo>
                  <a:lnTo>
                    <a:pt x="120070" y="6766"/>
                  </a:lnTo>
                  <a:lnTo>
                    <a:pt x="115006" y="8339"/>
                  </a:lnTo>
                  <a:lnTo>
                    <a:pt x="109995" y="10073"/>
                  </a:lnTo>
                  <a:lnTo>
                    <a:pt x="105042" y="11964"/>
                  </a:lnTo>
                  <a:lnTo>
                    <a:pt x="100151" y="14012"/>
                  </a:lnTo>
                  <a:lnTo>
                    <a:pt x="95327" y="16214"/>
                  </a:lnTo>
                  <a:lnTo>
                    <a:pt x="90576" y="18568"/>
                  </a:lnTo>
                  <a:lnTo>
                    <a:pt x="85901" y="21071"/>
                  </a:lnTo>
                  <a:lnTo>
                    <a:pt x="81309" y="23721"/>
                  </a:lnTo>
                  <a:lnTo>
                    <a:pt x="76803" y="26516"/>
                  </a:lnTo>
                  <a:lnTo>
                    <a:pt x="72387" y="29452"/>
                  </a:lnTo>
                  <a:lnTo>
                    <a:pt x="68067" y="32526"/>
                  </a:lnTo>
                  <a:lnTo>
                    <a:pt x="63847" y="35737"/>
                  </a:lnTo>
                  <a:lnTo>
                    <a:pt x="59731" y="39079"/>
                  </a:lnTo>
                  <a:lnTo>
                    <a:pt x="55722" y="42550"/>
                  </a:lnTo>
                  <a:lnTo>
                    <a:pt x="51826" y="46147"/>
                  </a:lnTo>
                  <a:lnTo>
                    <a:pt x="48046" y="49865"/>
                  </a:lnTo>
                  <a:lnTo>
                    <a:pt x="44386" y="53701"/>
                  </a:lnTo>
                  <a:lnTo>
                    <a:pt x="40849" y="57652"/>
                  </a:lnTo>
                  <a:lnTo>
                    <a:pt x="37439" y="61712"/>
                  </a:lnTo>
                  <a:lnTo>
                    <a:pt x="34160" y="65879"/>
                  </a:lnTo>
                  <a:lnTo>
                    <a:pt x="31014" y="70148"/>
                  </a:lnTo>
                  <a:lnTo>
                    <a:pt x="28006" y="74514"/>
                  </a:lnTo>
                  <a:lnTo>
                    <a:pt x="25137" y="78974"/>
                  </a:lnTo>
                  <a:lnTo>
                    <a:pt x="22412" y="83522"/>
                  </a:lnTo>
                  <a:lnTo>
                    <a:pt x="19832" y="88154"/>
                  </a:lnTo>
                  <a:lnTo>
                    <a:pt x="17400" y="92866"/>
                  </a:lnTo>
                  <a:lnTo>
                    <a:pt x="15119" y="97653"/>
                  </a:lnTo>
                  <a:lnTo>
                    <a:pt x="12991" y="102509"/>
                  </a:lnTo>
                  <a:lnTo>
                    <a:pt x="11018" y="107431"/>
                  </a:lnTo>
                  <a:lnTo>
                    <a:pt x="9202" y="112413"/>
                  </a:lnTo>
                  <a:lnTo>
                    <a:pt x="7545" y="117449"/>
                  </a:lnTo>
                  <a:lnTo>
                    <a:pt x="6048" y="122536"/>
                  </a:lnTo>
                  <a:lnTo>
                    <a:pt x="4714" y="127668"/>
                  </a:lnTo>
                  <a:lnTo>
                    <a:pt x="3543" y="132839"/>
                  </a:lnTo>
                  <a:lnTo>
                    <a:pt x="2536" y="138045"/>
                  </a:lnTo>
                  <a:lnTo>
                    <a:pt x="1695" y="143281"/>
                  </a:lnTo>
                  <a:lnTo>
                    <a:pt x="1021" y="148540"/>
                  </a:lnTo>
                  <a:lnTo>
                    <a:pt x="514" y="153818"/>
                  </a:lnTo>
                  <a:lnTo>
                    <a:pt x="174" y="159110"/>
                  </a:lnTo>
                  <a:lnTo>
                    <a:pt x="3" y="164409"/>
                  </a:lnTo>
                  <a:lnTo>
                    <a:pt x="0" y="169712"/>
                  </a:lnTo>
                  <a:lnTo>
                    <a:pt x="164" y="175011"/>
                  </a:lnTo>
                  <a:lnTo>
                    <a:pt x="497" y="180303"/>
                  </a:lnTo>
                  <a:lnTo>
                    <a:pt x="998" y="185582"/>
                  </a:lnTo>
                  <a:lnTo>
                    <a:pt x="1665" y="190842"/>
                  </a:lnTo>
                  <a:lnTo>
                    <a:pt x="2499" y="196079"/>
                  </a:lnTo>
                  <a:lnTo>
                    <a:pt x="3499" y="201286"/>
                  </a:lnTo>
                  <a:lnTo>
                    <a:pt x="4663" y="206459"/>
                  </a:lnTo>
                  <a:lnTo>
                    <a:pt x="5991" y="211592"/>
                  </a:lnTo>
                  <a:lnTo>
                    <a:pt x="7481" y="216681"/>
                  </a:lnTo>
                  <a:lnTo>
                    <a:pt x="9132" y="221720"/>
                  </a:lnTo>
                  <a:lnTo>
                    <a:pt x="10942" y="226704"/>
                  </a:lnTo>
                  <a:lnTo>
                    <a:pt x="12908" y="231628"/>
                  </a:lnTo>
                  <a:lnTo>
                    <a:pt x="15030" y="236487"/>
                  </a:lnTo>
                  <a:lnTo>
                    <a:pt x="17305" y="241277"/>
                  </a:lnTo>
                  <a:lnTo>
                    <a:pt x="19731" y="245992"/>
                  </a:lnTo>
                  <a:lnTo>
                    <a:pt x="22305" y="250628"/>
                  </a:lnTo>
                  <a:lnTo>
                    <a:pt x="25025" y="255179"/>
                  </a:lnTo>
                  <a:lnTo>
                    <a:pt x="27888" y="259642"/>
                  </a:lnTo>
                  <a:lnTo>
                    <a:pt x="30891" y="264013"/>
                  </a:lnTo>
                  <a:lnTo>
                    <a:pt x="34031" y="268285"/>
                  </a:lnTo>
                  <a:lnTo>
                    <a:pt x="37305" y="272456"/>
                  </a:lnTo>
                  <a:lnTo>
                    <a:pt x="40709" y="276521"/>
                  </a:lnTo>
                  <a:lnTo>
                    <a:pt x="44241" y="280476"/>
                  </a:lnTo>
                  <a:lnTo>
                    <a:pt x="47897" y="284317"/>
                  </a:lnTo>
                  <a:lnTo>
                    <a:pt x="51672" y="288040"/>
                  </a:lnTo>
                  <a:lnTo>
                    <a:pt x="55564" y="291642"/>
                  </a:lnTo>
                  <a:lnTo>
                    <a:pt x="59568" y="295118"/>
                  </a:lnTo>
                  <a:lnTo>
                    <a:pt x="63680" y="298466"/>
                  </a:lnTo>
                  <a:lnTo>
                    <a:pt x="67896" y="301681"/>
                  </a:lnTo>
                  <a:lnTo>
                    <a:pt x="72212" y="304761"/>
                  </a:lnTo>
                  <a:lnTo>
                    <a:pt x="76623" y="307703"/>
                  </a:lnTo>
                  <a:lnTo>
                    <a:pt x="81126" y="310503"/>
                  </a:lnTo>
                  <a:lnTo>
                    <a:pt x="85715" y="313159"/>
                  </a:lnTo>
                  <a:lnTo>
                    <a:pt x="90386" y="315668"/>
                  </a:lnTo>
                  <a:lnTo>
                    <a:pt x="95135" y="318028"/>
                  </a:lnTo>
                  <a:lnTo>
                    <a:pt x="99956" y="320236"/>
                  </a:lnTo>
                  <a:lnTo>
                    <a:pt x="104844" y="322290"/>
                  </a:lnTo>
                  <a:lnTo>
                    <a:pt x="109795" y="324188"/>
                  </a:lnTo>
                  <a:lnTo>
                    <a:pt x="114804" y="325928"/>
                  </a:lnTo>
                  <a:lnTo>
                    <a:pt x="119865" y="327508"/>
                  </a:lnTo>
                  <a:lnTo>
                    <a:pt x="124974" y="328927"/>
                  </a:lnTo>
                  <a:lnTo>
                    <a:pt x="130126" y="330183"/>
                  </a:lnTo>
                  <a:lnTo>
                    <a:pt x="135314" y="331275"/>
                  </a:lnTo>
                  <a:lnTo>
                    <a:pt x="140535" y="332202"/>
                  </a:lnTo>
                  <a:lnTo>
                    <a:pt x="145783" y="332963"/>
                  </a:lnTo>
                  <a:lnTo>
                    <a:pt x="151052" y="333558"/>
                  </a:lnTo>
                  <a:lnTo>
                    <a:pt x="156337" y="333984"/>
                  </a:lnTo>
                  <a:lnTo>
                    <a:pt x="161633" y="334243"/>
                  </a:lnTo>
                  <a:lnTo>
                    <a:pt x="166935" y="334334"/>
                  </a:lnTo>
                  <a:lnTo>
                    <a:pt x="172236" y="334257"/>
                  </a:lnTo>
                  <a:lnTo>
                    <a:pt x="177533" y="334011"/>
                  </a:lnTo>
                  <a:lnTo>
                    <a:pt x="182819" y="333598"/>
                  </a:lnTo>
                  <a:lnTo>
                    <a:pt x="188090" y="333017"/>
                  </a:lnTo>
                  <a:lnTo>
                    <a:pt x="193339" y="332270"/>
                  </a:lnTo>
                  <a:lnTo>
                    <a:pt x="198562" y="331356"/>
                  </a:lnTo>
                  <a:lnTo>
                    <a:pt x="203754" y="330277"/>
                  </a:lnTo>
                  <a:lnTo>
                    <a:pt x="208908" y="329034"/>
                  </a:lnTo>
                  <a:lnTo>
                    <a:pt x="214021" y="327628"/>
                  </a:lnTo>
                  <a:lnTo>
                    <a:pt x="219086" y="326061"/>
                  </a:lnTo>
                  <a:lnTo>
                    <a:pt x="224100" y="324334"/>
                  </a:lnTo>
                  <a:lnTo>
                    <a:pt x="229056" y="322448"/>
                  </a:lnTo>
                  <a:lnTo>
                    <a:pt x="233949" y="320407"/>
                  </a:lnTo>
                  <a:lnTo>
                    <a:pt x="238776" y="318211"/>
                  </a:lnTo>
                  <a:lnTo>
                    <a:pt x="243530" y="315864"/>
                  </a:lnTo>
                  <a:lnTo>
                    <a:pt x="248207" y="313366"/>
                  </a:lnTo>
                  <a:lnTo>
                    <a:pt x="252803" y="310722"/>
                  </a:lnTo>
                  <a:lnTo>
                    <a:pt x="257313" y="307933"/>
                  </a:lnTo>
                  <a:lnTo>
                    <a:pt x="261732" y="305003"/>
                  </a:lnTo>
                  <a:lnTo>
                    <a:pt x="266056" y="301934"/>
                  </a:lnTo>
                  <a:lnTo>
                    <a:pt x="270281" y="298729"/>
                  </a:lnTo>
                  <a:lnTo>
                    <a:pt x="274401" y="295392"/>
                  </a:lnTo>
                  <a:lnTo>
                    <a:pt x="278414" y="291926"/>
                  </a:lnTo>
                  <a:lnTo>
                    <a:pt x="282315" y="288334"/>
                  </a:lnTo>
                  <a:lnTo>
                    <a:pt x="286099" y="284621"/>
                  </a:lnTo>
                  <a:lnTo>
                    <a:pt x="289765" y="280789"/>
                  </a:lnTo>
                  <a:lnTo>
                    <a:pt x="293307" y="276843"/>
                  </a:lnTo>
                  <a:lnTo>
                    <a:pt x="296721" y="272787"/>
                  </a:lnTo>
                  <a:lnTo>
                    <a:pt x="300006" y="268624"/>
                  </a:lnTo>
                  <a:lnTo>
                    <a:pt x="303157" y="264360"/>
                  </a:lnTo>
                  <a:lnTo>
                    <a:pt x="306171" y="259997"/>
                  </a:lnTo>
                  <a:lnTo>
                    <a:pt x="309045" y="255541"/>
                  </a:lnTo>
                  <a:lnTo>
                    <a:pt x="311777" y="250997"/>
                  </a:lnTo>
                  <a:lnTo>
                    <a:pt x="314362" y="246367"/>
                  </a:lnTo>
                  <a:lnTo>
                    <a:pt x="316800" y="241659"/>
                  </a:lnTo>
                  <a:lnTo>
                    <a:pt x="319088" y="236875"/>
                  </a:lnTo>
                  <a:lnTo>
                    <a:pt x="321222" y="232021"/>
                  </a:lnTo>
                  <a:lnTo>
                    <a:pt x="323201" y="227102"/>
                  </a:lnTo>
                  <a:lnTo>
                    <a:pt x="325024" y="222123"/>
                  </a:lnTo>
                  <a:lnTo>
                    <a:pt x="326687" y="217088"/>
                  </a:lnTo>
                  <a:lnTo>
                    <a:pt x="328190" y="212003"/>
                  </a:lnTo>
                  <a:lnTo>
                    <a:pt x="329531" y="206873"/>
                  </a:lnTo>
                  <a:lnTo>
                    <a:pt x="330709" y="201703"/>
                  </a:lnTo>
                  <a:lnTo>
                    <a:pt x="331722" y="196498"/>
                  </a:lnTo>
                  <a:lnTo>
                    <a:pt x="332569" y="191264"/>
                  </a:lnTo>
                  <a:lnTo>
                    <a:pt x="333250" y="186006"/>
                  </a:lnTo>
                  <a:lnTo>
                    <a:pt x="333764" y="180728"/>
                  </a:lnTo>
                  <a:lnTo>
                    <a:pt x="334110" y="175437"/>
                  </a:lnTo>
                  <a:lnTo>
                    <a:pt x="334289" y="170138"/>
                  </a:lnTo>
                  <a:lnTo>
                    <a:pt x="334299" y="164835"/>
                  </a:lnTo>
                  <a:lnTo>
                    <a:pt x="334141" y="159535"/>
                  </a:lnTo>
                  <a:lnTo>
                    <a:pt x="333815" y="154243"/>
                  </a:lnTo>
                  <a:lnTo>
                    <a:pt x="333321" y="148964"/>
                  </a:lnTo>
                  <a:lnTo>
                    <a:pt x="332660" y="14370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g565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g566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g567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g568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g569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g570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g571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g572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g573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g574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g575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g576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g577"/>
            <p:cNvSpPr/>
            <p:nvPr/>
          </p:nvSpPr>
          <p:spPr>
            <a:xfrm>
              <a:off x="2525980" y="3054897"/>
              <a:ext cx="165512" cy="23464"/>
            </a:xfrm>
            <a:custGeom>
              <a:avLst/>
              <a:gdLst/>
              <a:ahLst/>
              <a:cxnLst/>
              <a:rect l="0" t="0" r="0" b="0"/>
              <a:pathLst>
                <a:path w="165512" h="23464">
                  <a:moveTo>
                    <a:pt x="165512" y="0"/>
                  </a:moveTo>
                  <a:lnTo>
                    <a:pt x="0" y="23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g578"/>
            <p:cNvSpPr/>
            <p:nvPr/>
          </p:nvSpPr>
          <p:spPr>
            <a:xfrm>
              <a:off x="2525980" y="2916706"/>
              <a:ext cx="165512" cy="161655"/>
            </a:xfrm>
            <a:custGeom>
              <a:avLst/>
              <a:gdLst/>
              <a:ahLst/>
              <a:cxnLst/>
              <a:rect l="0" t="0" r="0" b="0"/>
              <a:pathLst>
                <a:path w="165512" h="161655">
                  <a:moveTo>
                    <a:pt x="165512" y="138190"/>
                  </a:moveTo>
                  <a:lnTo>
                    <a:pt x="164660" y="132813"/>
                  </a:lnTo>
                  <a:lnTo>
                    <a:pt x="163634" y="127467"/>
                  </a:lnTo>
                  <a:lnTo>
                    <a:pt x="162434" y="122157"/>
                  </a:lnTo>
                  <a:lnTo>
                    <a:pt x="161061" y="116888"/>
                  </a:lnTo>
                  <a:lnTo>
                    <a:pt x="159518" y="111667"/>
                  </a:lnTo>
                  <a:lnTo>
                    <a:pt x="157806" y="106500"/>
                  </a:lnTo>
                  <a:lnTo>
                    <a:pt x="155926" y="101390"/>
                  </a:lnTo>
                  <a:lnTo>
                    <a:pt x="153881" y="96345"/>
                  </a:lnTo>
                  <a:lnTo>
                    <a:pt x="151673" y="91369"/>
                  </a:lnTo>
                  <a:lnTo>
                    <a:pt x="149304" y="86467"/>
                  </a:lnTo>
                  <a:lnTo>
                    <a:pt x="146777" y="81646"/>
                  </a:lnTo>
                  <a:lnTo>
                    <a:pt x="144093" y="76909"/>
                  </a:lnTo>
                  <a:lnTo>
                    <a:pt x="141258" y="72261"/>
                  </a:lnTo>
                  <a:lnTo>
                    <a:pt x="138272" y="67709"/>
                  </a:lnTo>
                  <a:lnTo>
                    <a:pt x="135139" y="63257"/>
                  </a:lnTo>
                  <a:lnTo>
                    <a:pt x="131864" y="58908"/>
                  </a:lnTo>
                  <a:lnTo>
                    <a:pt x="128448" y="54669"/>
                  </a:lnTo>
                  <a:lnTo>
                    <a:pt x="124896" y="50543"/>
                  </a:lnTo>
                  <a:lnTo>
                    <a:pt x="121212" y="46535"/>
                  </a:lnTo>
                  <a:lnTo>
                    <a:pt x="117399" y="42649"/>
                  </a:lnTo>
                  <a:lnTo>
                    <a:pt x="113462" y="38890"/>
                  </a:lnTo>
                  <a:lnTo>
                    <a:pt x="109404" y="35260"/>
                  </a:lnTo>
                  <a:lnTo>
                    <a:pt x="105230" y="31765"/>
                  </a:lnTo>
                  <a:lnTo>
                    <a:pt x="100945" y="28407"/>
                  </a:lnTo>
                  <a:lnTo>
                    <a:pt x="96553" y="25191"/>
                  </a:lnTo>
                  <a:lnTo>
                    <a:pt x="92058" y="22119"/>
                  </a:lnTo>
                  <a:lnTo>
                    <a:pt x="87466" y="19195"/>
                  </a:lnTo>
                  <a:lnTo>
                    <a:pt x="82780" y="16423"/>
                  </a:lnTo>
                  <a:lnTo>
                    <a:pt x="78007" y="13804"/>
                  </a:lnTo>
                  <a:lnTo>
                    <a:pt x="73152" y="11343"/>
                  </a:lnTo>
                  <a:lnTo>
                    <a:pt x="68218" y="9040"/>
                  </a:lnTo>
                  <a:lnTo>
                    <a:pt x="63213" y="6900"/>
                  </a:lnTo>
                  <a:lnTo>
                    <a:pt x="58140" y="4924"/>
                  </a:lnTo>
                  <a:lnTo>
                    <a:pt x="53006" y="3113"/>
                  </a:lnTo>
                  <a:lnTo>
                    <a:pt x="47815" y="1472"/>
                  </a:lnTo>
                  <a:lnTo>
                    <a:pt x="42574" y="0"/>
                  </a:lnTo>
                  <a:lnTo>
                    <a:pt x="0" y="1616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g579"/>
            <p:cNvSpPr/>
            <p:nvPr/>
          </p:nvSpPr>
          <p:spPr>
            <a:xfrm>
              <a:off x="2525980" y="2911194"/>
              <a:ext cx="42574" cy="167167"/>
            </a:xfrm>
            <a:custGeom>
              <a:avLst/>
              <a:gdLst/>
              <a:ahLst/>
              <a:cxnLst/>
              <a:rect l="0" t="0" r="0" b="0"/>
              <a:pathLst>
                <a:path w="42574" h="167167">
                  <a:moveTo>
                    <a:pt x="42574" y="5512"/>
                  </a:moveTo>
                  <a:lnTo>
                    <a:pt x="36599" y="4055"/>
                  </a:lnTo>
                  <a:lnTo>
                    <a:pt x="30575" y="2820"/>
                  </a:lnTo>
                  <a:lnTo>
                    <a:pt x="24510" y="1806"/>
                  </a:lnTo>
                  <a:lnTo>
                    <a:pt x="18411" y="1017"/>
                  </a:lnTo>
                  <a:lnTo>
                    <a:pt x="12288" y="452"/>
                  </a:lnTo>
                  <a:lnTo>
                    <a:pt x="6148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g594"/>
            <p:cNvSpPr/>
            <p:nvPr/>
          </p:nvSpPr>
          <p:spPr>
            <a:xfrm>
              <a:off x="2358833" y="3429590"/>
              <a:ext cx="334294" cy="334334"/>
            </a:xfrm>
            <a:custGeom>
              <a:avLst/>
              <a:gdLst/>
              <a:ahLst/>
              <a:cxnLst/>
              <a:rect l="0" t="0" r="0" b="0"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8" y="5359"/>
                  </a:lnTo>
                  <a:lnTo>
                    <a:pt x="120044" y="6773"/>
                  </a:lnTo>
                  <a:lnTo>
                    <a:pt x="114978" y="8348"/>
                  </a:lnTo>
                  <a:lnTo>
                    <a:pt x="109965" y="10083"/>
                  </a:lnTo>
                  <a:lnTo>
                    <a:pt x="105009" y="11977"/>
                  </a:lnTo>
                  <a:lnTo>
                    <a:pt x="100116" y="14027"/>
                  </a:lnTo>
                  <a:lnTo>
                    <a:pt x="95291" y="16231"/>
                  </a:lnTo>
                  <a:lnTo>
                    <a:pt x="90537" y="18587"/>
                  </a:lnTo>
                  <a:lnTo>
                    <a:pt x="85861" y="21093"/>
                  </a:lnTo>
                  <a:lnTo>
                    <a:pt x="81267" y="23746"/>
                  </a:lnTo>
                  <a:lnTo>
                    <a:pt x="76759" y="26543"/>
                  </a:lnTo>
                  <a:lnTo>
                    <a:pt x="72342" y="29482"/>
                  </a:lnTo>
                  <a:lnTo>
                    <a:pt x="68021" y="32560"/>
                  </a:lnTo>
                  <a:lnTo>
                    <a:pt x="63800" y="35773"/>
                  </a:lnTo>
                  <a:lnTo>
                    <a:pt x="59682" y="39118"/>
                  </a:lnTo>
                  <a:lnTo>
                    <a:pt x="55673" y="42593"/>
                  </a:lnTo>
                  <a:lnTo>
                    <a:pt x="51777" y="46193"/>
                  </a:lnTo>
                  <a:lnTo>
                    <a:pt x="47996" y="49915"/>
                  </a:lnTo>
                  <a:lnTo>
                    <a:pt x="44335" y="53754"/>
                  </a:lnTo>
                  <a:lnTo>
                    <a:pt x="40798" y="57709"/>
                  </a:lnTo>
                  <a:lnTo>
                    <a:pt x="37389" y="61773"/>
                  </a:lnTo>
                  <a:lnTo>
                    <a:pt x="34110" y="65944"/>
                  </a:lnTo>
                  <a:lnTo>
                    <a:pt x="30965" y="70216"/>
                  </a:lnTo>
                  <a:lnTo>
                    <a:pt x="27957" y="74586"/>
                  </a:lnTo>
                  <a:lnTo>
                    <a:pt x="25089" y="79049"/>
                  </a:lnTo>
                  <a:lnTo>
                    <a:pt x="22365" y="83602"/>
                  </a:lnTo>
                  <a:lnTo>
                    <a:pt x="19786" y="88238"/>
                  </a:lnTo>
                  <a:lnTo>
                    <a:pt x="17355" y="92954"/>
                  </a:lnTo>
                  <a:lnTo>
                    <a:pt x="15076" y="97744"/>
                  </a:lnTo>
                  <a:lnTo>
                    <a:pt x="12950" y="102604"/>
                  </a:lnTo>
                  <a:lnTo>
                    <a:pt x="10979" y="107530"/>
                  </a:lnTo>
                  <a:lnTo>
                    <a:pt x="9165" y="112515"/>
                  </a:lnTo>
                  <a:lnTo>
                    <a:pt x="7510" y="117556"/>
                  </a:lnTo>
                  <a:lnTo>
                    <a:pt x="6016" y="122647"/>
                  </a:lnTo>
                  <a:lnTo>
                    <a:pt x="4685" y="127782"/>
                  </a:lnTo>
                  <a:lnTo>
                    <a:pt x="3517" y="132957"/>
                  </a:lnTo>
                  <a:lnTo>
                    <a:pt x="2514" y="138166"/>
                  </a:lnTo>
                  <a:lnTo>
                    <a:pt x="1676" y="143405"/>
                  </a:lnTo>
                  <a:lnTo>
                    <a:pt x="1006" y="148668"/>
                  </a:lnTo>
                  <a:lnTo>
                    <a:pt x="502" y="153949"/>
                  </a:lnTo>
                  <a:lnTo>
                    <a:pt x="167" y="159244"/>
                  </a:lnTo>
                  <a:lnTo>
                    <a:pt x="0" y="164546"/>
                  </a:lnTo>
                  <a:lnTo>
                    <a:pt x="1" y="169851"/>
                  </a:lnTo>
                  <a:lnTo>
                    <a:pt x="170" y="175154"/>
                  </a:lnTo>
                  <a:lnTo>
                    <a:pt x="507" y="180448"/>
                  </a:lnTo>
                  <a:lnTo>
                    <a:pt x="1013" y="185729"/>
                  </a:lnTo>
                  <a:lnTo>
                    <a:pt x="1685" y="190992"/>
                  </a:lnTo>
                  <a:lnTo>
                    <a:pt x="2525" y="196230"/>
                  </a:lnTo>
                  <a:lnTo>
                    <a:pt x="3530" y="201439"/>
                  </a:lnTo>
                  <a:lnTo>
                    <a:pt x="4700" y="206614"/>
                  </a:lnTo>
                  <a:lnTo>
                    <a:pt x="6033" y="211749"/>
                  </a:lnTo>
                  <a:lnTo>
                    <a:pt x="7529" y="216838"/>
                  </a:lnTo>
                  <a:lnTo>
                    <a:pt x="9186" y="221878"/>
                  </a:lnTo>
                  <a:lnTo>
                    <a:pt x="11001" y="226863"/>
                  </a:lnTo>
                  <a:lnTo>
                    <a:pt x="12974" y="231788"/>
                  </a:lnTo>
                  <a:lnTo>
                    <a:pt x="15102" y="236648"/>
                  </a:lnTo>
                  <a:lnTo>
                    <a:pt x="17384" y="241437"/>
                  </a:lnTo>
                  <a:lnTo>
                    <a:pt x="19816" y="246152"/>
                  </a:lnTo>
                  <a:lnTo>
                    <a:pt x="22396" y="250787"/>
                  </a:lnTo>
                  <a:lnTo>
                    <a:pt x="25123" y="255338"/>
                  </a:lnTo>
                  <a:lnTo>
                    <a:pt x="27992" y="259801"/>
                  </a:lnTo>
                  <a:lnTo>
                    <a:pt x="31001" y="264170"/>
                  </a:lnTo>
                  <a:lnTo>
                    <a:pt x="34148" y="268441"/>
                  </a:lnTo>
                  <a:lnTo>
                    <a:pt x="37429" y="272610"/>
                  </a:lnTo>
                  <a:lnTo>
                    <a:pt x="40840" y="276673"/>
                  </a:lnTo>
                  <a:lnTo>
                    <a:pt x="44378" y="280626"/>
                  </a:lnTo>
                  <a:lnTo>
                    <a:pt x="48040" y="284464"/>
                  </a:lnTo>
                  <a:lnTo>
                    <a:pt x="51822" y="288185"/>
                  </a:lnTo>
                  <a:lnTo>
                    <a:pt x="55721" y="291783"/>
                  </a:lnTo>
                  <a:lnTo>
                    <a:pt x="59731" y="295256"/>
                  </a:lnTo>
                  <a:lnTo>
                    <a:pt x="63850" y="298600"/>
                  </a:lnTo>
                  <a:lnTo>
                    <a:pt x="68072" y="301812"/>
                  </a:lnTo>
                  <a:lnTo>
                    <a:pt x="72395" y="304888"/>
                  </a:lnTo>
                  <a:lnTo>
                    <a:pt x="76813" y="307825"/>
                  </a:lnTo>
                  <a:lnTo>
                    <a:pt x="81321" y="310621"/>
                  </a:lnTo>
                  <a:lnTo>
                    <a:pt x="85917" y="313272"/>
                  </a:lnTo>
                  <a:lnTo>
                    <a:pt x="90594" y="315776"/>
                  </a:lnTo>
                  <a:lnTo>
                    <a:pt x="95348" y="318130"/>
                  </a:lnTo>
                  <a:lnTo>
                    <a:pt x="100174" y="320333"/>
                  </a:lnTo>
                  <a:lnTo>
                    <a:pt x="105068" y="322381"/>
                  </a:lnTo>
                  <a:lnTo>
                    <a:pt x="110025" y="324272"/>
                  </a:lnTo>
                  <a:lnTo>
                    <a:pt x="115039" y="326006"/>
                  </a:lnTo>
                  <a:lnTo>
                    <a:pt x="120105" y="327579"/>
                  </a:lnTo>
                  <a:lnTo>
                    <a:pt x="125219" y="328991"/>
                  </a:lnTo>
                  <a:lnTo>
                    <a:pt x="130375" y="330240"/>
                  </a:lnTo>
                  <a:lnTo>
                    <a:pt x="135568" y="331325"/>
                  </a:lnTo>
                  <a:lnTo>
                    <a:pt x="140793" y="332244"/>
                  </a:lnTo>
                  <a:lnTo>
                    <a:pt x="146045" y="332997"/>
                  </a:lnTo>
                  <a:lnTo>
                    <a:pt x="151317" y="333583"/>
                  </a:lnTo>
                  <a:lnTo>
                    <a:pt x="156606" y="334002"/>
                  </a:lnTo>
                  <a:lnTo>
                    <a:pt x="161905" y="334252"/>
                  </a:lnTo>
                  <a:lnTo>
                    <a:pt x="167210" y="334334"/>
                  </a:lnTo>
                  <a:lnTo>
                    <a:pt x="172514" y="334248"/>
                  </a:lnTo>
                  <a:lnTo>
                    <a:pt x="177813" y="333994"/>
                  </a:lnTo>
                  <a:lnTo>
                    <a:pt x="183102" y="333571"/>
                  </a:lnTo>
                  <a:lnTo>
                    <a:pt x="188374" y="332981"/>
                  </a:lnTo>
                  <a:lnTo>
                    <a:pt x="193625" y="332224"/>
                  </a:lnTo>
                  <a:lnTo>
                    <a:pt x="198849" y="331301"/>
                  </a:lnTo>
                  <a:lnTo>
                    <a:pt x="204041" y="330212"/>
                  </a:lnTo>
                  <a:lnTo>
                    <a:pt x="209197" y="328959"/>
                  </a:lnTo>
                  <a:lnTo>
                    <a:pt x="214309" y="327543"/>
                  </a:lnTo>
                  <a:lnTo>
                    <a:pt x="219375" y="325966"/>
                  </a:lnTo>
                  <a:lnTo>
                    <a:pt x="224387" y="324229"/>
                  </a:lnTo>
                  <a:lnTo>
                    <a:pt x="229342" y="322333"/>
                  </a:lnTo>
                  <a:lnTo>
                    <a:pt x="234235" y="320282"/>
                  </a:lnTo>
                  <a:lnTo>
                    <a:pt x="239059" y="318076"/>
                  </a:lnTo>
                  <a:lnTo>
                    <a:pt x="243812" y="315718"/>
                  </a:lnTo>
                  <a:lnTo>
                    <a:pt x="248487" y="313210"/>
                  </a:lnTo>
                  <a:lnTo>
                    <a:pt x="253080" y="310556"/>
                  </a:lnTo>
                  <a:lnTo>
                    <a:pt x="257587" y="307757"/>
                  </a:lnTo>
                  <a:lnTo>
                    <a:pt x="262003" y="304816"/>
                  </a:lnTo>
                  <a:lnTo>
                    <a:pt x="266323" y="301737"/>
                  </a:lnTo>
                  <a:lnTo>
                    <a:pt x="270543" y="298522"/>
                  </a:lnTo>
                  <a:lnTo>
                    <a:pt x="274659" y="295175"/>
                  </a:lnTo>
                  <a:lnTo>
                    <a:pt x="278667" y="291699"/>
                  </a:lnTo>
                  <a:lnTo>
                    <a:pt x="282562" y="288097"/>
                  </a:lnTo>
                  <a:lnTo>
                    <a:pt x="286341" y="284374"/>
                  </a:lnTo>
                  <a:lnTo>
                    <a:pt x="290001" y="280533"/>
                  </a:lnTo>
                  <a:lnTo>
                    <a:pt x="293536" y="276577"/>
                  </a:lnTo>
                  <a:lnTo>
                    <a:pt x="296944" y="272512"/>
                  </a:lnTo>
                  <a:lnTo>
                    <a:pt x="300222" y="268340"/>
                  </a:lnTo>
                  <a:lnTo>
                    <a:pt x="303365" y="264066"/>
                  </a:lnTo>
                  <a:lnTo>
                    <a:pt x="306371" y="259695"/>
                  </a:lnTo>
                  <a:lnTo>
                    <a:pt x="309237" y="255231"/>
                  </a:lnTo>
                  <a:lnTo>
                    <a:pt x="311960" y="250677"/>
                  </a:lnTo>
                  <a:lnTo>
                    <a:pt x="314537" y="246040"/>
                  </a:lnTo>
                  <a:lnTo>
                    <a:pt x="316965" y="241323"/>
                  </a:lnTo>
                  <a:lnTo>
                    <a:pt x="319243" y="236532"/>
                  </a:lnTo>
                  <a:lnTo>
                    <a:pt x="321368" y="231671"/>
                  </a:lnTo>
                  <a:lnTo>
                    <a:pt x="323337" y="226745"/>
                  </a:lnTo>
                  <a:lnTo>
                    <a:pt x="325149" y="221759"/>
                  </a:lnTo>
                  <a:lnTo>
                    <a:pt x="326801" y="216717"/>
                  </a:lnTo>
                  <a:lnTo>
                    <a:pt x="328293" y="211626"/>
                  </a:lnTo>
                  <a:lnTo>
                    <a:pt x="329623" y="206490"/>
                  </a:lnTo>
                  <a:lnTo>
                    <a:pt x="330789" y="201315"/>
                  </a:lnTo>
                  <a:lnTo>
                    <a:pt x="331790" y="196105"/>
                  </a:lnTo>
                  <a:lnTo>
                    <a:pt x="332625" y="190866"/>
                  </a:lnTo>
                  <a:lnTo>
                    <a:pt x="333294" y="185603"/>
                  </a:lnTo>
                  <a:lnTo>
                    <a:pt x="333795" y="180322"/>
                  </a:lnTo>
                  <a:lnTo>
                    <a:pt x="334129" y="175027"/>
                  </a:lnTo>
                  <a:lnTo>
                    <a:pt x="334294" y="169724"/>
                  </a:lnTo>
                  <a:lnTo>
                    <a:pt x="334291" y="164419"/>
                  </a:lnTo>
                  <a:lnTo>
                    <a:pt x="334120" y="159117"/>
                  </a:lnTo>
                  <a:lnTo>
                    <a:pt x="333780" y="153822"/>
                  </a:lnTo>
                  <a:lnTo>
                    <a:pt x="333273" y="148542"/>
                  </a:lnTo>
                  <a:lnTo>
                    <a:pt x="332598" y="143280"/>
                  </a:lnTo>
                  <a:lnTo>
                    <a:pt x="331757" y="138041"/>
                  </a:lnTo>
                  <a:lnTo>
                    <a:pt x="330750" y="132833"/>
                  </a:lnTo>
                  <a:lnTo>
                    <a:pt x="329578" y="127659"/>
                  </a:lnTo>
                  <a:lnTo>
                    <a:pt x="328243" y="122524"/>
                  </a:lnTo>
                  <a:lnTo>
                    <a:pt x="326745" y="117435"/>
                  </a:lnTo>
                  <a:lnTo>
                    <a:pt x="325086" y="112396"/>
                  </a:lnTo>
                  <a:lnTo>
                    <a:pt x="323269" y="107411"/>
                  </a:lnTo>
                  <a:lnTo>
                    <a:pt x="321294" y="102487"/>
                  </a:lnTo>
                  <a:lnTo>
                    <a:pt x="319164" y="97629"/>
                  </a:lnTo>
                  <a:lnTo>
                    <a:pt x="316881" y="92840"/>
                  </a:lnTo>
                  <a:lnTo>
                    <a:pt x="314447" y="88126"/>
                  </a:lnTo>
                  <a:lnTo>
                    <a:pt x="311865" y="83492"/>
                  </a:lnTo>
                  <a:lnTo>
                    <a:pt x="309137" y="78942"/>
                  </a:lnTo>
                  <a:lnTo>
                    <a:pt x="306266" y="74480"/>
                  </a:lnTo>
                  <a:lnTo>
                    <a:pt x="303255" y="70113"/>
                  </a:lnTo>
                  <a:lnTo>
                    <a:pt x="300106" y="65843"/>
                  </a:lnTo>
                  <a:lnTo>
                    <a:pt x="296824" y="61675"/>
                  </a:lnTo>
                  <a:lnTo>
                    <a:pt x="293411" y="57613"/>
                  </a:lnTo>
                  <a:lnTo>
                    <a:pt x="289871" y="53661"/>
                  </a:lnTo>
                  <a:lnTo>
                    <a:pt x="286208" y="49824"/>
                  </a:lnTo>
                  <a:lnTo>
                    <a:pt x="282424" y="46105"/>
                  </a:lnTo>
                  <a:lnTo>
                    <a:pt x="278525" y="42508"/>
                  </a:lnTo>
                  <a:lnTo>
                    <a:pt x="274513" y="39037"/>
                  </a:lnTo>
                  <a:lnTo>
                    <a:pt x="270393" y="35694"/>
                  </a:lnTo>
                  <a:lnTo>
                    <a:pt x="266169" y="32484"/>
                  </a:lnTo>
                  <a:lnTo>
                    <a:pt x="261846" y="29410"/>
                  </a:lnTo>
                  <a:lnTo>
                    <a:pt x="257427" y="26474"/>
                  </a:lnTo>
                  <a:lnTo>
                    <a:pt x="252917" y="23681"/>
                  </a:lnTo>
                  <a:lnTo>
                    <a:pt x="248321" y="21031"/>
                  </a:lnTo>
                  <a:lnTo>
                    <a:pt x="243643" y="18529"/>
                  </a:lnTo>
                  <a:lnTo>
                    <a:pt x="238888" y="16176"/>
                  </a:lnTo>
                  <a:lnTo>
                    <a:pt x="234060" y="13976"/>
                  </a:lnTo>
                  <a:lnTo>
                    <a:pt x="229166" y="1193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g595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g596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g597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g598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g599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g600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g601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g602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g603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g604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g605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g606"/>
            <p:cNvSpPr/>
            <p:nvPr/>
          </p:nvSpPr>
          <p:spPr>
            <a:xfrm>
              <a:off x="2525980" y="3441520"/>
              <a:ext cx="62019" cy="155237"/>
            </a:xfrm>
            <a:custGeom>
              <a:avLst/>
              <a:gdLst/>
              <a:ahLst/>
              <a:cxnLst/>
              <a:rect l="0" t="0" r="0" b="0"/>
              <a:pathLst>
                <a:path w="62019" h="155237">
                  <a:moveTo>
                    <a:pt x="62019" y="0"/>
                  </a:moveTo>
                  <a:lnTo>
                    <a:pt x="0" y="1552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g607"/>
            <p:cNvSpPr/>
            <p:nvPr/>
          </p:nvSpPr>
          <p:spPr>
            <a:xfrm>
              <a:off x="2525980" y="3435808"/>
              <a:ext cx="62019" cy="160948"/>
            </a:xfrm>
            <a:custGeom>
              <a:avLst/>
              <a:gdLst/>
              <a:ahLst/>
              <a:cxnLst/>
              <a:rect l="0" t="0" r="0" b="0"/>
              <a:pathLst>
                <a:path w="62019" h="160948">
                  <a:moveTo>
                    <a:pt x="62019" y="5711"/>
                  </a:moveTo>
                  <a:lnTo>
                    <a:pt x="53670" y="2631"/>
                  </a:lnTo>
                  <a:lnTo>
                    <a:pt x="45170" y="0"/>
                  </a:lnTo>
                  <a:lnTo>
                    <a:pt x="0" y="1609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g608"/>
            <p:cNvSpPr/>
            <p:nvPr/>
          </p:nvSpPr>
          <p:spPr>
            <a:xfrm>
              <a:off x="2525980" y="3429590"/>
              <a:ext cx="45170" cy="167167"/>
            </a:xfrm>
            <a:custGeom>
              <a:avLst/>
              <a:gdLst/>
              <a:ahLst/>
              <a:cxnLst/>
              <a:rect l="0" t="0" r="0" b="0"/>
              <a:pathLst>
                <a:path w="45170" h="167167">
                  <a:moveTo>
                    <a:pt x="45170" y="6218"/>
                  </a:moveTo>
                  <a:lnTo>
                    <a:pt x="38846" y="4576"/>
                  </a:lnTo>
                  <a:lnTo>
                    <a:pt x="32463" y="3182"/>
                  </a:lnTo>
                  <a:lnTo>
                    <a:pt x="26030" y="2039"/>
                  </a:lnTo>
                  <a:lnTo>
                    <a:pt x="19557" y="1148"/>
                  </a:lnTo>
                  <a:lnTo>
                    <a:pt x="13055" y="510"/>
                  </a:lnTo>
                  <a:lnTo>
                    <a:pt x="6532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g624"/>
            <p:cNvSpPr/>
            <p:nvPr/>
          </p:nvSpPr>
          <p:spPr>
            <a:xfrm>
              <a:off x="2478584" y="3934012"/>
              <a:ext cx="334301" cy="334334"/>
            </a:xfrm>
            <a:custGeom>
              <a:avLst/>
              <a:gdLst/>
              <a:ahLst/>
              <a:cxnLst/>
              <a:rect l="0" t="0" r="0" b="0"/>
              <a:pathLst>
                <a:path w="334301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9" y="1343"/>
                  </a:lnTo>
                  <a:lnTo>
                    <a:pt x="140751" y="2097"/>
                  </a:lnTo>
                  <a:lnTo>
                    <a:pt x="135530" y="3017"/>
                  </a:lnTo>
                  <a:lnTo>
                    <a:pt x="130341" y="4102"/>
                  </a:lnTo>
                  <a:lnTo>
                    <a:pt x="125189" y="5351"/>
                  </a:lnTo>
                  <a:lnTo>
                    <a:pt x="120079" y="6763"/>
                  </a:lnTo>
                  <a:lnTo>
                    <a:pt x="115016" y="8336"/>
                  </a:lnTo>
                  <a:lnTo>
                    <a:pt x="110006" y="10069"/>
                  </a:lnTo>
                  <a:lnTo>
                    <a:pt x="105053" y="11960"/>
                  </a:lnTo>
                  <a:lnTo>
                    <a:pt x="100163" y="14007"/>
                  </a:lnTo>
                  <a:lnTo>
                    <a:pt x="95340" y="16208"/>
                  </a:lnTo>
                  <a:lnTo>
                    <a:pt x="90590" y="18561"/>
                  </a:lnTo>
                  <a:lnTo>
                    <a:pt x="85916" y="21063"/>
                  </a:lnTo>
                  <a:lnTo>
                    <a:pt x="81324" y="23713"/>
                  </a:lnTo>
                  <a:lnTo>
                    <a:pt x="76818" y="26506"/>
                  </a:lnTo>
                  <a:lnTo>
                    <a:pt x="72403" y="29441"/>
                  </a:lnTo>
                  <a:lnTo>
                    <a:pt x="68084" y="32515"/>
                  </a:lnTo>
                  <a:lnTo>
                    <a:pt x="63864" y="35724"/>
                  </a:lnTo>
                  <a:lnTo>
                    <a:pt x="59748" y="39065"/>
                  </a:lnTo>
                  <a:lnTo>
                    <a:pt x="55740" y="42535"/>
                  </a:lnTo>
                  <a:lnTo>
                    <a:pt x="51844" y="46130"/>
                  </a:lnTo>
                  <a:lnTo>
                    <a:pt x="48064" y="49847"/>
                  </a:lnTo>
                  <a:lnTo>
                    <a:pt x="44404" y="53682"/>
                  </a:lnTo>
                  <a:lnTo>
                    <a:pt x="40867" y="57632"/>
                  </a:lnTo>
                  <a:lnTo>
                    <a:pt x="37457" y="61691"/>
                  </a:lnTo>
                  <a:lnTo>
                    <a:pt x="34178" y="65856"/>
                  </a:lnTo>
                  <a:lnTo>
                    <a:pt x="31032" y="70124"/>
                  </a:lnTo>
                  <a:lnTo>
                    <a:pt x="28024" y="74489"/>
                  </a:lnTo>
                  <a:lnTo>
                    <a:pt x="25155" y="78947"/>
                  </a:lnTo>
                  <a:lnTo>
                    <a:pt x="22429" y="83494"/>
                  </a:lnTo>
                  <a:lnTo>
                    <a:pt x="19848" y="88125"/>
                  </a:lnTo>
                  <a:lnTo>
                    <a:pt x="17416" y="92835"/>
                  </a:lnTo>
                  <a:lnTo>
                    <a:pt x="15134" y="97620"/>
                  </a:lnTo>
                  <a:lnTo>
                    <a:pt x="13006" y="102476"/>
                  </a:lnTo>
                  <a:lnTo>
                    <a:pt x="11032" y="107396"/>
                  </a:lnTo>
                  <a:lnTo>
                    <a:pt x="9215" y="112376"/>
                  </a:lnTo>
                  <a:lnTo>
                    <a:pt x="7557" y="117412"/>
                  </a:lnTo>
                  <a:lnTo>
                    <a:pt x="6060" y="122497"/>
                  </a:lnTo>
                  <a:lnTo>
                    <a:pt x="4724" y="127628"/>
                  </a:lnTo>
                  <a:lnTo>
                    <a:pt x="3552" y="132798"/>
                  </a:lnTo>
                  <a:lnTo>
                    <a:pt x="2545" y="138003"/>
                  </a:lnTo>
                  <a:lnTo>
                    <a:pt x="1703" y="143237"/>
                  </a:lnTo>
                  <a:lnTo>
                    <a:pt x="1027" y="148495"/>
                  </a:lnTo>
                  <a:lnTo>
                    <a:pt x="518" y="153772"/>
                  </a:lnTo>
                  <a:lnTo>
                    <a:pt x="177" y="159062"/>
                  </a:lnTo>
                  <a:lnTo>
                    <a:pt x="4" y="164361"/>
                  </a:lnTo>
                  <a:lnTo>
                    <a:pt x="0" y="169662"/>
                  </a:lnTo>
                  <a:lnTo>
                    <a:pt x="163" y="174961"/>
                  </a:lnTo>
                  <a:lnTo>
                    <a:pt x="494" y="180252"/>
                  </a:lnTo>
                  <a:lnTo>
                    <a:pt x="993" y="185530"/>
                  </a:lnTo>
                  <a:lnTo>
                    <a:pt x="1658" y="190790"/>
                  </a:lnTo>
                  <a:lnTo>
                    <a:pt x="2491" y="196025"/>
                  </a:lnTo>
                  <a:lnTo>
                    <a:pt x="3489" y="201232"/>
                  </a:lnTo>
                  <a:lnTo>
                    <a:pt x="4651" y="206404"/>
                  </a:lnTo>
                  <a:lnTo>
                    <a:pt x="5977" y="211537"/>
                  </a:lnTo>
                  <a:lnTo>
                    <a:pt x="7465" y="216626"/>
                  </a:lnTo>
                  <a:lnTo>
                    <a:pt x="9114" y="221664"/>
                  </a:lnTo>
                  <a:lnTo>
                    <a:pt x="10921" y="226648"/>
                  </a:lnTo>
                  <a:lnTo>
                    <a:pt x="12886" y="231572"/>
                  </a:lnTo>
                  <a:lnTo>
                    <a:pt x="15005" y="236431"/>
                  </a:lnTo>
                  <a:lnTo>
                    <a:pt x="17278" y="241221"/>
                  </a:lnTo>
                  <a:lnTo>
                    <a:pt x="19702" y="245936"/>
                  </a:lnTo>
                  <a:lnTo>
                    <a:pt x="22274" y="250571"/>
                  </a:lnTo>
                  <a:lnTo>
                    <a:pt x="24991" y="255123"/>
                  </a:lnTo>
                  <a:lnTo>
                    <a:pt x="27852" y="259587"/>
                  </a:lnTo>
                  <a:lnTo>
                    <a:pt x="30852" y="263957"/>
                  </a:lnTo>
                  <a:lnTo>
                    <a:pt x="33990" y="268230"/>
                  </a:lnTo>
                  <a:lnTo>
                    <a:pt x="37262" y="272402"/>
                  </a:lnTo>
                  <a:lnTo>
                    <a:pt x="40664" y="276468"/>
                  </a:lnTo>
                  <a:lnTo>
                    <a:pt x="44193" y="280423"/>
                  </a:lnTo>
                  <a:lnTo>
                    <a:pt x="47846" y="284265"/>
                  </a:lnTo>
                  <a:lnTo>
                    <a:pt x="51619" y="287989"/>
                  </a:lnTo>
                  <a:lnTo>
                    <a:pt x="55509" y="291592"/>
                  </a:lnTo>
                  <a:lnTo>
                    <a:pt x="59510" y="295069"/>
                  </a:lnTo>
                  <a:lnTo>
                    <a:pt x="63620" y="298418"/>
                  </a:lnTo>
                  <a:lnTo>
                    <a:pt x="67834" y="301635"/>
                  </a:lnTo>
                  <a:lnTo>
                    <a:pt x="72148" y="304716"/>
                  </a:lnTo>
                  <a:lnTo>
                    <a:pt x="76557" y="307660"/>
                  </a:lnTo>
                  <a:lnTo>
                    <a:pt x="81058" y="310462"/>
                  </a:lnTo>
                  <a:lnTo>
                    <a:pt x="85645" y="313119"/>
                  </a:lnTo>
                  <a:lnTo>
                    <a:pt x="90314" y="315630"/>
                  </a:lnTo>
                  <a:lnTo>
                    <a:pt x="95060" y="317992"/>
                  </a:lnTo>
                  <a:lnTo>
                    <a:pt x="99879" y="320202"/>
                  </a:lnTo>
                  <a:lnTo>
                    <a:pt x="104765" y="322258"/>
                  </a:lnTo>
                  <a:lnTo>
                    <a:pt x="109714" y="324158"/>
                  </a:lnTo>
                  <a:lnTo>
                    <a:pt x="114721" y="325901"/>
                  </a:lnTo>
                  <a:lnTo>
                    <a:pt x="119781" y="327483"/>
                  </a:lnTo>
                  <a:lnTo>
                    <a:pt x="124888" y="328905"/>
                  </a:lnTo>
                  <a:lnTo>
                    <a:pt x="130038" y="330163"/>
                  </a:lnTo>
                  <a:lnTo>
                    <a:pt x="135225" y="331258"/>
                  </a:lnTo>
                  <a:lnTo>
                    <a:pt x="140445" y="332188"/>
                  </a:lnTo>
                  <a:lnTo>
                    <a:pt x="145691" y="332952"/>
                  </a:lnTo>
                  <a:lnTo>
                    <a:pt x="150958" y="333549"/>
                  </a:lnTo>
                  <a:lnTo>
                    <a:pt x="156242" y="333978"/>
                  </a:lnTo>
                  <a:lnTo>
                    <a:pt x="161537" y="334240"/>
                  </a:lnTo>
                  <a:lnTo>
                    <a:pt x="166838" y="334334"/>
                  </a:lnTo>
                  <a:lnTo>
                    <a:pt x="172139" y="334260"/>
                  </a:lnTo>
                  <a:lnTo>
                    <a:pt x="177435" y="334018"/>
                  </a:lnTo>
                  <a:lnTo>
                    <a:pt x="182720" y="333608"/>
                  </a:lnTo>
                  <a:lnTo>
                    <a:pt x="187990" y="333030"/>
                  </a:lnTo>
                  <a:lnTo>
                    <a:pt x="193239" y="332286"/>
                  </a:lnTo>
                  <a:lnTo>
                    <a:pt x="198462" y="331375"/>
                  </a:lnTo>
                  <a:lnTo>
                    <a:pt x="203653" y="330300"/>
                  </a:lnTo>
                  <a:lnTo>
                    <a:pt x="208807" y="329060"/>
                  </a:lnTo>
                  <a:lnTo>
                    <a:pt x="213920" y="327658"/>
                  </a:lnTo>
                  <a:lnTo>
                    <a:pt x="218985" y="326094"/>
                  </a:lnTo>
                  <a:lnTo>
                    <a:pt x="223999" y="324371"/>
                  </a:lnTo>
                  <a:lnTo>
                    <a:pt x="228955" y="322489"/>
                  </a:lnTo>
                  <a:lnTo>
                    <a:pt x="233849" y="320451"/>
                  </a:lnTo>
                  <a:lnTo>
                    <a:pt x="238676" y="318259"/>
                  </a:lnTo>
                  <a:lnTo>
                    <a:pt x="243431" y="315915"/>
                  </a:lnTo>
                  <a:lnTo>
                    <a:pt x="248109" y="313421"/>
                  </a:lnTo>
                  <a:lnTo>
                    <a:pt x="252706" y="310780"/>
                  </a:lnTo>
                  <a:lnTo>
                    <a:pt x="257217" y="307995"/>
                  </a:lnTo>
                  <a:lnTo>
                    <a:pt x="261637" y="305068"/>
                  </a:lnTo>
                  <a:lnTo>
                    <a:pt x="265962" y="302003"/>
                  </a:lnTo>
                  <a:lnTo>
                    <a:pt x="270188" y="298802"/>
                  </a:lnTo>
                  <a:lnTo>
                    <a:pt x="274311" y="295468"/>
                  </a:lnTo>
                  <a:lnTo>
                    <a:pt x="278325" y="292006"/>
                  </a:lnTo>
                  <a:lnTo>
                    <a:pt x="282228" y="288418"/>
                  </a:lnTo>
                  <a:lnTo>
                    <a:pt x="286014" y="284708"/>
                  </a:lnTo>
                  <a:lnTo>
                    <a:pt x="289682" y="280879"/>
                  </a:lnTo>
                  <a:lnTo>
                    <a:pt x="293226" y="276937"/>
                  </a:lnTo>
                  <a:lnTo>
                    <a:pt x="296643" y="272884"/>
                  </a:lnTo>
                  <a:lnTo>
                    <a:pt x="299930" y="268724"/>
                  </a:lnTo>
                  <a:lnTo>
                    <a:pt x="303084" y="264463"/>
                  </a:lnTo>
                  <a:lnTo>
                    <a:pt x="306101" y="260103"/>
                  </a:lnTo>
                  <a:lnTo>
                    <a:pt x="308978" y="255651"/>
                  </a:lnTo>
                  <a:lnTo>
                    <a:pt x="311712" y="251109"/>
                  </a:lnTo>
                  <a:lnTo>
                    <a:pt x="314301" y="246483"/>
                  </a:lnTo>
                  <a:lnTo>
                    <a:pt x="316742" y="241777"/>
                  </a:lnTo>
                  <a:lnTo>
                    <a:pt x="319033" y="236996"/>
                  </a:lnTo>
                  <a:lnTo>
                    <a:pt x="321171" y="232144"/>
                  </a:lnTo>
                  <a:lnTo>
                    <a:pt x="323154" y="227228"/>
                  </a:lnTo>
                  <a:lnTo>
                    <a:pt x="324980" y="222251"/>
                  </a:lnTo>
                  <a:lnTo>
                    <a:pt x="326647" y="217218"/>
                  </a:lnTo>
                  <a:lnTo>
                    <a:pt x="328154" y="212136"/>
                  </a:lnTo>
                  <a:lnTo>
                    <a:pt x="329499" y="207008"/>
                  </a:lnTo>
                  <a:lnTo>
                    <a:pt x="330680" y="201840"/>
                  </a:lnTo>
                  <a:lnTo>
                    <a:pt x="331698" y="196637"/>
                  </a:lnTo>
                  <a:lnTo>
                    <a:pt x="332549" y="191404"/>
                  </a:lnTo>
                  <a:lnTo>
                    <a:pt x="333235" y="186147"/>
                  </a:lnTo>
                  <a:lnTo>
                    <a:pt x="333753" y="180871"/>
                  </a:lnTo>
                  <a:lnTo>
                    <a:pt x="334104" y="175582"/>
                  </a:lnTo>
                  <a:lnTo>
                    <a:pt x="334287" y="170283"/>
                  </a:lnTo>
                  <a:lnTo>
                    <a:pt x="334301" y="164982"/>
                  </a:lnTo>
                  <a:lnTo>
                    <a:pt x="334148" y="159683"/>
                  </a:lnTo>
                  <a:lnTo>
                    <a:pt x="333827" y="154391"/>
                  </a:lnTo>
                  <a:lnTo>
                    <a:pt x="333338" y="149112"/>
                  </a:lnTo>
                  <a:lnTo>
                    <a:pt x="332682" y="143852"/>
                  </a:lnTo>
                  <a:lnTo>
                    <a:pt x="331859" y="138614"/>
                  </a:lnTo>
                  <a:lnTo>
                    <a:pt x="330871" y="133406"/>
                  </a:lnTo>
                  <a:lnTo>
                    <a:pt x="329718" y="128231"/>
                  </a:lnTo>
                  <a:lnTo>
                    <a:pt x="328402" y="123096"/>
                  </a:lnTo>
                  <a:lnTo>
                    <a:pt x="326923" y="118005"/>
                  </a:lnTo>
                  <a:lnTo>
                    <a:pt x="325284" y="112963"/>
                  </a:lnTo>
                  <a:lnTo>
                    <a:pt x="323486" y="107976"/>
                  </a:lnTo>
                  <a:lnTo>
                    <a:pt x="321530" y="103049"/>
                  </a:lnTo>
                  <a:lnTo>
                    <a:pt x="319419" y="98185"/>
                  </a:lnTo>
                  <a:lnTo>
                    <a:pt x="317156" y="93392"/>
                  </a:lnTo>
                  <a:lnTo>
                    <a:pt x="314741" y="88672"/>
                  </a:lnTo>
                  <a:lnTo>
                    <a:pt x="312178" y="84032"/>
                  </a:lnTo>
                  <a:lnTo>
                    <a:pt x="309468" y="79475"/>
                  </a:lnTo>
                  <a:lnTo>
                    <a:pt x="306616" y="75006"/>
                  </a:lnTo>
                  <a:lnTo>
                    <a:pt x="303624" y="70630"/>
                  </a:lnTo>
                  <a:lnTo>
                    <a:pt x="300494" y="66351"/>
                  </a:lnTo>
                  <a:lnTo>
                    <a:pt x="297230" y="62173"/>
                  </a:lnTo>
                  <a:lnTo>
                    <a:pt x="293836" y="58101"/>
                  </a:lnTo>
                  <a:lnTo>
                    <a:pt x="290313" y="54139"/>
                  </a:lnTo>
                  <a:lnTo>
                    <a:pt x="286667" y="50290"/>
                  </a:lnTo>
                  <a:lnTo>
                    <a:pt x="282901" y="46559"/>
                  </a:lnTo>
                  <a:lnTo>
                    <a:pt x="279019" y="42950"/>
                  </a:lnTo>
                  <a:lnTo>
                    <a:pt x="275024" y="39465"/>
                  </a:lnTo>
                  <a:lnTo>
                    <a:pt x="270920" y="36108"/>
                  </a:lnTo>
                  <a:lnTo>
                    <a:pt x="266712" y="32884"/>
                  </a:lnTo>
                  <a:lnTo>
                    <a:pt x="262404" y="29794"/>
                  </a:lnTo>
                  <a:lnTo>
                    <a:pt x="258000" y="26843"/>
                  </a:lnTo>
                  <a:lnTo>
                    <a:pt x="253505" y="24032"/>
                  </a:lnTo>
                  <a:lnTo>
                    <a:pt x="248923" y="21366"/>
                  </a:lnTo>
                  <a:lnTo>
                    <a:pt x="244258" y="18846"/>
                  </a:lnTo>
                  <a:lnTo>
                    <a:pt x="239517" y="16476"/>
                  </a:lnTo>
                  <a:lnTo>
                    <a:pt x="234702" y="14257"/>
                  </a:lnTo>
                  <a:lnTo>
                    <a:pt x="229819" y="12192"/>
                  </a:lnTo>
                  <a:lnTo>
                    <a:pt x="224874" y="10282"/>
                  </a:lnTo>
                  <a:lnTo>
                    <a:pt x="219870" y="8531"/>
                  </a:lnTo>
                  <a:lnTo>
                    <a:pt x="214813" y="6939"/>
                  </a:lnTo>
                  <a:lnTo>
                    <a:pt x="209709" y="5508"/>
                  </a:lnTo>
                  <a:lnTo>
                    <a:pt x="204561" y="4240"/>
                  </a:lnTo>
                  <a:lnTo>
                    <a:pt x="199376" y="3135"/>
                  </a:lnTo>
                  <a:lnTo>
                    <a:pt x="194158" y="2196"/>
                  </a:lnTo>
                  <a:lnTo>
                    <a:pt x="188914" y="1423"/>
                  </a:lnTo>
                  <a:lnTo>
                    <a:pt x="183647" y="816"/>
                  </a:lnTo>
                  <a:lnTo>
                    <a:pt x="178364" y="376"/>
                  </a:lnTo>
                  <a:lnTo>
                    <a:pt x="173070" y="104"/>
                  </a:lnTo>
                  <a:lnTo>
                    <a:pt x="167769" y="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g625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g626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g627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g628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g629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g630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g631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g632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g633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g634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g635"/>
            <p:cNvSpPr/>
            <p:nvPr/>
          </p:nvSpPr>
          <p:spPr>
            <a:xfrm>
              <a:off x="2645733" y="3934014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g636"/>
            <p:cNvSpPr/>
            <p:nvPr/>
          </p:nvSpPr>
          <p:spPr>
            <a:xfrm>
              <a:off x="2645733" y="3934012"/>
              <a:ext cx="620" cy="167167"/>
            </a:xfrm>
            <a:custGeom>
              <a:avLst/>
              <a:gdLst/>
              <a:ahLst/>
              <a:cxnLst/>
              <a:rect l="0" t="0" r="0" b="0"/>
              <a:pathLst>
                <a:path w="620" h="167167">
                  <a:moveTo>
                    <a:pt x="620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g654"/>
            <p:cNvSpPr/>
            <p:nvPr/>
          </p:nvSpPr>
          <p:spPr>
            <a:xfrm>
              <a:off x="2711634" y="4397268"/>
              <a:ext cx="334301" cy="334334"/>
            </a:xfrm>
            <a:custGeom>
              <a:avLst/>
              <a:gdLst/>
              <a:ahLst/>
              <a:cxnLst/>
              <a:rect l="0" t="0" r="0" b="0"/>
              <a:pathLst>
                <a:path w="334301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9" y="1343"/>
                  </a:lnTo>
                  <a:lnTo>
                    <a:pt x="140751" y="2097"/>
                  </a:lnTo>
                  <a:lnTo>
                    <a:pt x="135530" y="3017"/>
                  </a:lnTo>
                  <a:lnTo>
                    <a:pt x="130341" y="4102"/>
                  </a:lnTo>
                  <a:lnTo>
                    <a:pt x="125189" y="5351"/>
                  </a:lnTo>
                  <a:lnTo>
                    <a:pt x="120079" y="6763"/>
                  </a:lnTo>
                  <a:lnTo>
                    <a:pt x="115016" y="8336"/>
                  </a:lnTo>
                  <a:lnTo>
                    <a:pt x="110006" y="10069"/>
                  </a:lnTo>
                  <a:lnTo>
                    <a:pt x="105053" y="11960"/>
                  </a:lnTo>
                  <a:lnTo>
                    <a:pt x="100163" y="14007"/>
                  </a:lnTo>
                  <a:lnTo>
                    <a:pt x="95340" y="16208"/>
                  </a:lnTo>
                  <a:lnTo>
                    <a:pt x="90590" y="18561"/>
                  </a:lnTo>
                  <a:lnTo>
                    <a:pt x="85916" y="21063"/>
                  </a:lnTo>
                  <a:lnTo>
                    <a:pt x="81324" y="23713"/>
                  </a:lnTo>
                  <a:lnTo>
                    <a:pt x="76818" y="26506"/>
                  </a:lnTo>
                  <a:lnTo>
                    <a:pt x="72403" y="29441"/>
                  </a:lnTo>
                  <a:lnTo>
                    <a:pt x="68084" y="32515"/>
                  </a:lnTo>
                  <a:lnTo>
                    <a:pt x="63864" y="35724"/>
                  </a:lnTo>
                  <a:lnTo>
                    <a:pt x="59748" y="39065"/>
                  </a:lnTo>
                  <a:lnTo>
                    <a:pt x="55740" y="42535"/>
                  </a:lnTo>
                  <a:lnTo>
                    <a:pt x="51844" y="46130"/>
                  </a:lnTo>
                  <a:lnTo>
                    <a:pt x="48064" y="49847"/>
                  </a:lnTo>
                  <a:lnTo>
                    <a:pt x="44404" y="53682"/>
                  </a:lnTo>
                  <a:lnTo>
                    <a:pt x="40867" y="57632"/>
                  </a:lnTo>
                  <a:lnTo>
                    <a:pt x="37457" y="61691"/>
                  </a:lnTo>
                  <a:lnTo>
                    <a:pt x="34178" y="65856"/>
                  </a:lnTo>
                  <a:lnTo>
                    <a:pt x="31032" y="70124"/>
                  </a:lnTo>
                  <a:lnTo>
                    <a:pt x="28024" y="74489"/>
                  </a:lnTo>
                  <a:lnTo>
                    <a:pt x="25155" y="78947"/>
                  </a:lnTo>
                  <a:lnTo>
                    <a:pt x="22429" y="83494"/>
                  </a:lnTo>
                  <a:lnTo>
                    <a:pt x="19848" y="88125"/>
                  </a:lnTo>
                  <a:lnTo>
                    <a:pt x="17416" y="92835"/>
                  </a:lnTo>
                  <a:lnTo>
                    <a:pt x="15134" y="97620"/>
                  </a:lnTo>
                  <a:lnTo>
                    <a:pt x="13006" y="102476"/>
                  </a:lnTo>
                  <a:lnTo>
                    <a:pt x="11032" y="107396"/>
                  </a:lnTo>
                  <a:lnTo>
                    <a:pt x="9215" y="112376"/>
                  </a:lnTo>
                  <a:lnTo>
                    <a:pt x="7557" y="117412"/>
                  </a:lnTo>
                  <a:lnTo>
                    <a:pt x="6060" y="122497"/>
                  </a:lnTo>
                  <a:lnTo>
                    <a:pt x="4724" y="127628"/>
                  </a:lnTo>
                  <a:lnTo>
                    <a:pt x="3552" y="132798"/>
                  </a:lnTo>
                  <a:lnTo>
                    <a:pt x="2545" y="138003"/>
                  </a:lnTo>
                  <a:lnTo>
                    <a:pt x="1703" y="143237"/>
                  </a:lnTo>
                  <a:lnTo>
                    <a:pt x="1027" y="148495"/>
                  </a:lnTo>
                  <a:lnTo>
                    <a:pt x="518" y="153772"/>
                  </a:lnTo>
                  <a:lnTo>
                    <a:pt x="177" y="159062"/>
                  </a:lnTo>
                  <a:lnTo>
                    <a:pt x="4" y="164361"/>
                  </a:lnTo>
                  <a:lnTo>
                    <a:pt x="0" y="169662"/>
                  </a:lnTo>
                  <a:lnTo>
                    <a:pt x="163" y="174961"/>
                  </a:lnTo>
                  <a:lnTo>
                    <a:pt x="494" y="180252"/>
                  </a:lnTo>
                  <a:lnTo>
                    <a:pt x="993" y="185530"/>
                  </a:lnTo>
                  <a:lnTo>
                    <a:pt x="1658" y="190790"/>
                  </a:lnTo>
                  <a:lnTo>
                    <a:pt x="2491" y="196025"/>
                  </a:lnTo>
                  <a:lnTo>
                    <a:pt x="3489" y="201232"/>
                  </a:lnTo>
                  <a:lnTo>
                    <a:pt x="4651" y="206404"/>
                  </a:lnTo>
                  <a:lnTo>
                    <a:pt x="5977" y="211537"/>
                  </a:lnTo>
                  <a:lnTo>
                    <a:pt x="7465" y="216626"/>
                  </a:lnTo>
                  <a:lnTo>
                    <a:pt x="9114" y="221664"/>
                  </a:lnTo>
                  <a:lnTo>
                    <a:pt x="10921" y="226648"/>
                  </a:lnTo>
                  <a:lnTo>
                    <a:pt x="12886" y="231572"/>
                  </a:lnTo>
                  <a:lnTo>
                    <a:pt x="15005" y="236431"/>
                  </a:lnTo>
                  <a:lnTo>
                    <a:pt x="17278" y="241221"/>
                  </a:lnTo>
                  <a:lnTo>
                    <a:pt x="19702" y="245936"/>
                  </a:lnTo>
                  <a:lnTo>
                    <a:pt x="22274" y="250571"/>
                  </a:lnTo>
                  <a:lnTo>
                    <a:pt x="24991" y="255123"/>
                  </a:lnTo>
                  <a:lnTo>
                    <a:pt x="27852" y="259587"/>
                  </a:lnTo>
                  <a:lnTo>
                    <a:pt x="30852" y="263957"/>
                  </a:lnTo>
                  <a:lnTo>
                    <a:pt x="33990" y="268230"/>
                  </a:lnTo>
                  <a:lnTo>
                    <a:pt x="37262" y="272402"/>
                  </a:lnTo>
                  <a:lnTo>
                    <a:pt x="40664" y="276468"/>
                  </a:lnTo>
                  <a:lnTo>
                    <a:pt x="44193" y="280423"/>
                  </a:lnTo>
                  <a:lnTo>
                    <a:pt x="47846" y="284265"/>
                  </a:lnTo>
                  <a:lnTo>
                    <a:pt x="51619" y="287989"/>
                  </a:lnTo>
                  <a:lnTo>
                    <a:pt x="55509" y="291592"/>
                  </a:lnTo>
                  <a:lnTo>
                    <a:pt x="59510" y="295069"/>
                  </a:lnTo>
                  <a:lnTo>
                    <a:pt x="63620" y="298418"/>
                  </a:lnTo>
                  <a:lnTo>
                    <a:pt x="67834" y="301635"/>
                  </a:lnTo>
                  <a:lnTo>
                    <a:pt x="72148" y="304716"/>
                  </a:lnTo>
                  <a:lnTo>
                    <a:pt x="76557" y="307660"/>
                  </a:lnTo>
                  <a:lnTo>
                    <a:pt x="81058" y="310462"/>
                  </a:lnTo>
                  <a:lnTo>
                    <a:pt x="85645" y="313119"/>
                  </a:lnTo>
                  <a:lnTo>
                    <a:pt x="90314" y="315630"/>
                  </a:lnTo>
                  <a:lnTo>
                    <a:pt x="95060" y="317992"/>
                  </a:lnTo>
                  <a:lnTo>
                    <a:pt x="99879" y="320202"/>
                  </a:lnTo>
                  <a:lnTo>
                    <a:pt x="104765" y="322258"/>
                  </a:lnTo>
                  <a:lnTo>
                    <a:pt x="109714" y="324158"/>
                  </a:lnTo>
                  <a:lnTo>
                    <a:pt x="114721" y="325901"/>
                  </a:lnTo>
                  <a:lnTo>
                    <a:pt x="119781" y="327483"/>
                  </a:lnTo>
                  <a:lnTo>
                    <a:pt x="124888" y="328905"/>
                  </a:lnTo>
                  <a:lnTo>
                    <a:pt x="130038" y="330163"/>
                  </a:lnTo>
                  <a:lnTo>
                    <a:pt x="135225" y="331258"/>
                  </a:lnTo>
                  <a:lnTo>
                    <a:pt x="140445" y="332188"/>
                  </a:lnTo>
                  <a:lnTo>
                    <a:pt x="145691" y="332952"/>
                  </a:lnTo>
                  <a:lnTo>
                    <a:pt x="150958" y="333549"/>
                  </a:lnTo>
                  <a:lnTo>
                    <a:pt x="156242" y="333978"/>
                  </a:lnTo>
                  <a:lnTo>
                    <a:pt x="161537" y="334240"/>
                  </a:lnTo>
                  <a:lnTo>
                    <a:pt x="166838" y="334334"/>
                  </a:lnTo>
                  <a:lnTo>
                    <a:pt x="172139" y="334260"/>
                  </a:lnTo>
                  <a:lnTo>
                    <a:pt x="177435" y="334018"/>
                  </a:lnTo>
                  <a:lnTo>
                    <a:pt x="182720" y="333608"/>
                  </a:lnTo>
                  <a:lnTo>
                    <a:pt x="187990" y="333030"/>
                  </a:lnTo>
                  <a:lnTo>
                    <a:pt x="193239" y="332286"/>
                  </a:lnTo>
                  <a:lnTo>
                    <a:pt x="198462" y="331375"/>
                  </a:lnTo>
                  <a:lnTo>
                    <a:pt x="203653" y="330300"/>
                  </a:lnTo>
                  <a:lnTo>
                    <a:pt x="208807" y="329060"/>
                  </a:lnTo>
                  <a:lnTo>
                    <a:pt x="213920" y="327658"/>
                  </a:lnTo>
                  <a:lnTo>
                    <a:pt x="218985" y="326094"/>
                  </a:lnTo>
                  <a:lnTo>
                    <a:pt x="223999" y="324371"/>
                  </a:lnTo>
                  <a:lnTo>
                    <a:pt x="228955" y="322489"/>
                  </a:lnTo>
                  <a:lnTo>
                    <a:pt x="233849" y="320451"/>
                  </a:lnTo>
                  <a:lnTo>
                    <a:pt x="238676" y="318259"/>
                  </a:lnTo>
                  <a:lnTo>
                    <a:pt x="243431" y="315915"/>
                  </a:lnTo>
                  <a:lnTo>
                    <a:pt x="248109" y="313421"/>
                  </a:lnTo>
                  <a:lnTo>
                    <a:pt x="252706" y="310780"/>
                  </a:lnTo>
                  <a:lnTo>
                    <a:pt x="257217" y="307995"/>
                  </a:lnTo>
                  <a:lnTo>
                    <a:pt x="261637" y="305068"/>
                  </a:lnTo>
                  <a:lnTo>
                    <a:pt x="265962" y="302003"/>
                  </a:lnTo>
                  <a:lnTo>
                    <a:pt x="270188" y="298802"/>
                  </a:lnTo>
                  <a:lnTo>
                    <a:pt x="274311" y="295468"/>
                  </a:lnTo>
                  <a:lnTo>
                    <a:pt x="278325" y="292006"/>
                  </a:lnTo>
                  <a:lnTo>
                    <a:pt x="282228" y="288418"/>
                  </a:lnTo>
                  <a:lnTo>
                    <a:pt x="286014" y="284708"/>
                  </a:lnTo>
                  <a:lnTo>
                    <a:pt x="289682" y="280879"/>
                  </a:lnTo>
                  <a:lnTo>
                    <a:pt x="293226" y="276937"/>
                  </a:lnTo>
                  <a:lnTo>
                    <a:pt x="296643" y="272884"/>
                  </a:lnTo>
                  <a:lnTo>
                    <a:pt x="299930" y="268724"/>
                  </a:lnTo>
                  <a:lnTo>
                    <a:pt x="303084" y="264463"/>
                  </a:lnTo>
                  <a:lnTo>
                    <a:pt x="306101" y="260103"/>
                  </a:lnTo>
                  <a:lnTo>
                    <a:pt x="308978" y="255651"/>
                  </a:lnTo>
                  <a:lnTo>
                    <a:pt x="311712" y="251109"/>
                  </a:lnTo>
                  <a:lnTo>
                    <a:pt x="314301" y="246483"/>
                  </a:lnTo>
                  <a:lnTo>
                    <a:pt x="316742" y="241777"/>
                  </a:lnTo>
                  <a:lnTo>
                    <a:pt x="319033" y="236996"/>
                  </a:lnTo>
                  <a:lnTo>
                    <a:pt x="321171" y="232144"/>
                  </a:lnTo>
                  <a:lnTo>
                    <a:pt x="323154" y="227228"/>
                  </a:lnTo>
                  <a:lnTo>
                    <a:pt x="324980" y="222251"/>
                  </a:lnTo>
                  <a:lnTo>
                    <a:pt x="326647" y="217218"/>
                  </a:lnTo>
                  <a:lnTo>
                    <a:pt x="328154" y="212136"/>
                  </a:lnTo>
                  <a:lnTo>
                    <a:pt x="329499" y="207008"/>
                  </a:lnTo>
                  <a:lnTo>
                    <a:pt x="330680" y="201840"/>
                  </a:lnTo>
                  <a:lnTo>
                    <a:pt x="331698" y="196637"/>
                  </a:lnTo>
                  <a:lnTo>
                    <a:pt x="332549" y="191404"/>
                  </a:lnTo>
                  <a:lnTo>
                    <a:pt x="333235" y="186147"/>
                  </a:lnTo>
                  <a:lnTo>
                    <a:pt x="333753" y="180871"/>
                  </a:lnTo>
                  <a:lnTo>
                    <a:pt x="334104" y="175582"/>
                  </a:lnTo>
                  <a:lnTo>
                    <a:pt x="334287" y="170283"/>
                  </a:lnTo>
                  <a:lnTo>
                    <a:pt x="334301" y="164982"/>
                  </a:lnTo>
                  <a:lnTo>
                    <a:pt x="334148" y="159683"/>
                  </a:lnTo>
                  <a:lnTo>
                    <a:pt x="333827" y="154391"/>
                  </a:lnTo>
                  <a:lnTo>
                    <a:pt x="333338" y="149112"/>
                  </a:lnTo>
                  <a:lnTo>
                    <a:pt x="332682" y="143852"/>
                  </a:lnTo>
                  <a:lnTo>
                    <a:pt x="331859" y="138614"/>
                  </a:lnTo>
                  <a:lnTo>
                    <a:pt x="330871" y="133406"/>
                  </a:lnTo>
                  <a:lnTo>
                    <a:pt x="329718" y="128231"/>
                  </a:lnTo>
                  <a:lnTo>
                    <a:pt x="328402" y="123096"/>
                  </a:lnTo>
                  <a:lnTo>
                    <a:pt x="326923" y="118005"/>
                  </a:lnTo>
                  <a:lnTo>
                    <a:pt x="325284" y="112963"/>
                  </a:lnTo>
                  <a:lnTo>
                    <a:pt x="323486" y="107976"/>
                  </a:lnTo>
                  <a:lnTo>
                    <a:pt x="321530" y="103049"/>
                  </a:lnTo>
                  <a:lnTo>
                    <a:pt x="319419" y="98185"/>
                  </a:lnTo>
                  <a:lnTo>
                    <a:pt x="317156" y="93392"/>
                  </a:lnTo>
                  <a:lnTo>
                    <a:pt x="314741" y="88672"/>
                  </a:lnTo>
                  <a:lnTo>
                    <a:pt x="312178" y="84032"/>
                  </a:lnTo>
                  <a:lnTo>
                    <a:pt x="309468" y="79475"/>
                  </a:lnTo>
                  <a:lnTo>
                    <a:pt x="306616" y="75006"/>
                  </a:lnTo>
                  <a:lnTo>
                    <a:pt x="303624" y="70630"/>
                  </a:lnTo>
                  <a:lnTo>
                    <a:pt x="300494" y="66351"/>
                  </a:lnTo>
                  <a:lnTo>
                    <a:pt x="297230" y="62173"/>
                  </a:lnTo>
                  <a:lnTo>
                    <a:pt x="293836" y="58101"/>
                  </a:lnTo>
                  <a:lnTo>
                    <a:pt x="290313" y="54139"/>
                  </a:lnTo>
                  <a:lnTo>
                    <a:pt x="286667" y="50290"/>
                  </a:lnTo>
                  <a:lnTo>
                    <a:pt x="282901" y="46559"/>
                  </a:lnTo>
                  <a:lnTo>
                    <a:pt x="279019" y="42950"/>
                  </a:lnTo>
                  <a:lnTo>
                    <a:pt x="275024" y="39465"/>
                  </a:lnTo>
                  <a:lnTo>
                    <a:pt x="270920" y="36108"/>
                  </a:lnTo>
                  <a:lnTo>
                    <a:pt x="266712" y="32884"/>
                  </a:lnTo>
                  <a:lnTo>
                    <a:pt x="262404" y="29794"/>
                  </a:lnTo>
                  <a:lnTo>
                    <a:pt x="258000" y="26843"/>
                  </a:lnTo>
                  <a:lnTo>
                    <a:pt x="253505" y="24032"/>
                  </a:lnTo>
                  <a:lnTo>
                    <a:pt x="248923" y="21366"/>
                  </a:lnTo>
                  <a:lnTo>
                    <a:pt x="244258" y="18846"/>
                  </a:lnTo>
                  <a:lnTo>
                    <a:pt x="239517" y="16476"/>
                  </a:lnTo>
                  <a:lnTo>
                    <a:pt x="234702" y="14257"/>
                  </a:lnTo>
                  <a:lnTo>
                    <a:pt x="229819" y="12192"/>
                  </a:lnTo>
                  <a:lnTo>
                    <a:pt x="224874" y="10282"/>
                  </a:lnTo>
                  <a:lnTo>
                    <a:pt x="219870" y="8531"/>
                  </a:lnTo>
                  <a:lnTo>
                    <a:pt x="214813" y="6939"/>
                  </a:lnTo>
                  <a:lnTo>
                    <a:pt x="209709" y="5508"/>
                  </a:lnTo>
                  <a:lnTo>
                    <a:pt x="204561" y="4240"/>
                  </a:lnTo>
                  <a:lnTo>
                    <a:pt x="199376" y="3135"/>
                  </a:lnTo>
                  <a:lnTo>
                    <a:pt x="194158" y="2196"/>
                  </a:lnTo>
                  <a:lnTo>
                    <a:pt x="188914" y="1423"/>
                  </a:lnTo>
                  <a:lnTo>
                    <a:pt x="183647" y="816"/>
                  </a:lnTo>
                  <a:lnTo>
                    <a:pt x="178364" y="376"/>
                  </a:lnTo>
                  <a:lnTo>
                    <a:pt x="173070" y="104"/>
                  </a:lnTo>
                  <a:lnTo>
                    <a:pt x="167769" y="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g655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g656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g657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g658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g659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g660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g661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g662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g663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g664"/>
            <p:cNvSpPr/>
            <p:nvPr/>
          </p:nvSpPr>
          <p:spPr>
            <a:xfrm>
              <a:off x="2878783" y="4397269"/>
              <a:ext cx="620" cy="167166"/>
            </a:xfrm>
            <a:custGeom>
              <a:avLst/>
              <a:gdLst/>
              <a:ahLst/>
              <a:cxnLst/>
              <a:rect l="0" t="0" r="0" b="0"/>
              <a:pathLst>
                <a:path w="620" h="167166">
                  <a:moveTo>
                    <a:pt x="620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g665"/>
            <p:cNvSpPr/>
            <p:nvPr/>
          </p:nvSpPr>
          <p:spPr>
            <a:xfrm>
              <a:off x="2878783" y="4397268"/>
              <a:ext cx="620" cy="167167"/>
            </a:xfrm>
            <a:custGeom>
              <a:avLst/>
              <a:gdLst/>
              <a:ahLst/>
              <a:cxnLst/>
              <a:rect l="0" t="0" r="0" b="0"/>
              <a:pathLst>
                <a:path w="620" h="167167">
                  <a:moveTo>
                    <a:pt x="620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g684"/>
            <p:cNvSpPr/>
            <p:nvPr/>
          </p:nvSpPr>
          <p:spPr>
            <a:xfrm>
              <a:off x="3050309" y="4794382"/>
              <a:ext cx="162257" cy="167167"/>
            </a:xfrm>
            <a:custGeom>
              <a:avLst/>
              <a:gdLst/>
              <a:ahLst/>
              <a:cxnLst/>
              <a:rect l="0" t="0" r="0" b="0"/>
              <a:pathLst>
                <a:path w="162257" h="167167">
                  <a:moveTo>
                    <a:pt x="162257" y="0"/>
                  </a:moveTo>
                  <a:lnTo>
                    <a:pt x="156844" y="87"/>
                  </a:lnTo>
                  <a:lnTo>
                    <a:pt x="151437" y="350"/>
                  </a:lnTo>
                  <a:lnTo>
                    <a:pt x="146041" y="788"/>
                  </a:lnTo>
                  <a:lnTo>
                    <a:pt x="140662" y="1400"/>
                  </a:lnTo>
                  <a:lnTo>
                    <a:pt x="135306" y="2186"/>
                  </a:lnTo>
                  <a:lnTo>
                    <a:pt x="129978" y="3146"/>
                  </a:lnTo>
                  <a:lnTo>
                    <a:pt x="124683" y="4277"/>
                  </a:lnTo>
                  <a:lnTo>
                    <a:pt x="119429" y="5579"/>
                  </a:lnTo>
                  <a:lnTo>
                    <a:pt x="114219" y="7050"/>
                  </a:lnTo>
                  <a:lnTo>
                    <a:pt x="109059" y="8690"/>
                  </a:lnTo>
                  <a:lnTo>
                    <a:pt x="103956" y="10495"/>
                  </a:lnTo>
                  <a:lnTo>
                    <a:pt x="98913" y="12465"/>
                  </a:lnTo>
                  <a:lnTo>
                    <a:pt x="93937" y="14598"/>
                  </a:lnTo>
                  <a:lnTo>
                    <a:pt x="89033" y="16890"/>
                  </a:lnTo>
                  <a:lnTo>
                    <a:pt x="84205" y="19340"/>
                  </a:lnTo>
                  <a:lnTo>
                    <a:pt x="79459" y="21945"/>
                  </a:lnTo>
                  <a:lnTo>
                    <a:pt x="74800" y="24702"/>
                  </a:lnTo>
                  <a:lnTo>
                    <a:pt x="70233" y="27608"/>
                  </a:lnTo>
                  <a:lnTo>
                    <a:pt x="65763" y="30661"/>
                  </a:lnTo>
                  <a:lnTo>
                    <a:pt x="61393" y="33857"/>
                  </a:lnTo>
                  <a:lnTo>
                    <a:pt x="57129" y="37193"/>
                  </a:lnTo>
                  <a:lnTo>
                    <a:pt x="52976" y="40665"/>
                  </a:lnTo>
                  <a:lnTo>
                    <a:pt x="48937" y="44270"/>
                  </a:lnTo>
                  <a:lnTo>
                    <a:pt x="45017" y="48004"/>
                  </a:lnTo>
                  <a:lnTo>
                    <a:pt x="41220" y="51863"/>
                  </a:lnTo>
                  <a:lnTo>
                    <a:pt x="37550" y="55843"/>
                  </a:lnTo>
                  <a:lnTo>
                    <a:pt x="34011" y="59939"/>
                  </a:lnTo>
                  <a:lnTo>
                    <a:pt x="30606" y="64148"/>
                  </a:lnTo>
                  <a:lnTo>
                    <a:pt x="27339" y="68465"/>
                  </a:lnTo>
                  <a:lnTo>
                    <a:pt x="24214" y="72885"/>
                  </a:lnTo>
                  <a:lnTo>
                    <a:pt x="21233" y="77405"/>
                  </a:lnTo>
                  <a:lnTo>
                    <a:pt x="18401" y="82018"/>
                  </a:lnTo>
                  <a:lnTo>
                    <a:pt x="15719" y="86721"/>
                  </a:lnTo>
                  <a:lnTo>
                    <a:pt x="13191" y="91508"/>
                  </a:lnTo>
                  <a:lnTo>
                    <a:pt x="10819" y="96374"/>
                  </a:lnTo>
                  <a:lnTo>
                    <a:pt x="8606" y="101315"/>
                  </a:lnTo>
                  <a:lnTo>
                    <a:pt x="6555" y="106325"/>
                  </a:lnTo>
                  <a:lnTo>
                    <a:pt x="4666" y="111399"/>
                  </a:lnTo>
                  <a:lnTo>
                    <a:pt x="2943" y="116531"/>
                  </a:lnTo>
                  <a:lnTo>
                    <a:pt x="1387" y="121716"/>
                  </a:lnTo>
                  <a:lnTo>
                    <a:pt x="0" y="126949"/>
                  </a:lnTo>
                  <a:lnTo>
                    <a:pt x="1622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g685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g686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g687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g688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g689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g690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g691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g692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g693"/>
            <p:cNvSpPr/>
            <p:nvPr/>
          </p:nvSpPr>
          <p:spPr>
            <a:xfrm>
              <a:off x="3050309" y="4921331"/>
              <a:ext cx="162257" cy="40218"/>
            </a:xfrm>
            <a:custGeom>
              <a:avLst/>
              <a:gdLst/>
              <a:ahLst/>
              <a:cxnLst/>
              <a:rect l="0" t="0" r="0" b="0"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g694"/>
            <p:cNvSpPr/>
            <p:nvPr/>
          </p:nvSpPr>
          <p:spPr>
            <a:xfrm>
              <a:off x="3046373" y="4921331"/>
              <a:ext cx="166193" cy="40218"/>
            </a:xfrm>
            <a:custGeom>
              <a:avLst/>
              <a:gdLst/>
              <a:ahLst/>
              <a:cxnLst/>
              <a:rect l="0" t="0" r="0" b="0"/>
              <a:pathLst>
                <a:path w="166193" h="40218">
                  <a:moveTo>
                    <a:pt x="3935" y="0"/>
                  </a:moveTo>
                  <a:lnTo>
                    <a:pt x="2291" y="7337"/>
                  </a:lnTo>
                  <a:lnTo>
                    <a:pt x="978" y="14740"/>
                  </a:lnTo>
                  <a:lnTo>
                    <a:pt x="0" y="22195"/>
                  </a:lnTo>
                  <a:lnTo>
                    <a:pt x="166193" y="40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g695"/>
            <p:cNvSpPr/>
            <p:nvPr/>
          </p:nvSpPr>
          <p:spPr>
            <a:xfrm>
              <a:off x="3045413" y="4794382"/>
              <a:ext cx="334302" cy="334334"/>
            </a:xfrm>
            <a:custGeom>
              <a:avLst/>
              <a:gdLst/>
              <a:ahLst/>
              <a:cxnLst/>
              <a:rect l="0" t="0" r="0" b="0"/>
              <a:pathLst>
                <a:path w="334302" h="334334">
                  <a:moveTo>
                    <a:pt x="960" y="149144"/>
                  </a:moveTo>
                  <a:lnTo>
                    <a:pt x="472" y="154423"/>
                  </a:lnTo>
                  <a:lnTo>
                    <a:pt x="152" y="159715"/>
                  </a:lnTo>
                  <a:lnTo>
                    <a:pt x="0" y="165014"/>
                  </a:lnTo>
                  <a:lnTo>
                    <a:pt x="15" y="170315"/>
                  </a:lnTo>
                  <a:lnTo>
                    <a:pt x="199" y="175613"/>
                  </a:lnTo>
                  <a:lnTo>
                    <a:pt x="551" y="180902"/>
                  </a:lnTo>
                  <a:lnTo>
                    <a:pt x="1070" y="186178"/>
                  </a:lnTo>
                  <a:lnTo>
                    <a:pt x="1756" y="191435"/>
                  </a:lnTo>
                  <a:lnTo>
                    <a:pt x="2609" y="196667"/>
                  </a:lnTo>
                  <a:lnTo>
                    <a:pt x="3627" y="201869"/>
                  </a:lnTo>
                  <a:lnTo>
                    <a:pt x="4810" y="207037"/>
                  </a:lnTo>
                  <a:lnTo>
                    <a:pt x="6156" y="212164"/>
                  </a:lnTo>
                  <a:lnTo>
                    <a:pt x="7663" y="217247"/>
                  </a:lnTo>
                  <a:lnTo>
                    <a:pt x="9331" y="222279"/>
                  </a:lnTo>
                  <a:lnTo>
                    <a:pt x="11158" y="227255"/>
                  </a:lnTo>
                  <a:lnTo>
                    <a:pt x="13142" y="232171"/>
                  </a:lnTo>
                  <a:lnTo>
                    <a:pt x="15281" y="237022"/>
                  </a:lnTo>
                  <a:lnTo>
                    <a:pt x="17572" y="241802"/>
                  </a:lnTo>
                  <a:lnTo>
                    <a:pt x="20014" y="246508"/>
                  </a:lnTo>
                  <a:lnTo>
                    <a:pt x="22603" y="251133"/>
                  </a:lnTo>
                  <a:lnTo>
                    <a:pt x="25338" y="255674"/>
                  </a:lnTo>
                  <a:lnTo>
                    <a:pt x="28216" y="260127"/>
                  </a:lnTo>
                  <a:lnTo>
                    <a:pt x="31234" y="264485"/>
                  </a:lnTo>
                  <a:lnTo>
                    <a:pt x="34388" y="268746"/>
                  </a:lnTo>
                  <a:lnTo>
                    <a:pt x="37675" y="272905"/>
                  </a:lnTo>
                  <a:lnTo>
                    <a:pt x="41093" y="276957"/>
                  </a:lnTo>
                  <a:lnTo>
                    <a:pt x="44638" y="280899"/>
                  </a:lnTo>
                  <a:lnTo>
                    <a:pt x="48305" y="284726"/>
                  </a:lnTo>
                  <a:lnTo>
                    <a:pt x="52093" y="288436"/>
                  </a:lnTo>
                  <a:lnTo>
                    <a:pt x="55996" y="292023"/>
                  </a:lnTo>
                  <a:lnTo>
                    <a:pt x="60011" y="295485"/>
                  </a:lnTo>
                  <a:lnTo>
                    <a:pt x="64133" y="298817"/>
                  </a:lnTo>
                  <a:lnTo>
                    <a:pt x="68359" y="302018"/>
                  </a:lnTo>
                  <a:lnTo>
                    <a:pt x="72685" y="305083"/>
                  </a:lnTo>
                  <a:lnTo>
                    <a:pt x="77105" y="308009"/>
                  </a:lnTo>
                  <a:lnTo>
                    <a:pt x="81616" y="310793"/>
                  </a:lnTo>
                  <a:lnTo>
                    <a:pt x="86214" y="313433"/>
                  </a:lnTo>
                  <a:lnTo>
                    <a:pt x="90892" y="315926"/>
                  </a:lnTo>
                  <a:lnTo>
                    <a:pt x="95647" y="318269"/>
                  </a:lnTo>
                  <a:lnTo>
                    <a:pt x="100474" y="320460"/>
                  </a:lnTo>
                  <a:lnTo>
                    <a:pt x="105368" y="322498"/>
                  </a:lnTo>
                  <a:lnTo>
                    <a:pt x="110325" y="324379"/>
                  </a:lnTo>
                  <a:lnTo>
                    <a:pt x="115338" y="326101"/>
                  </a:lnTo>
                  <a:lnTo>
                    <a:pt x="120404" y="327664"/>
                  </a:lnTo>
                  <a:lnTo>
                    <a:pt x="125516" y="329066"/>
                  </a:lnTo>
                  <a:lnTo>
                    <a:pt x="130671" y="330305"/>
                  </a:lnTo>
                  <a:lnTo>
                    <a:pt x="135862" y="331380"/>
                  </a:lnTo>
                  <a:lnTo>
                    <a:pt x="141084" y="332289"/>
                  </a:lnTo>
                  <a:lnTo>
                    <a:pt x="146333" y="333033"/>
                  </a:lnTo>
                  <a:lnTo>
                    <a:pt x="151603" y="333610"/>
                  </a:lnTo>
                  <a:lnTo>
                    <a:pt x="156888" y="334019"/>
                  </a:lnTo>
                  <a:lnTo>
                    <a:pt x="162184" y="334261"/>
                  </a:lnTo>
                  <a:lnTo>
                    <a:pt x="167485" y="334334"/>
                  </a:lnTo>
                  <a:lnTo>
                    <a:pt x="172785" y="334239"/>
                  </a:lnTo>
                  <a:lnTo>
                    <a:pt x="178080" y="333977"/>
                  </a:lnTo>
                  <a:lnTo>
                    <a:pt x="183363" y="333547"/>
                  </a:lnTo>
                  <a:lnTo>
                    <a:pt x="188631" y="332949"/>
                  </a:lnTo>
                  <a:lnTo>
                    <a:pt x="193877" y="332185"/>
                  </a:lnTo>
                  <a:lnTo>
                    <a:pt x="199095" y="331254"/>
                  </a:lnTo>
                  <a:lnTo>
                    <a:pt x="204282" y="330159"/>
                  </a:lnTo>
                  <a:lnTo>
                    <a:pt x="209432" y="328900"/>
                  </a:lnTo>
                  <a:lnTo>
                    <a:pt x="214539" y="327478"/>
                  </a:lnTo>
                  <a:lnTo>
                    <a:pt x="219598" y="325895"/>
                  </a:lnTo>
                  <a:lnTo>
                    <a:pt x="224605" y="324152"/>
                  </a:lnTo>
                  <a:lnTo>
                    <a:pt x="229553" y="322251"/>
                  </a:lnTo>
                  <a:lnTo>
                    <a:pt x="234439" y="320195"/>
                  </a:lnTo>
                  <a:lnTo>
                    <a:pt x="239258" y="317984"/>
                  </a:lnTo>
                  <a:lnTo>
                    <a:pt x="244004" y="315622"/>
                  </a:lnTo>
                  <a:lnTo>
                    <a:pt x="248672" y="313111"/>
                  </a:lnTo>
                  <a:lnTo>
                    <a:pt x="253259" y="310453"/>
                  </a:lnTo>
                  <a:lnTo>
                    <a:pt x="257759" y="307650"/>
                  </a:lnTo>
                  <a:lnTo>
                    <a:pt x="262168" y="304707"/>
                  </a:lnTo>
                  <a:lnTo>
                    <a:pt x="266481" y="301625"/>
                  </a:lnTo>
                  <a:lnTo>
                    <a:pt x="270694" y="298408"/>
                  </a:lnTo>
                  <a:lnTo>
                    <a:pt x="274804" y="295059"/>
                  </a:lnTo>
                  <a:lnTo>
                    <a:pt x="278805" y="291581"/>
                  </a:lnTo>
                  <a:lnTo>
                    <a:pt x="282693" y="287978"/>
                  </a:lnTo>
                  <a:lnTo>
                    <a:pt x="286466" y="284254"/>
                  </a:lnTo>
                  <a:lnTo>
                    <a:pt x="290119" y="280412"/>
                  </a:lnTo>
                  <a:lnTo>
                    <a:pt x="293648" y="276456"/>
                  </a:lnTo>
                  <a:lnTo>
                    <a:pt x="297049" y="272390"/>
                  </a:lnTo>
                  <a:lnTo>
                    <a:pt x="300320" y="268219"/>
                  </a:lnTo>
                  <a:lnTo>
                    <a:pt x="303458" y="263945"/>
                  </a:lnTo>
                  <a:lnTo>
                    <a:pt x="306458" y="259575"/>
                  </a:lnTo>
                  <a:lnTo>
                    <a:pt x="309318" y="255111"/>
                  </a:lnTo>
                  <a:lnTo>
                    <a:pt x="312035" y="250559"/>
                  </a:lnTo>
                  <a:lnTo>
                    <a:pt x="314606" y="245923"/>
                  </a:lnTo>
                  <a:lnTo>
                    <a:pt x="317029" y="241208"/>
                  </a:lnTo>
                  <a:lnTo>
                    <a:pt x="319301" y="236419"/>
                  </a:lnTo>
                  <a:lnTo>
                    <a:pt x="321421" y="231560"/>
                  </a:lnTo>
                  <a:lnTo>
                    <a:pt x="323385" y="226636"/>
                  </a:lnTo>
                  <a:lnTo>
                    <a:pt x="325192" y="221652"/>
                  </a:lnTo>
                  <a:lnTo>
                    <a:pt x="326840" y="216614"/>
                  </a:lnTo>
                  <a:lnTo>
                    <a:pt x="328328" y="211525"/>
                  </a:lnTo>
                  <a:lnTo>
                    <a:pt x="329653" y="206393"/>
                  </a:lnTo>
                  <a:lnTo>
                    <a:pt x="330815" y="201220"/>
                  </a:lnTo>
                  <a:lnTo>
                    <a:pt x="331813" y="196014"/>
                  </a:lnTo>
                  <a:lnTo>
                    <a:pt x="332645" y="190778"/>
                  </a:lnTo>
                  <a:lnTo>
                    <a:pt x="333310" y="185519"/>
                  </a:lnTo>
                  <a:lnTo>
                    <a:pt x="333808" y="180241"/>
                  </a:lnTo>
                  <a:lnTo>
                    <a:pt x="334139" y="174950"/>
                  </a:lnTo>
                  <a:lnTo>
                    <a:pt x="334302" y="169652"/>
                  </a:lnTo>
                  <a:lnTo>
                    <a:pt x="334297" y="164351"/>
                  </a:lnTo>
                  <a:lnTo>
                    <a:pt x="334123" y="159052"/>
                  </a:lnTo>
                  <a:lnTo>
                    <a:pt x="333782" y="153762"/>
                  </a:lnTo>
                  <a:lnTo>
                    <a:pt x="333273" y="148485"/>
                  </a:lnTo>
                  <a:lnTo>
                    <a:pt x="332597" y="143227"/>
                  </a:lnTo>
                  <a:lnTo>
                    <a:pt x="331755" y="137994"/>
                  </a:lnTo>
                  <a:lnTo>
                    <a:pt x="330747" y="132789"/>
                  </a:lnTo>
                  <a:lnTo>
                    <a:pt x="329575" y="127619"/>
                  </a:lnTo>
                  <a:lnTo>
                    <a:pt x="328239" y="122489"/>
                  </a:lnTo>
                  <a:lnTo>
                    <a:pt x="326742" y="117404"/>
                  </a:lnTo>
                  <a:lnTo>
                    <a:pt x="325084" y="112368"/>
                  </a:lnTo>
                  <a:lnTo>
                    <a:pt x="323267" y="107388"/>
                  </a:lnTo>
                  <a:lnTo>
                    <a:pt x="321293" y="102468"/>
                  </a:lnTo>
                  <a:lnTo>
                    <a:pt x="319164" y="97613"/>
                  </a:lnTo>
                  <a:lnTo>
                    <a:pt x="316882" y="92828"/>
                  </a:lnTo>
                  <a:lnTo>
                    <a:pt x="314450" y="88118"/>
                  </a:lnTo>
                  <a:lnTo>
                    <a:pt x="311869" y="83488"/>
                  </a:lnTo>
                  <a:lnTo>
                    <a:pt x="309143" y="78941"/>
                  </a:lnTo>
                  <a:lnTo>
                    <a:pt x="306274" y="74483"/>
                  </a:lnTo>
                  <a:lnTo>
                    <a:pt x="303265" y="70118"/>
                  </a:lnTo>
                  <a:lnTo>
                    <a:pt x="300120" y="65851"/>
                  </a:lnTo>
                  <a:lnTo>
                    <a:pt x="296840" y="61686"/>
                  </a:lnTo>
                  <a:lnTo>
                    <a:pt x="293431" y="57627"/>
                  </a:lnTo>
                  <a:lnTo>
                    <a:pt x="289894" y="53678"/>
                  </a:lnTo>
                  <a:lnTo>
                    <a:pt x="286234" y="49844"/>
                  </a:lnTo>
                  <a:lnTo>
                    <a:pt x="282454" y="46127"/>
                  </a:lnTo>
                  <a:lnTo>
                    <a:pt x="278558" y="42532"/>
                  </a:lnTo>
                  <a:lnTo>
                    <a:pt x="274550" y="39062"/>
                  </a:lnTo>
                  <a:lnTo>
                    <a:pt x="270434" y="35721"/>
                  </a:lnTo>
                  <a:lnTo>
                    <a:pt x="266214" y="32512"/>
                  </a:lnTo>
                  <a:lnTo>
                    <a:pt x="261895" y="29439"/>
                  </a:lnTo>
                  <a:lnTo>
                    <a:pt x="257480" y="26504"/>
                  </a:lnTo>
                  <a:lnTo>
                    <a:pt x="252974" y="23711"/>
                  </a:lnTo>
                  <a:lnTo>
                    <a:pt x="248383" y="21062"/>
                  </a:lnTo>
                  <a:lnTo>
                    <a:pt x="243709" y="18560"/>
                  </a:lnTo>
                  <a:lnTo>
                    <a:pt x="238958" y="16207"/>
                  </a:lnTo>
                  <a:lnTo>
                    <a:pt x="234136" y="14006"/>
                  </a:lnTo>
                  <a:lnTo>
                    <a:pt x="229246" y="11959"/>
                  </a:lnTo>
                  <a:lnTo>
                    <a:pt x="224293" y="10068"/>
                  </a:lnTo>
                  <a:lnTo>
                    <a:pt x="219283" y="8336"/>
                  </a:lnTo>
                  <a:lnTo>
                    <a:pt x="214221" y="6762"/>
                  </a:lnTo>
                  <a:lnTo>
                    <a:pt x="209111" y="5351"/>
                  </a:lnTo>
                  <a:lnTo>
                    <a:pt x="203959" y="4102"/>
                  </a:lnTo>
                  <a:lnTo>
                    <a:pt x="198770" y="3017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g714"/>
            <p:cNvSpPr/>
            <p:nvPr/>
          </p:nvSpPr>
          <p:spPr>
            <a:xfrm>
              <a:off x="3627226" y="5103947"/>
              <a:ext cx="1862" cy="167167"/>
            </a:xfrm>
            <a:custGeom>
              <a:avLst/>
              <a:gdLst/>
              <a:ahLst/>
              <a:cxnLst/>
              <a:rect l="0" t="0" r="0" b="0"/>
              <a:pathLst>
                <a:path w="1862" h="167167">
                  <a:moveTo>
                    <a:pt x="1862" y="0"/>
                  </a:moveTo>
                  <a:lnTo>
                    <a:pt x="0" y="10"/>
                  </a:lnTo>
                  <a:lnTo>
                    <a:pt x="186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g715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g716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g717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g718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g719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g720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g721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g722"/>
            <p:cNvSpPr/>
            <p:nvPr/>
          </p:nvSpPr>
          <p:spPr>
            <a:xfrm>
              <a:off x="3627226" y="5103957"/>
              <a:ext cx="1862" cy="167157"/>
            </a:xfrm>
            <a:custGeom>
              <a:avLst/>
              <a:gdLst/>
              <a:ahLst/>
              <a:cxnLst/>
              <a:rect l="0" t="0" r="0" b="0"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g723"/>
            <p:cNvSpPr/>
            <p:nvPr/>
          </p:nvSpPr>
          <p:spPr>
            <a:xfrm>
              <a:off x="3461931" y="5103957"/>
              <a:ext cx="334319" cy="334324"/>
            </a:xfrm>
            <a:custGeom>
              <a:avLst/>
              <a:gdLst/>
              <a:ahLst/>
              <a:cxnLst/>
              <a:rect l="0" t="0" r="0" b="0"/>
              <a:pathLst>
                <a:path w="334319" h="334324">
                  <a:moveTo>
                    <a:pt x="165294" y="0"/>
                  </a:moveTo>
                  <a:lnTo>
                    <a:pt x="160013" y="142"/>
                  </a:lnTo>
                  <a:lnTo>
                    <a:pt x="154738" y="451"/>
                  </a:lnTo>
                  <a:lnTo>
                    <a:pt x="149476" y="927"/>
                  </a:lnTo>
                  <a:lnTo>
                    <a:pt x="144231" y="1569"/>
                  </a:lnTo>
                  <a:lnTo>
                    <a:pt x="139010" y="2376"/>
                  </a:lnTo>
                  <a:lnTo>
                    <a:pt x="133816" y="3348"/>
                  </a:lnTo>
                  <a:lnTo>
                    <a:pt x="128656" y="4483"/>
                  </a:lnTo>
                  <a:lnTo>
                    <a:pt x="123534" y="5781"/>
                  </a:lnTo>
                  <a:lnTo>
                    <a:pt x="118456" y="7240"/>
                  </a:lnTo>
                  <a:lnTo>
                    <a:pt x="113427" y="8859"/>
                  </a:lnTo>
                  <a:lnTo>
                    <a:pt x="108451" y="10636"/>
                  </a:lnTo>
                  <a:lnTo>
                    <a:pt x="103534" y="12570"/>
                  </a:lnTo>
                  <a:lnTo>
                    <a:pt x="98680" y="14658"/>
                  </a:lnTo>
                  <a:lnTo>
                    <a:pt x="93895" y="16898"/>
                  </a:lnTo>
                  <a:lnTo>
                    <a:pt x="89183" y="19288"/>
                  </a:lnTo>
                  <a:lnTo>
                    <a:pt x="84549" y="21826"/>
                  </a:lnTo>
                  <a:lnTo>
                    <a:pt x="79997" y="24510"/>
                  </a:lnTo>
                  <a:lnTo>
                    <a:pt x="75533" y="27336"/>
                  </a:lnTo>
                  <a:lnTo>
                    <a:pt x="71160" y="30301"/>
                  </a:lnTo>
                  <a:lnTo>
                    <a:pt x="66883" y="33403"/>
                  </a:lnTo>
                  <a:lnTo>
                    <a:pt x="62706" y="36639"/>
                  </a:lnTo>
                  <a:lnTo>
                    <a:pt x="58633" y="40005"/>
                  </a:lnTo>
                  <a:lnTo>
                    <a:pt x="54669" y="43498"/>
                  </a:lnTo>
                  <a:lnTo>
                    <a:pt x="50817" y="47115"/>
                  </a:lnTo>
                  <a:lnTo>
                    <a:pt x="47082" y="50852"/>
                  </a:lnTo>
                  <a:lnTo>
                    <a:pt x="43466" y="54704"/>
                  </a:lnTo>
                  <a:lnTo>
                    <a:pt x="39974" y="58670"/>
                  </a:lnTo>
                  <a:lnTo>
                    <a:pt x="36609" y="62743"/>
                  </a:lnTo>
                  <a:lnTo>
                    <a:pt x="33374" y="66921"/>
                  </a:lnTo>
                  <a:lnTo>
                    <a:pt x="30274" y="71199"/>
                  </a:lnTo>
                  <a:lnTo>
                    <a:pt x="27309" y="75573"/>
                  </a:lnTo>
                  <a:lnTo>
                    <a:pt x="24485" y="80038"/>
                  </a:lnTo>
                  <a:lnTo>
                    <a:pt x="21803" y="84591"/>
                  </a:lnTo>
                  <a:lnTo>
                    <a:pt x="19266" y="89225"/>
                  </a:lnTo>
                  <a:lnTo>
                    <a:pt x="16877" y="93938"/>
                  </a:lnTo>
                  <a:lnTo>
                    <a:pt x="14638" y="98724"/>
                  </a:lnTo>
                  <a:lnTo>
                    <a:pt x="12552" y="103578"/>
                  </a:lnTo>
                  <a:lnTo>
                    <a:pt x="10620" y="108496"/>
                  </a:lnTo>
                  <a:lnTo>
                    <a:pt x="8844" y="113472"/>
                  </a:lnTo>
                  <a:lnTo>
                    <a:pt x="7227" y="118502"/>
                  </a:lnTo>
                  <a:lnTo>
                    <a:pt x="5769" y="123581"/>
                  </a:lnTo>
                  <a:lnTo>
                    <a:pt x="4473" y="128703"/>
                  </a:lnTo>
                  <a:lnTo>
                    <a:pt x="3339" y="133863"/>
                  </a:lnTo>
                  <a:lnTo>
                    <a:pt x="2368" y="139057"/>
                  </a:lnTo>
                  <a:lnTo>
                    <a:pt x="1562" y="144279"/>
                  </a:lnTo>
                  <a:lnTo>
                    <a:pt x="922" y="149524"/>
                  </a:lnTo>
                  <a:lnTo>
                    <a:pt x="448" y="154786"/>
                  </a:lnTo>
                  <a:lnTo>
                    <a:pt x="140" y="160061"/>
                  </a:lnTo>
                  <a:lnTo>
                    <a:pt x="0" y="165343"/>
                  </a:lnTo>
                  <a:lnTo>
                    <a:pt x="26" y="170626"/>
                  </a:lnTo>
                  <a:lnTo>
                    <a:pt x="219" y="175906"/>
                  </a:lnTo>
                  <a:lnTo>
                    <a:pt x="579" y="181178"/>
                  </a:lnTo>
                  <a:lnTo>
                    <a:pt x="1105" y="186435"/>
                  </a:lnTo>
                  <a:lnTo>
                    <a:pt x="1797" y="191673"/>
                  </a:lnTo>
                  <a:lnTo>
                    <a:pt x="2655" y="196887"/>
                  </a:lnTo>
                  <a:lnTo>
                    <a:pt x="3676" y="202071"/>
                  </a:lnTo>
                  <a:lnTo>
                    <a:pt x="4861" y="207220"/>
                  </a:lnTo>
                  <a:lnTo>
                    <a:pt x="6209" y="212329"/>
                  </a:lnTo>
                  <a:lnTo>
                    <a:pt x="7717" y="217393"/>
                  </a:lnTo>
                  <a:lnTo>
                    <a:pt x="9384" y="222406"/>
                  </a:lnTo>
                  <a:lnTo>
                    <a:pt x="11209" y="227365"/>
                  </a:lnTo>
                  <a:lnTo>
                    <a:pt x="13189" y="232263"/>
                  </a:lnTo>
                  <a:lnTo>
                    <a:pt x="15324" y="237096"/>
                  </a:lnTo>
                  <a:lnTo>
                    <a:pt x="17610" y="241860"/>
                  </a:lnTo>
                  <a:lnTo>
                    <a:pt x="20045" y="246549"/>
                  </a:lnTo>
                  <a:lnTo>
                    <a:pt x="22628" y="251158"/>
                  </a:lnTo>
                  <a:lnTo>
                    <a:pt x="25355" y="255684"/>
                  </a:lnTo>
                  <a:lnTo>
                    <a:pt x="28223" y="260121"/>
                  </a:lnTo>
                  <a:lnTo>
                    <a:pt x="31231" y="264465"/>
                  </a:lnTo>
                  <a:lnTo>
                    <a:pt x="34374" y="268712"/>
                  </a:lnTo>
                  <a:lnTo>
                    <a:pt x="37650" y="272858"/>
                  </a:lnTo>
                  <a:lnTo>
                    <a:pt x="41055" y="276898"/>
                  </a:lnTo>
                  <a:lnTo>
                    <a:pt x="44586" y="280828"/>
                  </a:lnTo>
                  <a:lnTo>
                    <a:pt x="48239" y="284645"/>
                  </a:lnTo>
                  <a:lnTo>
                    <a:pt x="52012" y="288345"/>
                  </a:lnTo>
                  <a:lnTo>
                    <a:pt x="55899" y="291923"/>
                  </a:lnTo>
                  <a:lnTo>
                    <a:pt x="59898" y="295377"/>
                  </a:lnTo>
                  <a:lnTo>
                    <a:pt x="64004" y="298702"/>
                  </a:lnTo>
                  <a:lnTo>
                    <a:pt x="68212" y="301897"/>
                  </a:lnTo>
                  <a:lnTo>
                    <a:pt x="72520" y="304956"/>
                  </a:lnTo>
                  <a:lnTo>
                    <a:pt x="76922" y="307878"/>
                  </a:lnTo>
                  <a:lnTo>
                    <a:pt x="81414" y="310660"/>
                  </a:lnTo>
                  <a:lnTo>
                    <a:pt x="85992" y="313298"/>
                  </a:lnTo>
                  <a:lnTo>
                    <a:pt x="90651" y="315790"/>
                  </a:lnTo>
                  <a:lnTo>
                    <a:pt x="95387" y="318133"/>
                  </a:lnTo>
                  <a:lnTo>
                    <a:pt x="100194" y="320326"/>
                  </a:lnTo>
                  <a:lnTo>
                    <a:pt x="105068" y="322366"/>
                  </a:lnTo>
                  <a:lnTo>
                    <a:pt x="110004" y="324250"/>
                  </a:lnTo>
                  <a:lnTo>
                    <a:pt x="114997" y="325978"/>
                  </a:lnTo>
                  <a:lnTo>
                    <a:pt x="120043" y="327547"/>
                  </a:lnTo>
                  <a:lnTo>
                    <a:pt x="125135" y="328956"/>
                  </a:lnTo>
                  <a:lnTo>
                    <a:pt x="130269" y="330203"/>
                  </a:lnTo>
                  <a:lnTo>
                    <a:pt x="135440" y="331288"/>
                  </a:lnTo>
                  <a:lnTo>
                    <a:pt x="140643" y="332208"/>
                  </a:lnTo>
                  <a:lnTo>
                    <a:pt x="145873" y="332963"/>
                  </a:lnTo>
                  <a:lnTo>
                    <a:pt x="151123" y="333553"/>
                  </a:lnTo>
                  <a:lnTo>
                    <a:pt x="156390" y="333977"/>
                  </a:lnTo>
                  <a:lnTo>
                    <a:pt x="161667" y="334234"/>
                  </a:lnTo>
                  <a:lnTo>
                    <a:pt x="166950" y="334324"/>
                  </a:lnTo>
                  <a:lnTo>
                    <a:pt x="172233" y="334247"/>
                  </a:lnTo>
                  <a:lnTo>
                    <a:pt x="177511" y="334003"/>
                  </a:lnTo>
                  <a:lnTo>
                    <a:pt x="182779" y="333592"/>
                  </a:lnTo>
                  <a:lnTo>
                    <a:pt x="188031" y="333016"/>
                  </a:lnTo>
                  <a:lnTo>
                    <a:pt x="193262" y="332273"/>
                  </a:lnTo>
                  <a:lnTo>
                    <a:pt x="198467" y="331366"/>
                  </a:lnTo>
                  <a:lnTo>
                    <a:pt x="203641" y="330294"/>
                  </a:lnTo>
                  <a:lnTo>
                    <a:pt x="208779" y="329060"/>
                  </a:lnTo>
                  <a:lnTo>
                    <a:pt x="213874" y="327663"/>
                  </a:lnTo>
                  <a:lnTo>
                    <a:pt x="218924" y="326107"/>
                  </a:lnTo>
                  <a:lnTo>
                    <a:pt x="223921" y="324391"/>
                  </a:lnTo>
                  <a:lnTo>
                    <a:pt x="228862" y="322519"/>
                  </a:lnTo>
                  <a:lnTo>
                    <a:pt x="233741" y="320491"/>
                  </a:lnTo>
                  <a:lnTo>
                    <a:pt x="238553" y="318311"/>
                  </a:lnTo>
                  <a:lnTo>
                    <a:pt x="243295" y="315979"/>
                  </a:lnTo>
                  <a:lnTo>
                    <a:pt x="247960" y="313498"/>
                  </a:lnTo>
                  <a:lnTo>
                    <a:pt x="252544" y="310872"/>
                  </a:lnTo>
                  <a:lnTo>
                    <a:pt x="257043" y="308101"/>
                  </a:lnTo>
                  <a:lnTo>
                    <a:pt x="261453" y="305190"/>
                  </a:lnTo>
                  <a:lnTo>
                    <a:pt x="265768" y="302141"/>
                  </a:lnTo>
                  <a:lnTo>
                    <a:pt x="269985" y="298957"/>
                  </a:lnTo>
                  <a:lnTo>
                    <a:pt x="274099" y="295642"/>
                  </a:lnTo>
                  <a:lnTo>
                    <a:pt x="278106" y="292198"/>
                  </a:lnTo>
                  <a:lnTo>
                    <a:pt x="282002" y="288629"/>
                  </a:lnTo>
                  <a:lnTo>
                    <a:pt x="285783" y="284939"/>
                  </a:lnTo>
                  <a:lnTo>
                    <a:pt x="289446" y="281131"/>
                  </a:lnTo>
                  <a:lnTo>
                    <a:pt x="292987" y="277210"/>
                  </a:lnTo>
                  <a:lnTo>
                    <a:pt x="296402" y="273178"/>
                  </a:lnTo>
                  <a:lnTo>
                    <a:pt x="299689" y="269041"/>
                  </a:lnTo>
                  <a:lnTo>
                    <a:pt x="302842" y="264801"/>
                  </a:lnTo>
                  <a:lnTo>
                    <a:pt x="305860" y="260465"/>
                  </a:lnTo>
                  <a:lnTo>
                    <a:pt x="308740" y="256035"/>
                  </a:lnTo>
                  <a:lnTo>
                    <a:pt x="311478" y="251516"/>
                  </a:lnTo>
                  <a:lnTo>
                    <a:pt x="314072" y="246913"/>
                  </a:lnTo>
                  <a:lnTo>
                    <a:pt x="316519" y="242230"/>
                  </a:lnTo>
                  <a:lnTo>
                    <a:pt x="318817" y="237472"/>
                  </a:lnTo>
                  <a:lnTo>
                    <a:pt x="320963" y="232644"/>
                  </a:lnTo>
                  <a:lnTo>
                    <a:pt x="322956" y="227751"/>
                  </a:lnTo>
                  <a:lnTo>
                    <a:pt x="324793" y="222797"/>
                  </a:lnTo>
                  <a:lnTo>
                    <a:pt x="326473" y="217787"/>
                  </a:lnTo>
                  <a:lnTo>
                    <a:pt x="327993" y="212727"/>
                  </a:lnTo>
                  <a:lnTo>
                    <a:pt x="329353" y="207621"/>
                  </a:lnTo>
                  <a:lnTo>
                    <a:pt x="330551" y="202475"/>
                  </a:lnTo>
                  <a:lnTo>
                    <a:pt x="331585" y="197294"/>
                  </a:lnTo>
                  <a:lnTo>
                    <a:pt x="332456" y="192082"/>
                  </a:lnTo>
                  <a:lnTo>
                    <a:pt x="333161" y="186846"/>
                  </a:lnTo>
                  <a:lnTo>
                    <a:pt x="333700" y="181590"/>
                  </a:lnTo>
                  <a:lnTo>
                    <a:pt x="334073" y="176320"/>
                  </a:lnTo>
                  <a:lnTo>
                    <a:pt x="334279" y="171040"/>
                  </a:lnTo>
                  <a:lnTo>
                    <a:pt x="334319" y="165756"/>
                  </a:lnTo>
                  <a:lnTo>
                    <a:pt x="334191" y="160474"/>
                  </a:lnTo>
                  <a:lnTo>
                    <a:pt x="333896" y="155199"/>
                  </a:lnTo>
                  <a:lnTo>
                    <a:pt x="333435" y="149935"/>
                  </a:lnTo>
                  <a:lnTo>
                    <a:pt x="332808" y="144689"/>
                  </a:lnTo>
                  <a:lnTo>
                    <a:pt x="332015" y="139465"/>
                  </a:lnTo>
                  <a:lnTo>
                    <a:pt x="331058" y="134269"/>
                  </a:lnTo>
                  <a:lnTo>
                    <a:pt x="329936" y="129106"/>
                  </a:lnTo>
                  <a:lnTo>
                    <a:pt x="328653" y="123981"/>
                  </a:lnTo>
                  <a:lnTo>
                    <a:pt x="327207" y="118898"/>
                  </a:lnTo>
                  <a:lnTo>
                    <a:pt x="325602" y="113864"/>
                  </a:lnTo>
                  <a:lnTo>
                    <a:pt x="323839" y="108884"/>
                  </a:lnTo>
                  <a:lnTo>
                    <a:pt x="321919" y="103961"/>
                  </a:lnTo>
                  <a:lnTo>
                    <a:pt x="319845" y="99102"/>
                  </a:lnTo>
                  <a:lnTo>
                    <a:pt x="317618" y="94310"/>
                  </a:lnTo>
                  <a:lnTo>
                    <a:pt x="315240" y="89592"/>
                  </a:lnTo>
                  <a:lnTo>
                    <a:pt x="312715" y="84951"/>
                  </a:lnTo>
                  <a:lnTo>
                    <a:pt x="310045" y="80392"/>
                  </a:lnTo>
                  <a:lnTo>
                    <a:pt x="307231" y="75919"/>
                  </a:lnTo>
                  <a:lnTo>
                    <a:pt x="304278" y="71538"/>
                  </a:lnTo>
                  <a:lnTo>
                    <a:pt x="301187" y="67253"/>
                  </a:lnTo>
                  <a:lnTo>
                    <a:pt x="297963" y="63067"/>
                  </a:lnTo>
                  <a:lnTo>
                    <a:pt x="294608" y="58985"/>
                  </a:lnTo>
                  <a:lnTo>
                    <a:pt x="291126" y="55011"/>
                  </a:lnTo>
                  <a:lnTo>
                    <a:pt x="287520" y="51149"/>
                  </a:lnTo>
                  <a:lnTo>
                    <a:pt x="283794" y="47403"/>
                  </a:lnTo>
                  <a:lnTo>
                    <a:pt x="279951" y="43777"/>
                  </a:lnTo>
                  <a:lnTo>
                    <a:pt x="275996" y="40274"/>
                  </a:lnTo>
                  <a:lnTo>
                    <a:pt x="271931" y="36898"/>
                  </a:lnTo>
                  <a:lnTo>
                    <a:pt x="267762" y="33652"/>
                  </a:lnTo>
                  <a:lnTo>
                    <a:pt x="263493" y="30539"/>
                  </a:lnTo>
                  <a:lnTo>
                    <a:pt x="259127" y="27563"/>
                  </a:lnTo>
                  <a:lnTo>
                    <a:pt x="254670" y="24726"/>
                  </a:lnTo>
                  <a:lnTo>
                    <a:pt x="250125" y="22031"/>
                  </a:lnTo>
                  <a:lnTo>
                    <a:pt x="245497" y="19482"/>
                  </a:lnTo>
                  <a:lnTo>
                    <a:pt x="240791" y="17080"/>
                  </a:lnTo>
                  <a:lnTo>
                    <a:pt x="236011" y="14828"/>
                  </a:lnTo>
                  <a:lnTo>
                    <a:pt x="231163" y="12728"/>
                  </a:lnTo>
                  <a:lnTo>
                    <a:pt x="226251" y="10782"/>
                  </a:lnTo>
                  <a:lnTo>
                    <a:pt x="221279" y="8993"/>
                  </a:lnTo>
                  <a:lnTo>
                    <a:pt x="216254" y="7361"/>
                  </a:lnTo>
                  <a:lnTo>
                    <a:pt x="211179" y="5890"/>
                  </a:lnTo>
                  <a:lnTo>
                    <a:pt x="206061" y="4579"/>
                  </a:lnTo>
                  <a:lnTo>
                    <a:pt x="200903" y="3431"/>
                  </a:lnTo>
                  <a:lnTo>
                    <a:pt x="195712" y="2446"/>
                  </a:lnTo>
                  <a:lnTo>
                    <a:pt x="190493" y="1626"/>
                  </a:lnTo>
                  <a:lnTo>
                    <a:pt x="185250" y="971"/>
                  </a:lnTo>
                  <a:lnTo>
                    <a:pt x="179989" y="482"/>
                  </a:lnTo>
                  <a:lnTo>
                    <a:pt x="174715" y="160"/>
                  </a:lnTo>
                  <a:lnTo>
                    <a:pt x="169434" y="5"/>
                  </a:lnTo>
                  <a:lnTo>
                    <a:pt x="167157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g724"/>
            <p:cNvSpPr/>
            <p:nvPr/>
          </p:nvSpPr>
          <p:spPr>
            <a:xfrm>
              <a:off x="3629088" y="5103947"/>
              <a:ext cx="2276" cy="167167"/>
            </a:xfrm>
            <a:custGeom>
              <a:avLst/>
              <a:gdLst/>
              <a:ahLst/>
              <a:cxnLst/>
              <a:rect l="0" t="0" r="0" b="0"/>
              <a:pathLst>
                <a:path w="2276" h="167167">
                  <a:moveTo>
                    <a:pt x="2276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g752"/>
            <p:cNvSpPr/>
            <p:nvPr/>
          </p:nvSpPr>
          <p:spPr>
            <a:xfrm>
              <a:off x="3941688" y="5309273"/>
              <a:ext cx="164206" cy="167167"/>
            </a:xfrm>
            <a:custGeom>
              <a:avLst/>
              <a:gdLst/>
              <a:ahLst/>
              <a:cxnLst/>
              <a:rect l="0" t="0" r="0" b="0"/>
              <a:pathLst>
                <a:path w="164206" h="167167">
                  <a:moveTo>
                    <a:pt x="164206" y="0"/>
                  </a:moveTo>
                  <a:lnTo>
                    <a:pt x="158833" y="86"/>
                  </a:lnTo>
                  <a:lnTo>
                    <a:pt x="153466" y="345"/>
                  </a:lnTo>
                  <a:lnTo>
                    <a:pt x="148109" y="776"/>
                  </a:lnTo>
                  <a:lnTo>
                    <a:pt x="142770" y="1380"/>
                  </a:lnTo>
                  <a:lnTo>
                    <a:pt x="137452" y="2154"/>
                  </a:lnTo>
                  <a:lnTo>
                    <a:pt x="132162" y="3099"/>
                  </a:lnTo>
                  <a:lnTo>
                    <a:pt x="126906" y="4214"/>
                  </a:lnTo>
                  <a:lnTo>
                    <a:pt x="121687" y="5497"/>
                  </a:lnTo>
                  <a:lnTo>
                    <a:pt x="116513" y="6947"/>
                  </a:lnTo>
                  <a:lnTo>
                    <a:pt x="111388" y="8563"/>
                  </a:lnTo>
                  <a:lnTo>
                    <a:pt x="106318" y="10342"/>
                  </a:lnTo>
                  <a:lnTo>
                    <a:pt x="101307" y="12284"/>
                  </a:lnTo>
                  <a:lnTo>
                    <a:pt x="96362" y="14386"/>
                  </a:lnTo>
                  <a:lnTo>
                    <a:pt x="91486" y="16645"/>
                  </a:lnTo>
                  <a:lnTo>
                    <a:pt x="86686" y="19060"/>
                  </a:lnTo>
                  <a:lnTo>
                    <a:pt x="81966" y="21628"/>
                  </a:lnTo>
                  <a:lnTo>
                    <a:pt x="77330" y="24347"/>
                  </a:lnTo>
                  <a:lnTo>
                    <a:pt x="72785" y="27213"/>
                  </a:lnTo>
                  <a:lnTo>
                    <a:pt x="68334" y="30224"/>
                  </a:lnTo>
                  <a:lnTo>
                    <a:pt x="63982" y="33376"/>
                  </a:lnTo>
                  <a:lnTo>
                    <a:pt x="59733" y="36666"/>
                  </a:lnTo>
                  <a:lnTo>
                    <a:pt x="55593" y="40091"/>
                  </a:lnTo>
                  <a:lnTo>
                    <a:pt x="51565" y="43648"/>
                  </a:lnTo>
                  <a:lnTo>
                    <a:pt x="47653" y="47332"/>
                  </a:lnTo>
                  <a:lnTo>
                    <a:pt x="43862" y="51140"/>
                  </a:lnTo>
                  <a:lnTo>
                    <a:pt x="40194" y="55068"/>
                  </a:lnTo>
                  <a:lnTo>
                    <a:pt x="36656" y="59112"/>
                  </a:lnTo>
                  <a:lnTo>
                    <a:pt x="33249" y="63267"/>
                  </a:lnTo>
                  <a:lnTo>
                    <a:pt x="29977" y="67530"/>
                  </a:lnTo>
                  <a:lnTo>
                    <a:pt x="26844" y="71896"/>
                  </a:lnTo>
                  <a:lnTo>
                    <a:pt x="23853" y="76360"/>
                  </a:lnTo>
                  <a:lnTo>
                    <a:pt x="21006" y="80918"/>
                  </a:lnTo>
                  <a:lnTo>
                    <a:pt x="18308" y="85565"/>
                  </a:lnTo>
                  <a:lnTo>
                    <a:pt x="15761" y="90297"/>
                  </a:lnTo>
                  <a:lnTo>
                    <a:pt x="13367" y="95108"/>
                  </a:lnTo>
                  <a:lnTo>
                    <a:pt x="11129" y="99993"/>
                  </a:lnTo>
                  <a:lnTo>
                    <a:pt x="9049" y="104948"/>
                  </a:lnTo>
                  <a:lnTo>
                    <a:pt x="7129" y="109967"/>
                  </a:lnTo>
                  <a:lnTo>
                    <a:pt x="5372" y="115045"/>
                  </a:lnTo>
                  <a:lnTo>
                    <a:pt x="3779" y="120177"/>
                  </a:lnTo>
                  <a:lnTo>
                    <a:pt x="2351" y="125358"/>
                  </a:lnTo>
                  <a:lnTo>
                    <a:pt x="1091" y="130581"/>
                  </a:lnTo>
                  <a:lnTo>
                    <a:pt x="0" y="135843"/>
                  </a:lnTo>
                  <a:lnTo>
                    <a:pt x="16420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g753"/>
            <p:cNvSpPr/>
            <p:nvPr/>
          </p:nvSpPr>
          <p:spPr>
            <a:xfrm>
              <a:off x="3938727" y="5309273"/>
              <a:ext cx="334326" cy="334324"/>
            </a:xfrm>
            <a:custGeom>
              <a:avLst/>
              <a:gdLst/>
              <a:ahLst/>
              <a:cxnLst/>
              <a:rect l="0" t="0" r="0" b="0"/>
              <a:pathLst>
                <a:path w="334326" h="334324">
                  <a:moveTo>
                    <a:pt x="2960" y="135843"/>
                  </a:moveTo>
                  <a:lnTo>
                    <a:pt x="2052" y="141050"/>
                  </a:lnTo>
                  <a:lnTo>
                    <a:pt x="1309" y="146283"/>
                  </a:lnTo>
                  <a:lnTo>
                    <a:pt x="732" y="151536"/>
                  </a:lnTo>
                  <a:lnTo>
                    <a:pt x="321" y="156806"/>
                  </a:lnTo>
                  <a:lnTo>
                    <a:pt x="77" y="162085"/>
                  </a:lnTo>
                  <a:lnTo>
                    <a:pt x="0" y="167370"/>
                  </a:lnTo>
                  <a:lnTo>
                    <a:pt x="89" y="172655"/>
                  </a:lnTo>
                  <a:lnTo>
                    <a:pt x="346" y="177934"/>
                  </a:lnTo>
                  <a:lnTo>
                    <a:pt x="770" y="183202"/>
                  </a:lnTo>
                  <a:lnTo>
                    <a:pt x="1360" y="188455"/>
                  </a:lnTo>
                  <a:lnTo>
                    <a:pt x="2116" y="193686"/>
                  </a:lnTo>
                  <a:lnTo>
                    <a:pt x="3037" y="198890"/>
                  </a:lnTo>
                  <a:lnTo>
                    <a:pt x="4122" y="204063"/>
                  </a:lnTo>
                  <a:lnTo>
                    <a:pt x="5370" y="209199"/>
                  </a:lnTo>
                  <a:lnTo>
                    <a:pt x="6780" y="214293"/>
                  </a:lnTo>
                  <a:lnTo>
                    <a:pt x="8349" y="219340"/>
                  </a:lnTo>
                  <a:lnTo>
                    <a:pt x="10078" y="224334"/>
                  </a:lnTo>
                  <a:lnTo>
                    <a:pt x="11964" y="229272"/>
                  </a:lnTo>
                  <a:lnTo>
                    <a:pt x="14005" y="234147"/>
                  </a:lnTo>
                  <a:lnTo>
                    <a:pt x="16199" y="238956"/>
                  </a:lnTo>
                  <a:lnTo>
                    <a:pt x="18544" y="243693"/>
                  </a:lnTo>
                  <a:lnTo>
                    <a:pt x="21037" y="248353"/>
                  </a:lnTo>
                  <a:lnTo>
                    <a:pt x="23677" y="252932"/>
                  </a:lnTo>
                  <a:lnTo>
                    <a:pt x="26460" y="257425"/>
                  </a:lnTo>
                  <a:lnTo>
                    <a:pt x="29384" y="261828"/>
                  </a:lnTo>
                  <a:lnTo>
                    <a:pt x="32445" y="266137"/>
                  </a:lnTo>
                  <a:lnTo>
                    <a:pt x="35641" y="270346"/>
                  </a:lnTo>
                  <a:lnTo>
                    <a:pt x="38969" y="274453"/>
                  </a:lnTo>
                  <a:lnTo>
                    <a:pt x="42425" y="278452"/>
                  </a:lnTo>
                  <a:lnTo>
                    <a:pt x="46005" y="282340"/>
                  </a:lnTo>
                  <a:lnTo>
                    <a:pt x="49707" y="286113"/>
                  </a:lnTo>
                  <a:lnTo>
                    <a:pt x="53526" y="289766"/>
                  </a:lnTo>
                  <a:lnTo>
                    <a:pt x="57458" y="293298"/>
                  </a:lnTo>
                  <a:lnTo>
                    <a:pt x="61500" y="296703"/>
                  </a:lnTo>
                  <a:lnTo>
                    <a:pt x="65648" y="299979"/>
                  </a:lnTo>
                  <a:lnTo>
                    <a:pt x="69898" y="303122"/>
                  </a:lnTo>
                  <a:lnTo>
                    <a:pt x="74244" y="306129"/>
                  </a:lnTo>
                  <a:lnTo>
                    <a:pt x="78684" y="308997"/>
                  </a:lnTo>
                  <a:lnTo>
                    <a:pt x="83212" y="311723"/>
                  </a:lnTo>
                  <a:lnTo>
                    <a:pt x="87824" y="314305"/>
                  </a:lnTo>
                  <a:lnTo>
                    <a:pt x="92515" y="316740"/>
                  </a:lnTo>
                  <a:lnTo>
                    <a:pt x="97281" y="319025"/>
                  </a:lnTo>
                  <a:lnTo>
                    <a:pt x="102116" y="321158"/>
                  </a:lnTo>
                  <a:lnTo>
                    <a:pt x="107017" y="323138"/>
                  </a:lnTo>
                  <a:lnTo>
                    <a:pt x="111978" y="324961"/>
                  </a:lnTo>
                  <a:lnTo>
                    <a:pt x="116994" y="326627"/>
                  </a:lnTo>
                  <a:lnTo>
                    <a:pt x="122060" y="328134"/>
                  </a:lnTo>
                  <a:lnTo>
                    <a:pt x="127171" y="329479"/>
                  </a:lnTo>
                  <a:lnTo>
                    <a:pt x="132322" y="330663"/>
                  </a:lnTo>
                  <a:lnTo>
                    <a:pt x="137508" y="331682"/>
                  </a:lnTo>
                  <a:lnTo>
                    <a:pt x="142724" y="332538"/>
                  </a:lnTo>
                  <a:lnTo>
                    <a:pt x="147964" y="333228"/>
                  </a:lnTo>
                  <a:lnTo>
                    <a:pt x="153224" y="333752"/>
                  </a:lnTo>
                  <a:lnTo>
                    <a:pt x="158497" y="334109"/>
                  </a:lnTo>
                  <a:lnTo>
                    <a:pt x="163779" y="334300"/>
                  </a:lnTo>
                  <a:lnTo>
                    <a:pt x="169064" y="334324"/>
                  </a:lnTo>
                  <a:lnTo>
                    <a:pt x="174348" y="334180"/>
                  </a:lnTo>
                  <a:lnTo>
                    <a:pt x="179624" y="333870"/>
                  </a:lnTo>
                  <a:lnTo>
                    <a:pt x="184888" y="333392"/>
                  </a:lnTo>
                  <a:lnTo>
                    <a:pt x="190134" y="332749"/>
                  </a:lnTo>
                  <a:lnTo>
                    <a:pt x="195357" y="331940"/>
                  </a:lnTo>
                  <a:lnTo>
                    <a:pt x="200552" y="330967"/>
                  </a:lnTo>
                  <a:lnTo>
                    <a:pt x="205713" y="329830"/>
                  </a:lnTo>
                  <a:lnTo>
                    <a:pt x="210836" y="328530"/>
                  </a:lnTo>
                  <a:lnTo>
                    <a:pt x="215916" y="327068"/>
                  </a:lnTo>
                  <a:lnTo>
                    <a:pt x="220946" y="325447"/>
                  </a:lnTo>
                  <a:lnTo>
                    <a:pt x="225923" y="323668"/>
                  </a:lnTo>
                  <a:lnTo>
                    <a:pt x="230842" y="321732"/>
                  </a:lnTo>
                  <a:lnTo>
                    <a:pt x="235696" y="319642"/>
                  </a:lnTo>
                  <a:lnTo>
                    <a:pt x="240482" y="317400"/>
                  </a:lnTo>
                  <a:lnTo>
                    <a:pt x="245195" y="315007"/>
                  </a:lnTo>
                  <a:lnTo>
                    <a:pt x="249829" y="312466"/>
                  </a:lnTo>
                  <a:lnTo>
                    <a:pt x="254382" y="309780"/>
                  </a:lnTo>
                  <a:lnTo>
                    <a:pt x="258846" y="306952"/>
                  </a:lnTo>
                  <a:lnTo>
                    <a:pt x="263220" y="303984"/>
                  </a:lnTo>
                  <a:lnTo>
                    <a:pt x="267497" y="300879"/>
                  </a:lnTo>
                  <a:lnTo>
                    <a:pt x="271674" y="297640"/>
                  </a:lnTo>
                  <a:lnTo>
                    <a:pt x="275746" y="294271"/>
                  </a:lnTo>
                  <a:lnTo>
                    <a:pt x="279710" y="290775"/>
                  </a:lnTo>
                  <a:lnTo>
                    <a:pt x="283562" y="287155"/>
                  </a:lnTo>
                  <a:lnTo>
                    <a:pt x="287297" y="283416"/>
                  </a:lnTo>
                  <a:lnTo>
                    <a:pt x="290912" y="279560"/>
                  </a:lnTo>
                  <a:lnTo>
                    <a:pt x="294403" y="275592"/>
                  </a:lnTo>
                  <a:lnTo>
                    <a:pt x="297767" y="271515"/>
                  </a:lnTo>
                  <a:lnTo>
                    <a:pt x="301000" y="267334"/>
                  </a:lnTo>
                  <a:lnTo>
                    <a:pt x="304100" y="263053"/>
                  </a:lnTo>
                  <a:lnTo>
                    <a:pt x="307063" y="258676"/>
                  </a:lnTo>
                  <a:lnTo>
                    <a:pt x="309886" y="254208"/>
                  </a:lnTo>
                  <a:lnTo>
                    <a:pt x="312566" y="249653"/>
                  </a:lnTo>
                  <a:lnTo>
                    <a:pt x="315101" y="245015"/>
                  </a:lnTo>
                  <a:lnTo>
                    <a:pt x="317488" y="240299"/>
                  </a:lnTo>
                  <a:lnTo>
                    <a:pt x="319725" y="235511"/>
                  </a:lnTo>
                  <a:lnTo>
                    <a:pt x="321810" y="230654"/>
                  </a:lnTo>
                  <a:lnTo>
                    <a:pt x="323739" y="225733"/>
                  </a:lnTo>
                  <a:lnTo>
                    <a:pt x="325513" y="220754"/>
                  </a:lnTo>
                  <a:lnTo>
                    <a:pt x="327127" y="215721"/>
                  </a:lnTo>
                  <a:lnTo>
                    <a:pt x="328582" y="210640"/>
                  </a:lnTo>
                  <a:lnTo>
                    <a:pt x="329876" y="205516"/>
                  </a:lnTo>
                  <a:lnTo>
                    <a:pt x="331007" y="200353"/>
                  </a:lnTo>
                  <a:lnTo>
                    <a:pt x="331974" y="195157"/>
                  </a:lnTo>
                  <a:lnTo>
                    <a:pt x="332777" y="189932"/>
                  </a:lnTo>
                  <a:lnTo>
                    <a:pt x="333414" y="184686"/>
                  </a:lnTo>
                  <a:lnTo>
                    <a:pt x="333885" y="179421"/>
                  </a:lnTo>
                  <a:lnTo>
                    <a:pt x="334189" y="174145"/>
                  </a:lnTo>
                  <a:lnTo>
                    <a:pt x="334326" y="168861"/>
                  </a:lnTo>
                  <a:lnTo>
                    <a:pt x="334296" y="163576"/>
                  </a:lnTo>
                  <a:lnTo>
                    <a:pt x="334099" y="158294"/>
                  </a:lnTo>
                  <a:lnTo>
                    <a:pt x="333735" y="153021"/>
                  </a:lnTo>
                  <a:lnTo>
                    <a:pt x="333204" y="147762"/>
                  </a:lnTo>
                  <a:lnTo>
                    <a:pt x="332508" y="142523"/>
                  </a:lnTo>
                  <a:lnTo>
                    <a:pt x="331646" y="137309"/>
                  </a:lnTo>
                  <a:lnTo>
                    <a:pt x="330620" y="132124"/>
                  </a:lnTo>
                  <a:lnTo>
                    <a:pt x="329430" y="126974"/>
                  </a:lnTo>
                  <a:lnTo>
                    <a:pt x="328079" y="121864"/>
                  </a:lnTo>
                  <a:lnTo>
                    <a:pt x="326566" y="116800"/>
                  </a:lnTo>
                  <a:lnTo>
                    <a:pt x="324894" y="111786"/>
                  </a:lnTo>
                  <a:lnTo>
                    <a:pt x="323065" y="106827"/>
                  </a:lnTo>
                  <a:lnTo>
                    <a:pt x="321079" y="101929"/>
                  </a:lnTo>
                  <a:lnTo>
                    <a:pt x="318940" y="97096"/>
                  </a:lnTo>
                  <a:lnTo>
                    <a:pt x="316649" y="92333"/>
                  </a:lnTo>
                  <a:lnTo>
                    <a:pt x="314208" y="87645"/>
                  </a:lnTo>
                  <a:lnTo>
                    <a:pt x="311621" y="83036"/>
                  </a:lnTo>
                  <a:lnTo>
                    <a:pt x="308889" y="78511"/>
                  </a:lnTo>
                  <a:lnTo>
                    <a:pt x="306015" y="74075"/>
                  </a:lnTo>
                  <a:lnTo>
                    <a:pt x="303003" y="69733"/>
                  </a:lnTo>
                  <a:lnTo>
                    <a:pt x="299855" y="65487"/>
                  </a:lnTo>
                  <a:lnTo>
                    <a:pt x="296574" y="61343"/>
                  </a:lnTo>
                  <a:lnTo>
                    <a:pt x="293164" y="57305"/>
                  </a:lnTo>
                  <a:lnTo>
                    <a:pt x="289628" y="53377"/>
                  </a:lnTo>
                  <a:lnTo>
                    <a:pt x="285969" y="49562"/>
                  </a:lnTo>
                  <a:lnTo>
                    <a:pt x="282192" y="45865"/>
                  </a:lnTo>
                  <a:lnTo>
                    <a:pt x="278300" y="42290"/>
                  </a:lnTo>
                  <a:lnTo>
                    <a:pt x="274297" y="38839"/>
                  </a:lnTo>
                  <a:lnTo>
                    <a:pt x="270186" y="35516"/>
                  </a:lnTo>
                  <a:lnTo>
                    <a:pt x="265973" y="32325"/>
                  </a:lnTo>
                  <a:lnTo>
                    <a:pt x="261661" y="29269"/>
                  </a:lnTo>
                  <a:lnTo>
                    <a:pt x="257254" y="26351"/>
                  </a:lnTo>
                  <a:lnTo>
                    <a:pt x="252757" y="23573"/>
                  </a:lnTo>
                  <a:lnTo>
                    <a:pt x="248175" y="20939"/>
                  </a:lnTo>
                  <a:lnTo>
                    <a:pt x="243512" y="18451"/>
                  </a:lnTo>
                  <a:lnTo>
                    <a:pt x="238772" y="16112"/>
                  </a:lnTo>
                  <a:lnTo>
                    <a:pt x="233961" y="13924"/>
                  </a:lnTo>
                  <a:lnTo>
                    <a:pt x="229083" y="11889"/>
                  </a:lnTo>
                  <a:lnTo>
                    <a:pt x="224143" y="10009"/>
                  </a:lnTo>
                  <a:lnTo>
                    <a:pt x="219147" y="8286"/>
                  </a:lnTo>
                  <a:lnTo>
                    <a:pt x="214098" y="6722"/>
                  </a:lnTo>
                  <a:lnTo>
                    <a:pt x="209002" y="5319"/>
                  </a:lnTo>
                  <a:lnTo>
                    <a:pt x="203865" y="4077"/>
                  </a:lnTo>
                  <a:lnTo>
                    <a:pt x="198691" y="2999"/>
                  </a:lnTo>
                  <a:lnTo>
                    <a:pt x="193485" y="2084"/>
                  </a:lnTo>
                  <a:lnTo>
                    <a:pt x="188253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g774"/>
            <p:cNvSpPr/>
            <p:nvPr/>
          </p:nvSpPr>
          <p:spPr>
            <a:xfrm>
              <a:off x="4592945" y="5399291"/>
              <a:ext cx="24335" cy="167167"/>
            </a:xfrm>
            <a:custGeom>
              <a:avLst/>
              <a:gdLst/>
              <a:ahLst/>
              <a:cxnLst/>
              <a:rect l="0" t="0" r="0" b="0"/>
              <a:pathLst>
                <a:path w="24335" h="167167">
                  <a:moveTo>
                    <a:pt x="24335" y="0"/>
                  </a:moveTo>
                  <a:lnTo>
                    <a:pt x="16197" y="198"/>
                  </a:lnTo>
                  <a:lnTo>
                    <a:pt x="8079" y="792"/>
                  </a:lnTo>
                  <a:lnTo>
                    <a:pt x="0" y="1780"/>
                  </a:lnTo>
                  <a:lnTo>
                    <a:pt x="2433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g775"/>
            <p:cNvSpPr/>
            <p:nvPr/>
          </p:nvSpPr>
          <p:spPr>
            <a:xfrm>
              <a:off x="4592945" y="5401072"/>
              <a:ext cx="24335" cy="165386"/>
            </a:xfrm>
            <a:custGeom>
              <a:avLst/>
              <a:gdLst/>
              <a:ahLst/>
              <a:cxnLst/>
              <a:rect l="0" t="0" r="0" b="0"/>
              <a:pathLst>
                <a:path w="24335" h="165386">
                  <a:moveTo>
                    <a:pt x="0" y="0"/>
                  </a:moveTo>
                  <a:lnTo>
                    <a:pt x="24335" y="16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g776"/>
            <p:cNvSpPr/>
            <p:nvPr/>
          </p:nvSpPr>
          <p:spPr>
            <a:xfrm>
              <a:off x="4592945" y="5401072"/>
              <a:ext cx="24335" cy="165386"/>
            </a:xfrm>
            <a:custGeom>
              <a:avLst/>
              <a:gdLst/>
              <a:ahLst/>
              <a:cxnLst/>
              <a:rect l="0" t="0" r="0" b="0"/>
              <a:pathLst>
                <a:path w="24335" h="165386">
                  <a:moveTo>
                    <a:pt x="0" y="0"/>
                  </a:moveTo>
                  <a:lnTo>
                    <a:pt x="24335" y="16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g777"/>
            <p:cNvSpPr/>
            <p:nvPr/>
          </p:nvSpPr>
          <p:spPr>
            <a:xfrm>
              <a:off x="4592945" y="5401072"/>
              <a:ext cx="24335" cy="165386"/>
            </a:xfrm>
            <a:custGeom>
              <a:avLst/>
              <a:gdLst/>
              <a:ahLst/>
              <a:cxnLst/>
              <a:rect l="0" t="0" r="0" b="0"/>
              <a:pathLst>
                <a:path w="24335" h="165386">
                  <a:moveTo>
                    <a:pt x="0" y="0"/>
                  </a:moveTo>
                  <a:lnTo>
                    <a:pt x="24335" y="16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g778"/>
            <p:cNvSpPr/>
            <p:nvPr/>
          </p:nvSpPr>
          <p:spPr>
            <a:xfrm>
              <a:off x="4592945" y="5401072"/>
              <a:ext cx="24335" cy="165386"/>
            </a:xfrm>
            <a:custGeom>
              <a:avLst/>
              <a:gdLst/>
              <a:ahLst/>
              <a:cxnLst/>
              <a:rect l="0" t="0" r="0" b="0"/>
              <a:pathLst>
                <a:path w="24335" h="165386">
                  <a:moveTo>
                    <a:pt x="0" y="0"/>
                  </a:moveTo>
                  <a:lnTo>
                    <a:pt x="24335" y="16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g779"/>
            <p:cNvSpPr/>
            <p:nvPr/>
          </p:nvSpPr>
          <p:spPr>
            <a:xfrm>
              <a:off x="4592945" y="5401072"/>
              <a:ext cx="24335" cy="165386"/>
            </a:xfrm>
            <a:custGeom>
              <a:avLst/>
              <a:gdLst/>
              <a:ahLst/>
              <a:cxnLst/>
              <a:rect l="0" t="0" r="0" b="0"/>
              <a:pathLst>
                <a:path w="24335" h="165386">
                  <a:moveTo>
                    <a:pt x="0" y="0"/>
                  </a:moveTo>
                  <a:lnTo>
                    <a:pt x="24335" y="165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g780"/>
            <p:cNvSpPr/>
            <p:nvPr/>
          </p:nvSpPr>
          <p:spPr>
            <a:xfrm>
              <a:off x="4592945" y="5401072"/>
              <a:ext cx="24335" cy="165386"/>
            </a:xfrm>
            <a:custGeom>
              <a:avLst/>
              <a:gdLst/>
              <a:ahLst/>
              <a:cxnLst/>
              <a:rect l="0" t="0" r="0" b="0"/>
              <a:pathLst>
                <a:path w="24335" h="165386">
                  <a:moveTo>
                    <a:pt x="0" y="0"/>
                  </a:moveTo>
                  <a:lnTo>
                    <a:pt x="24335" y="165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g781"/>
            <p:cNvSpPr/>
            <p:nvPr/>
          </p:nvSpPr>
          <p:spPr>
            <a:xfrm>
              <a:off x="4450113" y="5401072"/>
              <a:ext cx="334334" cy="332534"/>
            </a:xfrm>
            <a:custGeom>
              <a:avLst/>
              <a:gdLst/>
              <a:ahLst/>
              <a:cxnLst/>
              <a:rect l="0" t="0" r="0" b="0"/>
              <a:pathLst>
                <a:path w="334334" h="332534">
                  <a:moveTo>
                    <a:pt x="142832" y="0"/>
                  </a:moveTo>
                  <a:lnTo>
                    <a:pt x="137601" y="854"/>
                  </a:lnTo>
                  <a:lnTo>
                    <a:pt x="132400" y="1874"/>
                  </a:lnTo>
                  <a:lnTo>
                    <a:pt x="127234" y="3058"/>
                  </a:lnTo>
                  <a:lnTo>
                    <a:pt x="122108" y="4406"/>
                  </a:lnTo>
                  <a:lnTo>
                    <a:pt x="117028" y="5915"/>
                  </a:lnTo>
                  <a:lnTo>
                    <a:pt x="111998" y="7585"/>
                  </a:lnTo>
                  <a:lnTo>
                    <a:pt x="107023" y="9413"/>
                  </a:lnTo>
                  <a:lnTo>
                    <a:pt x="102109" y="11398"/>
                  </a:lnTo>
                  <a:lnTo>
                    <a:pt x="97260" y="13537"/>
                  </a:lnTo>
                  <a:lnTo>
                    <a:pt x="92482" y="15830"/>
                  </a:lnTo>
                  <a:lnTo>
                    <a:pt x="87778" y="18273"/>
                  </a:lnTo>
                  <a:lnTo>
                    <a:pt x="83155" y="20863"/>
                  </a:lnTo>
                  <a:lnTo>
                    <a:pt x="78615" y="23599"/>
                  </a:lnTo>
                  <a:lnTo>
                    <a:pt x="74165" y="26477"/>
                  </a:lnTo>
                  <a:lnTo>
                    <a:pt x="69808" y="29495"/>
                  </a:lnTo>
                  <a:lnTo>
                    <a:pt x="65550" y="32650"/>
                  </a:lnTo>
                  <a:lnTo>
                    <a:pt x="61393" y="35938"/>
                  </a:lnTo>
                  <a:lnTo>
                    <a:pt x="57342" y="39356"/>
                  </a:lnTo>
                  <a:lnTo>
                    <a:pt x="53402" y="42901"/>
                  </a:lnTo>
                  <a:lnTo>
                    <a:pt x="49577" y="46569"/>
                  </a:lnTo>
                  <a:lnTo>
                    <a:pt x="45869" y="50356"/>
                  </a:lnTo>
                  <a:lnTo>
                    <a:pt x="42284" y="54259"/>
                  </a:lnTo>
                  <a:lnTo>
                    <a:pt x="38824" y="58274"/>
                  </a:lnTo>
                  <a:lnTo>
                    <a:pt x="35493" y="62396"/>
                  </a:lnTo>
                  <a:lnTo>
                    <a:pt x="32294" y="66622"/>
                  </a:lnTo>
                  <a:lnTo>
                    <a:pt x="29231" y="70947"/>
                  </a:lnTo>
                  <a:lnTo>
                    <a:pt x="26307" y="75367"/>
                  </a:lnTo>
                  <a:lnTo>
                    <a:pt x="23524" y="79878"/>
                  </a:lnTo>
                  <a:lnTo>
                    <a:pt x="20885" y="84474"/>
                  </a:lnTo>
                  <a:lnTo>
                    <a:pt x="18394" y="89152"/>
                  </a:lnTo>
                  <a:lnTo>
                    <a:pt x="16052" y="93907"/>
                  </a:lnTo>
                  <a:lnTo>
                    <a:pt x="13862" y="98733"/>
                  </a:lnTo>
                  <a:lnTo>
                    <a:pt x="11826" y="103626"/>
                  </a:lnTo>
                  <a:lnTo>
                    <a:pt x="9946" y="108582"/>
                  </a:lnTo>
                  <a:lnTo>
                    <a:pt x="8225" y="113594"/>
                  </a:lnTo>
                  <a:lnTo>
                    <a:pt x="6663" y="118659"/>
                  </a:lnTo>
                  <a:lnTo>
                    <a:pt x="5262" y="123770"/>
                  </a:lnTo>
                  <a:lnTo>
                    <a:pt x="4024" y="128924"/>
                  </a:lnTo>
                  <a:lnTo>
                    <a:pt x="2950" y="134114"/>
                  </a:lnTo>
                  <a:lnTo>
                    <a:pt x="2042" y="139335"/>
                  </a:lnTo>
                  <a:lnTo>
                    <a:pt x="1299" y="144583"/>
                  </a:lnTo>
                  <a:lnTo>
                    <a:pt x="723" y="149851"/>
                  </a:lnTo>
                  <a:lnTo>
                    <a:pt x="314" y="155135"/>
                  </a:lnTo>
                  <a:lnTo>
                    <a:pt x="73" y="160430"/>
                  </a:lnTo>
                  <a:lnTo>
                    <a:pt x="0" y="165729"/>
                  </a:lnTo>
                  <a:lnTo>
                    <a:pt x="94" y="171028"/>
                  </a:lnTo>
                  <a:lnTo>
                    <a:pt x="357" y="176322"/>
                  </a:lnTo>
                  <a:lnTo>
                    <a:pt x="788" y="181604"/>
                  </a:lnTo>
                  <a:lnTo>
                    <a:pt x="1385" y="186870"/>
                  </a:lnTo>
                  <a:lnTo>
                    <a:pt x="2150" y="192115"/>
                  </a:lnTo>
                  <a:lnTo>
                    <a:pt x="3080" y="197332"/>
                  </a:lnTo>
                  <a:lnTo>
                    <a:pt x="4175" y="202518"/>
                  </a:lnTo>
                  <a:lnTo>
                    <a:pt x="5434" y="207666"/>
                  </a:lnTo>
                  <a:lnTo>
                    <a:pt x="6856" y="212772"/>
                  </a:lnTo>
                  <a:lnTo>
                    <a:pt x="8439" y="217830"/>
                  </a:lnTo>
                  <a:lnTo>
                    <a:pt x="10181" y="222835"/>
                  </a:lnTo>
                  <a:lnTo>
                    <a:pt x="12081" y="227783"/>
                  </a:lnTo>
                  <a:lnTo>
                    <a:pt x="14137" y="232668"/>
                  </a:lnTo>
                  <a:lnTo>
                    <a:pt x="16347" y="237485"/>
                  </a:lnTo>
                  <a:lnTo>
                    <a:pt x="18708" y="242230"/>
                  </a:lnTo>
                  <a:lnTo>
                    <a:pt x="21218" y="246898"/>
                  </a:lnTo>
                  <a:lnTo>
                    <a:pt x="23876" y="251483"/>
                  </a:lnTo>
                  <a:lnTo>
                    <a:pt x="26677" y="255982"/>
                  </a:lnTo>
                  <a:lnTo>
                    <a:pt x="29620" y="260390"/>
                  </a:lnTo>
                  <a:lnTo>
                    <a:pt x="32700" y="264703"/>
                  </a:lnTo>
                  <a:lnTo>
                    <a:pt x="35916" y="268916"/>
                  </a:lnTo>
                  <a:lnTo>
                    <a:pt x="39264" y="273024"/>
                  </a:lnTo>
                  <a:lnTo>
                    <a:pt x="42741" y="277025"/>
                  </a:lnTo>
                  <a:lnTo>
                    <a:pt x="46342" y="280913"/>
                  </a:lnTo>
                  <a:lnTo>
                    <a:pt x="50065" y="284685"/>
                  </a:lnTo>
                  <a:lnTo>
                    <a:pt x="53906" y="288337"/>
                  </a:lnTo>
                  <a:lnTo>
                    <a:pt x="57860" y="291866"/>
                  </a:lnTo>
                  <a:lnTo>
                    <a:pt x="61925" y="295267"/>
                  </a:lnTo>
                  <a:lnTo>
                    <a:pt x="66095" y="298538"/>
                  </a:lnTo>
                  <a:lnTo>
                    <a:pt x="70367" y="301675"/>
                  </a:lnTo>
                  <a:lnTo>
                    <a:pt x="74736" y="304675"/>
                  </a:lnTo>
                  <a:lnTo>
                    <a:pt x="79198" y="307536"/>
                  </a:lnTo>
                  <a:lnTo>
                    <a:pt x="83748" y="310253"/>
                  </a:lnTo>
                  <a:lnTo>
                    <a:pt x="88382" y="312824"/>
                  </a:lnTo>
                  <a:lnTo>
                    <a:pt x="93096" y="315248"/>
                  </a:lnTo>
                  <a:lnTo>
                    <a:pt x="97884" y="317520"/>
                  </a:lnTo>
                  <a:lnTo>
                    <a:pt x="102741" y="319640"/>
                  </a:lnTo>
                  <a:lnTo>
                    <a:pt x="107664" y="321605"/>
                  </a:lnTo>
                  <a:lnTo>
                    <a:pt x="112646" y="323413"/>
                  </a:lnTo>
                  <a:lnTo>
                    <a:pt x="117683" y="325062"/>
                  </a:lnTo>
                  <a:lnTo>
                    <a:pt x="122769" y="326550"/>
                  </a:lnTo>
                  <a:lnTo>
                    <a:pt x="127901" y="327877"/>
                  </a:lnTo>
                  <a:lnTo>
                    <a:pt x="133071" y="329040"/>
                  </a:lnTo>
                  <a:lnTo>
                    <a:pt x="138276" y="330038"/>
                  </a:lnTo>
                  <a:lnTo>
                    <a:pt x="143510" y="330871"/>
                  </a:lnTo>
                  <a:lnTo>
                    <a:pt x="148768" y="331538"/>
                  </a:lnTo>
                  <a:lnTo>
                    <a:pt x="154044" y="332038"/>
                  </a:lnTo>
                  <a:lnTo>
                    <a:pt x="159334" y="332370"/>
                  </a:lnTo>
                  <a:lnTo>
                    <a:pt x="164631" y="332534"/>
                  </a:lnTo>
                  <a:lnTo>
                    <a:pt x="169931" y="332531"/>
                  </a:lnTo>
                  <a:lnTo>
                    <a:pt x="175228" y="332359"/>
                  </a:lnTo>
                  <a:lnTo>
                    <a:pt x="180518" y="332020"/>
                  </a:lnTo>
                  <a:lnTo>
                    <a:pt x="185793" y="331513"/>
                  </a:lnTo>
                  <a:lnTo>
                    <a:pt x="191050" y="330839"/>
                  </a:lnTo>
                  <a:lnTo>
                    <a:pt x="196283" y="329998"/>
                  </a:lnTo>
                  <a:lnTo>
                    <a:pt x="201487" y="328993"/>
                  </a:lnTo>
                  <a:lnTo>
                    <a:pt x="206656" y="327823"/>
                  </a:lnTo>
                  <a:lnTo>
                    <a:pt x="211785" y="326489"/>
                  </a:lnTo>
                  <a:lnTo>
                    <a:pt x="216870" y="324994"/>
                  </a:lnTo>
                  <a:lnTo>
                    <a:pt x="221904" y="323338"/>
                  </a:lnTo>
                  <a:lnTo>
                    <a:pt x="226884" y="321523"/>
                  </a:lnTo>
                  <a:lnTo>
                    <a:pt x="231804" y="319552"/>
                  </a:lnTo>
                  <a:lnTo>
                    <a:pt x="236658" y="317425"/>
                  </a:lnTo>
                  <a:lnTo>
                    <a:pt x="241443" y="315146"/>
                  </a:lnTo>
                  <a:lnTo>
                    <a:pt x="246153" y="312716"/>
                  </a:lnTo>
                  <a:lnTo>
                    <a:pt x="250784" y="310138"/>
                  </a:lnTo>
                  <a:lnTo>
                    <a:pt x="255331" y="307415"/>
                  </a:lnTo>
                  <a:lnTo>
                    <a:pt x="259789" y="304548"/>
                  </a:lnTo>
                  <a:lnTo>
                    <a:pt x="264153" y="301542"/>
                  </a:lnTo>
                  <a:lnTo>
                    <a:pt x="268421" y="298399"/>
                  </a:lnTo>
                  <a:lnTo>
                    <a:pt x="272587" y="295123"/>
                  </a:lnTo>
                  <a:lnTo>
                    <a:pt x="276646" y="291716"/>
                  </a:lnTo>
                  <a:lnTo>
                    <a:pt x="280596" y="288182"/>
                  </a:lnTo>
                  <a:lnTo>
                    <a:pt x="284432" y="284524"/>
                  </a:lnTo>
                  <a:lnTo>
                    <a:pt x="288149" y="280747"/>
                  </a:lnTo>
                  <a:lnTo>
                    <a:pt x="291746" y="276854"/>
                  </a:lnTo>
                  <a:lnTo>
                    <a:pt x="295217" y="272849"/>
                  </a:lnTo>
                  <a:lnTo>
                    <a:pt x="298559" y="268735"/>
                  </a:lnTo>
                  <a:lnTo>
                    <a:pt x="301769" y="264518"/>
                  </a:lnTo>
                  <a:lnTo>
                    <a:pt x="304844" y="260201"/>
                  </a:lnTo>
                  <a:lnTo>
                    <a:pt x="307780" y="255789"/>
                  </a:lnTo>
                  <a:lnTo>
                    <a:pt x="310575" y="251286"/>
                  </a:lnTo>
                  <a:lnTo>
                    <a:pt x="313226" y="246697"/>
                  </a:lnTo>
                  <a:lnTo>
                    <a:pt x="315731" y="242026"/>
                  </a:lnTo>
                  <a:lnTo>
                    <a:pt x="318086" y="237278"/>
                  </a:lnTo>
                  <a:lnTo>
                    <a:pt x="320289" y="232458"/>
                  </a:lnTo>
                  <a:lnTo>
                    <a:pt x="322338" y="227570"/>
                  </a:lnTo>
                  <a:lnTo>
                    <a:pt x="324231" y="222620"/>
                  </a:lnTo>
                  <a:lnTo>
                    <a:pt x="325967" y="217612"/>
                  </a:lnTo>
                  <a:lnTo>
                    <a:pt x="327542" y="212552"/>
                  </a:lnTo>
                  <a:lnTo>
                    <a:pt x="328957" y="207444"/>
                  </a:lnTo>
                  <a:lnTo>
                    <a:pt x="330209" y="202294"/>
                  </a:lnTo>
                  <a:lnTo>
                    <a:pt x="331297" y="197107"/>
                  </a:lnTo>
                  <a:lnTo>
                    <a:pt x="332220" y="191888"/>
                  </a:lnTo>
                  <a:lnTo>
                    <a:pt x="332977" y="186643"/>
                  </a:lnTo>
                  <a:lnTo>
                    <a:pt x="333568" y="181376"/>
                  </a:lnTo>
                  <a:lnTo>
                    <a:pt x="333991" y="176093"/>
                  </a:lnTo>
                  <a:lnTo>
                    <a:pt x="334246" y="170799"/>
                  </a:lnTo>
                  <a:lnTo>
                    <a:pt x="334334" y="165500"/>
                  </a:lnTo>
                  <a:lnTo>
                    <a:pt x="334254" y="160200"/>
                  </a:lnTo>
                  <a:lnTo>
                    <a:pt x="334005" y="154906"/>
                  </a:lnTo>
                  <a:lnTo>
                    <a:pt x="333589" y="149623"/>
                  </a:lnTo>
                  <a:lnTo>
                    <a:pt x="333006" y="144355"/>
                  </a:lnTo>
                  <a:lnTo>
                    <a:pt x="332256" y="139108"/>
                  </a:lnTo>
                  <a:lnTo>
                    <a:pt x="331340" y="133888"/>
                  </a:lnTo>
                  <a:lnTo>
                    <a:pt x="330259" y="128700"/>
                  </a:lnTo>
                  <a:lnTo>
                    <a:pt x="329014" y="123548"/>
                  </a:lnTo>
                  <a:lnTo>
                    <a:pt x="327606" y="118438"/>
                  </a:lnTo>
                  <a:lnTo>
                    <a:pt x="326037" y="113376"/>
                  </a:lnTo>
                  <a:lnTo>
                    <a:pt x="324309" y="108366"/>
                  </a:lnTo>
                  <a:lnTo>
                    <a:pt x="322422" y="103413"/>
                  </a:lnTo>
                  <a:lnTo>
                    <a:pt x="320380" y="98522"/>
                  </a:lnTo>
                  <a:lnTo>
                    <a:pt x="318183" y="93699"/>
                  </a:lnTo>
                  <a:lnTo>
                    <a:pt x="315834" y="88948"/>
                  </a:lnTo>
                  <a:lnTo>
                    <a:pt x="313337" y="84274"/>
                  </a:lnTo>
                  <a:lnTo>
                    <a:pt x="310692" y="79681"/>
                  </a:lnTo>
                  <a:lnTo>
                    <a:pt x="307903" y="75174"/>
                  </a:lnTo>
                  <a:lnTo>
                    <a:pt x="304972" y="70758"/>
                  </a:lnTo>
                  <a:lnTo>
                    <a:pt x="301903" y="66437"/>
                  </a:lnTo>
                  <a:lnTo>
                    <a:pt x="298699" y="62215"/>
                  </a:lnTo>
                  <a:lnTo>
                    <a:pt x="295362" y="58098"/>
                  </a:lnTo>
                  <a:lnTo>
                    <a:pt x="291897" y="54088"/>
                  </a:lnTo>
                  <a:lnTo>
                    <a:pt x="288306" y="50190"/>
                  </a:lnTo>
                  <a:lnTo>
                    <a:pt x="284593" y="46407"/>
                  </a:lnTo>
                  <a:lnTo>
                    <a:pt x="280762" y="42745"/>
                  </a:lnTo>
                  <a:lnTo>
                    <a:pt x="276818" y="39205"/>
                  </a:lnTo>
                  <a:lnTo>
                    <a:pt x="272763" y="35793"/>
                  </a:lnTo>
                  <a:lnTo>
                    <a:pt x="268601" y="32510"/>
                  </a:lnTo>
                  <a:lnTo>
                    <a:pt x="264338" y="29362"/>
                  </a:lnTo>
                  <a:lnTo>
                    <a:pt x="259977" y="26350"/>
                  </a:lnTo>
                  <a:lnTo>
                    <a:pt x="255523" y="23477"/>
                  </a:lnTo>
                  <a:lnTo>
                    <a:pt x="250980" y="20748"/>
                  </a:lnTo>
                  <a:lnTo>
                    <a:pt x="246353" y="18164"/>
                  </a:lnTo>
                  <a:lnTo>
                    <a:pt x="241646" y="15727"/>
                  </a:lnTo>
                  <a:lnTo>
                    <a:pt x="236864" y="13442"/>
                  </a:lnTo>
                  <a:lnTo>
                    <a:pt x="232013" y="11309"/>
                  </a:lnTo>
                  <a:lnTo>
                    <a:pt x="227096" y="9330"/>
                  </a:lnTo>
                  <a:lnTo>
                    <a:pt x="222119" y="7509"/>
                  </a:lnTo>
                  <a:lnTo>
                    <a:pt x="217086" y="5846"/>
                  </a:lnTo>
                  <a:lnTo>
                    <a:pt x="212004" y="4344"/>
                  </a:lnTo>
                  <a:lnTo>
                    <a:pt x="206876" y="3004"/>
                  </a:lnTo>
                  <a:lnTo>
                    <a:pt x="201709" y="1826"/>
                  </a:lnTo>
                  <a:lnTo>
                    <a:pt x="196506" y="814"/>
                  </a:lnTo>
                  <a:lnTo>
                    <a:pt x="167167" y="1653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g782"/>
            <p:cNvSpPr/>
            <p:nvPr/>
          </p:nvSpPr>
          <p:spPr>
            <a:xfrm>
              <a:off x="4617280" y="5399291"/>
              <a:ext cx="29339" cy="167167"/>
            </a:xfrm>
            <a:custGeom>
              <a:avLst/>
              <a:gdLst/>
              <a:ahLst/>
              <a:cxnLst/>
              <a:rect l="0" t="0" r="0" b="0"/>
              <a:pathLst>
                <a:path w="29339" h="167167">
                  <a:moveTo>
                    <a:pt x="29339" y="2594"/>
                  </a:moveTo>
                  <a:lnTo>
                    <a:pt x="22054" y="1461"/>
                  </a:lnTo>
                  <a:lnTo>
                    <a:pt x="14727" y="649"/>
                  </a:lnTo>
                  <a:lnTo>
                    <a:pt x="7370" y="16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g804"/>
            <p:cNvSpPr/>
            <p:nvPr/>
          </p:nvSpPr>
          <p:spPr>
            <a:xfrm>
              <a:off x="4968508" y="5369149"/>
              <a:ext cx="167167" cy="291200"/>
            </a:xfrm>
            <a:custGeom>
              <a:avLst/>
              <a:gdLst/>
              <a:ahLst/>
              <a:cxnLst/>
              <a:rect l="0" t="0" r="0" b="0"/>
              <a:pathLst>
                <a:path w="167167" h="291200">
                  <a:moveTo>
                    <a:pt x="167167" y="0"/>
                  </a:moveTo>
                  <a:lnTo>
                    <a:pt x="161803" y="86"/>
                  </a:lnTo>
                  <a:lnTo>
                    <a:pt x="156445" y="344"/>
                  </a:lnTo>
                  <a:lnTo>
                    <a:pt x="151098" y="774"/>
                  </a:lnTo>
                  <a:lnTo>
                    <a:pt x="145768" y="1375"/>
                  </a:lnTo>
                  <a:lnTo>
                    <a:pt x="140459" y="2147"/>
                  </a:lnTo>
                  <a:lnTo>
                    <a:pt x="135178" y="3089"/>
                  </a:lnTo>
                  <a:lnTo>
                    <a:pt x="129930" y="4199"/>
                  </a:lnTo>
                  <a:lnTo>
                    <a:pt x="124720" y="5478"/>
                  </a:lnTo>
                  <a:lnTo>
                    <a:pt x="119554" y="6923"/>
                  </a:lnTo>
                  <a:lnTo>
                    <a:pt x="114438" y="8533"/>
                  </a:lnTo>
                  <a:lnTo>
                    <a:pt x="109375" y="10307"/>
                  </a:lnTo>
                  <a:lnTo>
                    <a:pt x="104372" y="12242"/>
                  </a:lnTo>
                  <a:lnTo>
                    <a:pt x="99433" y="14336"/>
                  </a:lnTo>
                  <a:lnTo>
                    <a:pt x="94565" y="16588"/>
                  </a:lnTo>
                  <a:lnTo>
                    <a:pt x="89771" y="18995"/>
                  </a:lnTo>
                  <a:lnTo>
                    <a:pt x="85056" y="21555"/>
                  </a:lnTo>
                  <a:lnTo>
                    <a:pt x="80427" y="24264"/>
                  </a:lnTo>
                  <a:lnTo>
                    <a:pt x="75886" y="27121"/>
                  </a:lnTo>
                  <a:lnTo>
                    <a:pt x="71440" y="30122"/>
                  </a:lnTo>
                  <a:lnTo>
                    <a:pt x="67092" y="33264"/>
                  </a:lnTo>
                  <a:lnTo>
                    <a:pt x="62847" y="36544"/>
                  </a:lnTo>
                  <a:lnTo>
                    <a:pt x="58710" y="39958"/>
                  </a:lnTo>
                  <a:lnTo>
                    <a:pt x="54684" y="43503"/>
                  </a:lnTo>
                  <a:lnTo>
                    <a:pt x="50774" y="47176"/>
                  </a:lnTo>
                  <a:lnTo>
                    <a:pt x="46984" y="50972"/>
                  </a:lnTo>
                  <a:lnTo>
                    <a:pt x="43318" y="54888"/>
                  </a:lnTo>
                  <a:lnTo>
                    <a:pt x="39779" y="58920"/>
                  </a:lnTo>
                  <a:lnTo>
                    <a:pt x="36372" y="63063"/>
                  </a:lnTo>
                  <a:lnTo>
                    <a:pt x="33099" y="67313"/>
                  </a:lnTo>
                  <a:lnTo>
                    <a:pt x="29964" y="71666"/>
                  </a:lnTo>
                  <a:lnTo>
                    <a:pt x="26971" y="76117"/>
                  </a:lnTo>
                  <a:lnTo>
                    <a:pt x="24122" y="80662"/>
                  </a:lnTo>
                  <a:lnTo>
                    <a:pt x="21420" y="85297"/>
                  </a:lnTo>
                  <a:lnTo>
                    <a:pt x="18868" y="90015"/>
                  </a:lnTo>
                  <a:lnTo>
                    <a:pt x="16469" y="94813"/>
                  </a:lnTo>
                  <a:lnTo>
                    <a:pt x="14225" y="99685"/>
                  </a:lnTo>
                  <a:lnTo>
                    <a:pt x="12139" y="104627"/>
                  </a:lnTo>
                  <a:lnTo>
                    <a:pt x="10212" y="109634"/>
                  </a:lnTo>
                  <a:lnTo>
                    <a:pt x="8447" y="114699"/>
                  </a:lnTo>
                  <a:lnTo>
                    <a:pt x="6845" y="119819"/>
                  </a:lnTo>
                  <a:lnTo>
                    <a:pt x="5408" y="124987"/>
                  </a:lnTo>
                  <a:lnTo>
                    <a:pt x="4138" y="130199"/>
                  </a:lnTo>
                  <a:lnTo>
                    <a:pt x="3036" y="135449"/>
                  </a:lnTo>
                  <a:lnTo>
                    <a:pt x="2103" y="140731"/>
                  </a:lnTo>
                  <a:lnTo>
                    <a:pt x="1340" y="146041"/>
                  </a:lnTo>
                  <a:lnTo>
                    <a:pt x="747" y="151372"/>
                  </a:lnTo>
                  <a:lnTo>
                    <a:pt x="326" y="156720"/>
                  </a:lnTo>
                  <a:lnTo>
                    <a:pt x="77" y="162078"/>
                  </a:lnTo>
                  <a:lnTo>
                    <a:pt x="0" y="167442"/>
                  </a:lnTo>
                  <a:lnTo>
                    <a:pt x="94" y="172806"/>
                  </a:lnTo>
                  <a:lnTo>
                    <a:pt x="361" y="178163"/>
                  </a:lnTo>
                  <a:lnTo>
                    <a:pt x="800" y="183510"/>
                  </a:lnTo>
                  <a:lnTo>
                    <a:pt x="1410" y="188839"/>
                  </a:lnTo>
                  <a:lnTo>
                    <a:pt x="2191" y="194146"/>
                  </a:lnTo>
                  <a:lnTo>
                    <a:pt x="3141" y="199426"/>
                  </a:lnTo>
                  <a:lnTo>
                    <a:pt x="4261" y="204672"/>
                  </a:lnTo>
                  <a:lnTo>
                    <a:pt x="5548" y="209879"/>
                  </a:lnTo>
                  <a:lnTo>
                    <a:pt x="7002" y="215043"/>
                  </a:lnTo>
                  <a:lnTo>
                    <a:pt x="8620" y="220157"/>
                  </a:lnTo>
                  <a:lnTo>
                    <a:pt x="10402" y="225217"/>
                  </a:lnTo>
                  <a:lnTo>
                    <a:pt x="12345" y="230217"/>
                  </a:lnTo>
                  <a:lnTo>
                    <a:pt x="14448" y="235152"/>
                  </a:lnTo>
                  <a:lnTo>
                    <a:pt x="16708" y="240017"/>
                  </a:lnTo>
                  <a:lnTo>
                    <a:pt x="19123" y="244807"/>
                  </a:lnTo>
                  <a:lnTo>
                    <a:pt x="21690" y="249517"/>
                  </a:lnTo>
                  <a:lnTo>
                    <a:pt x="24407" y="254142"/>
                  </a:lnTo>
                  <a:lnTo>
                    <a:pt x="27271" y="258678"/>
                  </a:lnTo>
                  <a:lnTo>
                    <a:pt x="30280" y="263119"/>
                  </a:lnTo>
                  <a:lnTo>
                    <a:pt x="33429" y="267462"/>
                  </a:lnTo>
                  <a:lnTo>
                    <a:pt x="36715" y="271701"/>
                  </a:lnTo>
                  <a:lnTo>
                    <a:pt x="40137" y="275833"/>
                  </a:lnTo>
                  <a:lnTo>
                    <a:pt x="43689" y="279853"/>
                  </a:lnTo>
                  <a:lnTo>
                    <a:pt x="47368" y="283757"/>
                  </a:lnTo>
                  <a:lnTo>
                    <a:pt x="51170" y="287540"/>
                  </a:lnTo>
                  <a:lnTo>
                    <a:pt x="55092" y="29120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g805"/>
            <p:cNvSpPr/>
            <p:nvPr/>
          </p:nvSpPr>
          <p:spPr>
            <a:xfrm>
              <a:off x="5023601" y="5536317"/>
              <a:ext cx="112074" cy="124033"/>
            </a:xfrm>
            <a:custGeom>
              <a:avLst/>
              <a:gdLst/>
              <a:ahLst/>
              <a:cxnLst/>
              <a:rect l="0" t="0" r="0" b="0"/>
              <a:pathLst>
                <a:path w="112074" h="124033">
                  <a:moveTo>
                    <a:pt x="0" y="124033"/>
                  </a:moveTo>
                  <a:lnTo>
                    <a:pt x="1120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g806"/>
            <p:cNvSpPr/>
            <p:nvPr/>
          </p:nvSpPr>
          <p:spPr>
            <a:xfrm>
              <a:off x="5023601" y="5536317"/>
              <a:ext cx="112074" cy="124033"/>
            </a:xfrm>
            <a:custGeom>
              <a:avLst/>
              <a:gdLst/>
              <a:ahLst/>
              <a:cxnLst/>
              <a:rect l="0" t="0" r="0" b="0"/>
              <a:pathLst>
                <a:path w="112074" h="124033">
                  <a:moveTo>
                    <a:pt x="0" y="124033"/>
                  </a:moveTo>
                  <a:lnTo>
                    <a:pt x="1120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g807"/>
            <p:cNvSpPr/>
            <p:nvPr/>
          </p:nvSpPr>
          <p:spPr>
            <a:xfrm>
              <a:off x="5023601" y="5536317"/>
              <a:ext cx="112074" cy="124033"/>
            </a:xfrm>
            <a:custGeom>
              <a:avLst/>
              <a:gdLst/>
              <a:ahLst/>
              <a:cxnLst/>
              <a:rect l="0" t="0" r="0" b="0"/>
              <a:pathLst>
                <a:path w="112074" h="124033">
                  <a:moveTo>
                    <a:pt x="0" y="124033"/>
                  </a:moveTo>
                  <a:lnTo>
                    <a:pt x="1120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g808"/>
            <p:cNvSpPr/>
            <p:nvPr/>
          </p:nvSpPr>
          <p:spPr>
            <a:xfrm>
              <a:off x="5023601" y="5536317"/>
              <a:ext cx="112074" cy="124033"/>
            </a:xfrm>
            <a:custGeom>
              <a:avLst/>
              <a:gdLst/>
              <a:ahLst/>
              <a:cxnLst/>
              <a:rect l="0" t="0" r="0" b="0"/>
              <a:pathLst>
                <a:path w="112074" h="124033">
                  <a:moveTo>
                    <a:pt x="0" y="124033"/>
                  </a:moveTo>
                  <a:lnTo>
                    <a:pt x="11207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g809"/>
            <p:cNvSpPr/>
            <p:nvPr/>
          </p:nvSpPr>
          <p:spPr>
            <a:xfrm>
              <a:off x="5023601" y="5536317"/>
              <a:ext cx="112074" cy="124033"/>
            </a:xfrm>
            <a:custGeom>
              <a:avLst/>
              <a:gdLst/>
              <a:ahLst/>
              <a:cxnLst/>
              <a:rect l="0" t="0" r="0" b="0"/>
              <a:pathLst>
                <a:path w="112074" h="124033">
                  <a:moveTo>
                    <a:pt x="0" y="124033"/>
                  </a:moveTo>
                  <a:lnTo>
                    <a:pt x="11207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g810"/>
            <p:cNvSpPr/>
            <p:nvPr/>
          </p:nvSpPr>
          <p:spPr>
            <a:xfrm>
              <a:off x="5023601" y="5536317"/>
              <a:ext cx="112074" cy="167048"/>
            </a:xfrm>
            <a:custGeom>
              <a:avLst/>
              <a:gdLst/>
              <a:ahLst/>
              <a:cxnLst/>
              <a:rect l="0" t="0" r="0" b="0"/>
              <a:pathLst>
                <a:path w="112074" h="167048">
                  <a:moveTo>
                    <a:pt x="0" y="124033"/>
                  </a:moveTo>
                  <a:lnTo>
                    <a:pt x="4177" y="127684"/>
                  </a:lnTo>
                  <a:lnTo>
                    <a:pt x="8474" y="131194"/>
                  </a:lnTo>
                  <a:lnTo>
                    <a:pt x="12885" y="134560"/>
                  </a:lnTo>
                  <a:lnTo>
                    <a:pt x="17405" y="137777"/>
                  </a:lnTo>
                  <a:lnTo>
                    <a:pt x="22030" y="140843"/>
                  </a:lnTo>
                  <a:lnTo>
                    <a:pt x="26753" y="143754"/>
                  </a:lnTo>
                  <a:lnTo>
                    <a:pt x="31571" y="146506"/>
                  </a:lnTo>
                  <a:lnTo>
                    <a:pt x="36477" y="149097"/>
                  </a:lnTo>
                  <a:lnTo>
                    <a:pt x="41467" y="151524"/>
                  </a:lnTo>
                  <a:lnTo>
                    <a:pt x="46534" y="153783"/>
                  </a:lnTo>
                  <a:lnTo>
                    <a:pt x="51674" y="155874"/>
                  </a:lnTo>
                  <a:lnTo>
                    <a:pt x="56880" y="157792"/>
                  </a:lnTo>
                  <a:lnTo>
                    <a:pt x="62146" y="159537"/>
                  </a:lnTo>
                  <a:lnTo>
                    <a:pt x="67468" y="161106"/>
                  </a:lnTo>
                  <a:lnTo>
                    <a:pt x="72839" y="162497"/>
                  </a:lnTo>
                  <a:lnTo>
                    <a:pt x="78254" y="163710"/>
                  </a:lnTo>
                  <a:lnTo>
                    <a:pt x="83705" y="164742"/>
                  </a:lnTo>
                  <a:lnTo>
                    <a:pt x="89188" y="165593"/>
                  </a:lnTo>
                  <a:lnTo>
                    <a:pt x="94696" y="166261"/>
                  </a:lnTo>
                  <a:lnTo>
                    <a:pt x="100223" y="166746"/>
                  </a:lnTo>
                  <a:lnTo>
                    <a:pt x="105763" y="167048"/>
                  </a:lnTo>
                  <a:lnTo>
                    <a:pt x="11207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g811"/>
            <p:cNvSpPr/>
            <p:nvPr/>
          </p:nvSpPr>
          <p:spPr>
            <a:xfrm>
              <a:off x="5129365" y="5369149"/>
              <a:ext cx="173464" cy="334331"/>
            </a:xfrm>
            <a:custGeom>
              <a:avLst/>
              <a:gdLst/>
              <a:ahLst/>
              <a:cxnLst/>
              <a:rect l="0" t="0" r="0" b="0"/>
              <a:pathLst>
                <a:path w="173464" h="334331">
                  <a:moveTo>
                    <a:pt x="0" y="334215"/>
                  </a:moveTo>
                  <a:lnTo>
                    <a:pt x="5313" y="334331"/>
                  </a:lnTo>
                  <a:lnTo>
                    <a:pt x="10627" y="334279"/>
                  </a:lnTo>
                  <a:lnTo>
                    <a:pt x="15937" y="334057"/>
                  </a:lnTo>
                  <a:lnTo>
                    <a:pt x="21237" y="333667"/>
                  </a:lnTo>
                  <a:lnTo>
                    <a:pt x="26523" y="333108"/>
                  </a:lnTo>
                  <a:lnTo>
                    <a:pt x="31787" y="332382"/>
                  </a:lnTo>
                  <a:lnTo>
                    <a:pt x="37026" y="331488"/>
                  </a:lnTo>
                  <a:lnTo>
                    <a:pt x="42234" y="330429"/>
                  </a:lnTo>
                  <a:lnTo>
                    <a:pt x="47406" y="329204"/>
                  </a:lnTo>
                  <a:lnTo>
                    <a:pt x="52536" y="327816"/>
                  </a:lnTo>
                  <a:lnTo>
                    <a:pt x="57619" y="326265"/>
                  </a:lnTo>
                  <a:lnTo>
                    <a:pt x="62651" y="324554"/>
                  </a:lnTo>
                  <a:lnTo>
                    <a:pt x="67626" y="322684"/>
                  </a:lnTo>
                  <a:lnTo>
                    <a:pt x="72538" y="320656"/>
                  </a:lnTo>
                  <a:lnTo>
                    <a:pt x="77384" y="318473"/>
                  </a:lnTo>
                  <a:lnTo>
                    <a:pt x="82158" y="316137"/>
                  </a:lnTo>
                  <a:lnTo>
                    <a:pt x="86855" y="313651"/>
                  </a:lnTo>
                  <a:lnTo>
                    <a:pt x="91471" y="311017"/>
                  </a:lnTo>
                  <a:lnTo>
                    <a:pt x="96000" y="308237"/>
                  </a:lnTo>
                  <a:lnTo>
                    <a:pt x="100439" y="305314"/>
                  </a:lnTo>
                  <a:lnTo>
                    <a:pt x="104783" y="302252"/>
                  </a:lnTo>
                  <a:lnTo>
                    <a:pt x="109028" y="299054"/>
                  </a:lnTo>
                  <a:lnTo>
                    <a:pt x="113168" y="295722"/>
                  </a:lnTo>
                  <a:lnTo>
                    <a:pt x="117201" y="292260"/>
                  </a:lnTo>
                  <a:lnTo>
                    <a:pt x="121121" y="288672"/>
                  </a:lnTo>
                  <a:lnTo>
                    <a:pt x="124925" y="284961"/>
                  </a:lnTo>
                  <a:lnTo>
                    <a:pt x="128610" y="281131"/>
                  </a:lnTo>
                  <a:lnTo>
                    <a:pt x="132171" y="277186"/>
                  </a:lnTo>
                  <a:lnTo>
                    <a:pt x="135605" y="273129"/>
                  </a:lnTo>
                  <a:lnTo>
                    <a:pt x="138908" y="268966"/>
                  </a:lnTo>
                  <a:lnTo>
                    <a:pt x="142077" y="264699"/>
                  </a:lnTo>
                  <a:lnTo>
                    <a:pt x="145108" y="260334"/>
                  </a:lnTo>
                  <a:lnTo>
                    <a:pt x="148000" y="255875"/>
                  </a:lnTo>
                  <a:lnTo>
                    <a:pt x="150748" y="251326"/>
                  </a:lnTo>
                  <a:lnTo>
                    <a:pt x="153350" y="246692"/>
                  </a:lnTo>
                  <a:lnTo>
                    <a:pt x="155804" y="241978"/>
                  </a:lnTo>
                  <a:lnTo>
                    <a:pt x="158106" y="237188"/>
                  </a:lnTo>
                  <a:lnTo>
                    <a:pt x="160256" y="232327"/>
                  </a:lnTo>
                  <a:lnTo>
                    <a:pt x="162249" y="227400"/>
                  </a:lnTo>
                  <a:lnTo>
                    <a:pt x="164085" y="222413"/>
                  </a:lnTo>
                  <a:lnTo>
                    <a:pt x="165761" y="217370"/>
                  </a:lnTo>
                  <a:lnTo>
                    <a:pt x="167277" y="212276"/>
                  </a:lnTo>
                  <a:lnTo>
                    <a:pt x="168629" y="207136"/>
                  </a:lnTo>
                  <a:lnTo>
                    <a:pt x="169818" y="201956"/>
                  </a:lnTo>
                  <a:lnTo>
                    <a:pt x="170841" y="196741"/>
                  </a:lnTo>
                  <a:lnTo>
                    <a:pt x="171698" y="191496"/>
                  </a:lnTo>
                  <a:lnTo>
                    <a:pt x="172388" y="186226"/>
                  </a:lnTo>
                  <a:lnTo>
                    <a:pt x="172910" y="180937"/>
                  </a:lnTo>
                  <a:lnTo>
                    <a:pt x="173263" y="175634"/>
                  </a:lnTo>
                  <a:lnTo>
                    <a:pt x="173448" y="170323"/>
                  </a:lnTo>
                  <a:lnTo>
                    <a:pt x="173464" y="165008"/>
                  </a:lnTo>
                  <a:lnTo>
                    <a:pt x="173311" y="159696"/>
                  </a:lnTo>
                  <a:lnTo>
                    <a:pt x="172989" y="154391"/>
                  </a:lnTo>
                  <a:lnTo>
                    <a:pt x="172499" y="149099"/>
                  </a:lnTo>
                  <a:lnTo>
                    <a:pt x="171840" y="143825"/>
                  </a:lnTo>
                  <a:lnTo>
                    <a:pt x="171015" y="138575"/>
                  </a:lnTo>
                  <a:lnTo>
                    <a:pt x="170023" y="133354"/>
                  </a:lnTo>
                  <a:lnTo>
                    <a:pt x="168865" y="128167"/>
                  </a:lnTo>
                  <a:lnTo>
                    <a:pt x="167543" y="123020"/>
                  </a:lnTo>
                  <a:lnTo>
                    <a:pt x="166058" y="117917"/>
                  </a:lnTo>
                  <a:lnTo>
                    <a:pt x="164412" y="112863"/>
                  </a:lnTo>
                  <a:lnTo>
                    <a:pt x="162606" y="107865"/>
                  </a:lnTo>
                  <a:lnTo>
                    <a:pt x="160642" y="102927"/>
                  </a:lnTo>
                  <a:lnTo>
                    <a:pt x="158522" y="98053"/>
                  </a:lnTo>
                  <a:lnTo>
                    <a:pt x="156248" y="93250"/>
                  </a:lnTo>
                  <a:lnTo>
                    <a:pt x="153822" y="88521"/>
                  </a:lnTo>
                  <a:lnTo>
                    <a:pt x="151248" y="83871"/>
                  </a:lnTo>
                  <a:lnTo>
                    <a:pt x="148527" y="79306"/>
                  </a:lnTo>
                  <a:lnTo>
                    <a:pt x="145662" y="74830"/>
                  </a:lnTo>
                  <a:lnTo>
                    <a:pt x="142656" y="70447"/>
                  </a:lnTo>
                  <a:lnTo>
                    <a:pt x="139513" y="66161"/>
                  </a:lnTo>
                  <a:lnTo>
                    <a:pt x="136235" y="61978"/>
                  </a:lnTo>
                  <a:lnTo>
                    <a:pt x="132825" y="57901"/>
                  </a:lnTo>
                  <a:lnTo>
                    <a:pt x="129288" y="53935"/>
                  </a:lnTo>
                  <a:lnTo>
                    <a:pt x="125626" y="50083"/>
                  </a:lnTo>
                  <a:lnTo>
                    <a:pt x="121844" y="46349"/>
                  </a:lnTo>
                  <a:lnTo>
                    <a:pt x="117945" y="42738"/>
                  </a:lnTo>
                  <a:lnTo>
                    <a:pt x="113933" y="39252"/>
                  </a:lnTo>
                  <a:lnTo>
                    <a:pt x="109813" y="35895"/>
                  </a:lnTo>
                  <a:lnTo>
                    <a:pt x="105588" y="32672"/>
                  </a:lnTo>
                  <a:lnTo>
                    <a:pt x="101262" y="29584"/>
                  </a:lnTo>
                  <a:lnTo>
                    <a:pt x="96840" y="26635"/>
                  </a:lnTo>
                  <a:lnTo>
                    <a:pt x="92327" y="23828"/>
                  </a:lnTo>
                  <a:lnTo>
                    <a:pt x="87728" y="21166"/>
                  </a:lnTo>
                  <a:lnTo>
                    <a:pt x="83045" y="18652"/>
                  </a:lnTo>
                  <a:lnTo>
                    <a:pt x="78285" y="16288"/>
                  </a:lnTo>
                  <a:lnTo>
                    <a:pt x="73453" y="14076"/>
                  </a:lnTo>
                  <a:lnTo>
                    <a:pt x="68553" y="12019"/>
                  </a:lnTo>
                  <a:lnTo>
                    <a:pt x="63589" y="10119"/>
                  </a:lnTo>
                  <a:lnTo>
                    <a:pt x="58568" y="8377"/>
                  </a:lnTo>
                  <a:lnTo>
                    <a:pt x="53494" y="6797"/>
                  </a:lnTo>
                  <a:lnTo>
                    <a:pt x="48372" y="5378"/>
                  </a:lnTo>
                  <a:lnTo>
                    <a:pt x="43208" y="4122"/>
                  </a:lnTo>
                  <a:lnTo>
                    <a:pt x="38006" y="3032"/>
                  </a:lnTo>
                  <a:lnTo>
                    <a:pt x="32773" y="2107"/>
                  </a:lnTo>
                  <a:lnTo>
                    <a:pt x="27513" y="1350"/>
                  </a:lnTo>
                  <a:lnTo>
                    <a:pt x="22231" y="759"/>
                  </a:lnTo>
                  <a:lnTo>
                    <a:pt x="16933" y="337"/>
                  </a:lnTo>
                  <a:lnTo>
                    <a:pt x="11624" y="84"/>
                  </a:lnTo>
                  <a:lnTo>
                    <a:pt x="6310" y="0"/>
                  </a:lnTo>
                  <a:lnTo>
                    <a:pt x="63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g834"/>
            <p:cNvSpPr/>
            <p:nvPr/>
          </p:nvSpPr>
          <p:spPr>
            <a:xfrm>
              <a:off x="5512881" y="5220472"/>
              <a:ext cx="120254" cy="167167"/>
            </a:xfrm>
            <a:custGeom>
              <a:avLst/>
              <a:gdLst/>
              <a:ahLst/>
              <a:cxnLst/>
              <a:rect l="0" t="0" r="0" b="0"/>
              <a:pathLst>
                <a:path w="120254" h="167167">
                  <a:moveTo>
                    <a:pt x="120254" y="0"/>
                  </a:moveTo>
                  <a:lnTo>
                    <a:pt x="114662" y="93"/>
                  </a:lnTo>
                  <a:lnTo>
                    <a:pt x="109077" y="374"/>
                  </a:lnTo>
                  <a:lnTo>
                    <a:pt x="103505" y="841"/>
                  </a:lnTo>
                  <a:lnTo>
                    <a:pt x="97951" y="1494"/>
                  </a:lnTo>
                  <a:lnTo>
                    <a:pt x="92422" y="2333"/>
                  </a:lnTo>
                  <a:lnTo>
                    <a:pt x="86924" y="3356"/>
                  </a:lnTo>
                  <a:lnTo>
                    <a:pt x="81464" y="4562"/>
                  </a:lnTo>
                  <a:lnTo>
                    <a:pt x="76047" y="5951"/>
                  </a:lnTo>
                  <a:lnTo>
                    <a:pt x="70680" y="7519"/>
                  </a:lnTo>
                  <a:lnTo>
                    <a:pt x="65367" y="9267"/>
                  </a:lnTo>
                  <a:lnTo>
                    <a:pt x="60117" y="11191"/>
                  </a:lnTo>
                  <a:lnTo>
                    <a:pt x="54934" y="13290"/>
                  </a:lnTo>
                  <a:lnTo>
                    <a:pt x="49823" y="15561"/>
                  </a:lnTo>
                  <a:lnTo>
                    <a:pt x="44792" y="18001"/>
                  </a:lnTo>
                  <a:lnTo>
                    <a:pt x="39845" y="20609"/>
                  </a:lnTo>
                  <a:lnTo>
                    <a:pt x="34988" y="23380"/>
                  </a:lnTo>
                  <a:lnTo>
                    <a:pt x="30226" y="26312"/>
                  </a:lnTo>
                  <a:lnTo>
                    <a:pt x="25565" y="29402"/>
                  </a:lnTo>
                  <a:lnTo>
                    <a:pt x="21011" y="32646"/>
                  </a:lnTo>
                  <a:lnTo>
                    <a:pt x="16567" y="36041"/>
                  </a:lnTo>
                  <a:lnTo>
                    <a:pt x="12239" y="39583"/>
                  </a:lnTo>
                  <a:lnTo>
                    <a:pt x="8032" y="43267"/>
                  </a:lnTo>
                  <a:lnTo>
                    <a:pt x="3951" y="47090"/>
                  </a:lnTo>
                  <a:lnTo>
                    <a:pt x="0" y="51047"/>
                  </a:lnTo>
                  <a:lnTo>
                    <a:pt x="1202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g835"/>
            <p:cNvSpPr/>
            <p:nvPr/>
          </p:nvSpPr>
          <p:spPr>
            <a:xfrm>
              <a:off x="5512881" y="5271519"/>
              <a:ext cx="120254" cy="116120"/>
            </a:xfrm>
            <a:custGeom>
              <a:avLst/>
              <a:gdLst/>
              <a:ahLst/>
              <a:cxnLst/>
              <a:rect l="0" t="0" r="0" b="0"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g836"/>
            <p:cNvSpPr/>
            <p:nvPr/>
          </p:nvSpPr>
          <p:spPr>
            <a:xfrm>
              <a:off x="5512881" y="5271519"/>
              <a:ext cx="120254" cy="116120"/>
            </a:xfrm>
            <a:custGeom>
              <a:avLst/>
              <a:gdLst/>
              <a:ahLst/>
              <a:cxnLst/>
              <a:rect l="0" t="0" r="0" b="0"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g837"/>
            <p:cNvSpPr/>
            <p:nvPr/>
          </p:nvSpPr>
          <p:spPr>
            <a:xfrm>
              <a:off x="5512881" y="5271519"/>
              <a:ext cx="120254" cy="116120"/>
            </a:xfrm>
            <a:custGeom>
              <a:avLst/>
              <a:gdLst/>
              <a:ahLst/>
              <a:cxnLst/>
              <a:rect l="0" t="0" r="0" b="0"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g838"/>
            <p:cNvSpPr/>
            <p:nvPr/>
          </p:nvSpPr>
          <p:spPr>
            <a:xfrm>
              <a:off x="5512881" y="5271519"/>
              <a:ext cx="120254" cy="116120"/>
            </a:xfrm>
            <a:custGeom>
              <a:avLst/>
              <a:gdLst/>
              <a:ahLst/>
              <a:cxnLst/>
              <a:rect l="0" t="0" r="0" b="0"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g839"/>
            <p:cNvSpPr/>
            <p:nvPr/>
          </p:nvSpPr>
          <p:spPr>
            <a:xfrm>
              <a:off x="5480837" y="5271519"/>
              <a:ext cx="152298" cy="116120"/>
            </a:xfrm>
            <a:custGeom>
              <a:avLst/>
              <a:gdLst/>
              <a:ahLst/>
              <a:cxnLst/>
              <a:rect l="0" t="0" r="0" b="0"/>
              <a:pathLst>
                <a:path w="152298" h="116120">
                  <a:moveTo>
                    <a:pt x="32044" y="0"/>
                  </a:moveTo>
                  <a:lnTo>
                    <a:pt x="27707" y="4665"/>
                  </a:lnTo>
                  <a:lnTo>
                    <a:pt x="23552" y="9492"/>
                  </a:lnTo>
                  <a:lnTo>
                    <a:pt x="19583" y="14474"/>
                  </a:lnTo>
                  <a:lnTo>
                    <a:pt x="15807" y="19604"/>
                  </a:lnTo>
                  <a:lnTo>
                    <a:pt x="12230" y="24874"/>
                  </a:lnTo>
                  <a:lnTo>
                    <a:pt x="8855" y="30276"/>
                  </a:lnTo>
                  <a:lnTo>
                    <a:pt x="5689" y="35803"/>
                  </a:lnTo>
                  <a:lnTo>
                    <a:pt x="2736" y="41446"/>
                  </a:lnTo>
                  <a:lnTo>
                    <a:pt x="0" y="47198"/>
                  </a:lnTo>
                  <a:lnTo>
                    <a:pt x="152298" y="116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g840"/>
            <p:cNvSpPr/>
            <p:nvPr/>
          </p:nvSpPr>
          <p:spPr>
            <a:xfrm>
              <a:off x="5465981" y="5220472"/>
              <a:ext cx="334303" cy="334334"/>
            </a:xfrm>
            <a:custGeom>
              <a:avLst/>
              <a:gdLst/>
              <a:ahLst/>
              <a:cxnLst/>
              <a:rect l="0" t="0" r="0" b="0"/>
              <a:pathLst>
                <a:path w="334303" h="334334">
                  <a:moveTo>
                    <a:pt x="14855" y="98245"/>
                  </a:moveTo>
                  <a:lnTo>
                    <a:pt x="12746" y="103109"/>
                  </a:lnTo>
                  <a:lnTo>
                    <a:pt x="10793" y="108037"/>
                  </a:lnTo>
                  <a:lnTo>
                    <a:pt x="8997" y="113024"/>
                  </a:lnTo>
                  <a:lnTo>
                    <a:pt x="7360" y="118066"/>
                  </a:lnTo>
                  <a:lnTo>
                    <a:pt x="5883" y="123157"/>
                  </a:lnTo>
                  <a:lnTo>
                    <a:pt x="4569" y="128293"/>
                  </a:lnTo>
                  <a:lnTo>
                    <a:pt x="3418" y="133468"/>
                  </a:lnTo>
                  <a:lnTo>
                    <a:pt x="2432" y="138676"/>
                  </a:lnTo>
                  <a:lnTo>
                    <a:pt x="1611" y="143913"/>
                  </a:lnTo>
                  <a:lnTo>
                    <a:pt x="957" y="149174"/>
                  </a:lnTo>
                  <a:lnTo>
                    <a:pt x="470" y="154452"/>
                  </a:lnTo>
                  <a:lnTo>
                    <a:pt x="151" y="159744"/>
                  </a:lnTo>
                  <a:lnTo>
                    <a:pt x="0" y="165042"/>
                  </a:lnTo>
                  <a:lnTo>
                    <a:pt x="16" y="170343"/>
                  </a:lnTo>
                  <a:lnTo>
                    <a:pt x="201" y="175641"/>
                  </a:lnTo>
                  <a:lnTo>
                    <a:pt x="554" y="180930"/>
                  </a:lnTo>
                  <a:lnTo>
                    <a:pt x="1074" y="186206"/>
                  </a:lnTo>
                  <a:lnTo>
                    <a:pt x="1761" y="191462"/>
                  </a:lnTo>
                  <a:lnTo>
                    <a:pt x="2614" y="196694"/>
                  </a:lnTo>
                  <a:lnTo>
                    <a:pt x="3633" y="201896"/>
                  </a:lnTo>
                  <a:lnTo>
                    <a:pt x="4817" y="207063"/>
                  </a:lnTo>
                  <a:lnTo>
                    <a:pt x="6163" y="212190"/>
                  </a:lnTo>
                  <a:lnTo>
                    <a:pt x="7672" y="217272"/>
                  </a:lnTo>
                  <a:lnTo>
                    <a:pt x="9341" y="222304"/>
                  </a:lnTo>
                  <a:lnTo>
                    <a:pt x="11168" y="227280"/>
                  </a:lnTo>
                  <a:lnTo>
                    <a:pt x="13153" y="232195"/>
                  </a:lnTo>
                  <a:lnTo>
                    <a:pt x="15292" y="237046"/>
                  </a:lnTo>
                  <a:lnTo>
                    <a:pt x="17584" y="241825"/>
                  </a:lnTo>
                  <a:lnTo>
                    <a:pt x="20026" y="246530"/>
                  </a:lnTo>
                  <a:lnTo>
                    <a:pt x="22617" y="251155"/>
                  </a:lnTo>
                  <a:lnTo>
                    <a:pt x="25352" y="255696"/>
                  </a:lnTo>
                  <a:lnTo>
                    <a:pt x="28230" y="260147"/>
                  </a:lnTo>
                  <a:lnTo>
                    <a:pt x="31248" y="264505"/>
                  </a:lnTo>
                  <a:lnTo>
                    <a:pt x="34403" y="268766"/>
                  </a:lnTo>
                  <a:lnTo>
                    <a:pt x="37691" y="272924"/>
                  </a:lnTo>
                  <a:lnTo>
                    <a:pt x="41109" y="276975"/>
                  </a:lnTo>
                  <a:lnTo>
                    <a:pt x="44654" y="280916"/>
                  </a:lnTo>
                  <a:lnTo>
                    <a:pt x="48323" y="284743"/>
                  </a:lnTo>
                  <a:lnTo>
                    <a:pt x="52110" y="288452"/>
                  </a:lnTo>
                  <a:lnTo>
                    <a:pt x="56014" y="292039"/>
                  </a:lnTo>
                  <a:lnTo>
                    <a:pt x="60029" y="295500"/>
                  </a:lnTo>
                  <a:lnTo>
                    <a:pt x="64152" y="298832"/>
                  </a:lnTo>
                  <a:lnTo>
                    <a:pt x="68378" y="302031"/>
                  </a:lnTo>
                  <a:lnTo>
                    <a:pt x="72704" y="305095"/>
                  </a:lnTo>
                  <a:lnTo>
                    <a:pt x="77125" y="308021"/>
                  </a:lnTo>
                  <a:lnTo>
                    <a:pt x="81636" y="310804"/>
                  </a:lnTo>
                  <a:lnTo>
                    <a:pt x="86233" y="313444"/>
                  </a:lnTo>
                  <a:lnTo>
                    <a:pt x="90912" y="315936"/>
                  </a:lnTo>
                  <a:lnTo>
                    <a:pt x="95667" y="318278"/>
                  </a:lnTo>
                  <a:lnTo>
                    <a:pt x="100495" y="320469"/>
                  </a:lnTo>
                  <a:lnTo>
                    <a:pt x="105389" y="322506"/>
                  </a:lnTo>
                  <a:lnTo>
                    <a:pt x="110345" y="324386"/>
                  </a:lnTo>
                  <a:lnTo>
                    <a:pt x="115359" y="326108"/>
                  </a:lnTo>
                  <a:lnTo>
                    <a:pt x="120424" y="327670"/>
                  </a:lnTo>
                  <a:lnTo>
                    <a:pt x="125537" y="329071"/>
                  </a:lnTo>
                  <a:lnTo>
                    <a:pt x="130691" y="330309"/>
                  </a:lnTo>
                  <a:lnTo>
                    <a:pt x="135882" y="331383"/>
                  </a:lnTo>
                  <a:lnTo>
                    <a:pt x="141105" y="332292"/>
                  </a:lnTo>
                  <a:lnTo>
                    <a:pt x="146353" y="333035"/>
                  </a:lnTo>
                  <a:lnTo>
                    <a:pt x="151623" y="333611"/>
                  </a:lnTo>
                  <a:lnTo>
                    <a:pt x="156908" y="334020"/>
                  </a:lnTo>
                  <a:lnTo>
                    <a:pt x="162204" y="334261"/>
                  </a:lnTo>
                  <a:lnTo>
                    <a:pt x="167504" y="334334"/>
                  </a:lnTo>
                  <a:lnTo>
                    <a:pt x="172804" y="334239"/>
                  </a:lnTo>
                  <a:lnTo>
                    <a:pt x="178099" y="333976"/>
                  </a:lnTo>
                  <a:lnTo>
                    <a:pt x="183382" y="333545"/>
                  </a:lnTo>
                  <a:lnTo>
                    <a:pt x="188649" y="332947"/>
                  </a:lnTo>
                  <a:lnTo>
                    <a:pt x="193895" y="332182"/>
                  </a:lnTo>
                  <a:lnTo>
                    <a:pt x="199114" y="331251"/>
                  </a:lnTo>
                  <a:lnTo>
                    <a:pt x="204300" y="330155"/>
                  </a:lnTo>
                  <a:lnTo>
                    <a:pt x="209449" y="328895"/>
                  </a:lnTo>
                  <a:lnTo>
                    <a:pt x="214556" y="327473"/>
                  </a:lnTo>
                  <a:lnTo>
                    <a:pt x="219615" y="325889"/>
                  </a:lnTo>
                  <a:lnTo>
                    <a:pt x="224621" y="324146"/>
                  </a:lnTo>
                  <a:lnTo>
                    <a:pt x="229569" y="322245"/>
                  </a:lnTo>
                  <a:lnTo>
                    <a:pt x="234455" y="320188"/>
                  </a:lnTo>
                  <a:lnTo>
                    <a:pt x="239273" y="317977"/>
                  </a:lnTo>
                  <a:lnTo>
                    <a:pt x="244018" y="315615"/>
                  </a:lnTo>
                  <a:lnTo>
                    <a:pt x="248687" y="313103"/>
                  </a:lnTo>
                  <a:lnTo>
                    <a:pt x="253273" y="310444"/>
                  </a:lnTo>
                  <a:lnTo>
                    <a:pt x="257772" y="307642"/>
                  </a:lnTo>
                  <a:lnTo>
                    <a:pt x="262181" y="304698"/>
                  </a:lnTo>
                  <a:lnTo>
                    <a:pt x="266494" y="301616"/>
                  </a:lnTo>
                  <a:lnTo>
                    <a:pt x="270707" y="298398"/>
                  </a:lnTo>
                  <a:lnTo>
                    <a:pt x="274815" y="295049"/>
                  </a:lnTo>
                  <a:lnTo>
                    <a:pt x="278816" y="291571"/>
                  </a:lnTo>
                  <a:lnTo>
                    <a:pt x="282704" y="287968"/>
                  </a:lnTo>
                  <a:lnTo>
                    <a:pt x="286476" y="284244"/>
                  </a:lnTo>
                  <a:lnTo>
                    <a:pt x="290129" y="280402"/>
                  </a:lnTo>
                  <a:lnTo>
                    <a:pt x="293657" y="276445"/>
                  </a:lnTo>
                  <a:lnTo>
                    <a:pt x="297058" y="272379"/>
                  </a:lnTo>
                  <a:lnTo>
                    <a:pt x="300329" y="268208"/>
                  </a:lnTo>
                  <a:lnTo>
                    <a:pt x="303466" y="263934"/>
                  </a:lnTo>
                  <a:lnTo>
                    <a:pt x="306465" y="259564"/>
                  </a:lnTo>
                  <a:lnTo>
                    <a:pt x="309325" y="255100"/>
                  </a:lnTo>
                  <a:lnTo>
                    <a:pt x="312041" y="250548"/>
                  </a:lnTo>
                  <a:lnTo>
                    <a:pt x="314612" y="245912"/>
                  </a:lnTo>
                  <a:lnTo>
                    <a:pt x="317035" y="241197"/>
                  </a:lnTo>
                  <a:lnTo>
                    <a:pt x="319307" y="236408"/>
                  </a:lnTo>
                  <a:lnTo>
                    <a:pt x="321426" y="231549"/>
                  </a:lnTo>
                  <a:lnTo>
                    <a:pt x="323390" y="226625"/>
                  </a:lnTo>
                  <a:lnTo>
                    <a:pt x="325196" y="221641"/>
                  </a:lnTo>
                  <a:lnTo>
                    <a:pt x="326844" y="216603"/>
                  </a:lnTo>
                  <a:lnTo>
                    <a:pt x="328331" y="211515"/>
                  </a:lnTo>
                  <a:lnTo>
                    <a:pt x="329656" y="206382"/>
                  </a:lnTo>
                  <a:lnTo>
                    <a:pt x="330818" y="201210"/>
                  </a:lnTo>
                  <a:lnTo>
                    <a:pt x="331815" y="196003"/>
                  </a:lnTo>
                  <a:lnTo>
                    <a:pt x="332646" y="190768"/>
                  </a:lnTo>
                  <a:lnTo>
                    <a:pt x="333312" y="185509"/>
                  </a:lnTo>
                  <a:lnTo>
                    <a:pt x="333810" y="180231"/>
                  </a:lnTo>
                  <a:lnTo>
                    <a:pt x="334140" y="174941"/>
                  </a:lnTo>
                  <a:lnTo>
                    <a:pt x="334303" y="169642"/>
                  </a:lnTo>
                  <a:lnTo>
                    <a:pt x="334297" y="164341"/>
                  </a:lnTo>
                  <a:lnTo>
                    <a:pt x="334123" y="159043"/>
                  </a:lnTo>
                  <a:lnTo>
                    <a:pt x="333782" y="153753"/>
                  </a:lnTo>
                  <a:lnTo>
                    <a:pt x="333273" y="148476"/>
                  </a:lnTo>
                  <a:lnTo>
                    <a:pt x="332597" y="143219"/>
                  </a:lnTo>
                  <a:lnTo>
                    <a:pt x="331754" y="137985"/>
                  </a:lnTo>
                  <a:lnTo>
                    <a:pt x="330746" y="132781"/>
                  </a:lnTo>
                  <a:lnTo>
                    <a:pt x="329574" y="127611"/>
                  </a:lnTo>
                  <a:lnTo>
                    <a:pt x="328238" y="122481"/>
                  </a:lnTo>
                  <a:lnTo>
                    <a:pt x="326740" y="117396"/>
                  </a:lnTo>
                  <a:lnTo>
                    <a:pt x="325082" y="112361"/>
                  </a:lnTo>
                  <a:lnTo>
                    <a:pt x="323264" y="107381"/>
                  </a:lnTo>
                  <a:lnTo>
                    <a:pt x="321290" y="102462"/>
                  </a:lnTo>
                  <a:lnTo>
                    <a:pt x="319161" y="97607"/>
                  </a:lnTo>
                  <a:lnTo>
                    <a:pt x="316879" y="92822"/>
                  </a:lnTo>
                  <a:lnTo>
                    <a:pt x="314447" y="88112"/>
                  </a:lnTo>
                  <a:lnTo>
                    <a:pt x="311866" y="83482"/>
                  </a:lnTo>
                  <a:lnTo>
                    <a:pt x="309140" y="78936"/>
                  </a:lnTo>
                  <a:lnTo>
                    <a:pt x="306271" y="74478"/>
                  </a:lnTo>
                  <a:lnTo>
                    <a:pt x="303262" y="70114"/>
                  </a:lnTo>
                  <a:lnTo>
                    <a:pt x="300117" y="65847"/>
                  </a:lnTo>
                  <a:lnTo>
                    <a:pt x="296837" y="61682"/>
                  </a:lnTo>
                  <a:lnTo>
                    <a:pt x="293428" y="57623"/>
                  </a:lnTo>
                  <a:lnTo>
                    <a:pt x="289891" y="53675"/>
                  </a:lnTo>
                  <a:lnTo>
                    <a:pt x="286231" y="49840"/>
                  </a:lnTo>
                  <a:lnTo>
                    <a:pt x="282451" y="46124"/>
                  </a:lnTo>
                  <a:lnTo>
                    <a:pt x="278555" y="42529"/>
                  </a:lnTo>
                  <a:lnTo>
                    <a:pt x="274547" y="39059"/>
                  </a:lnTo>
                  <a:lnTo>
                    <a:pt x="270431" y="35718"/>
                  </a:lnTo>
                  <a:lnTo>
                    <a:pt x="266211" y="32510"/>
                  </a:lnTo>
                  <a:lnTo>
                    <a:pt x="261892" y="29437"/>
                  </a:lnTo>
                  <a:lnTo>
                    <a:pt x="257477" y="26502"/>
                  </a:lnTo>
                  <a:lnTo>
                    <a:pt x="252972" y="23709"/>
                  </a:lnTo>
                  <a:lnTo>
                    <a:pt x="248380" y="21060"/>
                  </a:lnTo>
                  <a:lnTo>
                    <a:pt x="243707" y="18558"/>
                  </a:lnTo>
                  <a:lnTo>
                    <a:pt x="238956" y="16206"/>
                  </a:lnTo>
                  <a:lnTo>
                    <a:pt x="234134" y="14005"/>
                  </a:lnTo>
                  <a:lnTo>
                    <a:pt x="229244" y="11958"/>
                  </a:lnTo>
                  <a:lnTo>
                    <a:pt x="224291" y="10068"/>
                  </a:lnTo>
                  <a:lnTo>
                    <a:pt x="219282" y="8335"/>
                  </a:lnTo>
                  <a:lnTo>
                    <a:pt x="214219" y="6762"/>
                  </a:lnTo>
                  <a:lnTo>
                    <a:pt x="209110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g864"/>
            <p:cNvSpPr/>
            <p:nvPr/>
          </p:nvSpPr>
          <p:spPr>
            <a:xfrm>
              <a:off x="5923013" y="4961274"/>
              <a:ext cx="159826" cy="167167"/>
            </a:xfrm>
            <a:custGeom>
              <a:avLst/>
              <a:gdLst/>
              <a:ahLst/>
              <a:cxnLst/>
              <a:rect l="0" t="0" r="0" b="0"/>
              <a:pathLst>
                <a:path w="159826" h="167167">
                  <a:moveTo>
                    <a:pt x="159826" y="0"/>
                  </a:moveTo>
                  <a:lnTo>
                    <a:pt x="154369" y="89"/>
                  </a:lnTo>
                  <a:lnTo>
                    <a:pt x="148918" y="356"/>
                  </a:lnTo>
                  <a:lnTo>
                    <a:pt x="143478" y="801"/>
                  </a:lnTo>
                  <a:lnTo>
                    <a:pt x="138056" y="1423"/>
                  </a:lnTo>
                  <a:lnTo>
                    <a:pt x="132657" y="2222"/>
                  </a:lnTo>
                  <a:lnTo>
                    <a:pt x="127287" y="3197"/>
                  </a:lnTo>
                  <a:lnTo>
                    <a:pt x="121952" y="4347"/>
                  </a:lnTo>
                  <a:lnTo>
                    <a:pt x="116657" y="5670"/>
                  </a:lnTo>
                  <a:lnTo>
                    <a:pt x="111408" y="7165"/>
                  </a:lnTo>
                  <a:lnTo>
                    <a:pt x="106211" y="8831"/>
                  </a:lnTo>
                  <a:lnTo>
                    <a:pt x="101071" y="10665"/>
                  </a:lnTo>
                  <a:lnTo>
                    <a:pt x="95993" y="12667"/>
                  </a:lnTo>
                  <a:lnTo>
                    <a:pt x="90983" y="14833"/>
                  </a:lnTo>
                  <a:lnTo>
                    <a:pt x="86047" y="17162"/>
                  </a:lnTo>
                  <a:lnTo>
                    <a:pt x="81190" y="19650"/>
                  </a:lnTo>
                  <a:lnTo>
                    <a:pt x="76416" y="22296"/>
                  </a:lnTo>
                  <a:lnTo>
                    <a:pt x="71731" y="25096"/>
                  </a:lnTo>
                  <a:lnTo>
                    <a:pt x="67141" y="28047"/>
                  </a:lnTo>
                  <a:lnTo>
                    <a:pt x="62649" y="31147"/>
                  </a:lnTo>
                  <a:lnTo>
                    <a:pt x="58260" y="34392"/>
                  </a:lnTo>
                  <a:lnTo>
                    <a:pt x="53980" y="37778"/>
                  </a:lnTo>
                  <a:lnTo>
                    <a:pt x="49812" y="41302"/>
                  </a:lnTo>
                  <a:lnTo>
                    <a:pt x="45762" y="44961"/>
                  </a:lnTo>
                  <a:lnTo>
                    <a:pt x="41834" y="48749"/>
                  </a:lnTo>
                  <a:lnTo>
                    <a:pt x="38031" y="52664"/>
                  </a:lnTo>
                  <a:lnTo>
                    <a:pt x="34358" y="56701"/>
                  </a:lnTo>
                  <a:lnTo>
                    <a:pt x="30819" y="60856"/>
                  </a:lnTo>
                  <a:lnTo>
                    <a:pt x="27417" y="65124"/>
                  </a:lnTo>
                  <a:lnTo>
                    <a:pt x="24157" y="69501"/>
                  </a:lnTo>
                  <a:lnTo>
                    <a:pt x="21041" y="73982"/>
                  </a:lnTo>
                  <a:lnTo>
                    <a:pt x="18073" y="78562"/>
                  </a:lnTo>
                  <a:lnTo>
                    <a:pt x="15256" y="83236"/>
                  </a:lnTo>
                  <a:lnTo>
                    <a:pt x="12593" y="88001"/>
                  </a:lnTo>
                  <a:lnTo>
                    <a:pt x="10087" y="92849"/>
                  </a:lnTo>
                  <a:lnTo>
                    <a:pt x="7741" y="97777"/>
                  </a:lnTo>
                  <a:lnTo>
                    <a:pt x="5557" y="102779"/>
                  </a:lnTo>
                  <a:lnTo>
                    <a:pt x="3537" y="107849"/>
                  </a:lnTo>
                  <a:lnTo>
                    <a:pt x="1684" y="112982"/>
                  </a:lnTo>
                  <a:lnTo>
                    <a:pt x="0" y="118174"/>
                  </a:lnTo>
                  <a:lnTo>
                    <a:pt x="15982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g865"/>
            <p:cNvSpPr/>
            <p:nvPr/>
          </p:nvSpPr>
          <p:spPr>
            <a:xfrm>
              <a:off x="5923013" y="5079448"/>
              <a:ext cx="159826" cy="48993"/>
            </a:xfrm>
            <a:custGeom>
              <a:avLst/>
              <a:gdLst/>
              <a:ahLst/>
              <a:cxnLst/>
              <a:rect l="0" t="0" r="0" b="0"/>
              <a:pathLst>
                <a:path w="159826" h="48993">
                  <a:moveTo>
                    <a:pt x="0" y="0"/>
                  </a:moveTo>
                  <a:lnTo>
                    <a:pt x="159826" y="48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g866"/>
            <p:cNvSpPr/>
            <p:nvPr/>
          </p:nvSpPr>
          <p:spPr>
            <a:xfrm>
              <a:off x="5923013" y="5079448"/>
              <a:ext cx="159826" cy="48993"/>
            </a:xfrm>
            <a:custGeom>
              <a:avLst/>
              <a:gdLst/>
              <a:ahLst/>
              <a:cxnLst/>
              <a:rect l="0" t="0" r="0" b="0"/>
              <a:pathLst>
                <a:path w="159826" h="48993">
                  <a:moveTo>
                    <a:pt x="0" y="0"/>
                  </a:moveTo>
                  <a:lnTo>
                    <a:pt x="159826" y="489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g867"/>
            <p:cNvSpPr/>
            <p:nvPr/>
          </p:nvSpPr>
          <p:spPr>
            <a:xfrm>
              <a:off x="5923013" y="5079448"/>
              <a:ext cx="159826" cy="48993"/>
            </a:xfrm>
            <a:custGeom>
              <a:avLst/>
              <a:gdLst/>
              <a:ahLst/>
              <a:cxnLst/>
              <a:rect l="0" t="0" r="0" b="0"/>
              <a:pathLst>
                <a:path w="159826" h="48993">
                  <a:moveTo>
                    <a:pt x="0" y="0"/>
                  </a:moveTo>
                  <a:lnTo>
                    <a:pt x="159826" y="489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g868"/>
            <p:cNvSpPr/>
            <p:nvPr/>
          </p:nvSpPr>
          <p:spPr>
            <a:xfrm>
              <a:off x="5915689" y="5079448"/>
              <a:ext cx="167151" cy="51321"/>
            </a:xfrm>
            <a:custGeom>
              <a:avLst/>
              <a:gdLst/>
              <a:ahLst/>
              <a:cxnLst/>
              <a:rect l="0" t="0" r="0" b="0"/>
              <a:pathLst>
                <a:path w="167151" h="51321">
                  <a:moveTo>
                    <a:pt x="7324" y="0"/>
                  </a:moveTo>
                  <a:lnTo>
                    <a:pt x="5539" y="6256"/>
                  </a:lnTo>
                  <a:lnTo>
                    <a:pt x="3998" y="12577"/>
                  </a:lnTo>
                  <a:lnTo>
                    <a:pt x="2704" y="18953"/>
                  </a:lnTo>
                  <a:lnTo>
                    <a:pt x="1660" y="25375"/>
                  </a:lnTo>
                  <a:lnTo>
                    <a:pt x="866" y="31832"/>
                  </a:lnTo>
                  <a:lnTo>
                    <a:pt x="325" y="38315"/>
                  </a:lnTo>
                  <a:lnTo>
                    <a:pt x="35" y="44815"/>
                  </a:lnTo>
                  <a:lnTo>
                    <a:pt x="0" y="51321"/>
                  </a:lnTo>
                  <a:lnTo>
                    <a:pt x="167151" y="489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g869"/>
            <p:cNvSpPr/>
            <p:nvPr/>
          </p:nvSpPr>
          <p:spPr>
            <a:xfrm>
              <a:off x="5915689" y="4961274"/>
              <a:ext cx="334299" cy="334334"/>
            </a:xfrm>
            <a:custGeom>
              <a:avLst/>
              <a:gdLst/>
              <a:ahLst/>
              <a:cxnLst/>
              <a:rect l="0" t="0" r="0" b="0"/>
              <a:pathLst>
                <a:path w="334299" h="334334">
                  <a:moveTo>
                    <a:pt x="0" y="169495"/>
                  </a:moveTo>
                  <a:lnTo>
                    <a:pt x="158" y="174800"/>
                  </a:lnTo>
                  <a:lnTo>
                    <a:pt x="484" y="180096"/>
                  </a:lnTo>
                  <a:lnTo>
                    <a:pt x="978" y="185380"/>
                  </a:lnTo>
                  <a:lnTo>
                    <a:pt x="1640" y="190645"/>
                  </a:lnTo>
                  <a:lnTo>
                    <a:pt x="2469" y="195887"/>
                  </a:lnTo>
                  <a:lnTo>
                    <a:pt x="3463" y="201100"/>
                  </a:lnTo>
                  <a:lnTo>
                    <a:pt x="4623" y="206278"/>
                  </a:lnTo>
                  <a:lnTo>
                    <a:pt x="5946" y="211417"/>
                  </a:lnTo>
                  <a:lnTo>
                    <a:pt x="7432" y="216512"/>
                  </a:lnTo>
                  <a:lnTo>
                    <a:pt x="9079" y="221556"/>
                  </a:lnTo>
                  <a:lnTo>
                    <a:pt x="10885" y="226546"/>
                  </a:lnTo>
                  <a:lnTo>
                    <a:pt x="12848" y="231477"/>
                  </a:lnTo>
                  <a:lnTo>
                    <a:pt x="14967" y="236342"/>
                  </a:lnTo>
                  <a:lnTo>
                    <a:pt x="17240" y="241137"/>
                  </a:lnTo>
                  <a:lnTo>
                    <a:pt x="19663" y="245858"/>
                  </a:lnTo>
                  <a:lnTo>
                    <a:pt x="22235" y="250500"/>
                  </a:lnTo>
                  <a:lnTo>
                    <a:pt x="24953" y="255058"/>
                  </a:lnTo>
                  <a:lnTo>
                    <a:pt x="27815" y="259527"/>
                  </a:lnTo>
                  <a:lnTo>
                    <a:pt x="30817" y="263903"/>
                  </a:lnTo>
                  <a:lnTo>
                    <a:pt x="33956" y="268182"/>
                  </a:lnTo>
                  <a:lnTo>
                    <a:pt x="37229" y="272359"/>
                  </a:lnTo>
                  <a:lnTo>
                    <a:pt x="40634" y="276430"/>
                  </a:lnTo>
                  <a:lnTo>
                    <a:pt x="44165" y="280390"/>
                  </a:lnTo>
                  <a:lnTo>
                    <a:pt x="47821" y="284237"/>
                  </a:lnTo>
                  <a:lnTo>
                    <a:pt x="51597" y="287966"/>
                  </a:lnTo>
                  <a:lnTo>
                    <a:pt x="55490" y="291573"/>
                  </a:lnTo>
                  <a:lnTo>
                    <a:pt x="59495" y="295054"/>
                  </a:lnTo>
                  <a:lnTo>
                    <a:pt x="63608" y="298407"/>
                  </a:lnTo>
                  <a:lnTo>
                    <a:pt x="67826" y="301627"/>
                  </a:lnTo>
                  <a:lnTo>
                    <a:pt x="72144" y="304712"/>
                  </a:lnTo>
                  <a:lnTo>
                    <a:pt x="76558" y="307658"/>
                  </a:lnTo>
                  <a:lnTo>
                    <a:pt x="81063" y="310463"/>
                  </a:lnTo>
                  <a:lnTo>
                    <a:pt x="85655" y="313124"/>
                  </a:lnTo>
                  <a:lnTo>
                    <a:pt x="90328" y="315637"/>
                  </a:lnTo>
                  <a:lnTo>
                    <a:pt x="95080" y="318000"/>
                  </a:lnTo>
                  <a:lnTo>
                    <a:pt x="99904" y="320212"/>
                  </a:lnTo>
                  <a:lnTo>
                    <a:pt x="104795" y="322269"/>
                  </a:lnTo>
                  <a:lnTo>
                    <a:pt x="109750" y="324170"/>
                  </a:lnTo>
                  <a:lnTo>
                    <a:pt x="114762" y="325913"/>
                  </a:lnTo>
                  <a:lnTo>
                    <a:pt x="119827" y="327496"/>
                  </a:lnTo>
                  <a:lnTo>
                    <a:pt x="124940" y="328917"/>
                  </a:lnTo>
                  <a:lnTo>
                    <a:pt x="130096" y="330176"/>
                  </a:lnTo>
                  <a:lnTo>
                    <a:pt x="135288" y="331270"/>
                  </a:lnTo>
                  <a:lnTo>
                    <a:pt x="140513" y="332198"/>
                  </a:lnTo>
                  <a:lnTo>
                    <a:pt x="145765" y="332961"/>
                  </a:lnTo>
                  <a:lnTo>
                    <a:pt x="151038" y="333556"/>
                  </a:lnTo>
                  <a:lnTo>
                    <a:pt x="156328" y="333984"/>
                  </a:lnTo>
                  <a:lnTo>
                    <a:pt x="161628" y="334243"/>
                  </a:lnTo>
                  <a:lnTo>
                    <a:pt x="166934" y="334334"/>
                  </a:lnTo>
                  <a:lnTo>
                    <a:pt x="172240" y="334257"/>
                  </a:lnTo>
                  <a:lnTo>
                    <a:pt x="177541" y="334011"/>
                  </a:lnTo>
                  <a:lnTo>
                    <a:pt x="182832" y="333597"/>
                  </a:lnTo>
                  <a:lnTo>
                    <a:pt x="188107" y="333016"/>
                  </a:lnTo>
                  <a:lnTo>
                    <a:pt x="193360" y="332267"/>
                  </a:lnTo>
                  <a:lnTo>
                    <a:pt x="198587" y="331352"/>
                  </a:lnTo>
                  <a:lnTo>
                    <a:pt x="203783" y="330271"/>
                  </a:lnTo>
                  <a:lnTo>
                    <a:pt x="208942" y="329026"/>
                  </a:lnTo>
                  <a:lnTo>
                    <a:pt x="214058" y="327618"/>
                  </a:lnTo>
                  <a:lnTo>
                    <a:pt x="219127" y="326049"/>
                  </a:lnTo>
                  <a:lnTo>
                    <a:pt x="224144" y="324319"/>
                  </a:lnTo>
                  <a:lnTo>
                    <a:pt x="229104" y="322431"/>
                  </a:lnTo>
                  <a:lnTo>
                    <a:pt x="234001" y="320386"/>
                  </a:lnTo>
                  <a:lnTo>
                    <a:pt x="238830" y="318187"/>
                  </a:lnTo>
                  <a:lnTo>
                    <a:pt x="243588" y="315835"/>
                  </a:lnTo>
                  <a:lnTo>
                    <a:pt x="248268" y="313334"/>
                  </a:lnTo>
                  <a:lnTo>
                    <a:pt x="252867" y="310686"/>
                  </a:lnTo>
                  <a:lnTo>
                    <a:pt x="257379" y="307893"/>
                  </a:lnTo>
                  <a:lnTo>
                    <a:pt x="261800" y="304958"/>
                  </a:lnTo>
                  <a:lnTo>
                    <a:pt x="266126" y="301884"/>
                  </a:lnTo>
                  <a:lnTo>
                    <a:pt x="270352" y="298675"/>
                  </a:lnTo>
                  <a:lnTo>
                    <a:pt x="274475" y="295333"/>
                  </a:lnTo>
                  <a:lnTo>
                    <a:pt x="278489" y="291862"/>
                  </a:lnTo>
                  <a:lnTo>
                    <a:pt x="282391" y="288265"/>
                  </a:lnTo>
                  <a:lnTo>
                    <a:pt x="286176" y="284546"/>
                  </a:lnTo>
                  <a:lnTo>
                    <a:pt x="289842" y="280709"/>
                  </a:lnTo>
                  <a:lnTo>
                    <a:pt x="293384" y="276757"/>
                  </a:lnTo>
                  <a:lnTo>
                    <a:pt x="296799" y="272695"/>
                  </a:lnTo>
                  <a:lnTo>
                    <a:pt x="300083" y="268527"/>
                  </a:lnTo>
                  <a:lnTo>
                    <a:pt x="303234" y="264257"/>
                  </a:lnTo>
                  <a:lnTo>
                    <a:pt x="306247" y="259888"/>
                  </a:lnTo>
                  <a:lnTo>
                    <a:pt x="309120" y="255426"/>
                  </a:lnTo>
                  <a:lnTo>
                    <a:pt x="311850" y="250876"/>
                  </a:lnTo>
                  <a:lnTo>
                    <a:pt x="314434" y="246241"/>
                  </a:lnTo>
                  <a:lnTo>
                    <a:pt x="316869" y="241526"/>
                  </a:lnTo>
                  <a:lnTo>
                    <a:pt x="319154" y="236736"/>
                  </a:lnTo>
                  <a:lnTo>
                    <a:pt x="321286" y="231876"/>
                  </a:lnTo>
                  <a:lnTo>
                    <a:pt x="323262" y="226951"/>
                  </a:lnTo>
                  <a:lnTo>
                    <a:pt x="325081" y="221966"/>
                  </a:lnTo>
                  <a:lnTo>
                    <a:pt x="326741" y="216926"/>
                  </a:lnTo>
                  <a:lnTo>
                    <a:pt x="328240" y="211835"/>
                  </a:lnTo>
                  <a:lnTo>
                    <a:pt x="329577" y="206699"/>
                  </a:lnTo>
                  <a:lnTo>
                    <a:pt x="330749" y="201524"/>
                  </a:lnTo>
                  <a:lnTo>
                    <a:pt x="331758" y="196314"/>
                  </a:lnTo>
                  <a:lnTo>
                    <a:pt x="332600" y="191074"/>
                  </a:lnTo>
                  <a:lnTo>
                    <a:pt x="333275" y="185811"/>
                  </a:lnTo>
                  <a:lnTo>
                    <a:pt x="333783" y="180528"/>
                  </a:lnTo>
                  <a:lnTo>
                    <a:pt x="334123" y="175233"/>
                  </a:lnTo>
                  <a:lnTo>
                    <a:pt x="334295" y="169929"/>
                  </a:lnTo>
                  <a:lnTo>
                    <a:pt x="334299" y="164622"/>
                  </a:lnTo>
                  <a:lnTo>
                    <a:pt x="334134" y="159318"/>
                  </a:lnTo>
                  <a:lnTo>
                    <a:pt x="333801" y="154022"/>
                  </a:lnTo>
                  <a:lnTo>
                    <a:pt x="333299" y="148738"/>
                  </a:lnTo>
                  <a:lnTo>
                    <a:pt x="332631" y="143474"/>
                  </a:lnTo>
                  <a:lnTo>
                    <a:pt x="331795" y="138233"/>
                  </a:lnTo>
                  <a:lnTo>
                    <a:pt x="330794" y="133022"/>
                  </a:lnTo>
                  <a:lnTo>
                    <a:pt x="329628" y="127845"/>
                  </a:lnTo>
                  <a:lnTo>
                    <a:pt x="328298" y="122708"/>
                  </a:lnTo>
                  <a:lnTo>
                    <a:pt x="326805" y="117615"/>
                  </a:lnTo>
                  <a:lnTo>
                    <a:pt x="325152" y="112573"/>
                  </a:lnTo>
                  <a:lnTo>
                    <a:pt x="323340" y="107585"/>
                  </a:lnTo>
                  <a:lnTo>
                    <a:pt x="321370" y="102657"/>
                  </a:lnTo>
                  <a:lnTo>
                    <a:pt x="319244" y="97795"/>
                  </a:lnTo>
                  <a:lnTo>
                    <a:pt x="316966" y="93002"/>
                  </a:lnTo>
                  <a:lnTo>
                    <a:pt x="314536" y="88284"/>
                  </a:lnTo>
                  <a:lnTo>
                    <a:pt x="311958" y="83646"/>
                  </a:lnTo>
                  <a:lnTo>
                    <a:pt x="309234" y="79092"/>
                  </a:lnTo>
                  <a:lnTo>
                    <a:pt x="306367" y="74626"/>
                  </a:lnTo>
                  <a:lnTo>
                    <a:pt x="303359" y="70254"/>
                  </a:lnTo>
                  <a:lnTo>
                    <a:pt x="300215" y="65979"/>
                  </a:lnTo>
                  <a:lnTo>
                    <a:pt x="296936" y="61807"/>
                  </a:lnTo>
                  <a:lnTo>
                    <a:pt x="293526" y="57740"/>
                  </a:lnTo>
                  <a:lnTo>
                    <a:pt x="289989" y="53784"/>
                  </a:lnTo>
                  <a:lnTo>
                    <a:pt x="286328" y="49942"/>
                  </a:lnTo>
                  <a:lnTo>
                    <a:pt x="282547" y="46218"/>
                  </a:lnTo>
                  <a:lnTo>
                    <a:pt x="278650" y="42617"/>
                  </a:lnTo>
                  <a:lnTo>
                    <a:pt x="274641" y="39140"/>
                  </a:lnTo>
                  <a:lnTo>
                    <a:pt x="270523" y="35793"/>
                  </a:lnTo>
                  <a:lnTo>
                    <a:pt x="266301" y="32578"/>
                  </a:lnTo>
                  <a:lnTo>
                    <a:pt x="261979" y="29499"/>
                  </a:lnTo>
                  <a:lnTo>
                    <a:pt x="257561" y="26558"/>
                  </a:lnTo>
                  <a:lnTo>
                    <a:pt x="253053" y="23759"/>
                  </a:lnTo>
                  <a:lnTo>
                    <a:pt x="248458" y="21105"/>
                  </a:lnTo>
                  <a:lnTo>
                    <a:pt x="243780" y="18598"/>
                  </a:lnTo>
                  <a:lnTo>
                    <a:pt x="239026" y="16240"/>
                  </a:lnTo>
                  <a:lnTo>
                    <a:pt x="234199" y="14035"/>
                  </a:lnTo>
                  <a:lnTo>
                    <a:pt x="229305" y="11984"/>
                  </a:lnTo>
                  <a:lnTo>
                    <a:pt x="224348" y="10089"/>
                  </a:lnTo>
                  <a:lnTo>
                    <a:pt x="219333" y="8353"/>
                  </a:lnTo>
                  <a:lnTo>
                    <a:pt x="214266" y="6777"/>
                  </a:lnTo>
                  <a:lnTo>
                    <a:pt x="209151" y="5362"/>
                  </a:lnTo>
                  <a:lnTo>
                    <a:pt x="203994" y="4110"/>
                  </a:lnTo>
                  <a:lnTo>
                    <a:pt x="198800" y="3023"/>
                  </a:lnTo>
                  <a:lnTo>
                    <a:pt x="193574" y="2101"/>
                  </a:lnTo>
                  <a:lnTo>
                    <a:pt x="188322" y="1346"/>
                  </a:lnTo>
                  <a:lnTo>
                    <a:pt x="183048" y="757"/>
                  </a:lnTo>
                  <a:lnTo>
                    <a:pt x="177758" y="336"/>
                  </a:lnTo>
                  <a:lnTo>
                    <a:pt x="172457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g894"/>
            <p:cNvSpPr/>
            <p:nvPr/>
          </p:nvSpPr>
          <p:spPr>
            <a:xfrm>
              <a:off x="6293390" y="4605529"/>
              <a:ext cx="327722" cy="334328"/>
            </a:xfrm>
            <a:custGeom>
              <a:avLst/>
              <a:gdLst/>
              <a:ahLst/>
              <a:cxnLst/>
              <a:rect l="0" t="0" r="0" b="0"/>
              <a:pathLst>
                <a:path w="327722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2" y="10026"/>
                  </a:lnTo>
                  <a:lnTo>
                    <a:pt x="105189" y="11909"/>
                  </a:lnTo>
                  <a:lnTo>
                    <a:pt x="100307" y="13947"/>
                  </a:lnTo>
                  <a:lnTo>
                    <a:pt x="95493" y="16139"/>
                  </a:lnTo>
                  <a:lnTo>
                    <a:pt x="90750" y="18482"/>
                  </a:lnTo>
                  <a:lnTo>
                    <a:pt x="86084" y="20974"/>
                  </a:lnTo>
                  <a:lnTo>
                    <a:pt x="81499" y="23613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6" y="32379"/>
                  </a:lnTo>
                  <a:lnTo>
                    <a:pt x="64061" y="35575"/>
                  </a:lnTo>
                  <a:lnTo>
                    <a:pt x="59949" y="38903"/>
                  </a:lnTo>
                  <a:lnTo>
                    <a:pt x="55945" y="42359"/>
                  </a:lnTo>
                  <a:lnTo>
                    <a:pt x="52051" y="45940"/>
                  </a:lnTo>
                  <a:lnTo>
                    <a:pt x="48273" y="49643"/>
                  </a:lnTo>
                  <a:lnTo>
                    <a:pt x="44614" y="53463"/>
                  </a:lnTo>
                  <a:lnTo>
                    <a:pt x="41078" y="57398"/>
                  </a:lnTo>
                  <a:lnTo>
                    <a:pt x="37668" y="61442"/>
                  </a:lnTo>
                  <a:lnTo>
                    <a:pt x="34387" y="65592"/>
                  </a:lnTo>
                  <a:lnTo>
                    <a:pt x="31240" y="69844"/>
                  </a:lnTo>
                  <a:lnTo>
                    <a:pt x="28229" y="74193"/>
                  </a:lnTo>
                  <a:lnTo>
                    <a:pt x="25357" y="78635"/>
                  </a:lnTo>
                  <a:lnTo>
                    <a:pt x="22626" y="83166"/>
                  </a:lnTo>
                  <a:lnTo>
                    <a:pt x="20041" y="87781"/>
                  </a:lnTo>
                  <a:lnTo>
                    <a:pt x="17603" y="92476"/>
                  </a:lnTo>
                  <a:lnTo>
                    <a:pt x="15314" y="97245"/>
                  </a:lnTo>
                  <a:lnTo>
                    <a:pt x="13178" y="102084"/>
                  </a:lnTo>
                  <a:lnTo>
                    <a:pt x="11196" y="106989"/>
                  </a:lnTo>
                  <a:lnTo>
                    <a:pt x="9370" y="111954"/>
                  </a:lnTo>
                  <a:lnTo>
                    <a:pt x="7702" y="116974"/>
                  </a:lnTo>
                  <a:lnTo>
                    <a:pt x="6194" y="122044"/>
                  </a:lnTo>
                  <a:lnTo>
                    <a:pt x="4846" y="127160"/>
                  </a:lnTo>
                  <a:lnTo>
                    <a:pt x="3662" y="132315"/>
                  </a:lnTo>
                  <a:lnTo>
                    <a:pt x="2641" y="137506"/>
                  </a:lnTo>
                  <a:lnTo>
                    <a:pt x="1785" y="142726"/>
                  </a:lnTo>
                  <a:lnTo>
                    <a:pt x="1094" y="147971"/>
                  </a:lnTo>
                  <a:lnTo>
                    <a:pt x="570" y="153234"/>
                  </a:lnTo>
                  <a:lnTo>
                    <a:pt x="213" y="158512"/>
                  </a:lnTo>
                  <a:lnTo>
                    <a:pt x="22" y="163799"/>
                  </a:lnTo>
                  <a:lnTo>
                    <a:pt x="0" y="169089"/>
                  </a:lnTo>
                  <a:lnTo>
                    <a:pt x="144" y="174377"/>
                  </a:lnTo>
                  <a:lnTo>
                    <a:pt x="456" y="179657"/>
                  </a:lnTo>
                  <a:lnTo>
                    <a:pt x="934" y="184926"/>
                  </a:lnTo>
                  <a:lnTo>
                    <a:pt x="1580" y="190176"/>
                  </a:lnTo>
                  <a:lnTo>
                    <a:pt x="2390" y="195404"/>
                  </a:lnTo>
                  <a:lnTo>
                    <a:pt x="3366" y="200603"/>
                  </a:lnTo>
                  <a:lnTo>
                    <a:pt x="4506" y="205768"/>
                  </a:lnTo>
                  <a:lnTo>
                    <a:pt x="5809" y="210895"/>
                  </a:lnTo>
                  <a:lnTo>
                    <a:pt x="7273" y="215979"/>
                  </a:lnTo>
                  <a:lnTo>
                    <a:pt x="8898" y="221013"/>
                  </a:lnTo>
                  <a:lnTo>
                    <a:pt x="10681" y="225993"/>
                  </a:lnTo>
                  <a:lnTo>
                    <a:pt x="12621" y="230915"/>
                  </a:lnTo>
                  <a:lnTo>
                    <a:pt x="14715" y="235772"/>
                  </a:lnTo>
                  <a:lnTo>
                    <a:pt x="16962" y="240561"/>
                  </a:lnTo>
                  <a:lnTo>
                    <a:pt x="19359" y="245277"/>
                  </a:lnTo>
                  <a:lnTo>
                    <a:pt x="21905" y="249914"/>
                  </a:lnTo>
                  <a:lnTo>
                    <a:pt x="24596" y="254469"/>
                  </a:lnTo>
                  <a:lnTo>
                    <a:pt x="27429" y="258935"/>
                  </a:lnTo>
                  <a:lnTo>
                    <a:pt x="30403" y="263311"/>
                  </a:lnTo>
                  <a:lnTo>
                    <a:pt x="33513" y="267589"/>
                  </a:lnTo>
                  <a:lnTo>
                    <a:pt x="36758" y="271768"/>
                  </a:lnTo>
                  <a:lnTo>
                    <a:pt x="40133" y="275841"/>
                  </a:lnTo>
                  <a:lnTo>
                    <a:pt x="43635" y="279806"/>
                  </a:lnTo>
                  <a:lnTo>
                    <a:pt x="47261" y="283658"/>
                  </a:lnTo>
                  <a:lnTo>
                    <a:pt x="51007" y="287393"/>
                  </a:lnTo>
                  <a:lnTo>
                    <a:pt x="54869" y="291008"/>
                  </a:lnTo>
                  <a:lnTo>
                    <a:pt x="58843" y="294499"/>
                  </a:lnTo>
                  <a:lnTo>
                    <a:pt x="62926" y="297862"/>
                  </a:lnTo>
                  <a:lnTo>
                    <a:pt x="67114" y="301094"/>
                  </a:lnTo>
                  <a:lnTo>
                    <a:pt x="71401" y="304193"/>
                  </a:lnTo>
                  <a:lnTo>
                    <a:pt x="75785" y="307154"/>
                  </a:lnTo>
                  <a:lnTo>
                    <a:pt x="80260" y="309975"/>
                  </a:lnTo>
                  <a:lnTo>
                    <a:pt x="84822" y="312653"/>
                  </a:lnTo>
                  <a:lnTo>
                    <a:pt x="89466" y="315185"/>
                  </a:lnTo>
                  <a:lnTo>
                    <a:pt x="94189" y="317569"/>
                  </a:lnTo>
                  <a:lnTo>
                    <a:pt x="98984" y="319802"/>
                  </a:lnTo>
                  <a:lnTo>
                    <a:pt x="103848" y="321883"/>
                  </a:lnTo>
                  <a:lnTo>
                    <a:pt x="108775" y="323809"/>
                  </a:lnTo>
                  <a:lnTo>
                    <a:pt x="113760" y="325577"/>
                  </a:lnTo>
                  <a:lnTo>
                    <a:pt x="118799" y="327187"/>
                  </a:lnTo>
                  <a:lnTo>
                    <a:pt x="123886" y="328637"/>
                  </a:lnTo>
                  <a:lnTo>
                    <a:pt x="129017" y="329926"/>
                  </a:lnTo>
                  <a:lnTo>
                    <a:pt x="134186" y="331051"/>
                  </a:lnTo>
                  <a:lnTo>
                    <a:pt x="139388" y="332012"/>
                  </a:lnTo>
                  <a:lnTo>
                    <a:pt x="144618" y="332808"/>
                  </a:lnTo>
                  <a:lnTo>
                    <a:pt x="149870" y="333438"/>
                  </a:lnTo>
                  <a:lnTo>
                    <a:pt x="155139" y="333902"/>
                  </a:lnTo>
                  <a:lnTo>
                    <a:pt x="160421" y="334199"/>
                  </a:lnTo>
                  <a:lnTo>
                    <a:pt x="165709" y="334328"/>
                  </a:lnTo>
                  <a:lnTo>
                    <a:pt x="170999" y="334290"/>
                  </a:lnTo>
                  <a:lnTo>
                    <a:pt x="176285" y="334085"/>
                  </a:lnTo>
                  <a:lnTo>
                    <a:pt x="181562" y="333712"/>
                  </a:lnTo>
                  <a:lnTo>
                    <a:pt x="186824" y="333173"/>
                  </a:lnTo>
                  <a:lnTo>
                    <a:pt x="192067" y="332468"/>
                  </a:lnTo>
                  <a:lnTo>
                    <a:pt x="197285" y="331597"/>
                  </a:lnTo>
                  <a:lnTo>
                    <a:pt x="202472" y="330561"/>
                  </a:lnTo>
                  <a:lnTo>
                    <a:pt x="207625" y="329362"/>
                  </a:lnTo>
                  <a:lnTo>
                    <a:pt x="212736" y="328000"/>
                  </a:lnTo>
                  <a:lnTo>
                    <a:pt x="217802" y="326478"/>
                  </a:lnTo>
                  <a:lnTo>
                    <a:pt x="222818" y="324795"/>
                  </a:lnTo>
                  <a:lnTo>
                    <a:pt x="227777" y="322955"/>
                  </a:lnTo>
                  <a:lnTo>
                    <a:pt x="232676" y="320959"/>
                  </a:lnTo>
                  <a:lnTo>
                    <a:pt x="237509" y="318809"/>
                  </a:lnTo>
                  <a:lnTo>
                    <a:pt x="242272" y="316507"/>
                  </a:lnTo>
                  <a:lnTo>
                    <a:pt x="246960" y="314056"/>
                  </a:lnTo>
                  <a:lnTo>
                    <a:pt x="251567" y="311457"/>
                  </a:lnTo>
                  <a:lnTo>
                    <a:pt x="256091" y="308714"/>
                  </a:lnTo>
                  <a:lnTo>
                    <a:pt x="260525" y="305829"/>
                  </a:lnTo>
                  <a:lnTo>
                    <a:pt x="264865" y="302806"/>
                  </a:lnTo>
                  <a:lnTo>
                    <a:pt x="269108" y="299646"/>
                  </a:lnTo>
                  <a:lnTo>
                    <a:pt x="273249" y="296354"/>
                  </a:lnTo>
                  <a:lnTo>
                    <a:pt x="277283" y="292932"/>
                  </a:lnTo>
                  <a:lnTo>
                    <a:pt x="281207" y="289385"/>
                  </a:lnTo>
                  <a:lnTo>
                    <a:pt x="285017" y="285715"/>
                  </a:lnTo>
                  <a:lnTo>
                    <a:pt x="288709" y="281927"/>
                  </a:lnTo>
                  <a:lnTo>
                    <a:pt x="292279" y="278023"/>
                  </a:lnTo>
                  <a:lnTo>
                    <a:pt x="295724" y="274009"/>
                  </a:lnTo>
                  <a:lnTo>
                    <a:pt x="299040" y="269887"/>
                  </a:lnTo>
                  <a:lnTo>
                    <a:pt x="302225" y="265663"/>
                  </a:lnTo>
                  <a:lnTo>
                    <a:pt x="305273" y="261340"/>
                  </a:lnTo>
                  <a:lnTo>
                    <a:pt x="308184" y="256923"/>
                  </a:lnTo>
                  <a:lnTo>
                    <a:pt x="310953" y="252415"/>
                  </a:lnTo>
                  <a:lnTo>
                    <a:pt x="313578" y="247823"/>
                  </a:lnTo>
                  <a:lnTo>
                    <a:pt x="316057" y="243150"/>
                  </a:lnTo>
                  <a:lnTo>
                    <a:pt x="318387" y="238400"/>
                  </a:lnTo>
                  <a:lnTo>
                    <a:pt x="320565" y="233580"/>
                  </a:lnTo>
                  <a:lnTo>
                    <a:pt x="322589" y="228692"/>
                  </a:lnTo>
                  <a:lnTo>
                    <a:pt x="324458" y="223744"/>
                  </a:lnTo>
                  <a:lnTo>
                    <a:pt x="326170" y="218738"/>
                  </a:lnTo>
                  <a:lnTo>
                    <a:pt x="327722" y="21368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g895"/>
            <p:cNvSpPr/>
            <p:nvPr/>
          </p:nvSpPr>
          <p:spPr>
            <a:xfrm>
              <a:off x="6460546" y="4772696"/>
              <a:ext cx="160565" cy="46513"/>
            </a:xfrm>
            <a:custGeom>
              <a:avLst/>
              <a:gdLst/>
              <a:ahLst/>
              <a:cxnLst/>
              <a:rect l="0" t="0" r="0" b="0"/>
              <a:pathLst>
                <a:path w="160565" h="46513">
                  <a:moveTo>
                    <a:pt x="160565" y="465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g896"/>
            <p:cNvSpPr/>
            <p:nvPr/>
          </p:nvSpPr>
          <p:spPr>
            <a:xfrm>
              <a:off x="6460546" y="4772696"/>
              <a:ext cx="160565" cy="46513"/>
            </a:xfrm>
            <a:custGeom>
              <a:avLst/>
              <a:gdLst/>
              <a:ahLst/>
              <a:cxnLst/>
              <a:rect l="0" t="0" r="0" b="0"/>
              <a:pathLst>
                <a:path w="160565" h="46513">
                  <a:moveTo>
                    <a:pt x="160565" y="465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g897"/>
            <p:cNvSpPr/>
            <p:nvPr/>
          </p:nvSpPr>
          <p:spPr>
            <a:xfrm>
              <a:off x="6460546" y="4676669"/>
              <a:ext cx="167146" cy="142540"/>
            </a:xfrm>
            <a:custGeom>
              <a:avLst/>
              <a:gdLst/>
              <a:ahLst/>
              <a:cxnLst/>
              <a:rect l="0" t="0" r="0" b="0"/>
              <a:pathLst>
                <a:path w="167146" h="142540">
                  <a:moveTo>
                    <a:pt x="160565" y="142540"/>
                  </a:moveTo>
                  <a:lnTo>
                    <a:pt x="162017" y="137200"/>
                  </a:lnTo>
                  <a:lnTo>
                    <a:pt x="163291" y="131815"/>
                  </a:lnTo>
                  <a:lnTo>
                    <a:pt x="164386" y="126390"/>
                  </a:lnTo>
                  <a:lnTo>
                    <a:pt x="165301" y="120932"/>
                  </a:lnTo>
                  <a:lnTo>
                    <a:pt x="166035" y="115447"/>
                  </a:lnTo>
                  <a:lnTo>
                    <a:pt x="166587" y="109940"/>
                  </a:lnTo>
                  <a:lnTo>
                    <a:pt x="166956" y="104418"/>
                  </a:lnTo>
                  <a:lnTo>
                    <a:pt x="167142" y="98887"/>
                  </a:lnTo>
                  <a:lnTo>
                    <a:pt x="167146" y="93353"/>
                  </a:lnTo>
                  <a:lnTo>
                    <a:pt x="166965" y="87822"/>
                  </a:lnTo>
                  <a:lnTo>
                    <a:pt x="166602" y="82300"/>
                  </a:lnTo>
                  <a:lnTo>
                    <a:pt x="166057" y="76793"/>
                  </a:lnTo>
                  <a:lnTo>
                    <a:pt x="165329" y="71307"/>
                  </a:lnTo>
                  <a:lnTo>
                    <a:pt x="164420" y="65848"/>
                  </a:lnTo>
                  <a:lnTo>
                    <a:pt x="163331" y="60422"/>
                  </a:lnTo>
                  <a:lnTo>
                    <a:pt x="162063" y="55035"/>
                  </a:lnTo>
                  <a:lnTo>
                    <a:pt x="160618" y="49693"/>
                  </a:lnTo>
                  <a:lnTo>
                    <a:pt x="158996" y="44402"/>
                  </a:lnTo>
                  <a:lnTo>
                    <a:pt x="157200" y="39167"/>
                  </a:lnTo>
                  <a:lnTo>
                    <a:pt x="155232" y="33995"/>
                  </a:lnTo>
                  <a:lnTo>
                    <a:pt x="153093" y="28890"/>
                  </a:lnTo>
                  <a:lnTo>
                    <a:pt x="150787" y="23860"/>
                  </a:lnTo>
                  <a:lnTo>
                    <a:pt x="148316" y="18908"/>
                  </a:lnTo>
                  <a:lnTo>
                    <a:pt x="145682" y="14041"/>
                  </a:lnTo>
                  <a:lnTo>
                    <a:pt x="142888" y="9264"/>
                  </a:lnTo>
                  <a:lnTo>
                    <a:pt x="139938" y="4581"/>
                  </a:lnTo>
                  <a:lnTo>
                    <a:pt x="136834" y="0"/>
                  </a:lnTo>
                  <a:lnTo>
                    <a:pt x="0" y="96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g898"/>
            <p:cNvSpPr/>
            <p:nvPr/>
          </p:nvSpPr>
          <p:spPr>
            <a:xfrm>
              <a:off x="6460546" y="4605529"/>
              <a:ext cx="136834" cy="167167"/>
            </a:xfrm>
            <a:custGeom>
              <a:avLst/>
              <a:gdLst/>
              <a:ahLst/>
              <a:cxnLst/>
              <a:rect l="0" t="0" r="0" b="0"/>
              <a:pathLst>
                <a:path w="136834" h="167167">
                  <a:moveTo>
                    <a:pt x="136834" y="71140"/>
                  </a:moveTo>
                  <a:lnTo>
                    <a:pt x="133585" y="66669"/>
                  </a:lnTo>
                  <a:lnTo>
                    <a:pt x="130190" y="62308"/>
                  </a:lnTo>
                  <a:lnTo>
                    <a:pt x="126652" y="58061"/>
                  </a:lnTo>
                  <a:lnTo>
                    <a:pt x="122976" y="53934"/>
                  </a:lnTo>
                  <a:lnTo>
                    <a:pt x="119165" y="49930"/>
                  </a:lnTo>
                  <a:lnTo>
                    <a:pt x="115224" y="46055"/>
                  </a:lnTo>
                  <a:lnTo>
                    <a:pt x="111158" y="42312"/>
                  </a:lnTo>
                  <a:lnTo>
                    <a:pt x="106969" y="38705"/>
                  </a:lnTo>
                  <a:lnTo>
                    <a:pt x="102664" y="35239"/>
                  </a:lnTo>
                  <a:lnTo>
                    <a:pt x="98247" y="31917"/>
                  </a:lnTo>
                  <a:lnTo>
                    <a:pt x="93722" y="28743"/>
                  </a:lnTo>
                  <a:lnTo>
                    <a:pt x="89094" y="25721"/>
                  </a:lnTo>
                  <a:lnTo>
                    <a:pt x="84369" y="22852"/>
                  </a:lnTo>
                  <a:lnTo>
                    <a:pt x="79552" y="20142"/>
                  </a:lnTo>
                  <a:lnTo>
                    <a:pt x="74649" y="17593"/>
                  </a:lnTo>
                  <a:lnTo>
                    <a:pt x="69663" y="15207"/>
                  </a:lnTo>
                  <a:lnTo>
                    <a:pt x="64601" y="12987"/>
                  </a:lnTo>
                  <a:lnTo>
                    <a:pt x="59469" y="10935"/>
                  </a:lnTo>
                  <a:lnTo>
                    <a:pt x="54272" y="9055"/>
                  </a:lnTo>
                  <a:lnTo>
                    <a:pt x="49015" y="7347"/>
                  </a:lnTo>
                  <a:lnTo>
                    <a:pt x="43705" y="5814"/>
                  </a:lnTo>
                  <a:lnTo>
                    <a:pt x="38347" y="4457"/>
                  </a:lnTo>
                  <a:lnTo>
                    <a:pt x="32947" y="3278"/>
                  </a:lnTo>
                  <a:lnTo>
                    <a:pt x="27511" y="2279"/>
                  </a:lnTo>
                  <a:lnTo>
                    <a:pt x="22045" y="1459"/>
                  </a:lnTo>
                  <a:lnTo>
                    <a:pt x="16554" y="821"/>
                  </a:lnTo>
                  <a:lnTo>
                    <a:pt x="11046" y="365"/>
                  </a:lnTo>
                  <a:lnTo>
                    <a:pt x="552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g924"/>
            <p:cNvSpPr/>
            <p:nvPr/>
          </p:nvSpPr>
          <p:spPr>
            <a:xfrm>
              <a:off x="6578733" y="4172415"/>
              <a:ext cx="320382" cy="334321"/>
            </a:xfrm>
            <a:custGeom>
              <a:avLst/>
              <a:gdLst/>
              <a:ahLst/>
              <a:cxnLst/>
              <a:rect l="0" t="0" r="0" b="0"/>
              <a:pathLst>
                <a:path w="320382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6" y="4139"/>
                  </a:lnTo>
                  <a:lnTo>
                    <a:pt x="125012" y="5400"/>
                  </a:lnTo>
                  <a:lnTo>
                    <a:pt x="119880" y="6825"/>
                  </a:lnTo>
                  <a:lnTo>
                    <a:pt x="114797" y="8412"/>
                  </a:lnTo>
                  <a:lnTo>
                    <a:pt x="109766" y="10161"/>
                  </a:lnTo>
                  <a:lnTo>
                    <a:pt x="104794" y="12068"/>
                  </a:lnTo>
                  <a:lnTo>
                    <a:pt x="99885" y="14134"/>
                  </a:lnTo>
                  <a:lnTo>
                    <a:pt x="95045" y="16354"/>
                  </a:lnTo>
                  <a:lnTo>
                    <a:pt x="90277" y="18728"/>
                  </a:lnTo>
                  <a:lnTo>
                    <a:pt x="85588" y="21252"/>
                  </a:lnTo>
                  <a:lnTo>
                    <a:pt x="80981" y="23925"/>
                  </a:lnTo>
                  <a:lnTo>
                    <a:pt x="76462" y="26743"/>
                  </a:lnTo>
                  <a:lnTo>
                    <a:pt x="72035" y="29703"/>
                  </a:lnTo>
                  <a:lnTo>
                    <a:pt x="67704" y="32803"/>
                  </a:lnTo>
                  <a:lnTo>
                    <a:pt x="63475" y="36039"/>
                  </a:lnTo>
                  <a:lnTo>
                    <a:pt x="59351" y="39408"/>
                  </a:lnTo>
                  <a:lnTo>
                    <a:pt x="55336" y="42907"/>
                  </a:lnTo>
                  <a:lnTo>
                    <a:pt x="51434" y="46532"/>
                  </a:lnTo>
                  <a:lnTo>
                    <a:pt x="47650" y="50280"/>
                  </a:lnTo>
                  <a:lnTo>
                    <a:pt x="43987" y="54146"/>
                  </a:lnTo>
                  <a:lnTo>
                    <a:pt x="40450" y="58127"/>
                  </a:lnTo>
                  <a:lnTo>
                    <a:pt x="37041" y="62219"/>
                  </a:lnTo>
                  <a:lnTo>
                    <a:pt x="33764" y="66417"/>
                  </a:lnTo>
                  <a:lnTo>
                    <a:pt x="30622" y="70717"/>
                  </a:lnTo>
                  <a:lnTo>
                    <a:pt x="27619" y="75115"/>
                  </a:lnTo>
                  <a:lnTo>
                    <a:pt x="24758" y="79607"/>
                  </a:lnTo>
                  <a:lnTo>
                    <a:pt x="22041" y="84187"/>
                  </a:lnTo>
                  <a:lnTo>
                    <a:pt x="19471" y="88852"/>
                  </a:lnTo>
                  <a:lnTo>
                    <a:pt x="17051" y="93596"/>
                  </a:lnTo>
                  <a:lnTo>
                    <a:pt x="14784" y="98415"/>
                  </a:lnTo>
                  <a:lnTo>
                    <a:pt x="12671" y="103304"/>
                  </a:lnTo>
                  <a:lnTo>
                    <a:pt x="10715" y="108257"/>
                  </a:lnTo>
                  <a:lnTo>
                    <a:pt x="8918" y="113271"/>
                  </a:lnTo>
                  <a:lnTo>
                    <a:pt x="7282" y="118339"/>
                  </a:lnTo>
                  <a:lnTo>
                    <a:pt x="5808" y="123456"/>
                  </a:lnTo>
                  <a:lnTo>
                    <a:pt x="4497" y="128618"/>
                  </a:lnTo>
                  <a:lnTo>
                    <a:pt x="3352" y="133819"/>
                  </a:lnTo>
                  <a:lnTo>
                    <a:pt x="2373" y="139054"/>
                  </a:lnTo>
                  <a:lnTo>
                    <a:pt x="1561" y="144317"/>
                  </a:lnTo>
                  <a:lnTo>
                    <a:pt x="917" y="149604"/>
                  </a:lnTo>
                  <a:lnTo>
                    <a:pt x="442" y="154908"/>
                  </a:lnTo>
                  <a:lnTo>
                    <a:pt x="136" y="160225"/>
                  </a:lnTo>
                  <a:lnTo>
                    <a:pt x="0" y="165549"/>
                  </a:lnTo>
                  <a:lnTo>
                    <a:pt x="33" y="170875"/>
                  </a:lnTo>
                  <a:lnTo>
                    <a:pt x="236" y="176197"/>
                  </a:lnTo>
                  <a:lnTo>
                    <a:pt x="608" y="181509"/>
                  </a:lnTo>
                  <a:lnTo>
                    <a:pt x="1149" y="186807"/>
                  </a:lnTo>
                  <a:lnTo>
                    <a:pt x="1859" y="192085"/>
                  </a:lnTo>
                  <a:lnTo>
                    <a:pt x="2737" y="197338"/>
                  </a:lnTo>
                  <a:lnTo>
                    <a:pt x="3781" y="202560"/>
                  </a:lnTo>
                  <a:lnTo>
                    <a:pt x="4992" y="207747"/>
                  </a:lnTo>
                  <a:lnTo>
                    <a:pt x="6367" y="212892"/>
                  </a:lnTo>
                  <a:lnTo>
                    <a:pt x="7905" y="217991"/>
                  </a:lnTo>
                  <a:lnTo>
                    <a:pt x="9605" y="223038"/>
                  </a:lnTo>
                  <a:lnTo>
                    <a:pt x="11464" y="228028"/>
                  </a:lnTo>
                  <a:lnTo>
                    <a:pt x="13482" y="232957"/>
                  </a:lnTo>
                  <a:lnTo>
                    <a:pt x="15656" y="237819"/>
                  </a:lnTo>
                  <a:lnTo>
                    <a:pt x="17983" y="242609"/>
                  </a:lnTo>
                  <a:lnTo>
                    <a:pt x="20462" y="247322"/>
                  </a:lnTo>
                  <a:lnTo>
                    <a:pt x="23090" y="251955"/>
                  </a:lnTo>
                  <a:lnTo>
                    <a:pt x="25864" y="256501"/>
                  </a:lnTo>
                  <a:lnTo>
                    <a:pt x="28781" y="260956"/>
                  </a:lnTo>
                  <a:lnTo>
                    <a:pt x="31839" y="265317"/>
                  </a:lnTo>
                  <a:lnTo>
                    <a:pt x="35034" y="269577"/>
                  </a:lnTo>
                  <a:lnTo>
                    <a:pt x="38363" y="273734"/>
                  </a:lnTo>
                  <a:lnTo>
                    <a:pt x="41823" y="277783"/>
                  </a:lnTo>
                  <a:lnTo>
                    <a:pt x="45410" y="281719"/>
                  </a:lnTo>
                  <a:lnTo>
                    <a:pt x="49121" y="285539"/>
                  </a:lnTo>
                  <a:lnTo>
                    <a:pt x="52952" y="289239"/>
                  </a:lnTo>
                  <a:lnTo>
                    <a:pt x="56898" y="292815"/>
                  </a:lnTo>
                  <a:lnTo>
                    <a:pt x="60956" y="296264"/>
                  </a:lnTo>
                  <a:lnTo>
                    <a:pt x="65123" y="299581"/>
                  </a:lnTo>
                  <a:lnTo>
                    <a:pt x="69392" y="302764"/>
                  </a:lnTo>
                  <a:lnTo>
                    <a:pt x="73761" y="305810"/>
                  </a:lnTo>
                  <a:lnTo>
                    <a:pt x="78225" y="308714"/>
                  </a:lnTo>
                  <a:lnTo>
                    <a:pt x="82779" y="311476"/>
                  </a:lnTo>
                  <a:lnTo>
                    <a:pt x="87419" y="314090"/>
                  </a:lnTo>
                  <a:lnTo>
                    <a:pt x="92139" y="316556"/>
                  </a:lnTo>
                  <a:lnTo>
                    <a:pt x="96936" y="318870"/>
                  </a:lnTo>
                  <a:lnTo>
                    <a:pt x="101804" y="321029"/>
                  </a:lnTo>
                  <a:lnTo>
                    <a:pt x="106738" y="323033"/>
                  </a:lnTo>
                  <a:lnTo>
                    <a:pt x="111734" y="324879"/>
                  </a:lnTo>
                  <a:lnTo>
                    <a:pt x="116786" y="326564"/>
                  </a:lnTo>
                  <a:lnTo>
                    <a:pt x="121889" y="328088"/>
                  </a:lnTo>
                  <a:lnTo>
                    <a:pt x="127038" y="329448"/>
                  </a:lnTo>
                  <a:lnTo>
                    <a:pt x="132228" y="330644"/>
                  </a:lnTo>
                  <a:lnTo>
                    <a:pt x="137453" y="331674"/>
                  </a:lnTo>
                  <a:lnTo>
                    <a:pt x="142708" y="332537"/>
                  </a:lnTo>
                  <a:lnTo>
                    <a:pt x="147988" y="333231"/>
                  </a:lnTo>
                  <a:lnTo>
                    <a:pt x="153288" y="333758"/>
                  </a:lnTo>
                  <a:lnTo>
                    <a:pt x="158601" y="334115"/>
                  </a:lnTo>
                  <a:lnTo>
                    <a:pt x="163924" y="334303"/>
                  </a:lnTo>
                  <a:lnTo>
                    <a:pt x="169249" y="334321"/>
                  </a:lnTo>
                  <a:lnTo>
                    <a:pt x="174573" y="334170"/>
                  </a:lnTo>
                  <a:lnTo>
                    <a:pt x="179889" y="333849"/>
                  </a:lnTo>
                  <a:lnTo>
                    <a:pt x="185192" y="333359"/>
                  </a:lnTo>
                  <a:lnTo>
                    <a:pt x="190477" y="332700"/>
                  </a:lnTo>
                  <a:lnTo>
                    <a:pt x="195738" y="331873"/>
                  </a:lnTo>
                  <a:lnTo>
                    <a:pt x="200970" y="330879"/>
                  </a:lnTo>
                  <a:lnTo>
                    <a:pt x="206168" y="329719"/>
                  </a:lnTo>
                  <a:lnTo>
                    <a:pt x="211326" y="328394"/>
                  </a:lnTo>
                  <a:lnTo>
                    <a:pt x="216439" y="326906"/>
                  </a:lnTo>
                  <a:lnTo>
                    <a:pt x="221503" y="325255"/>
                  </a:lnTo>
                  <a:lnTo>
                    <a:pt x="226511" y="323443"/>
                  </a:lnTo>
                  <a:lnTo>
                    <a:pt x="231459" y="321474"/>
                  </a:lnTo>
                  <a:lnTo>
                    <a:pt x="236341" y="319347"/>
                  </a:lnTo>
                  <a:lnTo>
                    <a:pt x="241154" y="317066"/>
                  </a:lnTo>
                  <a:lnTo>
                    <a:pt x="245891" y="314633"/>
                  </a:lnTo>
                  <a:lnTo>
                    <a:pt x="250549" y="312050"/>
                  </a:lnTo>
                  <a:lnTo>
                    <a:pt x="255121" y="309320"/>
                  </a:lnTo>
                  <a:lnTo>
                    <a:pt x="259605" y="306446"/>
                  </a:lnTo>
                  <a:lnTo>
                    <a:pt x="263995" y="303431"/>
                  </a:lnTo>
                  <a:lnTo>
                    <a:pt x="268286" y="300277"/>
                  </a:lnTo>
                  <a:lnTo>
                    <a:pt x="272475" y="296988"/>
                  </a:lnTo>
                  <a:lnTo>
                    <a:pt x="276557" y="293568"/>
                  </a:lnTo>
                  <a:lnTo>
                    <a:pt x="280528" y="290019"/>
                  </a:lnTo>
                  <a:lnTo>
                    <a:pt x="284383" y="286345"/>
                  </a:lnTo>
                  <a:lnTo>
                    <a:pt x="288120" y="282550"/>
                  </a:lnTo>
                  <a:lnTo>
                    <a:pt x="291734" y="278639"/>
                  </a:lnTo>
                  <a:lnTo>
                    <a:pt x="295222" y="274614"/>
                  </a:lnTo>
                  <a:lnTo>
                    <a:pt x="298580" y="270480"/>
                  </a:lnTo>
                  <a:lnTo>
                    <a:pt x="301804" y="266241"/>
                  </a:lnTo>
                  <a:lnTo>
                    <a:pt x="304891" y="261902"/>
                  </a:lnTo>
                  <a:lnTo>
                    <a:pt x="307839" y="257467"/>
                  </a:lnTo>
                  <a:lnTo>
                    <a:pt x="310644" y="252940"/>
                  </a:lnTo>
                  <a:lnTo>
                    <a:pt x="313304" y="248325"/>
                  </a:lnTo>
                  <a:lnTo>
                    <a:pt x="315815" y="243629"/>
                  </a:lnTo>
                  <a:lnTo>
                    <a:pt x="318175" y="238855"/>
                  </a:lnTo>
                  <a:lnTo>
                    <a:pt x="320382" y="234008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g925"/>
            <p:cNvSpPr/>
            <p:nvPr/>
          </p:nvSpPr>
          <p:spPr>
            <a:xfrm>
              <a:off x="6745892" y="4339583"/>
              <a:ext cx="153222" cy="66841"/>
            </a:xfrm>
            <a:custGeom>
              <a:avLst/>
              <a:gdLst/>
              <a:ahLst/>
              <a:cxnLst/>
              <a:rect l="0" t="0" r="0" b="0"/>
              <a:pathLst>
                <a:path w="153222" h="66841">
                  <a:moveTo>
                    <a:pt x="153222" y="6684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g926"/>
            <p:cNvSpPr/>
            <p:nvPr/>
          </p:nvSpPr>
          <p:spPr>
            <a:xfrm>
              <a:off x="6745892" y="4261189"/>
              <a:ext cx="167156" cy="145235"/>
            </a:xfrm>
            <a:custGeom>
              <a:avLst/>
              <a:gdLst/>
              <a:ahLst/>
              <a:cxnLst/>
              <a:rect l="0" t="0" r="0" b="0"/>
              <a:pathLst>
                <a:path w="167156" h="145235">
                  <a:moveTo>
                    <a:pt x="153222" y="145235"/>
                  </a:moveTo>
                  <a:lnTo>
                    <a:pt x="155364" y="140094"/>
                  </a:lnTo>
                  <a:lnTo>
                    <a:pt x="157332" y="134885"/>
                  </a:lnTo>
                  <a:lnTo>
                    <a:pt x="159127" y="129614"/>
                  </a:lnTo>
                  <a:lnTo>
                    <a:pt x="160744" y="124285"/>
                  </a:lnTo>
                  <a:lnTo>
                    <a:pt x="162184" y="118906"/>
                  </a:lnTo>
                  <a:lnTo>
                    <a:pt x="163443" y="113481"/>
                  </a:lnTo>
                  <a:lnTo>
                    <a:pt x="164521" y="108018"/>
                  </a:lnTo>
                  <a:lnTo>
                    <a:pt x="165416" y="102522"/>
                  </a:lnTo>
                  <a:lnTo>
                    <a:pt x="166128" y="96999"/>
                  </a:lnTo>
                  <a:lnTo>
                    <a:pt x="166656" y="91455"/>
                  </a:lnTo>
                  <a:lnTo>
                    <a:pt x="166998" y="85897"/>
                  </a:lnTo>
                  <a:lnTo>
                    <a:pt x="167156" y="80331"/>
                  </a:lnTo>
                  <a:lnTo>
                    <a:pt x="167127" y="74762"/>
                  </a:lnTo>
                  <a:lnTo>
                    <a:pt x="166914" y="69198"/>
                  </a:lnTo>
                  <a:lnTo>
                    <a:pt x="166515" y="63644"/>
                  </a:lnTo>
                  <a:lnTo>
                    <a:pt x="165931" y="58106"/>
                  </a:lnTo>
                  <a:lnTo>
                    <a:pt x="165163" y="52590"/>
                  </a:lnTo>
                  <a:lnTo>
                    <a:pt x="164212" y="47103"/>
                  </a:lnTo>
                  <a:lnTo>
                    <a:pt x="163079" y="41651"/>
                  </a:lnTo>
                  <a:lnTo>
                    <a:pt x="161765" y="36240"/>
                  </a:lnTo>
                  <a:lnTo>
                    <a:pt x="160271" y="30875"/>
                  </a:lnTo>
                  <a:lnTo>
                    <a:pt x="158599" y="25564"/>
                  </a:lnTo>
                  <a:lnTo>
                    <a:pt x="156752" y="20310"/>
                  </a:lnTo>
                  <a:lnTo>
                    <a:pt x="154730" y="15122"/>
                  </a:lnTo>
                  <a:lnTo>
                    <a:pt x="152537" y="10003"/>
                  </a:lnTo>
                  <a:lnTo>
                    <a:pt x="150175" y="4961"/>
                  </a:lnTo>
                  <a:lnTo>
                    <a:pt x="147645" y="0"/>
                  </a:lnTo>
                  <a:lnTo>
                    <a:pt x="0" y="78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g927"/>
            <p:cNvSpPr/>
            <p:nvPr/>
          </p:nvSpPr>
          <p:spPr>
            <a:xfrm>
              <a:off x="6745892" y="4172415"/>
              <a:ext cx="147645" cy="167167"/>
            </a:xfrm>
            <a:custGeom>
              <a:avLst/>
              <a:gdLst/>
              <a:ahLst/>
              <a:cxnLst/>
              <a:rect l="0" t="0" r="0" b="0"/>
              <a:pathLst>
                <a:path w="147645" h="167167">
                  <a:moveTo>
                    <a:pt x="147645" y="88773"/>
                  </a:moveTo>
                  <a:lnTo>
                    <a:pt x="144994" y="83972"/>
                  </a:lnTo>
                  <a:lnTo>
                    <a:pt x="142187" y="79260"/>
                  </a:lnTo>
                  <a:lnTo>
                    <a:pt x="139227" y="74644"/>
                  </a:lnTo>
                  <a:lnTo>
                    <a:pt x="136117" y="70126"/>
                  </a:lnTo>
                  <a:lnTo>
                    <a:pt x="132861" y="65713"/>
                  </a:lnTo>
                  <a:lnTo>
                    <a:pt x="129461" y="61410"/>
                  </a:lnTo>
                  <a:lnTo>
                    <a:pt x="125923" y="57220"/>
                  </a:lnTo>
                  <a:lnTo>
                    <a:pt x="122248" y="53149"/>
                  </a:lnTo>
                  <a:lnTo>
                    <a:pt x="118442" y="49200"/>
                  </a:lnTo>
                  <a:lnTo>
                    <a:pt x="114509" y="45378"/>
                  </a:lnTo>
                  <a:lnTo>
                    <a:pt x="110452" y="41687"/>
                  </a:lnTo>
                  <a:lnTo>
                    <a:pt x="106277" y="38132"/>
                  </a:lnTo>
                  <a:lnTo>
                    <a:pt x="101987" y="34715"/>
                  </a:lnTo>
                  <a:lnTo>
                    <a:pt x="97587" y="31441"/>
                  </a:lnTo>
                  <a:lnTo>
                    <a:pt x="93082" y="28313"/>
                  </a:lnTo>
                  <a:lnTo>
                    <a:pt x="88477" y="25334"/>
                  </a:lnTo>
                  <a:lnTo>
                    <a:pt x="83777" y="22508"/>
                  </a:lnTo>
                  <a:lnTo>
                    <a:pt x="78987" y="19838"/>
                  </a:lnTo>
                  <a:lnTo>
                    <a:pt x="74112" y="17326"/>
                  </a:lnTo>
                  <a:lnTo>
                    <a:pt x="69157" y="14975"/>
                  </a:lnTo>
                  <a:lnTo>
                    <a:pt x="64127" y="12789"/>
                  </a:lnTo>
                  <a:lnTo>
                    <a:pt x="59028" y="10768"/>
                  </a:lnTo>
                  <a:lnTo>
                    <a:pt x="53866" y="8916"/>
                  </a:lnTo>
                  <a:lnTo>
                    <a:pt x="48646" y="7234"/>
                  </a:lnTo>
                  <a:lnTo>
                    <a:pt x="43374" y="5725"/>
                  </a:lnTo>
                  <a:lnTo>
                    <a:pt x="38055" y="4389"/>
                  </a:lnTo>
                  <a:lnTo>
                    <a:pt x="32695" y="3228"/>
                  </a:lnTo>
                  <a:lnTo>
                    <a:pt x="27299" y="2244"/>
                  </a:lnTo>
                  <a:lnTo>
                    <a:pt x="21875" y="1437"/>
                  </a:lnTo>
                  <a:lnTo>
                    <a:pt x="16427" y="809"/>
                  </a:lnTo>
                  <a:lnTo>
                    <a:pt x="10961" y="359"/>
                  </a:lnTo>
                  <a:lnTo>
                    <a:pt x="548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g954"/>
            <p:cNvSpPr/>
            <p:nvPr/>
          </p:nvSpPr>
          <p:spPr>
            <a:xfrm>
              <a:off x="6756327" y="3685283"/>
              <a:ext cx="167167" cy="333961"/>
            </a:xfrm>
            <a:custGeom>
              <a:avLst/>
              <a:gdLst/>
              <a:ahLst/>
              <a:cxnLst/>
              <a:rect l="0" t="0" r="0" b="0"/>
              <a:pathLst>
                <a:path w="167167" h="333961">
                  <a:moveTo>
                    <a:pt x="167167" y="0"/>
                  </a:moveTo>
                  <a:lnTo>
                    <a:pt x="161814" y="85"/>
                  </a:lnTo>
                  <a:lnTo>
                    <a:pt x="156466" y="342"/>
                  </a:lnTo>
                  <a:lnTo>
                    <a:pt x="151129" y="771"/>
                  </a:lnTo>
                  <a:lnTo>
                    <a:pt x="145809" y="1370"/>
                  </a:lnTo>
                  <a:lnTo>
                    <a:pt x="140510" y="2138"/>
                  </a:lnTo>
                  <a:lnTo>
                    <a:pt x="135239" y="3077"/>
                  </a:lnTo>
                  <a:lnTo>
                    <a:pt x="130001" y="4183"/>
                  </a:lnTo>
                  <a:lnTo>
                    <a:pt x="124801" y="5457"/>
                  </a:lnTo>
                  <a:lnTo>
                    <a:pt x="119644" y="6897"/>
                  </a:lnTo>
                  <a:lnTo>
                    <a:pt x="114536" y="8501"/>
                  </a:lnTo>
                  <a:lnTo>
                    <a:pt x="109482" y="10267"/>
                  </a:lnTo>
                  <a:lnTo>
                    <a:pt x="104487" y="12195"/>
                  </a:lnTo>
                  <a:lnTo>
                    <a:pt x="99557" y="14282"/>
                  </a:lnTo>
                  <a:lnTo>
                    <a:pt x="94696" y="16525"/>
                  </a:lnTo>
                  <a:lnTo>
                    <a:pt x="89909" y="18923"/>
                  </a:lnTo>
                  <a:lnTo>
                    <a:pt x="85201" y="21473"/>
                  </a:lnTo>
                  <a:lnTo>
                    <a:pt x="80578" y="24173"/>
                  </a:lnTo>
                  <a:lnTo>
                    <a:pt x="76043" y="27019"/>
                  </a:lnTo>
                  <a:lnTo>
                    <a:pt x="71602" y="30009"/>
                  </a:lnTo>
                  <a:lnTo>
                    <a:pt x="67259" y="33140"/>
                  </a:lnTo>
                  <a:lnTo>
                    <a:pt x="63018" y="36408"/>
                  </a:lnTo>
                  <a:lnTo>
                    <a:pt x="58884" y="39810"/>
                  </a:lnTo>
                  <a:lnTo>
                    <a:pt x="54861" y="43343"/>
                  </a:lnTo>
                  <a:lnTo>
                    <a:pt x="50954" y="47003"/>
                  </a:lnTo>
                  <a:lnTo>
                    <a:pt x="47165" y="50786"/>
                  </a:lnTo>
                  <a:lnTo>
                    <a:pt x="43500" y="54688"/>
                  </a:lnTo>
                  <a:lnTo>
                    <a:pt x="39961" y="58706"/>
                  </a:lnTo>
                  <a:lnTo>
                    <a:pt x="36553" y="62835"/>
                  </a:lnTo>
                  <a:lnTo>
                    <a:pt x="33279" y="67071"/>
                  </a:lnTo>
                  <a:lnTo>
                    <a:pt x="30143" y="71410"/>
                  </a:lnTo>
                  <a:lnTo>
                    <a:pt x="27147" y="75847"/>
                  </a:lnTo>
                  <a:lnTo>
                    <a:pt x="24294" y="80378"/>
                  </a:lnTo>
                  <a:lnTo>
                    <a:pt x="21588" y="84998"/>
                  </a:lnTo>
                  <a:lnTo>
                    <a:pt x="19031" y="89702"/>
                  </a:lnTo>
                  <a:lnTo>
                    <a:pt x="16627" y="94485"/>
                  </a:lnTo>
                  <a:lnTo>
                    <a:pt x="14376" y="99343"/>
                  </a:lnTo>
                  <a:lnTo>
                    <a:pt x="12283" y="104271"/>
                  </a:lnTo>
                  <a:lnTo>
                    <a:pt x="10348" y="109263"/>
                  </a:lnTo>
                  <a:lnTo>
                    <a:pt x="8574" y="114314"/>
                  </a:lnTo>
                  <a:lnTo>
                    <a:pt x="6963" y="119420"/>
                  </a:lnTo>
                  <a:lnTo>
                    <a:pt x="5516" y="124575"/>
                  </a:lnTo>
                  <a:lnTo>
                    <a:pt x="4235" y="129773"/>
                  </a:lnTo>
                  <a:lnTo>
                    <a:pt x="3121" y="135010"/>
                  </a:lnTo>
                  <a:lnTo>
                    <a:pt x="2176" y="140280"/>
                  </a:lnTo>
                  <a:lnTo>
                    <a:pt x="1399" y="145577"/>
                  </a:lnTo>
                  <a:lnTo>
                    <a:pt x="793" y="150896"/>
                  </a:lnTo>
                  <a:lnTo>
                    <a:pt x="357" y="156233"/>
                  </a:lnTo>
                  <a:lnTo>
                    <a:pt x="93" y="161580"/>
                  </a:lnTo>
                  <a:lnTo>
                    <a:pt x="0" y="166933"/>
                  </a:lnTo>
                  <a:lnTo>
                    <a:pt x="78" y="172286"/>
                  </a:lnTo>
                  <a:lnTo>
                    <a:pt x="327" y="177634"/>
                  </a:lnTo>
                  <a:lnTo>
                    <a:pt x="748" y="182972"/>
                  </a:lnTo>
                  <a:lnTo>
                    <a:pt x="1340" y="188293"/>
                  </a:lnTo>
                  <a:lnTo>
                    <a:pt x="2101" y="193592"/>
                  </a:lnTo>
                  <a:lnTo>
                    <a:pt x="3032" y="198865"/>
                  </a:lnTo>
                  <a:lnTo>
                    <a:pt x="4131" y="204105"/>
                  </a:lnTo>
                  <a:lnTo>
                    <a:pt x="5398" y="209306"/>
                  </a:lnTo>
                  <a:lnTo>
                    <a:pt x="6830" y="214465"/>
                  </a:lnTo>
                  <a:lnTo>
                    <a:pt x="8427" y="219575"/>
                  </a:lnTo>
                  <a:lnTo>
                    <a:pt x="10187" y="224632"/>
                  </a:lnTo>
                  <a:lnTo>
                    <a:pt x="12107" y="229629"/>
                  </a:lnTo>
                  <a:lnTo>
                    <a:pt x="14187" y="234563"/>
                  </a:lnTo>
                  <a:lnTo>
                    <a:pt x="16424" y="239427"/>
                  </a:lnTo>
                  <a:lnTo>
                    <a:pt x="18815" y="244217"/>
                  </a:lnTo>
                  <a:lnTo>
                    <a:pt x="21359" y="248928"/>
                  </a:lnTo>
                  <a:lnTo>
                    <a:pt x="24052" y="253556"/>
                  </a:lnTo>
                  <a:lnTo>
                    <a:pt x="26892" y="258094"/>
                  </a:lnTo>
                  <a:lnTo>
                    <a:pt x="29875" y="262540"/>
                  </a:lnTo>
                  <a:lnTo>
                    <a:pt x="33000" y="266887"/>
                  </a:lnTo>
                  <a:lnTo>
                    <a:pt x="36262" y="271133"/>
                  </a:lnTo>
                  <a:lnTo>
                    <a:pt x="39658" y="275271"/>
                  </a:lnTo>
                  <a:lnTo>
                    <a:pt x="43186" y="279299"/>
                  </a:lnTo>
                  <a:lnTo>
                    <a:pt x="46840" y="283212"/>
                  </a:lnTo>
                  <a:lnTo>
                    <a:pt x="50618" y="287006"/>
                  </a:lnTo>
                  <a:lnTo>
                    <a:pt x="54515" y="290676"/>
                  </a:lnTo>
                  <a:lnTo>
                    <a:pt x="58528" y="294220"/>
                  </a:lnTo>
                  <a:lnTo>
                    <a:pt x="62652" y="297634"/>
                  </a:lnTo>
                  <a:lnTo>
                    <a:pt x="66884" y="300914"/>
                  </a:lnTo>
                  <a:lnTo>
                    <a:pt x="71218" y="304057"/>
                  </a:lnTo>
                  <a:lnTo>
                    <a:pt x="75651" y="307059"/>
                  </a:lnTo>
                  <a:lnTo>
                    <a:pt x="80178" y="309918"/>
                  </a:lnTo>
                  <a:lnTo>
                    <a:pt x="84794" y="312631"/>
                  </a:lnTo>
                  <a:lnTo>
                    <a:pt x="89494" y="315194"/>
                  </a:lnTo>
                  <a:lnTo>
                    <a:pt x="94274" y="317605"/>
                  </a:lnTo>
                  <a:lnTo>
                    <a:pt x="99129" y="319862"/>
                  </a:lnTo>
                  <a:lnTo>
                    <a:pt x="104054" y="321963"/>
                  </a:lnTo>
                  <a:lnTo>
                    <a:pt x="109043" y="323904"/>
                  </a:lnTo>
                  <a:lnTo>
                    <a:pt x="114092" y="325685"/>
                  </a:lnTo>
                  <a:lnTo>
                    <a:pt x="119196" y="327304"/>
                  </a:lnTo>
                  <a:lnTo>
                    <a:pt x="124349" y="328758"/>
                  </a:lnTo>
                  <a:lnTo>
                    <a:pt x="129545" y="330046"/>
                  </a:lnTo>
                  <a:lnTo>
                    <a:pt x="134780" y="331167"/>
                  </a:lnTo>
                  <a:lnTo>
                    <a:pt x="140049" y="332120"/>
                  </a:lnTo>
                  <a:lnTo>
                    <a:pt x="145345" y="332904"/>
                  </a:lnTo>
                  <a:lnTo>
                    <a:pt x="150664" y="333518"/>
                  </a:lnTo>
                  <a:lnTo>
                    <a:pt x="155999" y="33396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g955"/>
            <p:cNvSpPr/>
            <p:nvPr/>
          </p:nvSpPr>
          <p:spPr>
            <a:xfrm>
              <a:off x="6912327" y="3685498"/>
              <a:ext cx="178325" cy="334118"/>
            </a:xfrm>
            <a:custGeom>
              <a:avLst/>
              <a:gdLst/>
              <a:ahLst/>
              <a:cxnLst/>
              <a:rect l="0" t="0" r="0" b="0"/>
              <a:pathLst>
                <a:path w="178325" h="334118">
                  <a:moveTo>
                    <a:pt x="0" y="333746"/>
                  </a:moveTo>
                  <a:lnTo>
                    <a:pt x="5324" y="334017"/>
                  </a:lnTo>
                  <a:lnTo>
                    <a:pt x="10655" y="334118"/>
                  </a:lnTo>
                  <a:lnTo>
                    <a:pt x="15986" y="334050"/>
                  </a:lnTo>
                  <a:lnTo>
                    <a:pt x="21313" y="333811"/>
                  </a:lnTo>
                  <a:lnTo>
                    <a:pt x="26629" y="333403"/>
                  </a:lnTo>
                  <a:lnTo>
                    <a:pt x="31929" y="332825"/>
                  </a:lnTo>
                  <a:lnTo>
                    <a:pt x="37208" y="332078"/>
                  </a:lnTo>
                  <a:lnTo>
                    <a:pt x="42461" y="331164"/>
                  </a:lnTo>
                  <a:lnTo>
                    <a:pt x="47682" y="330082"/>
                  </a:lnTo>
                  <a:lnTo>
                    <a:pt x="52866" y="328835"/>
                  </a:lnTo>
                  <a:lnTo>
                    <a:pt x="58007" y="327423"/>
                  </a:lnTo>
                  <a:lnTo>
                    <a:pt x="63101" y="325847"/>
                  </a:lnTo>
                  <a:lnTo>
                    <a:pt x="68141" y="324110"/>
                  </a:lnTo>
                  <a:lnTo>
                    <a:pt x="73124" y="322214"/>
                  </a:lnTo>
                  <a:lnTo>
                    <a:pt x="78044" y="320159"/>
                  </a:lnTo>
                  <a:lnTo>
                    <a:pt x="82896" y="317948"/>
                  </a:lnTo>
                  <a:lnTo>
                    <a:pt x="87675" y="315584"/>
                  </a:lnTo>
                  <a:lnTo>
                    <a:pt x="92376" y="313068"/>
                  </a:lnTo>
                  <a:lnTo>
                    <a:pt x="96994" y="310404"/>
                  </a:lnTo>
                  <a:lnTo>
                    <a:pt x="101525" y="307594"/>
                  </a:lnTo>
                  <a:lnTo>
                    <a:pt x="105965" y="304641"/>
                  </a:lnTo>
                  <a:lnTo>
                    <a:pt x="110307" y="301548"/>
                  </a:lnTo>
                  <a:lnTo>
                    <a:pt x="114549" y="298318"/>
                  </a:lnTo>
                  <a:lnTo>
                    <a:pt x="118686" y="294954"/>
                  </a:lnTo>
                  <a:lnTo>
                    <a:pt x="122713" y="291460"/>
                  </a:lnTo>
                  <a:lnTo>
                    <a:pt x="126627" y="287840"/>
                  </a:lnTo>
                  <a:lnTo>
                    <a:pt x="130424" y="284096"/>
                  </a:lnTo>
                  <a:lnTo>
                    <a:pt x="134099" y="280233"/>
                  </a:lnTo>
                  <a:lnTo>
                    <a:pt x="137649" y="276255"/>
                  </a:lnTo>
                  <a:lnTo>
                    <a:pt x="141070" y="272166"/>
                  </a:lnTo>
                  <a:lnTo>
                    <a:pt x="144360" y="267970"/>
                  </a:lnTo>
                  <a:lnTo>
                    <a:pt x="147513" y="263671"/>
                  </a:lnTo>
                  <a:lnTo>
                    <a:pt x="150529" y="259274"/>
                  </a:lnTo>
                  <a:lnTo>
                    <a:pt x="153402" y="254783"/>
                  </a:lnTo>
                  <a:lnTo>
                    <a:pt x="156130" y="250202"/>
                  </a:lnTo>
                  <a:lnTo>
                    <a:pt x="158712" y="245537"/>
                  </a:lnTo>
                  <a:lnTo>
                    <a:pt x="161143" y="240791"/>
                  </a:lnTo>
                  <a:lnTo>
                    <a:pt x="163421" y="235971"/>
                  </a:lnTo>
                  <a:lnTo>
                    <a:pt x="165545" y="231081"/>
                  </a:lnTo>
                  <a:lnTo>
                    <a:pt x="167511" y="226125"/>
                  </a:lnTo>
                  <a:lnTo>
                    <a:pt x="169319" y="221109"/>
                  </a:lnTo>
                  <a:lnTo>
                    <a:pt x="170966" y="216038"/>
                  </a:lnTo>
                  <a:lnTo>
                    <a:pt x="172450" y="210917"/>
                  </a:lnTo>
                  <a:lnTo>
                    <a:pt x="173770" y="205751"/>
                  </a:lnTo>
                  <a:lnTo>
                    <a:pt x="174924" y="200546"/>
                  </a:lnTo>
                  <a:lnTo>
                    <a:pt x="175912" y="195306"/>
                  </a:lnTo>
                  <a:lnTo>
                    <a:pt x="176733" y="190038"/>
                  </a:lnTo>
                  <a:lnTo>
                    <a:pt x="177385" y="184747"/>
                  </a:lnTo>
                  <a:lnTo>
                    <a:pt x="177868" y="179437"/>
                  </a:lnTo>
                  <a:lnTo>
                    <a:pt x="178181" y="174114"/>
                  </a:lnTo>
                  <a:lnTo>
                    <a:pt x="178325" y="168784"/>
                  </a:lnTo>
                  <a:lnTo>
                    <a:pt x="178298" y="163453"/>
                  </a:lnTo>
                  <a:lnTo>
                    <a:pt x="178101" y="158125"/>
                  </a:lnTo>
                  <a:lnTo>
                    <a:pt x="177735" y="152806"/>
                  </a:lnTo>
                  <a:lnTo>
                    <a:pt x="177199" y="147501"/>
                  </a:lnTo>
                  <a:lnTo>
                    <a:pt x="176495" y="142216"/>
                  </a:lnTo>
                  <a:lnTo>
                    <a:pt x="175622" y="136956"/>
                  </a:lnTo>
                  <a:lnTo>
                    <a:pt x="174581" y="131727"/>
                  </a:lnTo>
                  <a:lnTo>
                    <a:pt x="173375" y="126533"/>
                  </a:lnTo>
                  <a:lnTo>
                    <a:pt x="172003" y="121381"/>
                  </a:lnTo>
                  <a:lnTo>
                    <a:pt x="170468" y="116275"/>
                  </a:lnTo>
                  <a:lnTo>
                    <a:pt x="168771" y="111221"/>
                  </a:lnTo>
                  <a:lnTo>
                    <a:pt x="166914" y="106223"/>
                  </a:lnTo>
                  <a:lnTo>
                    <a:pt x="164898" y="101287"/>
                  </a:lnTo>
                  <a:lnTo>
                    <a:pt x="162726" y="96418"/>
                  </a:lnTo>
                  <a:lnTo>
                    <a:pt x="160399" y="91621"/>
                  </a:lnTo>
                  <a:lnTo>
                    <a:pt x="157921" y="86900"/>
                  </a:lnTo>
                  <a:lnTo>
                    <a:pt x="155294" y="82261"/>
                  </a:lnTo>
                  <a:lnTo>
                    <a:pt x="152519" y="77707"/>
                  </a:lnTo>
                  <a:lnTo>
                    <a:pt x="149601" y="73245"/>
                  </a:lnTo>
                  <a:lnTo>
                    <a:pt x="146543" y="68878"/>
                  </a:lnTo>
                  <a:lnTo>
                    <a:pt x="143346" y="64611"/>
                  </a:lnTo>
                  <a:lnTo>
                    <a:pt x="140015" y="60447"/>
                  </a:lnTo>
                  <a:lnTo>
                    <a:pt x="136553" y="56393"/>
                  </a:lnTo>
                  <a:lnTo>
                    <a:pt x="132964" y="52450"/>
                  </a:lnTo>
                  <a:lnTo>
                    <a:pt x="129250" y="48624"/>
                  </a:lnTo>
                  <a:lnTo>
                    <a:pt x="125417" y="44919"/>
                  </a:lnTo>
                  <a:lnTo>
                    <a:pt x="121467" y="41337"/>
                  </a:lnTo>
                  <a:lnTo>
                    <a:pt x="117405" y="37884"/>
                  </a:lnTo>
                  <a:lnTo>
                    <a:pt x="113235" y="34561"/>
                  </a:lnTo>
                  <a:lnTo>
                    <a:pt x="108961" y="31374"/>
                  </a:lnTo>
                  <a:lnTo>
                    <a:pt x="104588" y="28324"/>
                  </a:lnTo>
                  <a:lnTo>
                    <a:pt x="100119" y="25415"/>
                  </a:lnTo>
                  <a:lnTo>
                    <a:pt x="95560" y="22651"/>
                  </a:lnTo>
                  <a:lnTo>
                    <a:pt x="90916" y="20033"/>
                  </a:lnTo>
                  <a:lnTo>
                    <a:pt x="86190" y="17564"/>
                  </a:lnTo>
                  <a:lnTo>
                    <a:pt x="81387" y="15248"/>
                  </a:lnTo>
                  <a:lnTo>
                    <a:pt x="76514" y="13086"/>
                  </a:lnTo>
                  <a:lnTo>
                    <a:pt x="71574" y="11080"/>
                  </a:lnTo>
                  <a:lnTo>
                    <a:pt x="66572" y="9233"/>
                  </a:lnTo>
                  <a:lnTo>
                    <a:pt x="61514" y="7546"/>
                  </a:lnTo>
                  <a:lnTo>
                    <a:pt x="56405" y="6022"/>
                  </a:lnTo>
                  <a:lnTo>
                    <a:pt x="51250" y="4661"/>
                  </a:lnTo>
                  <a:lnTo>
                    <a:pt x="46054" y="3465"/>
                  </a:lnTo>
                  <a:lnTo>
                    <a:pt x="40823" y="2436"/>
                  </a:lnTo>
                  <a:lnTo>
                    <a:pt x="35561" y="1574"/>
                  </a:lnTo>
                  <a:lnTo>
                    <a:pt x="30275" y="880"/>
                  </a:lnTo>
                  <a:lnTo>
                    <a:pt x="24969" y="355"/>
                  </a:lnTo>
                  <a:lnTo>
                    <a:pt x="19649" y="0"/>
                  </a:lnTo>
                  <a:lnTo>
                    <a:pt x="11167" y="1669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g956"/>
            <p:cNvSpPr/>
            <p:nvPr/>
          </p:nvSpPr>
          <p:spPr>
            <a:xfrm>
              <a:off x="6923495" y="3685283"/>
              <a:ext cx="8481" cy="167167"/>
            </a:xfrm>
            <a:custGeom>
              <a:avLst/>
              <a:gdLst/>
              <a:ahLst/>
              <a:cxnLst/>
              <a:rect l="0" t="0" r="0" b="0"/>
              <a:pathLst>
                <a:path w="8481" h="167167">
                  <a:moveTo>
                    <a:pt x="8481" y="2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tx9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30</Words>
  <Application>Microsoft Office PowerPoint</Application>
  <PresentationFormat>Affichage à l'écran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/>
  <cp:lastModifiedBy>HODBERT Elise</cp:lastModifiedBy>
  <cp:revision>5</cp:revision>
  <dcterms:created xsi:type="dcterms:W3CDTF">2017-02-13T16:18:36Z</dcterms:created>
  <dcterms:modified xsi:type="dcterms:W3CDTF">2025-06-27T13:07:48Z</dcterms:modified>
  <cp:category/>
</cp:coreProperties>
</file>