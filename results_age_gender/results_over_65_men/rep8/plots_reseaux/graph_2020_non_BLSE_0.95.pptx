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34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2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3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40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61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7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2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873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79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2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5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8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2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6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5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7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8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12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7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531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7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86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357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9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2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5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36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63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26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551" y="3170392"/>
              <a:ext cx="2227" cy="167167"/>
            </a:xfrm>
            <a:custGeom>
              <a:avLst/>
              <a:pathLst>
                <a:path w="2227" h="167167">
                  <a:moveTo>
                    <a:pt x="2227" y="0"/>
                  </a:moveTo>
                  <a:lnTo>
                    <a:pt x="0" y="14"/>
                  </a:lnTo>
                  <a:lnTo>
                    <a:pt x="222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551" y="3170407"/>
              <a:ext cx="2227" cy="167152"/>
            </a:xfrm>
            <a:custGeom>
              <a:avLst/>
              <a:pathLst>
                <a:path w="2227" h="167152">
                  <a:moveTo>
                    <a:pt x="0" y="0"/>
                  </a:moveTo>
                  <a:lnTo>
                    <a:pt x="2227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8" y="3170407"/>
              <a:ext cx="334320" cy="334320"/>
            </a:xfrm>
            <a:custGeom>
              <a:avLst/>
              <a:pathLst>
                <a:path w="334320" h="334320">
                  <a:moveTo>
                    <a:pt x="164933" y="0"/>
                  </a:moveTo>
                  <a:lnTo>
                    <a:pt x="159653" y="153"/>
                  </a:lnTo>
                  <a:lnTo>
                    <a:pt x="154380" y="474"/>
                  </a:lnTo>
                  <a:lnTo>
                    <a:pt x="149120" y="961"/>
                  </a:lnTo>
                  <a:lnTo>
                    <a:pt x="143878" y="1614"/>
                  </a:lnTo>
                  <a:lnTo>
                    <a:pt x="138660" y="2432"/>
                  </a:lnTo>
                  <a:lnTo>
                    <a:pt x="133470" y="3415"/>
                  </a:lnTo>
                  <a:lnTo>
                    <a:pt x="128313" y="4561"/>
                  </a:lnTo>
                  <a:lnTo>
                    <a:pt x="123195" y="5870"/>
                  </a:lnTo>
                  <a:lnTo>
                    <a:pt x="118122" y="7339"/>
                  </a:lnTo>
                  <a:lnTo>
                    <a:pt x="113097" y="8968"/>
                  </a:lnTo>
                  <a:lnTo>
                    <a:pt x="108126" y="10755"/>
                  </a:lnTo>
                  <a:lnTo>
                    <a:pt x="103214" y="12699"/>
                  </a:lnTo>
                  <a:lnTo>
                    <a:pt x="98366" y="14796"/>
                  </a:lnTo>
                  <a:lnTo>
                    <a:pt x="93587" y="17046"/>
                  </a:lnTo>
                  <a:lnTo>
                    <a:pt x="88881" y="19445"/>
                  </a:lnTo>
                  <a:lnTo>
                    <a:pt x="84253" y="21992"/>
                  </a:lnTo>
                  <a:lnTo>
                    <a:pt x="79708" y="24684"/>
                  </a:lnTo>
                  <a:lnTo>
                    <a:pt x="75250" y="27518"/>
                  </a:lnTo>
                  <a:lnTo>
                    <a:pt x="70885" y="30492"/>
                  </a:lnTo>
                  <a:lnTo>
                    <a:pt x="66615" y="33602"/>
                  </a:lnTo>
                  <a:lnTo>
                    <a:pt x="62445" y="36846"/>
                  </a:lnTo>
                  <a:lnTo>
                    <a:pt x="58381" y="40219"/>
                  </a:lnTo>
                  <a:lnTo>
                    <a:pt x="54425" y="43719"/>
                  </a:lnTo>
                  <a:lnTo>
                    <a:pt x="50581" y="47343"/>
                  </a:lnTo>
                  <a:lnTo>
                    <a:pt x="46854" y="51086"/>
                  </a:lnTo>
                  <a:lnTo>
                    <a:pt x="43247" y="54945"/>
                  </a:lnTo>
                  <a:lnTo>
                    <a:pt x="39763" y="58916"/>
                  </a:lnTo>
                  <a:lnTo>
                    <a:pt x="36407" y="62995"/>
                  </a:lnTo>
                  <a:lnTo>
                    <a:pt x="33182" y="67178"/>
                  </a:lnTo>
                  <a:lnTo>
                    <a:pt x="30090" y="71461"/>
                  </a:lnTo>
                  <a:lnTo>
                    <a:pt x="27135" y="75840"/>
                  </a:lnTo>
                  <a:lnTo>
                    <a:pt x="24320" y="80310"/>
                  </a:lnTo>
                  <a:lnTo>
                    <a:pt x="21647" y="84866"/>
                  </a:lnTo>
                  <a:lnTo>
                    <a:pt x="19120" y="89505"/>
                  </a:lnTo>
                  <a:lnTo>
                    <a:pt x="16741" y="94221"/>
                  </a:lnTo>
                  <a:lnTo>
                    <a:pt x="14512" y="99010"/>
                  </a:lnTo>
                  <a:lnTo>
                    <a:pt x="12435" y="103867"/>
                  </a:lnTo>
                  <a:lnTo>
                    <a:pt x="10513" y="108787"/>
                  </a:lnTo>
                  <a:lnTo>
                    <a:pt x="8747" y="113765"/>
                  </a:lnTo>
                  <a:lnTo>
                    <a:pt x="7139" y="118797"/>
                  </a:lnTo>
                  <a:lnTo>
                    <a:pt x="5691" y="123877"/>
                  </a:lnTo>
                  <a:lnTo>
                    <a:pt x="4404" y="129000"/>
                  </a:lnTo>
                  <a:lnTo>
                    <a:pt x="3280" y="134162"/>
                  </a:lnTo>
                  <a:lnTo>
                    <a:pt x="2320" y="139356"/>
                  </a:lnTo>
                  <a:lnTo>
                    <a:pt x="1524" y="144578"/>
                  </a:lnTo>
                  <a:lnTo>
                    <a:pt x="893" y="149823"/>
                  </a:lnTo>
                  <a:lnTo>
                    <a:pt x="429" y="155084"/>
                  </a:lnTo>
                  <a:lnTo>
                    <a:pt x="131" y="160358"/>
                  </a:lnTo>
                  <a:lnTo>
                    <a:pt x="0" y="165639"/>
                  </a:lnTo>
                  <a:lnTo>
                    <a:pt x="35" y="170921"/>
                  </a:lnTo>
                  <a:lnTo>
                    <a:pt x="238" y="176200"/>
                  </a:lnTo>
                  <a:lnTo>
                    <a:pt x="607" y="181469"/>
                  </a:lnTo>
                  <a:lnTo>
                    <a:pt x="1142" y="186724"/>
                  </a:lnTo>
                  <a:lnTo>
                    <a:pt x="1844" y="191960"/>
                  </a:lnTo>
                  <a:lnTo>
                    <a:pt x="2710" y="197171"/>
                  </a:lnTo>
                  <a:lnTo>
                    <a:pt x="3741" y="202352"/>
                  </a:lnTo>
                  <a:lnTo>
                    <a:pt x="4934" y="207497"/>
                  </a:lnTo>
                  <a:lnTo>
                    <a:pt x="6290" y="212603"/>
                  </a:lnTo>
                  <a:lnTo>
                    <a:pt x="7806" y="217663"/>
                  </a:lnTo>
                  <a:lnTo>
                    <a:pt x="9482" y="222672"/>
                  </a:lnTo>
                  <a:lnTo>
                    <a:pt x="11315" y="227626"/>
                  </a:lnTo>
                  <a:lnTo>
                    <a:pt x="13303" y="232520"/>
                  </a:lnTo>
                  <a:lnTo>
                    <a:pt x="15445" y="237349"/>
                  </a:lnTo>
                  <a:lnTo>
                    <a:pt x="17739" y="242107"/>
                  </a:lnTo>
                  <a:lnTo>
                    <a:pt x="20182" y="246791"/>
                  </a:lnTo>
                  <a:lnTo>
                    <a:pt x="22771" y="251395"/>
                  </a:lnTo>
                  <a:lnTo>
                    <a:pt x="25505" y="255915"/>
                  </a:lnTo>
                  <a:lnTo>
                    <a:pt x="28380" y="260346"/>
                  </a:lnTo>
                  <a:lnTo>
                    <a:pt x="31394" y="264684"/>
                  </a:lnTo>
                  <a:lnTo>
                    <a:pt x="34543" y="268925"/>
                  </a:lnTo>
                  <a:lnTo>
                    <a:pt x="37825" y="273064"/>
                  </a:lnTo>
                  <a:lnTo>
                    <a:pt x="41236" y="277098"/>
                  </a:lnTo>
                  <a:lnTo>
                    <a:pt x="44773" y="281022"/>
                  </a:lnTo>
                  <a:lnTo>
                    <a:pt x="48431" y="284832"/>
                  </a:lnTo>
                  <a:lnTo>
                    <a:pt x="52209" y="288524"/>
                  </a:lnTo>
                  <a:lnTo>
                    <a:pt x="56101" y="292095"/>
                  </a:lnTo>
                  <a:lnTo>
                    <a:pt x="60104" y="295542"/>
                  </a:lnTo>
                  <a:lnTo>
                    <a:pt x="64214" y="298860"/>
                  </a:lnTo>
                  <a:lnTo>
                    <a:pt x="68427" y="302047"/>
                  </a:lnTo>
                  <a:lnTo>
                    <a:pt x="72738" y="305099"/>
                  </a:lnTo>
                  <a:lnTo>
                    <a:pt x="77144" y="308014"/>
                  </a:lnTo>
                  <a:lnTo>
                    <a:pt x="81639" y="310787"/>
                  </a:lnTo>
                  <a:lnTo>
                    <a:pt x="86220" y="313418"/>
                  </a:lnTo>
                  <a:lnTo>
                    <a:pt x="90882" y="315902"/>
                  </a:lnTo>
                  <a:lnTo>
                    <a:pt x="95619" y="318238"/>
                  </a:lnTo>
                  <a:lnTo>
                    <a:pt x="100429" y="320423"/>
                  </a:lnTo>
                  <a:lnTo>
                    <a:pt x="105305" y="322455"/>
                  </a:lnTo>
                  <a:lnTo>
                    <a:pt x="110242" y="324331"/>
                  </a:lnTo>
                  <a:lnTo>
                    <a:pt x="115237" y="326051"/>
                  </a:lnTo>
                  <a:lnTo>
                    <a:pt x="120283" y="327612"/>
                  </a:lnTo>
                  <a:lnTo>
                    <a:pt x="125376" y="329013"/>
                  </a:lnTo>
                  <a:lnTo>
                    <a:pt x="130511" y="330253"/>
                  </a:lnTo>
                  <a:lnTo>
                    <a:pt x="135683" y="331329"/>
                  </a:lnTo>
                  <a:lnTo>
                    <a:pt x="140886" y="332242"/>
                  </a:lnTo>
                  <a:lnTo>
                    <a:pt x="146115" y="332990"/>
                  </a:lnTo>
                  <a:lnTo>
                    <a:pt x="151365" y="333572"/>
                  </a:lnTo>
                  <a:lnTo>
                    <a:pt x="156631" y="333988"/>
                  </a:lnTo>
                  <a:lnTo>
                    <a:pt x="161907" y="334237"/>
                  </a:lnTo>
                  <a:lnTo>
                    <a:pt x="167189" y="334320"/>
                  </a:lnTo>
                  <a:lnTo>
                    <a:pt x="172471" y="334235"/>
                  </a:lnTo>
                  <a:lnTo>
                    <a:pt x="177747" y="333984"/>
                  </a:lnTo>
                  <a:lnTo>
                    <a:pt x="183013" y="333566"/>
                  </a:lnTo>
                  <a:lnTo>
                    <a:pt x="188263" y="332982"/>
                  </a:lnTo>
                  <a:lnTo>
                    <a:pt x="193492" y="332233"/>
                  </a:lnTo>
                  <a:lnTo>
                    <a:pt x="198694" y="331318"/>
                  </a:lnTo>
                  <a:lnTo>
                    <a:pt x="203866" y="330240"/>
                  </a:lnTo>
                  <a:lnTo>
                    <a:pt x="209000" y="328999"/>
                  </a:lnTo>
                  <a:lnTo>
                    <a:pt x="214093" y="327596"/>
                  </a:lnTo>
                  <a:lnTo>
                    <a:pt x="219139" y="326033"/>
                  </a:lnTo>
                  <a:lnTo>
                    <a:pt x="224132" y="324312"/>
                  </a:lnTo>
                  <a:lnTo>
                    <a:pt x="229070" y="322433"/>
                  </a:lnTo>
                  <a:lnTo>
                    <a:pt x="233945" y="320399"/>
                  </a:lnTo>
                  <a:lnTo>
                    <a:pt x="238753" y="318213"/>
                  </a:lnTo>
                  <a:lnTo>
                    <a:pt x="243490" y="315876"/>
                  </a:lnTo>
                  <a:lnTo>
                    <a:pt x="248151" y="313390"/>
                  </a:lnTo>
                  <a:lnTo>
                    <a:pt x="252731" y="310758"/>
                  </a:lnTo>
                  <a:lnTo>
                    <a:pt x="257226" y="307982"/>
                  </a:lnTo>
                  <a:lnTo>
                    <a:pt x="261630" y="305066"/>
                  </a:lnTo>
                  <a:lnTo>
                    <a:pt x="265940" y="302013"/>
                  </a:lnTo>
                  <a:lnTo>
                    <a:pt x="270152" y="298824"/>
                  </a:lnTo>
                  <a:lnTo>
                    <a:pt x="274261" y="295505"/>
                  </a:lnTo>
                  <a:lnTo>
                    <a:pt x="278263" y="292057"/>
                  </a:lnTo>
                  <a:lnTo>
                    <a:pt x="282154" y="288484"/>
                  </a:lnTo>
                  <a:lnTo>
                    <a:pt x="285930" y="284790"/>
                  </a:lnTo>
                  <a:lnTo>
                    <a:pt x="289587" y="280979"/>
                  </a:lnTo>
                  <a:lnTo>
                    <a:pt x="293123" y="277054"/>
                  </a:lnTo>
                  <a:lnTo>
                    <a:pt x="296532" y="273019"/>
                  </a:lnTo>
                  <a:lnTo>
                    <a:pt x="299812" y="268879"/>
                  </a:lnTo>
                  <a:lnTo>
                    <a:pt x="302960" y="264637"/>
                  </a:lnTo>
                  <a:lnTo>
                    <a:pt x="305972" y="260298"/>
                  </a:lnTo>
                  <a:lnTo>
                    <a:pt x="308846" y="255865"/>
                  </a:lnTo>
                  <a:lnTo>
                    <a:pt x="311578" y="251345"/>
                  </a:lnTo>
                  <a:lnTo>
                    <a:pt x="314166" y="246740"/>
                  </a:lnTo>
                  <a:lnTo>
                    <a:pt x="316607" y="242055"/>
                  </a:lnTo>
                  <a:lnTo>
                    <a:pt x="318899" y="237296"/>
                  </a:lnTo>
                  <a:lnTo>
                    <a:pt x="321040" y="232467"/>
                  </a:lnTo>
                  <a:lnTo>
                    <a:pt x="323027" y="227572"/>
                  </a:lnTo>
                  <a:lnTo>
                    <a:pt x="324858" y="222617"/>
                  </a:lnTo>
                  <a:lnTo>
                    <a:pt x="326531" y="217607"/>
                  </a:lnTo>
                  <a:lnTo>
                    <a:pt x="328046" y="212547"/>
                  </a:lnTo>
                  <a:lnTo>
                    <a:pt x="329400" y="207441"/>
                  </a:lnTo>
                  <a:lnTo>
                    <a:pt x="330592" y="202295"/>
                  </a:lnTo>
                  <a:lnTo>
                    <a:pt x="331621" y="197114"/>
                  </a:lnTo>
                  <a:lnTo>
                    <a:pt x="332485" y="191902"/>
                  </a:lnTo>
                  <a:lnTo>
                    <a:pt x="333185" y="186667"/>
                  </a:lnTo>
                  <a:lnTo>
                    <a:pt x="333718" y="181411"/>
                  </a:lnTo>
                  <a:lnTo>
                    <a:pt x="334086" y="176142"/>
                  </a:lnTo>
                  <a:lnTo>
                    <a:pt x="334286" y="170863"/>
                  </a:lnTo>
                  <a:lnTo>
                    <a:pt x="334320" y="165581"/>
                  </a:lnTo>
                  <a:lnTo>
                    <a:pt x="334187" y="160300"/>
                  </a:lnTo>
                  <a:lnTo>
                    <a:pt x="333887" y="155026"/>
                  </a:lnTo>
                  <a:lnTo>
                    <a:pt x="333421" y="149765"/>
                  </a:lnTo>
                  <a:lnTo>
                    <a:pt x="332788" y="144520"/>
                  </a:lnTo>
                  <a:lnTo>
                    <a:pt x="331991" y="139299"/>
                  </a:lnTo>
                  <a:lnTo>
                    <a:pt x="331028" y="134105"/>
                  </a:lnTo>
                  <a:lnTo>
                    <a:pt x="329902" y="128944"/>
                  </a:lnTo>
                  <a:lnTo>
                    <a:pt x="328614" y="123821"/>
                  </a:lnTo>
                  <a:lnTo>
                    <a:pt x="327164" y="118741"/>
                  </a:lnTo>
                  <a:lnTo>
                    <a:pt x="325555" y="113710"/>
                  </a:lnTo>
                  <a:lnTo>
                    <a:pt x="323787" y="108732"/>
                  </a:lnTo>
                  <a:lnTo>
                    <a:pt x="321863" y="103813"/>
                  </a:lnTo>
                  <a:lnTo>
                    <a:pt x="319785" y="98957"/>
                  </a:lnTo>
                  <a:lnTo>
                    <a:pt x="317554" y="94168"/>
                  </a:lnTo>
                  <a:lnTo>
                    <a:pt x="315173" y="89453"/>
                  </a:lnTo>
                  <a:lnTo>
                    <a:pt x="312644" y="84815"/>
                  </a:lnTo>
                  <a:lnTo>
                    <a:pt x="309970" y="80260"/>
                  </a:lnTo>
                  <a:lnTo>
                    <a:pt x="307153" y="75791"/>
                  </a:lnTo>
                  <a:lnTo>
                    <a:pt x="304197" y="71414"/>
                  </a:lnTo>
                  <a:lnTo>
                    <a:pt x="301104" y="67132"/>
                  </a:lnTo>
                  <a:lnTo>
                    <a:pt x="297877" y="62950"/>
                  </a:lnTo>
                  <a:lnTo>
                    <a:pt x="294519" y="58872"/>
                  </a:lnTo>
                  <a:lnTo>
                    <a:pt x="291034" y="54902"/>
                  </a:lnTo>
                  <a:lnTo>
                    <a:pt x="287426" y="51044"/>
                  </a:lnTo>
                  <a:lnTo>
                    <a:pt x="283698" y="47302"/>
                  </a:lnTo>
                  <a:lnTo>
                    <a:pt x="279853" y="43680"/>
                  </a:lnTo>
                  <a:lnTo>
                    <a:pt x="275895" y="40181"/>
                  </a:lnTo>
                  <a:lnTo>
                    <a:pt x="271829" y="36809"/>
                  </a:lnTo>
                  <a:lnTo>
                    <a:pt x="267659" y="33567"/>
                  </a:lnTo>
                  <a:lnTo>
                    <a:pt x="263388" y="30459"/>
                  </a:lnTo>
                  <a:lnTo>
                    <a:pt x="259021" y="27486"/>
                  </a:lnTo>
                  <a:lnTo>
                    <a:pt x="254563" y="24654"/>
                  </a:lnTo>
                  <a:lnTo>
                    <a:pt x="250017" y="21963"/>
                  </a:lnTo>
                  <a:lnTo>
                    <a:pt x="245388" y="19418"/>
                  </a:lnTo>
                  <a:lnTo>
                    <a:pt x="240681" y="17020"/>
                  </a:lnTo>
                  <a:lnTo>
                    <a:pt x="235901" y="14772"/>
                  </a:lnTo>
                  <a:lnTo>
                    <a:pt x="231052" y="12676"/>
                  </a:lnTo>
                  <a:lnTo>
                    <a:pt x="226140" y="10735"/>
                  </a:lnTo>
                  <a:lnTo>
                    <a:pt x="221168" y="8950"/>
                  </a:lnTo>
                  <a:lnTo>
                    <a:pt x="216143" y="7322"/>
                  </a:lnTo>
                  <a:lnTo>
                    <a:pt x="211069" y="5854"/>
                  </a:lnTo>
                  <a:lnTo>
                    <a:pt x="205950" y="4547"/>
                  </a:lnTo>
                  <a:lnTo>
                    <a:pt x="200794" y="3403"/>
                  </a:lnTo>
                  <a:lnTo>
                    <a:pt x="195603" y="2422"/>
                  </a:lnTo>
                  <a:lnTo>
                    <a:pt x="190384" y="1606"/>
                  </a:lnTo>
                  <a:lnTo>
                    <a:pt x="185142" y="955"/>
                  </a:lnTo>
                  <a:lnTo>
                    <a:pt x="179882" y="469"/>
                  </a:lnTo>
                  <a:lnTo>
                    <a:pt x="174609" y="151"/>
                  </a:lnTo>
                  <a:lnTo>
                    <a:pt x="167160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7449" cy="167167"/>
            </a:xfrm>
            <a:custGeom>
              <a:avLst/>
              <a:pathLst>
                <a:path w="7449" h="167167">
                  <a:moveTo>
                    <a:pt x="7449" y="16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830" y="2633064"/>
              <a:ext cx="34181" cy="167167"/>
            </a:xfrm>
            <a:custGeom>
              <a:avLst/>
              <a:pathLst>
                <a:path w="34181" h="167167">
                  <a:moveTo>
                    <a:pt x="34181" y="0"/>
                  </a:moveTo>
                  <a:lnTo>
                    <a:pt x="27298" y="141"/>
                  </a:lnTo>
                  <a:lnTo>
                    <a:pt x="20427" y="566"/>
                  </a:lnTo>
                  <a:lnTo>
                    <a:pt x="13579" y="1274"/>
                  </a:lnTo>
                  <a:lnTo>
                    <a:pt x="6766" y="2263"/>
                  </a:lnTo>
                  <a:lnTo>
                    <a:pt x="0" y="3531"/>
                  </a:lnTo>
                  <a:lnTo>
                    <a:pt x="341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4830" y="2636596"/>
              <a:ext cx="34181" cy="163635"/>
            </a:xfrm>
            <a:custGeom>
              <a:avLst/>
              <a:pathLst>
                <a:path w="34181" h="163635">
                  <a:moveTo>
                    <a:pt x="0" y="0"/>
                  </a:moveTo>
                  <a:lnTo>
                    <a:pt x="34181" y="1636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4" y="2636596"/>
              <a:ext cx="334327" cy="330794"/>
            </a:xfrm>
            <a:custGeom>
              <a:avLst/>
              <a:pathLst>
                <a:path w="334327" h="330794">
                  <a:moveTo>
                    <a:pt x="132985" y="0"/>
                  </a:moveTo>
                  <a:lnTo>
                    <a:pt x="127820" y="1164"/>
                  </a:lnTo>
                  <a:lnTo>
                    <a:pt x="122695" y="2492"/>
                  </a:lnTo>
                  <a:lnTo>
                    <a:pt x="117614" y="3981"/>
                  </a:lnTo>
                  <a:lnTo>
                    <a:pt x="112583" y="5630"/>
                  </a:lnTo>
                  <a:lnTo>
                    <a:pt x="107606" y="7438"/>
                  </a:lnTo>
                  <a:lnTo>
                    <a:pt x="102690" y="9402"/>
                  </a:lnTo>
                  <a:lnTo>
                    <a:pt x="97838" y="11521"/>
                  </a:lnTo>
                  <a:lnTo>
                    <a:pt x="93056" y="13793"/>
                  </a:lnTo>
                  <a:lnTo>
                    <a:pt x="88348" y="16215"/>
                  </a:lnTo>
                  <a:lnTo>
                    <a:pt x="83719" y="18785"/>
                  </a:lnTo>
                  <a:lnTo>
                    <a:pt x="79173" y="21500"/>
                  </a:lnTo>
                  <a:lnTo>
                    <a:pt x="74716" y="24358"/>
                  </a:lnTo>
                  <a:lnTo>
                    <a:pt x="70352" y="27356"/>
                  </a:lnTo>
                  <a:lnTo>
                    <a:pt x="66085" y="30490"/>
                  </a:lnTo>
                  <a:lnTo>
                    <a:pt x="61919" y="33758"/>
                  </a:lnTo>
                  <a:lnTo>
                    <a:pt x="57859" y="37156"/>
                  </a:lnTo>
                  <a:lnTo>
                    <a:pt x="53909" y="40681"/>
                  </a:lnTo>
                  <a:lnTo>
                    <a:pt x="50072" y="44329"/>
                  </a:lnTo>
                  <a:lnTo>
                    <a:pt x="46352" y="48097"/>
                  </a:lnTo>
                  <a:lnTo>
                    <a:pt x="42754" y="51981"/>
                  </a:lnTo>
                  <a:lnTo>
                    <a:pt x="39281" y="55977"/>
                  </a:lnTo>
                  <a:lnTo>
                    <a:pt x="35936" y="60081"/>
                  </a:lnTo>
                  <a:lnTo>
                    <a:pt x="32722" y="64289"/>
                  </a:lnTo>
                  <a:lnTo>
                    <a:pt x="29643" y="68596"/>
                  </a:lnTo>
                  <a:lnTo>
                    <a:pt x="26703" y="72999"/>
                  </a:lnTo>
                  <a:lnTo>
                    <a:pt x="23903" y="77492"/>
                  </a:lnTo>
                  <a:lnTo>
                    <a:pt x="21247" y="82072"/>
                  </a:lnTo>
                  <a:lnTo>
                    <a:pt x="18737" y="86734"/>
                  </a:lnTo>
                  <a:lnTo>
                    <a:pt x="16376" y="91473"/>
                  </a:lnTo>
                  <a:lnTo>
                    <a:pt x="14167" y="96285"/>
                  </a:lnTo>
                  <a:lnTo>
                    <a:pt x="12111" y="101164"/>
                  </a:lnTo>
                  <a:lnTo>
                    <a:pt x="10210" y="106105"/>
                  </a:lnTo>
                  <a:lnTo>
                    <a:pt x="8467" y="111104"/>
                  </a:lnTo>
                  <a:lnTo>
                    <a:pt x="6883" y="116157"/>
                  </a:lnTo>
                  <a:lnTo>
                    <a:pt x="5460" y="121256"/>
                  </a:lnTo>
                  <a:lnTo>
                    <a:pt x="4199" y="126398"/>
                  </a:lnTo>
                  <a:lnTo>
                    <a:pt x="3101" y="131578"/>
                  </a:lnTo>
                  <a:lnTo>
                    <a:pt x="2168" y="136789"/>
                  </a:lnTo>
                  <a:lnTo>
                    <a:pt x="1401" y="142028"/>
                  </a:lnTo>
                  <a:lnTo>
                    <a:pt x="800" y="147288"/>
                  </a:lnTo>
                  <a:lnTo>
                    <a:pt x="366" y="152565"/>
                  </a:lnTo>
                  <a:lnTo>
                    <a:pt x="99" y="157853"/>
                  </a:lnTo>
                  <a:lnTo>
                    <a:pt x="0" y="163146"/>
                  </a:lnTo>
                  <a:lnTo>
                    <a:pt x="68" y="168440"/>
                  </a:lnTo>
                  <a:lnTo>
                    <a:pt x="304" y="173730"/>
                  </a:lnTo>
                  <a:lnTo>
                    <a:pt x="707" y="179009"/>
                  </a:lnTo>
                  <a:lnTo>
                    <a:pt x="1278" y="184272"/>
                  </a:lnTo>
                  <a:lnTo>
                    <a:pt x="2014" y="189515"/>
                  </a:lnTo>
                  <a:lnTo>
                    <a:pt x="2917" y="194732"/>
                  </a:lnTo>
                  <a:lnTo>
                    <a:pt x="3984" y="199918"/>
                  </a:lnTo>
                  <a:lnTo>
                    <a:pt x="5215" y="205068"/>
                  </a:lnTo>
                  <a:lnTo>
                    <a:pt x="6608" y="210176"/>
                  </a:lnTo>
                  <a:lnTo>
                    <a:pt x="8162" y="215237"/>
                  </a:lnTo>
                  <a:lnTo>
                    <a:pt x="9876" y="220246"/>
                  </a:lnTo>
                  <a:lnTo>
                    <a:pt x="11748" y="225199"/>
                  </a:lnTo>
                  <a:lnTo>
                    <a:pt x="13776" y="230090"/>
                  </a:lnTo>
                  <a:lnTo>
                    <a:pt x="15957" y="234914"/>
                  </a:lnTo>
                  <a:lnTo>
                    <a:pt x="18290" y="239667"/>
                  </a:lnTo>
                  <a:lnTo>
                    <a:pt x="20772" y="244343"/>
                  </a:lnTo>
                  <a:lnTo>
                    <a:pt x="23402" y="248939"/>
                  </a:lnTo>
                  <a:lnTo>
                    <a:pt x="26175" y="253449"/>
                  </a:lnTo>
                  <a:lnTo>
                    <a:pt x="29090" y="257869"/>
                  </a:lnTo>
                  <a:lnTo>
                    <a:pt x="32144" y="262194"/>
                  </a:lnTo>
                  <a:lnTo>
                    <a:pt x="35332" y="266420"/>
                  </a:lnTo>
                  <a:lnTo>
                    <a:pt x="38654" y="270544"/>
                  </a:lnTo>
                  <a:lnTo>
                    <a:pt x="42104" y="274560"/>
                  </a:lnTo>
                  <a:lnTo>
                    <a:pt x="45679" y="278465"/>
                  </a:lnTo>
                  <a:lnTo>
                    <a:pt x="49376" y="282254"/>
                  </a:lnTo>
                  <a:lnTo>
                    <a:pt x="53192" y="285925"/>
                  </a:lnTo>
                  <a:lnTo>
                    <a:pt x="57122" y="289473"/>
                  </a:lnTo>
                  <a:lnTo>
                    <a:pt x="61162" y="292895"/>
                  </a:lnTo>
                  <a:lnTo>
                    <a:pt x="65308" y="296187"/>
                  </a:lnTo>
                  <a:lnTo>
                    <a:pt x="69557" y="299346"/>
                  </a:lnTo>
                  <a:lnTo>
                    <a:pt x="73904" y="302369"/>
                  </a:lnTo>
                  <a:lnTo>
                    <a:pt x="78344" y="305253"/>
                  </a:lnTo>
                  <a:lnTo>
                    <a:pt x="82873" y="307994"/>
                  </a:lnTo>
                  <a:lnTo>
                    <a:pt x="87487" y="310591"/>
                  </a:lnTo>
                  <a:lnTo>
                    <a:pt x="92181" y="313041"/>
                  </a:lnTo>
                  <a:lnTo>
                    <a:pt x="96950" y="315341"/>
                  </a:lnTo>
                  <a:lnTo>
                    <a:pt x="101789" y="317488"/>
                  </a:lnTo>
                  <a:lnTo>
                    <a:pt x="106694" y="319481"/>
                  </a:lnTo>
                  <a:lnTo>
                    <a:pt x="111660" y="321318"/>
                  </a:lnTo>
                  <a:lnTo>
                    <a:pt x="116681" y="322997"/>
                  </a:lnTo>
                  <a:lnTo>
                    <a:pt x="121753" y="324516"/>
                  </a:lnTo>
                  <a:lnTo>
                    <a:pt x="126871" y="325873"/>
                  </a:lnTo>
                  <a:lnTo>
                    <a:pt x="132029" y="327068"/>
                  </a:lnTo>
                  <a:lnTo>
                    <a:pt x="137222" y="328099"/>
                  </a:lnTo>
                  <a:lnTo>
                    <a:pt x="142445" y="328964"/>
                  </a:lnTo>
                  <a:lnTo>
                    <a:pt x="147693" y="329664"/>
                  </a:lnTo>
                  <a:lnTo>
                    <a:pt x="152961" y="330198"/>
                  </a:lnTo>
                  <a:lnTo>
                    <a:pt x="158243" y="330564"/>
                  </a:lnTo>
                  <a:lnTo>
                    <a:pt x="163533" y="330763"/>
                  </a:lnTo>
                  <a:lnTo>
                    <a:pt x="168828" y="330794"/>
                  </a:lnTo>
                  <a:lnTo>
                    <a:pt x="174120" y="330658"/>
                  </a:lnTo>
                  <a:lnTo>
                    <a:pt x="179406" y="330354"/>
                  </a:lnTo>
                  <a:lnTo>
                    <a:pt x="184680" y="329883"/>
                  </a:lnTo>
                  <a:lnTo>
                    <a:pt x="189936" y="329245"/>
                  </a:lnTo>
                  <a:lnTo>
                    <a:pt x="195169" y="328440"/>
                  </a:lnTo>
                  <a:lnTo>
                    <a:pt x="200374" y="327471"/>
                  </a:lnTo>
                  <a:lnTo>
                    <a:pt x="205545" y="326337"/>
                  </a:lnTo>
                  <a:lnTo>
                    <a:pt x="210679" y="325040"/>
                  </a:lnTo>
                  <a:lnTo>
                    <a:pt x="215768" y="323581"/>
                  </a:lnTo>
                  <a:lnTo>
                    <a:pt x="220809" y="321962"/>
                  </a:lnTo>
                  <a:lnTo>
                    <a:pt x="225796" y="320184"/>
                  </a:lnTo>
                  <a:lnTo>
                    <a:pt x="230724" y="318249"/>
                  </a:lnTo>
                  <a:lnTo>
                    <a:pt x="235588" y="316158"/>
                  </a:lnTo>
                  <a:lnTo>
                    <a:pt x="240384" y="313915"/>
                  </a:lnTo>
                  <a:lnTo>
                    <a:pt x="245107" y="311521"/>
                  </a:lnTo>
                  <a:lnTo>
                    <a:pt x="249751" y="308979"/>
                  </a:lnTo>
                  <a:lnTo>
                    <a:pt x="254312" y="306290"/>
                  </a:lnTo>
                  <a:lnTo>
                    <a:pt x="258786" y="303459"/>
                  </a:lnTo>
                  <a:lnTo>
                    <a:pt x="263168" y="300488"/>
                  </a:lnTo>
                  <a:lnTo>
                    <a:pt x="267454" y="297379"/>
                  </a:lnTo>
                  <a:lnTo>
                    <a:pt x="271639" y="294136"/>
                  </a:lnTo>
                  <a:lnTo>
                    <a:pt x="275719" y="290762"/>
                  </a:lnTo>
                  <a:lnTo>
                    <a:pt x="279690" y="287261"/>
                  </a:lnTo>
                  <a:lnTo>
                    <a:pt x="283549" y="283635"/>
                  </a:lnTo>
                  <a:lnTo>
                    <a:pt x="287291" y="279889"/>
                  </a:lnTo>
                  <a:lnTo>
                    <a:pt x="290912" y="276027"/>
                  </a:lnTo>
                  <a:lnTo>
                    <a:pt x="294409" y="272052"/>
                  </a:lnTo>
                  <a:lnTo>
                    <a:pt x="297779" y="267968"/>
                  </a:lnTo>
                  <a:lnTo>
                    <a:pt x="301017" y="263779"/>
                  </a:lnTo>
                  <a:lnTo>
                    <a:pt x="304121" y="259490"/>
                  </a:lnTo>
                  <a:lnTo>
                    <a:pt x="307088" y="255105"/>
                  </a:lnTo>
                  <a:lnTo>
                    <a:pt x="309915" y="250628"/>
                  </a:lnTo>
                  <a:lnTo>
                    <a:pt x="312598" y="246064"/>
                  </a:lnTo>
                  <a:lnTo>
                    <a:pt x="315135" y="241417"/>
                  </a:lnTo>
                  <a:lnTo>
                    <a:pt x="317524" y="236692"/>
                  </a:lnTo>
                  <a:lnTo>
                    <a:pt x="319762" y="231894"/>
                  </a:lnTo>
                  <a:lnTo>
                    <a:pt x="321848" y="227028"/>
                  </a:lnTo>
                  <a:lnTo>
                    <a:pt x="323778" y="222097"/>
                  </a:lnTo>
                  <a:lnTo>
                    <a:pt x="325550" y="217109"/>
                  </a:lnTo>
                  <a:lnTo>
                    <a:pt x="327164" y="212066"/>
                  </a:lnTo>
                  <a:lnTo>
                    <a:pt x="328618" y="206975"/>
                  </a:lnTo>
                  <a:lnTo>
                    <a:pt x="329909" y="201840"/>
                  </a:lnTo>
                  <a:lnTo>
                    <a:pt x="331038" y="196668"/>
                  </a:lnTo>
                  <a:lnTo>
                    <a:pt x="332001" y="191462"/>
                  </a:lnTo>
                  <a:lnTo>
                    <a:pt x="332800" y="186228"/>
                  </a:lnTo>
                  <a:lnTo>
                    <a:pt x="333432" y="180971"/>
                  </a:lnTo>
                  <a:lnTo>
                    <a:pt x="333898" y="175697"/>
                  </a:lnTo>
                  <a:lnTo>
                    <a:pt x="334196" y="170411"/>
                  </a:lnTo>
                  <a:lnTo>
                    <a:pt x="334327" y="165118"/>
                  </a:lnTo>
                  <a:lnTo>
                    <a:pt x="334290" y="159824"/>
                  </a:lnTo>
                  <a:lnTo>
                    <a:pt x="334086" y="154533"/>
                  </a:lnTo>
                  <a:lnTo>
                    <a:pt x="333714" y="149252"/>
                  </a:lnTo>
                  <a:lnTo>
                    <a:pt x="333175" y="143985"/>
                  </a:lnTo>
                  <a:lnTo>
                    <a:pt x="332469" y="138737"/>
                  </a:lnTo>
                  <a:lnTo>
                    <a:pt x="331598" y="133515"/>
                  </a:lnTo>
                  <a:lnTo>
                    <a:pt x="330561" y="128323"/>
                  </a:lnTo>
                  <a:lnTo>
                    <a:pt x="329361" y="123166"/>
                  </a:lnTo>
                  <a:lnTo>
                    <a:pt x="327998" y="118050"/>
                  </a:lnTo>
                  <a:lnTo>
                    <a:pt x="326474" y="112980"/>
                  </a:lnTo>
                  <a:lnTo>
                    <a:pt x="324790" y="107960"/>
                  </a:lnTo>
                  <a:lnTo>
                    <a:pt x="322948" y="102997"/>
                  </a:lnTo>
                  <a:lnTo>
                    <a:pt x="320950" y="98094"/>
                  </a:lnTo>
                  <a:lnTo>
                    <a:pt x="318797" y="93257"/>
                  </a:lnTo>
                  <a:lnTo>
                    <a:pt x="316492" y="88490"/>
                  </a:lnTo>
                  <a:lnTo>
                    <a:pt x="314037" y="83799"/>
                  </a:lnTo>
                  <a:lnTo>
                    <a:pt x="311436" y="79188"/>
                  </a:lnTo>
                  <a:lnTo>
                    <a:pt x="308689" y="74662"/>
                  </a:lnTo>
                  <a:lnTo>
                    <a:pt x="305800" y="70225"/>
                  </a:lnTo>
                  <a:lnTo>
                    <a:pt x="302773" y="65881"/>
                  </a:lnTo>
                  <a:lnTo>
                    <a:pt x="299609" y="61636"/>
                  </a:lnTo>
                  <a:lnTo>
                    <a:pt x="296313" y="57493"/>
                  </a:lnTo>
                  <a:lnTo>
                    <a:pt x="292886" y="53456"/>
                  </a:lnTo>
                  <a:lnTo>
                    <a:pt x="289334" y="49530"/>
                  </a:lnTo>
                  <a:lnTo>
                    <a:pt x="285660" y="45719"/>
                  </a:lnTo>
                  <a:lnTo>
                    <a:pt x="281866" y="42025"/>
                  </a:lnTo>
                  <a:lnTo>
                    <a:pt x="277957" y="38454"/>
                  </a:lnTo>
                  <a:lnTo>
                    <a:pt x="273938" y="35008"/>
                  </a:lnTo>
                  <a:lnTo>
                    <a:pt x="269811" y="31692"/>
                  </a:lnTo>
                  <a:lnTo>
                    <a:pt x="167166" y="1636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02644" cy="167167"/>
            </a:xfrm>
            <a:custGeom>
              <a:avLst/>
              <a:pathLst>
                <a:path w="102644" h="167167">
                  <a:moveTo>
                    <a:pt x="102644" y="35223"/>
                  </a:moveTo>
                  <a:lnTo>
                    <a:pt x="98227" y="31903"/>
                  </a:lnTo>
                  <a:lnTo>
                    <a:pt x="93703" y="28730"/>
                  </a:lnTo>
                  <a:lnTo>
                    <a:pt x="89076" y="25709"/>
                  </a:lnTo>
                  <a:lnTo>
                    <a:pt x="84352" y="22842"/>
                  </a:lnTo>
                  <a:lnTo>
                    <a:pt x="79536" y="20133"/>
                  </a:lnTo>
                  <a:lnTo>
                    <a:pt x="74633" y="17585"/>
                  </a:lnTo>
                  <a:lnTo>
                    <a:pt x="69648" y="15200"/>
                  </a:lnTo>
                  <a:lnTo>
                    <a:pt x="64587" y="12981"/>
                  </a:lnTo>
                  <a:lnTo>
                    <a:pt x="59456" y="10930"/>
                  </a:lnTo>
                  <a:lnTo>
                    <a:pt x="54260" y="9051"/>
                  </a:lnTo>
                  <a:lnTo>
                    <a:pt x="49004" y="7344"/>
                  </a:lnTo>
                  <a:lnTo>
                    <a:pt x="43695" y="5811"/>
                  </a:lnTo>
                  <a:lnTo>
                    <a:pt x="38338" y="4455"/>
                  </a:lnTo>
                  <a:lnTo>
                    <a:pt x="32939" y="3277"/>
                  </a:lnTo>
                  <a:lnTo>
                    <a:pt x="27504" y="2278"/>
                  </a:lnTo>
                  <a:lnTo>
                    <a:pt x="22040" y="1459"/>
                  </a:lnTo>
                  <a:lnTo>
                    <a:pt x="16551" y="821"/>
                  </a:lnTo>
                  <a:lnTo>
                    <a:pt x="11044" y="365"/>
                  </a:lnTo>
                  <a:lnTo>
                    <a:pt x="552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213" y="2126963"/>
              <a:ext cx="8258" cy="167167"/>
            </a:xfrm>
            <a:custGeom>
              <a:avLst/>
              <a:pathLst>
                <a:path w="8258" h="167167">
                  <a:moveTo>
                    <a:pt x="8258" y="0"/>
                  </a:moveTo>
                  <a:lnTo>
                    <a:pt x="0" y="204"/>
                  </a:lnTo>
                  <a:lnTo>
                    <a:pt x="82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213" y="212716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5" y="2127167"/>
              <a:ext cx="310894" cy="334117"/>
            </a:xfrm>
            <a:custGeom>
              <a:avLst/>
              <a:pathLst>
                <a:path w="310894" h="334117">
                  <a:moveTo>
                    <a:pt x="158908" y="0"/>
                  </a:moveTo>
                  <a:lnTo>
                    <a:pt x="153613" y="346"/>
                  </a:lnTo>
                  <a:lnTo>
                    <a:pt x="148331" y="860"/>
                  </a:lnTo>
                  <a:lnTo>
                    <a:pt x="143068" y="1541"/>
                  </a:lnTo>
                  <a:lnTo>
                    <a:pt x="137830" y="2390"/>
                  </a:lnTo>
                  <a:lnTo>
                    <a:pt x="132621" y="3404"/>
                  </a:lnTo>
                  <a:lnTo>
                    <a:pt x="127447" y="4583"/>
                  </a:lnTo>
                  <a:lnTo>
                    <a:pt x="122312" y="5925"/>
                  </a:lnTo>
                  <a:lnTo>
                    <a:pt x="117224" y="7430"/>
                  </a:lnTo>
                  <a:lnTo>
                    <a:pt x="112185" y="9096"/>
                  </a:lnTo>
                  <a:lnTo>
                    <a:pt x="107202" y="10920"/>
                  </a:lnTo>
                  <a:lnTo>
                    <a:pt x="102279" y="12902"/>
                  </a:lnTo>
                  <a:lnTo>
                    <a:pt x="97422" y="15040"/>
                  </a:lnTo>
                  <a:lnTo>
                    <a:pt x="92635" y="17330"/>
                  </a:lnTo>
                  <a:lnTo>
                    <a:pt x="87923" y="19771"/>
                  </a:lnTo>
                  <a:lnTo>
                    <a:pt x="83291" y="22360"/>
                  </a:lnTo>
                  <a:lnTo>
                    <a:pt x="78743" y="25096"/>
                  </a:lnTo>
                  <a:lnTo>
                    <a:pt x="74285" y="27974"/>
                  </a:lnTo>
                  <a:lnTo>
                    <a:pt x="69920" y="30992"/>
                  </a:lnTo>
                  <a:lnTo>
                    <a:pt x="65653" y="34147"/>
                  </a:lnTo>
                  <a:lnTo>
                    <a:pt x="61489" y="37436"/>
                  </a:lnTo>
                  <a:lnTo>
                    <a:pt x="57431" y="40856"/>
                  </a:lnTo>
                  <a:lnTo>
                    <a:pt x="53483" y="44402"/>
                  </a:lnTo>
                  <a:lnTo>
                    <a:pt x="49650" y="48073"/>
                  </a:lnTo>
                  <a:lnTo>
                    <a:pt x="45936" y="51863"/>
                  </a:lnTo>
                  <a:lnTo>
                    <a:pt x="42343" y="55769"/>
                  </a:lnTo>
                  <a:lnTo>
                    <a:pt x="38877" y="59787"/>
                  </a:lnTo>
                  <a:lnTo>
                    <a:pt x="35540" y="63913"/>
                  </a:lnTo>
                  <a:lnTo>
                    <a:pt x="32335" y="68142"/>
                  </a:lnTo>
                  <a:lnTo>
                    <a:pt x="29266" y="72472"/>
                  </a:lnTo>
                  <a:lnTo>
                    <a:pt x="26337" y="76897"/>
                  </a:lnTo>
                  <a:lnTo>
                    <a:pt x="23549" y="81412"/>
                  </a:lnTo>
                  <a:lnTo>
                    <a:pt x="20906" y="86014"/>
                  </a:lnTo>
                  <a:lnTo>
                    <a:pt x="18410" y="90697"/>
                  </a:lnTo>
                  <a:lnTo>
                    <a:pt x="16064" y="95457"/>
                  </a:lnTo>
                  <a:lnTo>
                    <a:pt x="13871" y="100289"/>
                  </a:lnTo>
                  <a:lnTo>
                    <a:pt x="11832" y="105189"/>
                  </a:lnTo>
                  <a:lnTo>
                    <a:pt x="9949" y="110150"/>
                  </a:lnTo>
                  <a:lnTo>
                    <a:pt x="8225" y="115169"/>
                  </a:lnTo>
                  <a:lnTo>
                    <a:pt x="6661" y="120240"/>
                  </a:lnTo>
                  <a:lnTo>
                    <a:pt x="5259" y="125358"/>
                  </a:lnTo>
                  <a:lnTo>
                    <a:pt x="4020" y="130518"/>
                  </a:lnTo>
                  <a:lnTo>
                    <a:pt x="2945" y="135715"/>
                  </a:lnTo>
                  <a:lnTo>
                    <a:pt x="2036" y="140943"/>
                  </a:lnTo>
                  <a:lnTo>
                    <a:pt x="1294" y="146198"/>
                  </a:lnTo>
                  <a:lnTo>
                    <a:pt x="718" y="151473"/>
                  </a:lnTo>
                  <a:lnTo>
                    <a:pt x="310" y="156764"/>
                  </a:lnTo>
                  <a:lnTo>
                    <a:pt x="71" y="162065"/>
                  </a:lnTo>
                  <a:lnTo>
                    <a:pt x="0" y="167372"/>
                  </a:lnTo>
                  <a:lnTo>
                    <a:pt x="97" y="172678"/>
                  </a:lnTo>
                  <a:lnTo>
                    <a:pt x="362" y="177978"/>
                  </a:lnTo>
                  <a:lnTo>
                    <a:pt x="796" y="183267"/>
                  </a:lnTo>
                  <a:lnTo>
                    <a:pt x="1397" y="188539"/>
                  </a:lnTo>
                  <a:lnTo>
                    <a:pt x="2166" y="193790"/>
                  </a:lnTo>
                  <a:lnTo>
                    <a:pt x="3100" y="199014"/>
                  </a:lnTo>
                  <a:lnTo>
                    <a:pt x="4200" y="204205"/>
                  </a:lnTo>
                  <a:lnTo>
                    <a:pt x="5465" y="209359"/>
                  </a:lnTo>
                  <a:lnTo>
                    <a:pt x="6892" y="214470"/>
                  </a:lnTo>
                  <a:lnTo>
                    <a:pt x="8480" y="219534"/>
                  </a:lnTo>
                  <a:lnTo>
                    <a:pt x="10229" y="224544"/>
                  </a:lnTo>
                  <a:lnTo>
                    <a:pt x="12136" y="229496"/>
                  </a:lnTo>
                  <a:lnTo>
                    <a:pt x="14199" y="234386"/>
                  </a:lnTo>
                  <a:lnTo>
                    <a:pt x="16416" y="239207"/>
                  </a:lnTo>
                  <a:lnTo>
                    <a:pt x="18785" y="243955"/>
                  </a:lnTo>
                  <a:lnTo>
                    <a:pt x="21303" y="248626"/>
                  </a:lnTo>
                  <a:lnTo>
                    <a:pt x="23969" y="253215"/>
                  </a:lnTo>
                  <a:lnTo>
                    <a:pt x="26779" y="257717"/>
                  </a:lnTo>
                  <a:lnTo>
                    <a:pt x="29730" y="262127"/>
                  </a:lnTo>
                  <a:lnTo>
                    <a:pt x="32820" y="266442"/>
                  </a:lnTo>
                  <a:lnTo>
                    <a:pt x="36045" y="270656"/>
                  </a:lnTo>
                  <a:lnTo>
                    <a:pt x="39403" y="274765"/>
                  </a:lnTo>
                  <a:lnTo>
                    <a:pt x="42889" y="278766"/>
                  </a:lnTo>
                  <a:lnTo>
                    <a:pt x="46500" y="282655"/>
                  </a:lnTo>
                  <a:lnTo>
                    <a:pt x="50233" y="286427"/>
                  </a:lnTo>
                  <a:lnTo>
                    <a:pt x="54084" y="290078"/>
                  </a:lnTo>
                  <a:lnTo>
                    <a:pt x="58049" y="293605"/>
                  </a:lnTo>
                  <a:lnTo>
                    <a:pt x="62124" y="297005"/>
                  </a:lnTo>
                  <a:lnTo>
                    <a:pt x="66304" y="300274"/>
                  </a:lnTo>
                  <a:lnTo>
                    <a:pt x="70586" y="303408"/>
                  </a:lnTo>
                  <a:lnTo>
                    <a:pt x="74966" y="306405"/>
                  </a:lnTo>
                  <a:lnTo>
                    <a:pt x="79438" y="309261"/>
                  </a:lnTo>
                  <a:lnTo>
                    <a:pt x="83999" y="311974"/>
                  </a:lnTo>
                  <a:lnTo>
                    <a:pt x="88644" y="314540"/>
                  </a:lnTo>
                  <a:lnTo>
                    <a:pt x="93368" y="316958"/>
                  </a:lnTo>
                  <a:lnTo>
                    <a:pt x="98166" y="319225"/>
                  </a:lnTo>
                  <a:lnTo>
                    <a:pt x="103034" y="321339"/>
                  </a:lnTo>
                  <a:lnTo>
                    <a:pt x="107966" y="323297"/>
                  </a:lnTo>
                  <a:lnTo>
                    <a:pt x="112958" y="325097"/>
                  </a:lnTo>
                  <a:lnTo>
                    <a:pt x="118005" y="326738"/>
                  </a:lnTo>
                  <a:lnTo>
                    <a:pt x="123101" y="328218"/>
                  </a:lnTo>
                  <a:lnTo>
                    <a:pt x="128241" y="329535"/>
                  </a:lnTo>
                  <a:lnTo>
                    <a:pt x="133421" y="330689"/>
                  </a:lnTo>
                  <a:lnTo>
                    <a:pt x="138635" y="331677"/>
                  </a:lnTo>
                  <a:lnTo>
                    <a:pt x="143878" y="332500"/>
                  </a:lnTo>
                  <a:lnTo>
                    <a:pt x="149144" y="333156"/>
                  </a:lnTo>
                  <a:lnTo>
                    <a:pt x="154428" y="333644"/>
                  </a:lnTo>
                  <a:lnTo>
                    <a:pt x="159725" y="333965"/>
                  </a:lnTo>
                  <a:lnTo>
                    <a:pt x="165029" y="334117"/>
                  </a:lnTo>
                  <a:lnTo>
                    <a:pt x="170336" y="334100"/>
                  </a:lnTo>
                  <a:lnTo>
                    <a:pt x="175640" y="333915"/>
                  </a:lnTo>
                  <a:lnTo>
                    <a:pt x="180935" y="333562"/>
                  </a:lnTo>
                  <a:lnTo>
                    <a:pt x="186216" y="333041"/>
                  </a:lnTo>
                  <a:lnTo>
                    <a:pt x="191478" y="332353"/>
                  </a:lnTo>
                  <a:lnTo>
                    <a:pt x="196715" y="331498"/>
                  </a:lnTo>
                  <a:lnTo>
                    <a:pt x="201923" y="330477"/>
                  </a:lnTo>
                  <a:lnTo>
                    <a:pt x="207095" y="329292"/>
                  </a:lnTo>
                  <a:lnTo>
                    <a:pt x="212227" y="327943"/>
                  </a:lnTo>
                  <a:lnTo>
                    <a:pt x="217314" y="326431"/>
                  </a:lnTo>
                  <a:lnTo>
                    <a:pt x="222351" y="324759"/>
                  </a:lnTo>
                  <a:lnTo>
                    <a:pt x="227332" y="322928"/>
                  </a:lnTo>
                  <a:lnTo>
                    <a:pt x="232252" y="320940"/>
                  </a:lnTo>
                  <a:lnTo>
                    <a:pt x="237106" y="318796"/>
                  </a:lnTo>
                  <a:lnTo>
                    <a:pt x="241890" y="316500"/>
                  </a:lnTo>
                  <a:lnTo>
                    <a:pt x="246599" y="314053"/>
                  </a:lnTo>
                  <a:lnTo>
                    <a:pt x="251228" y="311457"/>
                  </a:lnTo>
                  <a:lnTo>
                    <a:pt x="255772" y="308716"/>
                  </a:lnTo>
                  <a:lnTo>
                    <a:pt x="260227" y="305832"/>
                  </a:lnTo>
                  <a:lnTo>
                    <a:pt x="264588" y="302809"/>
                  </a:lnTo>
                  <a:lnTo>
                    <a:pt x="268850" y="299648"/>
                  </a:lnTo>
                  <a:lnTo>
                    <a:pt x="273011" y="296353"/>
                  </a:lnTo>
                  <a:lnTo>
                    <a:pt x="277064" y="292929"/>
                  </a:lnTo>
                  <a:lnTo>
                    <a:pt x="281007" y="289377"/>
                  </a:lnTo>
                  <a:lnTo>
                    <a:pt x="284835" y="285702"/>
                  </a:lnTo>
                  <a:lnTo>
                    <a:pt x="288545" y="281907"/>
                  </a:lnTo>
                  <a:lnTo>
                    <a:pt x="292132" y="277997"/>
                  </a:lnTo>
                  <a:lnTo>
                    <a:pt x="295594" y="273974"/>
                  </a:lnTo>
                  <a:lnTo>
                    <a:pt x="298926" y="269844"/>
                  </a:lnTo>
                  <a:lnTo>
                    <a:pt x="302125" y="265610"/>
                  </a:lnTo>
                  <a:lnTo>
                    <a:pt x="305188" y="261276"/>
                  </a:lnTo>
                  <a:lnTo>
                    <a:pt x="308112" y="256848"/>
                  </a:lnTo>
                  <a:lnTo>
                    <a:pt x="310894" y="252329"/>
                  </a:lnTo>
                  <a:lnTo>
                    <a:pt x="167166" y="1669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3" cy="252533"/>
            </a:xfrm>
            <a:custGeom>
              <a:avLst/>
              <a:pathLst>
                <a:path w="167163" h="252533">
                  <a:moveTo>
                    <a:pt x="143727" y="252533"/>
                  </a:moveTo>
                  <a:lnTo>
                    <a:pt x="146378" y="247902"/>
                  </a:lnTo>
                  <a:lnTo>
                    <a:pt x="148880" y="243190"/>
                  </a:lnTo>
                  <a:lnTo>
                    <a:pt x="151231" y="238399"/>
                  </a:lnTo>
                  <a:lnTo>
                    <a:pt x="153427" y="233536"/>
                  </a:lnTo>
                  <a:lnTo>
                    <a:pt x="155467" y="228606"/>
                  </a:lnTo>
                  <a:lnTo>
                    <a:pt x="157349" y="223613"/>
                  </a:lnTo>
                  <a:lnTo>
                    <a:pt x="159070" y="218562"/>
                  </a:lnTo>
                  <a:lnTo>
                    <a:pt x="160629" y="213459"/>
                  </a:lnTo>
                  <a:lnTo>
                    <a:pt x="162025" y="208309"/>
                  </a:lnTo>
                  <a:lnTo>
                    <a:pt x="163255" y="203117"/>
                  </a:lnTo>
                  <a:lnTo>
                    <a:pt x="164320" y="197889"/>
                  </a:lnTo>
                  <a:lnTo>
                    <a:pt x="165216" y="192629"/>
                  </a:lnTo>
                  <a:lnTo>
                    <a:pt x="165945" y="187343"/>
                  </a:lnTo>
                  <a:lnTo>
                    <a:pt x="166504" y="182037"/>
                  </a:lnTo>
                  <a:lnTo>
                    <a:pt x="166894" y="176715"/>
                  </a:lnTo>
                  <a:lnTo>
                    <a:pt x="167114" y="171384"/>
                  </a:lnTo>
                  <a:lnTo>
                    <a:pt x="167163" y="166048"/>
                  </a:lnTo>
                  <a:lnTo>
                    <a:pt x="167042" y="160714"/>
                  </a:lnTo>
                  <a:lnTo>
                    <a:pt x="166751" y="155386"/>
                  </a:lnTo>
                  <a:lnTo>
                    <a:pt x="166290" y="150070"/>
                  </a:lnTo>
                  <a:lnTo>
                    <a:pt x="165660" y="144771"/>
                  </a:lnTo>
                  <a:lnTo>
                    <a:pt x="164861" y="139496"/>
                  </a:lnTo>
                  <a:lnTo>
                    <a:pt x="163894" y="134248"/>
                  </a:lnTo>
                  <a:lnTo>
                    <a:pt x="162760" y="129034"/>
                  </a:lnTo>
                  <a:lnTo>
                    <a:pt x="161460" y="123859"/>
                  </a:lnTo>
                  <a:lnTo>
                    <a:pt x="159995" y="118728"/>
                  </a:lnTo>
                  <a:lnTo>
                    <a:pt x="158368" y="113647"/>
                  </a:lnTo>
                  <a:lnTo>
                    <a:pt x="156579" y="108620"/>
                  </a:lnTo>
                  <a:lnTo>
                    <a:pt x="154631" y="103652"/>
                  </a:lnTo>
                  <a:lnTo>
                    <a:pt x="152525" y="98749"/>
                  </a:lnTo>
                  <a:lnTo>
                    <a:pt x="150264" y="93916"/>
                  </a:lnTo>
                  <a:lnTo>
                    <a:pt x="147849" y="89158"/>
                  </a:lnTo>
                  <a:lnTo>
                    <a:pt x="145284" y="84479"/>
                  </a:lnTo>
                  <a:lnTo>
                    <a:pt x="142571" y="79885"/>
                  </a:lnTo>
                  <a:lnTo>
                    <a:pt x="139713" y="75379"/>
                  </a:lnTo>
                  <a:lnTo>
                    <a:pt x="136713" y="70967"/>
                  </a:lnTo>
                  <a:lnTo>
                    <a:pt x="133573" y="66652"/>
                  </a:lnTo>
                  <a:lnTo>
                    <a:pt x="130297" y="62441"/>
                  </a:lnTo>
                  <a:lnTo>
                    <a:pt x="126888" y="58336"/>
                  </a:lnTo>
                  <a:lnTo>
                    <a:pt x="123350" y="54341"/>
                  </a:lnTo>
                  <a:lnTo>
                    <a:pt x="119686" y="50462"/>
                  </a:lnTo>
                  <a:lnTo>
                    <a:pt x="115901" y="46702"/>
                  </a:lnTo>
                  <a:lnTo>
                    <a:pt x="111997" y="43064"/>
                  </a:lnTo>
                  <a:lnTo>
                    <a:pt x="107979" y="39553"/>
                  </a:lnTo>
                  <a:lnTo>
                    <a:pt x="103851" y="36172"/>
                  </a:lnTo>
                  <a:lnTo>
                    <a:pt x="99618" y="32924"/>
                  </a:lnTo>
                  <a:lnTo>
                    <a:pt x="95283" y="29813"/>
                  </a:lnTo>
                  <a:lnTo>
                    <a:pt x="90850" y="26842"/>
                  </a:lnTo>
                  <a:lnTo>
                    <a:pt x="86326" y="24014"/>
                  </a:lnTo>
                  <a:lnTo>
                    <a:pt x="81713" y="21332"/>
                  </a:lnTo>
                  <a:lnTo>
                    <a:pt x="77017" y="18798"/>
                  </a:lnTo>
                  <a:lnTo>
                    <a:pt x="72243" y="16416"/>
                  </a:lnTo>
                  <a:lnTo>
                    <a:pt x="67395" y="14187"/>
                  </a:lnTo>
                  <a:lnTo>
                    <a:pt x="62478" y="12114"/>
                  </a:lnTo>
                  <a:lnTo>
                    <a:pt x="57497" y="10199"/>
                  </a:lnTo>
                  <a:lnTo>
                    <a:pt x="52459" y="8444"/>
                  </a:lnTo>
                  <a:lnTo>
                    <a:pt x="47366" y="6851"/>
                  </a:lnTo>
                  <a:lnTo>
                    <a:pt x="42226" y="5420"/>
                  </a:lnTo>
                  <a:lnTo>
                    <a:pt x="37042" y="4155"/>
                  </a:lnTo>
                  <a:lnTo>
                    <a:pt x="31821" y="3056"/>
                  </a:lnTo>
                  <a:lnTo>
                    <a:pt x="26567" y="2124"/>
                  </a:lnTo>
                  <a:lnTo>
                    <a:pt x="21286" y="1360"/>
                  </a:lnTo>
                  <a:lnTo>
                    <a:pt x="15983" y="765"/>
                  </a:lnTo>
                  <a:lnTo>
                    <a:pt x="10664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8230" y="1681503"/>
              <a:ext cx="15004" cy="167167"/>
            </a:xfrm>
            <a:custGeom>
              <a:avLst/>
              <a:pathLst>
                <a:path w="15004" h="167167">
                  <a:moveTo>
                    <a:pt x="15004" y="0"/>
                  </a:moveTo>
                  <a:lnTo>
                    <a:pt x="0" y="674"/>
                  </a:lnTo>
                  <a:lnTo>
                    <a:pt x="1500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8230" y="1682178"/>
              <a:ext cx="15004" cy="166492"/>
            </a:xfrm>
            <a:custGeom>
              <a:avLst/>
              <a:pathLst>
                <a:path w="15004" h="166492">
                  <a:moveTo>
                    <a:pt x="0" y="0"/>
                  </a:moveTo>
                  <a:lnTo>
                    <a:pt x="15004" y="1664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77" y="1682178"/>
              <a:ext cx="334314" cy="333658"/>
            </a:xfrm>
            <a:custGeom>
              <a:avLst/>
              <a:pathLst>
                <a:path w="334314" h="333658">
                  <a:moveTo>
                    <a:pt x="152152" y="0"/>
                  </a:moveTo>
                  <a:lnTo>
                    <a:pt x="146876" y="560"/>
                  </a:lnTo>
                  <a:lnTo>
                    <a:pt x="141621" y="1287"/>
                  </a:lnTo>
                  <a:lnTo>
                    <a:pt x="136391" y="2180"/>
                  </a:lnTo>
                  <a:lnTo>
                    <a:pt x="131192" y="3239"/>
                  </a:lnTo>
                  <a:lnTo>
                    <a:pt x="126030" y="4463"/>
                  </a:lnTo>
                  <a:lnTo>
                    <a:pt x="120908" y="5850"/>
                  </a:lnTo>
                  <a:lnTo>
                    <a:pt x="115834" y="7398"/>
                  </a:lnTo>
                  <a:lnTo>
                    <a:pt x="110811" y="9107"/>
                  </a:lnTo>
                  <a:lnTo>
                    <a:pt x="105845" y="10974"/>
                  </a:lnTo>
                  <a:lnTo>
                    <a:pt x="100941" y="12998"/>
                  </a:lnTo>
                  <a:lnTo>
                    <a:pt x="96103" y="15177"/>
                  </a:lnTo>
                  <a:lnTo>
                    <a:pt x="91337" y="17508"/>
                  </a:lnTo>
                  <a:lnTo>
                    <a:pt x="86647" y="19989"/>
                  </a:lnTo>
                  <a:lnTo>
                    <a:pt x="82039" y="22618"/>
                  </a:lnTo>
                  <a:lnTo>
                    <a:pt x="77516" y="25392"/>
                  </a:lnTo>
                  <a:lnTo>
                    <a:pt x="73083" y="28307"/>
                  </a:lnTo>
                  <a:lnTo>
                    <a:pt x="68745" y="31362"/>
                  </a:lnTo>
                  <a:lnTo>
                    <a:pt x="64507" y="34553"/>
                  </a:lnTo>
                  <a:lnTo>
                    <a:pt x="60371" y="37877"/>
                  </a:lnTo>
                  <a:lnTo>
                    <a:pt x="56344" y="41331"/>
                  </a:lnTo>
                  <a:lnTo>
                    <a:pt x="52428" y="44911"/>
                  </a:lnTo>
                  <a:lnTo>
                    <a:pt x="48627" y="48613"/>
                  </a:lnTo>
                  <a:lnTo>
                    <a:pt x="44946" y="52433"/>
                  </a:lnTo>
                  <a:lnTo>
                    <a:pt x="41388" y="56369"/>
                  </a:lnTo>
                  <a:lnTo>
                    <a:pt x="37957" y="60416"/>
                  </a:lnTo>
                  <a:lnTo>
                    <a:pt x="34656" y="64569"/>
                  </a:lnTo>
                  <a:lnTo>
                    <a:pt x="31488" y="68825"/>
                  </a:lnTo>
                  <a:lnTo>
                    <a:pt x="28457" y="73180"/>
                  </a:lnTo>
                  <a:lnTo>
                    <a:pt x="25565" y="77628"/>
                  </a:lnTo>
                  <a:lnTo>
                    <a:pt x="22817" y="82167"/>
                  </a:lnTo>
                  <a:lnTo>
                    <a:pt x="20213" y="86790"/>
                  </a:lnTo>
                  <a:lnTo>
                    <a:pt x="17758" y="91493"/>
                  </a:lnTo>
                  <a:lnTo>
                    <a:pt x="15453" y="96272"/>
                  </a:lnTo>
                  <a:lnTo>
                    <a:pt x="13301" y="101121"/>
                  </a:lnTo>
                  <a:lnTo>
                    <a:pt x="11304" y="106037"/>
                  </a:lnTo>
                  <a:lnTo>
                    <a:pt x="9464" y="111013"/>
                  </a:lnTo>
                  <a:lnTo>
                    <a:pt x="7783" y="116045"/>
                  </a:lnTo>
                  <a:lnTo>
                    <a:pt x="6263" y="121128"/>
                  </a:lnTo>
                  <a:lnTo>
                    <a:pt x="4904" y="126257"/>
                  </a:lnTo>
                  <a:lnTo>
                    <a:pt x="3709" y="131426"/>
                  </a:lnTo>
                  <a:lnTo>
                    <a:pt x="2678" y="136631"/>
                  </a:lnTo>
                  <a:lnTo>
                    <a:pt x="1814" y="141865"/>
                  </a:lnTo>
                  <a:lnTo>
                    <a:pt x="1115" y="147125"/>
                  </a:lnTo>
                  <a:lnTo>
                    <a:pt x="584" y="152404"/>
                  </a:lnTo>
                  <a:lnTo>
                    <a:pt x="221" y="157697"/>
                  </a:lnTo>
                  <a:lnTo>
                    <a:pt x="26" y="162999"/>
                  </a:lnTo>
                  <a:lnTo>
                    <a:pt x="0" y="168304"/>
                  </a:lnTo>
                  <a:lnTo>
                    <a:pt x="141" y="173608"/>
                  </a:lnTo>
                  <a:lnTo>
                    <a:pt x="451" y="178904"/>
                  </a:lnTo>
                  <a:lnTo>
                    <a:pt x="929" y="184188"/>
                  </a:lnTo>
                  <a:lnTo>
                    <a:pt x="1574" y="189455"/>
                  </a:lnTo>
                  <a:lnTo>
                    <a:pt x="2386" y="194698"/>
                  </a:lnTo>
                  <a:lnTo>
                    <a:pt x="3364" y="199912"/>
                  </a:lnTo>
                  <a:lnTo>
                    <a:pt x="4508" y="205093"/>
                  </a:lnTo>
                  <a:lnTo>
                    <a:pt x="5814" y="210235"/>
                  </a:lnTo>
                  <a:lnTo>
                    <a:pt x="7284" y="215334"/>
                  </a:lnTo>
                  <a:lnTo>
                    <a:pt x="8914" y="220382"/>
                  </a:lnTo>
                  <a:lnTo>
                    <a:pt x="10704" y="225377"/>
                  </a:lnTo>
                  <a:lnTo>
                    <a:pt x="12652" y="230312"/>
                  </a:lnTo>
                  <a:lnTo>
                    <a:pt x="14755" y="235183"/>
                  </a:lnTo>
                  <a:lnTo>
                    <a:pt x="17011" y="239985"/>
                  </a:lnTo>
                  <a:lnTo>
                    <a:pt x="19419" y="244713"/>
                  </a:lnTo>
                  <a:lnTo>
                    <a:pt x="21976" y="249362"/>
                  </a:lnTo>
                  <a:lnTo>
                    <a:pt x="24679" y="253927"/>
                  </a:lnTo>
                  <a:lnTo>
                    <a:pt x="27525" y="258404"/>
                  </a:lnTo>
                  <a:lnTo>
                    <a:pt x="30512" y="262789"/>
                  </a:lnTo>
                  <a:lnTo>
                    <a:pt x="33637" y="267077"/>
                  </a:lnTo>
                  <a:lnTo>
                    <a:pt x="36896" y="271264"/>
                  </a:lnTo>
                  <a:lnTo>
                    <a:pt x="40287" y="275345"/>
                  </a:lnTo>
                  <a:lnTo>
                    <a:pt x="43805" y="279316"/>
                  </a:lnTo>
                  <a:lnTo>
                    <a:pt x="47447" y="283173"/>
                  </a:lnTo>
                  <a:lnTo>
                    <a:pt x="51210" y="286914"/>
                  </a:lnTo>
                  <a:lnTo>
                    <a:pt x="55090" y="290532"/>
                  </a:lnTo>
                  <a:lnTo>
                    <a:pt x="59083" y="294026"/>
                  </a:lnTo>
                  <a:lnTo>
                    <a:pt x="63185" y="297392"/>
                  </a:lnTo>
                  <a:lnTo>
                    <a:pt x="67391" y="300625"/>
                  </a:lnTo>
                  <a:lnTo>
                    <a:pt x="71698" y="303724"/>
                  </a:lnTo>
                  <a:lnTo>
                    <a:pt x="76101" y="306684"/>
                  </a:lnTo>
                  <a:lnTo>
                    <a:pt x="80596" y="309503"/>
                  </a:lnTo>
                  <a:lnTo>
                    <a:pt x="85178" y="312178"/>
                  </a:lnTo>
                  <a:lnTo>
                    <a:pt x="89842" y="314706"/>
                  </a:lnTo>
                  <a:lnTo>
                    <a:pt x="94584" y="317085"/>
                  </a:lnTo>
                  <a:lnTo>
                    <a:pt x="99400" y="319312"/>
                  </a:lnTo>
                  <a:lnTo>
                    <a:pt x="104284" y="321385"/>
                  </a:lnTo>
                  <a:lnTo>
                    <a:pt x="109231" y="323302"/>
                  </a:lnTo>
                  <a:lnTo>
                    <a:pt x="114236" y="325062"/>
                  </a:lnTo>
                  <a:lnTo>
                    <a:pt x="119295" y="326661"/>
                  </a:lnTo>
                  <a:lnTo>
                    <a:pt x="124402" y="328100"/>
                  </a:lnTo>
                  <a:lnTo>
                    <a:pt x="129552" y="329375"/>
                  </a:lnTo>
                  <a:lnTo>
                    <a:pt x="134740" y="330486"/>
                  </a:lnTo>
                  <a:lnTo>
                    <a:pt x="139960" y="331432"/>
                  </a:lnTo>
                  <a:lnTo>
                    <a:pt x="145208" y="332212"/>
                  </a:lnTo>
                  <a:lnTo>
                    <a:pt x="150478" y="332825"/>
                  </a:lnTo>
                  <a:lnTo>
                    <a:pt x="155765" y="333271"/>
                  </a:lnTo>
                  <a:lnTo>
                    <a:pt x="161063" y="333548"/>
                  </a:lnTo>
                  <a:lnTo>
                    <a:pt x="166368" y="333658"/>
                  </a:lnTo>
                  <a:lnTo>
                    <a:pt x="171673" y="333599"/>
                  </a:lnTo>
                  <a:lnTo>
                    <a:pt x="176974" y="333371"/>
                  </a:lnTo>
                  <a:lnTo>
                    <a:pt x="182265" y="332976"/>
                  </a:lnTo>
                  <a:lnTo>
                    <a:pt x="187540" y="332412"/>
                  </a:lnTo>
                  <a:lnTo>
                    <a:pt x="192795" y="331682"/>
                  </a:lnTo>
                  <a:lnTo>
                    <a:pt x="198025" y="330785"/>
                  </a:lnTo>
                  <a:lnTo>
                    <a:pt x="203223" y="329723"/>
                  </a:lnTo>
                  <a:lnTo>
                    <a:pt x="208384" y="328496"/>
                  </a:lnTo>
                  <a:lnTo>
                    <a:pt x="213505" y="327106"/>
                  </a:lnTo>
                  <a:lnTo>
                    <a:pt x="218578" y="325554"/>
                  </a:lnTo>
                  <a:lnTo>
                    <a:pt x="223600" y="323843"/>
                  </a:lnTo>
                  <a:lnTo>
                    <a:pt x="228565" y="321972"/>
                  </a:lnTo>
                  <a:lnTo>
                    <a:pt x="233468" y="319945"/>
                  </a:lnTo>
                  <a:lnTo>
                    <a:pt x="238305" y="317763"/>
                  </a:lnTo>
                  <a:lnTo>
                    <a:pt x="243069" y="315429"/>
                  </a:lnTo>
                  <a:lnTo>
                    <a:pt x="247757" y="312945"/>
                  </a:lnTo>
                  <a:lnTo>
                    <a:pt x="252364" y="310314"/>
                  </a:lnTo>
                  <a:lnTo>
                    <a:pt x="256885" y="307537"/>
                  </a:lnTo>
                  <a:lnTo>
                    <a:pt x="261316" y="304619"/>
                  </a:lnTo>
                  <a:lnTo>
                    <a:pt x="265652" y="301561"/>
                  </a:lnTo>
                  <a:lnTo>
                    <a:pt x="269889" y="298368"/>
                  </a:lnTo>
                  <a:lnTo>
                    <a:pt x="274022" y="295041"/>
                  </a:lnTo>
                  <a:lnTo>
                    <a:pt x="278048" y="291585"/>
                  </a:lnTo>
                  <a:lnTo>
                    <a:pt x="281961" y="288003"/>
                  </a:lnTo>
                  <a:lnTo>
                    <a:pt x="285760" y="284299"/>
                  </a:lnTo>
                  <a:lnTo>
                    <a:pt x="289438" y="280476"/>
                  </a:lnTo>
                  <a:lnTo>
                    <a:pt x="292994" y="276538"/>
                  </a:lnTo>
                  <a:lnTo>
                    <a:pt x="296423" y="272489"/>
                  </a:lnTo>
                  <a:lnTo>
                    <a:pt x="299721" y="268333"/>
                  </a:lnTo>
                  <a:lnTo>
                    <a:pt x="302887" y="264075"/>
                  </a:lnTo>
                  <a:lnTo>
                    <a:pt x="305915" y="259719"/>
                  </a:lnTo>
                  <a:lnTo>
                    <a:pt x="308803" y="255269"/>
                  </a:lnTo>
                  <a:lnTo>
                    <a:pt x="311549" y="250729"/>
                  </a:lnTo>
                  <a:lnTo>
                    <a:pt x="314150" y="246104"/>
                  </a:lnTo>
                  <a:lnTo>
                    <a:pt x="316602" y="241399"/>
                  </a:lnTo>
                  <a:lnTo>
                    <a:pt x="318904" y="236619"/>
                  </a:lnTo>
                  <a:lnTo>
                    <a:pt x="321053" y="231768"/>
                  </a:lnTo>
                  <a:lnTo>
                    <a:pt x="323047" y="226852"/>
                  </a:lnTo>
                  <a:lnTo>
                    <a:pt x="324884" y="221874"/>
                  </a:lnTo>
                  <a:lnTo>
                    <a:pt x="326562" y="216841"/>
                  </a:lnTo>
                  <a:lnTo>
                    <a:pt x="328080" y="211757"/>
                  </a:lnTo>
                  <a:lnTo>
                    <a:pt x="329435" y="206628"/>
                  </a:lnTo>
                  <a:lnTo>
                    <a:pt x="330627" y="201458"/>
                  </a:lnTo>
                  <a:lnTo>
                    <a:pt x="331654" y="196252"/>
                  </a:lnTo>
                  <a:lnTo>
                    <a:pt x="332516" y="191017"/>
                  </a:lnTo>
                  <a:lnTo>
                    <a:pt x="333211" y="185757"/>
                  </a:lnTo>
                  <a:lnTo>
                    <a:pt x="333738" y="180478"/>
                  </a:lnTo>
                  <a:lnTo>
                    <a:pt x="334098" y="175185"/>
                  </a:lnTo>
                  <a:lnTo>
                    <a:pt x="334290" y="169883"/>
                  </a:lnTo>
                  <a:lnTo>
                    <a:pt x="334314" y="164577"/>
                  </a:lnTo>
                  <a:lnTo>
                    <a:pt x="334169" y="159274"/>
                  </a:lnTo>
                  <a:lnTo>
                    <a:pt x="333855" y="153977"/>
                  </a:lnTo>
                  <a:lnTo>
                    <a:pt x="333374" y="148693"/>
                  </a:lnTo>
                  <a:lnTo>
                    <a:pt x="332726" y="143428"/>
                  </a:lnTo>
                  <a:lnTo>
                    <a:pt x="331910" y="138185"/>
                  </a:lnTo>
                  <a:lnTo>
                    <a:pt x="330929" y="132971"/>
                  </a:lnTo>
                  <a:lnTo>
                    <a:pt x="329783" y="127791"/>
                  </a:lnTo>
                  <a:lnTo>
                    <a:pt x="328473" y="122649"/>
                  </a:lnTo>
                  <a:lnTo>
                    <a:pt x="327000" y="117552"/>
                  </a:lnTo>
                  <a:lnTo>
                    <a:pt x="325367" y="112504"/>
                  </a:lnTo>
                  <a:lnTo>
                    <a:pt x="323574" y="107511"/>
                  </a:lnTo>
                  <a:lnTo>
                    <a:pt x="321623" y="102577"/>
                  </a:lnTo>
                  <a:lnTo>
                    <a:pt x="319517" y="97707"/>
                  </a:lnTo>
                  <a:lnTo>
                    <a:pt x="317258" y="92907"/>
                  </a:lnTo>
                  <a:lnTo>
                    <a:pt x="314847" y="88181"/>
                  </a:lnTo>
                  <a:lnTo>
                    <a:pt x="312287" y="83533"/>
                  </a:lnTo>
                  <a:lnTo>
                    <a:pt x="309582" y="78970"/>
                  </a:lnTo>
                  <a:lnTo>
                    <a:pt x="306732" y="74494"/>
                  </a:lnTo>
                  <a:lnTo>
                    <a:pt x="303743" y="70111"/>
                  </a:lnTo>
                  <a:lnTo>
                    <a:pt x="300615" y="65825"/>
                  </a:lnTo>
                  <a:lnTo>
                    <a:pt x="297353" y="61641"/>
                  </a:lnTo>
                  <a:lnTo>
                    <a:pt x="293961" y="57562"/>
                  </a:lnTo>
                  <a:lnTo>
                    <a:pt x="290440" y="53593"/>
                  </a:lnTo>
                  <a:lnTo>
                    <a:pt x="286795" y="49737"/>
                  </a:lnTo>
                  <a:lnTo>
                    <a:pt x="283030" y="45999"/>
                  </a:lnTo>
                  <a:lnTo>
                    <a:pt x="279148" y="42383"/>
                  </a:lnTo>
                  <a:lnTo>
                    <a:pt x="275153" y="38892"/>
                  </a:lnTo>
                  <a:lnTo>
                    <a:pt x="271049" y="35529"/>
                  </a:lnTo>
                  <a:lnTo>
                    <a:pt x="266841" y="32298"/>
                  </a:lnTo>
                  <a:lnTo>
                    <a:pt x="262532" y="29202"/>
                  </a:lnTo>
                  <a:lnTo>
                    <a:pt x="258127" y="26244"/>
                  </a:lnTo>
                  <a:lnTo>
                    <a:pt x="253631" y="23428"/>
                  </a:lnTo>
                  <a:lnTo>
                    <a:pt x="249047" y="20756"/>
                  </a:lnTo>
                  <a:lnTo>
                    <a:pt x="244381" y="18231"/>
                  </a:lnTo>
                  <a:lnTo>
                    <a:pt x="239637" y="15855"/>
                  </a:lnTo>
                  <a:lnTo>
                    <a:pt x="234820" y="13631"/>
                  </a:lnTo>
                  <a:lnTo>
                    <a:pt x="229935" y="11560"/>
                  </a:lnTo>
                  <a:lnTo>
                    <a:pt x="224987" y="9646"/>
                  </a:lnTo>
                  <a:lnTo>
                    <a:pt x="219980" y="7890"/>
                  </a:lnTo>
                  <a:lnTo>
                    <a:pt x="214921" y="6294"/>
                  </a:lnTo>
                  <a:lnTo>
                    <a:pt x="209813" y="4859"/>
                  </a:lnTo>
                  <a:lnTo>
                    <a:pt x="204662" y="3586"/>
                  </a:lnTo>
                  <a:lnTo>
                    <a:pt x="199474" y="2478"/>
                  </a:lnTo>
                  <a:lnTo>
                    <a:pt x="194252" y="1535"/>
                  </a:lnTo>
                  <a:lnTo>
                    <a:pt x="167157" y="1664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7095" cy="167167"/>
            </a:xfrm>
            <a:custGeom>
              <a:avLst/>
              <a:pathLst>
                <a:path w="27095" h="167167">
                  <a:moveTo>
                    <a:pt x="27095" y="2210"/>
                  </a:moveTo>
                  <a:lnTo>
                    <a:pt x="20360" y="1244"/>
                  </a:lnTo>
                  <a:lnTo>
                    <a:pt x="13592" y="553"/>
                  </a:lnTo>
                  <a:lnTo>
                    <a:pt x="6801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81" y="1322571"/>
              <a:ext cx="167157" cy="324764"/>
            </a:xfrm>
            <a:custGeom>
              <a:avLst/>
              <a:pathLst>
                <a:path w="167157" h="324764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6" y="761"/>
                  </a:lnTo>
                  <a:lnTo>
                    <a:pt x="145927" y="1353"/>
                  </a:lnTo>
                  <a:lnTo>
                    <a:pt x="140660" y="2113"/>
                  </a:lnTo>
                  <a:lnTo>
                    <a:pt x="135419" y="3040"/>
                  </a:lnTo>
                  <a:lnTo>
                    <a:pt x="130211" y="4133"/>
                  </a:lnTo>
                  <a:lnTo>
                    <a:pt x="125040" y="5392"/>
                  </a:lnTo>
                  <a:lnTo>
                    <a:pt x="119912" y="6815"/>
                  </a:lnTo>
                  <a:lnTo>
                    <a:pt x="114832" y="8400"/>
                  </a:lnTo>
                  <a:lnTo>
                    <a:pt x="109805" y="10146"/>
                  </a:lnTo>
                  <a:lnTo>
                    <a:pt x="104836" y="12051"/>
                  </a:lnTo>
                  <a:lnTo>
                    <a:pt x="99930" y="14113"/>
                  </a:lnTo>
                  <a:lnTo>
                    <a:pt x="95092" y="16331"/>
                  </a:lnTo>
                  <a:lnTo>
                    <a:pt x="90328" y="18701"/>
                  </a:lnTo>
                  <a:lnTo>
                    <a:pt x="85641" y="21222"/>
                  </a:lnTo>
                  <a:lnTo>
                    <a:pt x="81037" y="23890"/>
                  </a:lnTo>
                  <a:lnTo>
                    <a:pt x="76520" y="26704"/>
                  </a:lnTo>
                  <a:lnTo>
                    <a:pt x="72094" y="29660"/>
                  </a:lnTo>
                  <a:lnTo>
                    <a:pt x="67766" y="32756"/>
                  </a:lnTo>
                  <a:lnTo>
                    <a:pt x="63538" y="35988"/>
                  </a:lnTo>
                  <a:lnTo>
                    <a:pt x="59415" y="39353"/>
                  </a:lnTo>
                  <a:lnTo>
                    <a:pt x="55401" y="42847"/>
                  </a:lnTo>
                  <a:lnTo>
                    <a:pt x="51500" y="46467"/>
                  </a:lnTo>
                  <a:lnTo>
                    <a:pt x="47717" y="50210"/>
                  </a:lnTo>
                  <a:lnTo>
                    <a:pt x="44055" y="54071"/>
                  </a:lnTo>
                  <a:lnTo>
                    <a:pt x="40517" y="58047"/>
                  </a:lnTo>
                  <a:lnTo>
                    <a:pt x="37108" y="62133"/>
                  </a:lnTo>
                  <a:lnTo>
                    <a:pt x="33831" y="66326"/>
                  </a:lnTo>
                  <a:lnTo>
                    <a:pt x="30688" y="70621"/>
                  </a:lnTo>
                  <a:lnTo>
                    <a:pt x="27684" y="75013"/>
                  </a:lnTo>
                  <a:lnTo>
                    <a:pt x="24822" y="79500"/>
                  </a:lnTo>
                  <a:lnTo>
                    <a:pt x="22103" y="84075"/>
                  </a:lnTo>
                  <a:lnTo>
                    <a:pt x="19532" y="88734"/>
                  </a:lnTo>
                  <a:lnTo>
                    <a:pt x="17110" y="93473"/>
                  </a:lnTo>
                  <a:lnTo>
                    <a:pt x="14840" y="98286"/>
                  </a:lnTo>
                  <a:lnTo>
                    <a:pt x="12725" y="103169"/>
                  </a:lnTo>
                  <a:lnTo>
                    <a:pt x="10766" y="108118"/>
                  </a:lnTo>
                  <a:lnTo>
                    <a:pt x="8966" y="113125"/>
                  </a:lnTo>
                  <a:lnTo>
                    <a:pt x="7326" y="118188"/>
                  </a:lnTo>
                  <a:lnTo>
                    <a:pt x="5848" y="123301"/>
                  </a:lnTo>
                  <a:lnTo>
                    <a:pt x="4533" y="128457"/>
                  </a:lnTo>
                  <a:lnTo>
                    <a:pt x="3384" y="133653"/>
                  </a:lnTo>
                  <a:lnTo>
                    <a:pt x="2400" y="138883"/>
                  </a:lnTo>
                  <a:lnTo>
                    <a:pt x="1583" y="144142"/>
                  </a:lnTo>
                  <a:lnTo>
                    <a:pt x="934" y="149424"/>
                  </a:lnTo>
                  <a:lnTo>
                    <a:pt x="453" y="154724"/>
                  </a:lnTo>
                  <a:lnTo>
                    <a:pt x="142" y="160037"/>
                  </a:lnTo>
                  <a:lnTo>
                    <a:pt x="0" y="165356"/>
                  </a:lnTo>
                  <a:lnTo>
                    <a:pt x="27" y="170678"/>
                  </a:lnTo>
                  <a:lnTo>
                    <a:pt x="223" y="175996"/>
                  </a:lnTo>
                  <a:lnTo>
                    <a:pt x="589" y="181305"/>
                  </a:lnTo>
                  <a:lnTo>
                    <a:pt x="1123" y="186600"/>
                  </a:lnTo>
                  <a:lnTo>
                    <a:pt x="1826" y="191875"/>
                  </a:lnTo>
                  <a:lnTo>
                    <a:pt x="2696" y="197125"/>
                  </a:lnTo>
                  <a:lnTo>
                    <a:pt x="3733" y="202345"/>
                  </a:lnTo>
                  <a:lnTo>
                    <a:pt x="4936" y="207529"/>
                  </a:lnTo>
                  <a:lnTo>
                    <a:pt x="6303" y="212672"/>
                  </a:lnTo>
                  <a:lnTo>
                    <a:pt x="7832" y="217769"/>
                  </a:lnTo>
                  <a:lnTo>
                    <a:pt x="9524" y="222815"/>
                  </a:lnTo>
                  <a:lnTo>
                    <a:pt x="11375" y="227805"/>
                  </a:lnTo>
                  <a:lnTo>
                    <a:pt x="13384" y="232732"/>
                  </a:lnTo>
                  <a:lnTo>
                    <a:pt x="15549" y="237594"/>
                  </a:lnTo>
                  <a:lnTo>
                    <a:pt x="17868" y="242384"/>
                  </a:lnTo>
                  <a:lnTo>
                    <a:pt x="20338" y="247098"/>
                  </a:lnTo>
                  <a:lnTo>
                    <a:pt x="22956" y="251731"/>
                  </a:lnTo>
                  <a:lnTo>
                    <a:pt x="25721" y="256278"/>
                  </a:lnTo>
                  <a:lnTo>
                    <a:pt x="28629" y="260735"/>
                  </a:lnTo>
                  <a:lnTo>
                    <a:pt x="31678" y="265097"/>
                  </a:lnTo>
                  <a:lnTo>
                    <a:pt x="34863" y="269360"/>
                  </a:lnTo>
                  <a:lnTo>
                    <a:pt x="38183" y="273519"/>
                  </a:lnTo>
                  <a:lnTo>
                    <a:pt x="41634" y="277570"/>
                  </a:lnTo>
                  <a:lnTo>
                    <a:pt x="45212" y="281510"/>
                  </a:lnTo>
                  <a:lnTo>
                    <a:pt x="48913" y="285333"/>
                  </a:lnTo>
                  <a:lnTo>
                    <a:pt x="52734" y="289037"/>
                  </a:lnTo>
                  <a:lnTo>
                    <a:pt x="56672" y="292618"/>
                  </a:lnTo>
                  <a:lnTo>
                    <a:pt x="60721" y="296071"/>
                  </a:lnTo>
                  <a:lnTo>
                    <a:pt x="64878" y="299394"/>
                  </a:lnTo>
                  <a:lnTo>
                    <a:pt x="69139" y="302582"/>
                  </a:lnTo>
                  <a:lnTo>
                    <a:pt x="73499" y="305634"/>
                  </a:lnTo>
                  <a:lnTo>
                    <a:pt x="77953" y="308545"/>
                  </a:lnTo>
                  <a:lnTo>
                    <a:pt x="82499" y="311312"/>
                  </a:lnTo>
                  <a:lnTo>
                    <a:pt x="87130" y="313934"/>
                  </a:lnTo>
                  <a:lnTo>
                    <a:pt x="91842" y="316407"/>
                  </a:lnTo>
                  <a:lnTo>
                    <a:pt x="96631" y="318729"/>
                  </a:lnTo>
                  <a:lnTo>
                    <a:pt x="101491" y="320897"/>
                  </a:lnTo>
                  <a:lnTo>
                    <a:pt x="106417" y="322909"/>
                  </a:lnTo>
                  <a:lnTo>
                    <a:pt x="111406" y="32476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5287" y="1489739"/>
              <a:ext cx="55751" cy="157596"/>
            </a:xfrm>
            <a:custGeom>
              <a:avLst/>
              <a:pathLst>
                <a:path w="55751" h="157596">
                  <a:moveTo>
                    <a:pt x="0" y="157596"/>
                  </a:moveTo>
                  <a:lnTo>
                    <a:pt x="557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65287" y="1326547"/>
              <a:ext cx="222912" cy="330347"/>
            </a:xfrm>
            <a:custGeom>
              <a:avLst/>
              <a:pathLst>
                <a:path w="222912" h="330347">
                  <a:moveTo>
                    <a:pt x="0" y="320788"/>
                  </a:moveTo>
                  <a:lnTo>
                    <a:pt x="5069" y="322491"/>
                  </a:lnTo>
                  <a:lnTo>
                    <a:pt x="10190" y="324030"/>
                  </a:lnTo>
                  <a:lnTo>
                    <a:pt x="15358" y="325405"/>
                  </a:lnTo>
                  <a:lnTo>
                    <a:pt x="20567" y="326614"/>
                  </a:lnTo>
                  <a:lnTo>
                    <a:pt x="25812" y="327656"/>
                  </a:lnTo>
                  <a:lnTo>
                    <a:pt x="31088" y="328530"/>
                  </a:lnTo>
                  <a:lnTo>
                    <a:pt x="36389" y="329234"/>
                  </a:lnTo>
                  <a:lnTo>
                    <a:pt x="41710" y="329768"/>
                  </a:lnTo>
                  <a:lnTo>
                    <a:pt x="47045" y="330132"/>
                  </a:lnTo>
                  <a:lnTo>
                    <a:pt x="52389" y="330325"/>
                  </a:lnTo>
                  <a:lnTo>
                    <a:pt x="57737" y="330347"/>
                  </a:lnTo>
                  <a:lnTo>
                    <a:pt x="63083" y="330198"/>
                  </a:lnTo>
                  <a:lnTo>
                    <a:pt x="68421" y="329878"/>
                  </a:lnTo>
                  <a:lnTo>
                    <a:pt x="73746" y="329388"/>
                  </a:lnTo>
                  <a:lnTo>
                    <a:pt x="79052" y="328727"/>
                  </a:lnTo>
                  <a:lnTo>
                    <a:pt x="84335" y="327897"/>
                  </a:lnTo>
                  <a:lnTo>
                    <a:pt x="89589" y="326898"/>
                  </a:lnTo>
                  <a:lnTo>
                    <a:pt x="94808" y="325732"/>
                  </a:lnTo>
                  <a:lnTo>
                    <a:pt x="99987" y="324400"/>
                  </a:lnTo>
                  <a:lnTo>
                    <a:pt x="105120" y="322902"/>
                  </a:lnTo>
                  <a:lnTo>
                    <a:pt x="110204" y="321242"/>
                  </a:lnTo>
                  <a:lnTo>
                    <a:pt x="115231" y="319419"/>
                  </a:lnTo>
                  <a:lnTo>
                    <a:pt x="120198" y="317437"/>
                  </a:lnTo>
                  <a:lnTo>
                    <a:pt x="125098" y="315296"/>
                  </a:lnTo>
                  <a:lnTo>
                    <a:pt x="129928" y="313000"/>
                  </a:lnTo>
                  <a:lnTo>
                    <a:pt x="134682" y="310551"/>
                  </a:lnTo>
                  <a:lnTo>
                    <a:pt x="139355" y="307951"/>
                  </a:lnTo>
                  <a:lnTo>
                    <a:pt x="143942" y="305203"/>
                  </a:lnTo>
                  <a:lnTo>
                    <a:pt x="148440" y="302309"/>
                  </a:lnTo>
                  <a:lnTo>
                    <a:pt x="152842" y="299273"/>
                  </a:lnTo>
                  <a:lnTo>
                    <a:pt x="157145" y="296098"/>
                  </a:lnTo>
                  <a:lnTo>
                    <a:pt x="161344" y="292787"/>
                  </a:lnTo>
                  <a:lnTo>
                    <a:pt x="165435" y="289343"/>
                  </a:lnTo>
                  <a:lnTo>
                    <a:pt x="169414" y="285771"/>
                  </a:lnTo>
                  <a:lnTo>
                    <a:pt x="173277" y="282072"/>
                  </a:lnTo>
                  <a:lnTo>
                    <a:pt x="177019" y="278252"/>
                  </a:lnTo>
                  <a:lnTo>
                    <a:pt x="180637" y="274315"/>
                  </a:lnTo>
                  <a:lnTo>
                    <a:pt x="184128" y="270263"/>
                  </a:lnTo>
                  <a:lnTo>
                    <a:pt x="187487" y="266102"/>
                  </a:lnTo>
                  <a:lnTo>
                    <a:pt x="190711" y="261836"/>
                  </a:lnTo>
                  <a:lnTo>
                    <a:pt x="193797" y="257469"/>
                  </a:lnTo>
                  <a:lnTo>
                    <a:pt x="196742" y="253005"/>
                  </a:lnTo>
                  <a:lnTo>
                    <a:pt x="199543" y="248449"/>
                  </a:lnTo>
                  <a:lnTo>
                    <a:pt x="202196" y="243806"/>
                  </a:lnTo>
                  <a:lnTo>
                    <a:pt x="204700" y="239081"/>
                  </a:lnTo>
                  <a:lnTo>
                    <a:pt x="207051" y="234278"/>
                  </a:lnTo>
                  <a:lnTo>
                    <a:pt x="209247" y="229402"/>
                  </a:lnTo>
                  <a:lnTo>
                    <a:pt x="211287" y="224459"/>
                  </a:lnTo>
                  <a:lnTo>
                    <a:pt x="213167" y="219452"/>
                  </a:lnTo>
                  <a:lnTo>
                    <a:pt x="214886" y="214388"/>
                  </a:lnTo>
                  <a:lnTo>
                    <a:pt x="216442" y="209272"/>
                  </a:lnTo>
                  <a:lnTo>
                    <a:pt x="217833" y="204109"/>
                  </a:lnTo>
                  <a:lnTo>
                    <a:pt x="219059" y="198904"/>
                  </a:lnTo>
                  <a:lnTo>
                    <a:pt x="220118" y="193662"/>
                  </a:lnTo>
                  <a:lnTo>
                    <a:pt x="221009" y="188389"/>
                  </a:lnTo>
                  <a:lnTo>
                    <a:pt x="221730" y="183090"/>
                  </a:lnTo>
                  <a:lnTo>
                    <a:pt x="222281" y="177771"/>
                  </a:lnTo>
                  <a:lnTo>
                    <a:pt x="222663" y="172437"/>
                  </a:lnTo>
                  <a:lnTo>
                    <a:pt x="222873" y="167093"/>
                  </a:lnTo>
                  <a:lnTo>
                    <a:pt x="222912" y="161746"/>
                  </a:lnTo>
                  <a:lnTo>
                    <a:pt x="222780" y="156400"/>
                  </a:lnTo>
                  <a:lnTo>
                    <a:pt x="222478" y="151061"/>
                  </a:lnTo>
                  <a:lnTo>
                    <a:pt x="222004" y="145734"/>
                  </a:lnTo>
                  <a:lnTo>
                    <a:pt x="221361" y="140425"/>
                  </a:lnTo>
                  <a:lnTo>
                    <a:pt x="220548" y="135140"/>
                  </a:lnTo>
                  <a:lnTo>
                    <a:pt x="219567" y="129883"/>
                  </a:lnTo>
                  <a:lnTo>
                    <a:pt x="218417" y="124661"/>
                  </a:lnTo>
                  <a:lnTo>
                    <a:pt x="217102" y="119477"/>
                  </a:lnTo>
                  <a:lnTo>
                    <a:pt x="215621" y="114339"/>
                  </a:lnTo>
                  <a:lnTo>
                    <a:pt x="213976" y="109250"/>
                  </a:lnTo>
                  <a:lnTo>
                    <a:pt x="212170" y="104217"/>
                  </a:lnTo>
                  <a:lnTo>
                    <a:pt x="210204" y="99244"/>
                  </a:lnTo>
                  <a:lnTo>
                    <a:pt x="208079" y="94336"/>
                  </a:lnTo>
                  <a:lnTo>
                    <a:pt x="205799" y="89499"/>
                  </a:lnTo>
                  <a:lnTo>
                    <a:pt x="203365" y="84738"/>
                  </a:lnTo>
                  <a:lnTo>
                    <a:pt x="200780" y="80056"/>
                  </a:lnTo>
                  <a:lnTo>
                    <a:pt x="198047" y="75460"/>
                  </a:lnTo>
                  <a:lnTo>
                    <a:pt x="195168" y="70953"/>
                  </a:lnTo>
                  <a:lnTo>
                    <a:pt x="192146" y="66541"/>
                  </a:lnTo>
                  <a:lnTo>
                    <a:pt x="188985" y="62228"/>
                  </a:lnTo>
                  <a:lnTo>
                    <a:pt x="185688" y="58018"/>
                  </a:lnTo>
                  <a:lnTo>
                    <a:pt x="182257" y="53916"/>
                  </a:lnTo>
                  <a:lnTo>
                    <a:pt x="178697" y="49925"/>
                  </a:lnTo>
                  <a:lnTo>
                    <a:pt x="175011" y="46051"/>
                  </a:lnTo>
                  <a:lnTo>
                    <a:pt x="171203" y="42296"/>
                  </a:lnTo>
                  <a:lnTo>
                    <a:pt x="167277" y="38665"/>
                  </a:lnTo>
                  <a:lnTo>
                    <a:pt x="163237" y="35162"/>
                  </a:lnTo>
                  <a:lnTo>
                    <a:pt x="159087" y="31789"/>
                  </a:lnTo>
                  <a:lnTo>
                    <a:pt x="154831" y="28551"/>
                  </a:lnTo>
                  <a:lnTo>
                    <a:pt x="150474" y="25451"/>
                  </a:lnTo>
                  <a:lnTo>
                    <a:pt x="146020" y="22491"/>
                  </a:lnTo>
                  <a:lnTo>
                    <a:pt x="141473" y="19676"/>
                  </a:lnTo>
                  <a:lnTo>
                    <a:pt x="136839" y="17008"/>
                  </a:lnTo>
                  <a:lnTo>
                    <a:pt x="132122" y="14489"/>
                  </a:lnTo>
                  <a:lnTo>
                    <a:pt x="127326" y="12122"/>
                  </a:lnTo>
                  <a:lnTo>
                    <a:pt x="122458" y="9910"/>
                  </a:lnTo>
                  <a:lnTo>
                    <a:pt x="117521" y="7855"/>
                  </a:lnTo>
                  <a:lnTo>
                    <a:pt x="112521" y="5959"/>
                  </a:lnTo>
                  <a:lnTo>
                    <a:pt x="107462" y="4223"/>
                  </a:lnTo>
                  <a:lnTo>
                    <a:pt x="102351" y="2651"/>
                  </a:lnTo>
                  <a:lnTo>
                    <a:pt x="97192" y="1242"/>
                  </a:lnTo>
                  <a:lnTo>
                    <a:pt x="91991" y="0"/>
                  </a:lnTo>
                  <a:lnTo>
                    <a:pt x="55751" y="1631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36240" cy="167167"/>
            </a:xfrm>
            <a:custGeom>
              <a:avLst/>
              <a:pathLst>
                <a:path w="36240" h="167167">
                  <a:moveTo>
                    <a:pt x="36240" y="3975"/>
                  </a:moveTo>
                  <a:lnTo>
                    <a:pt x="29075" y="2547"/>
                  </a:lnTo>
                  <a:lnTo>
                    <a:pt x="21855" y="1434"/>
                  </a:lnTo>
                  <a:lnTo>
                    <a:pt x="14593" y="638"/>
                  </a:lnTo>
                  <a:lnTo>
                    <a:pt x="7303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6" y="1071028"/>
              <a:ext cx="167161" cy="281040"/>
            </a:xfrm>
            <a:custGeom>
              <a:avLst/>
              <a:pathLst>
                <a:path w="167161" h="281040">
                  <a:moveTo>
                    <a:pt x="167161" y="0"/>
                  </a:moveTo>
                  <a:lnTo>
                    <a:pt x="161775" y="86"/>
                  </a:lnTo>
                  <a:lnTo>
                    <a:pt x="156395" y="347"/>
                  </a:lnTo>
                  <a:lnTo>
                    <a:pt x="151026" y="780"/>
                  </a:lnTo>
                  <a:lnTo>
                    <a:pt x="145673" y="1386"/>
                  </a:lnTo>
                  <a:lnTo>
                    <a:pt x="140343" y="2165"/>
                  </a:lnTo>
                  <a:lnTo>
                    <a:pt x="135041" y="3114"/>
                  </a:lnTo>
                  <a:lnTo>
                    <a:pt x="129772" y="4235"/>
                  </a:lnTo>
                  <a:lnTo>
                    <a:pt x="124542" y="5524"/>
                  </a:lnTo>
                  <a:lnTo>
                    <a:pt x="119356" y="6981"/>
                  </a:lnTo>
                  <a:lnTo>
                    <a:pt x="114219" y="8604"/>
                  </a:lnTo>
                  <a:lnTo>
                    <a:pt x="109138" y="10392"/>
                  </a:lnTo>
                  <a:lnTo>
                    <a:pt x="104117" y="12343"/>
                  </a:lnTo>
                  <a:lnTo>
                    <a:pt x="99161" y="14455"/>
                  </a:lnTo>
                  <a:lnTo>
                    <a:pt x="94277" y="16725"/>
                  </a:lnTo>
                  <a:lnTo>
                    <a:pt x="89467" y="19151"/>
                  </a:lnTo>
                  <a:lnTo>
                    <a:pt x="84739" y="21732"/>
                  </a:lnTo>
                  <a:lnTo>
                    <a:pt x="80096" y="24463"/>
                  </a:lnTo>
                  <a:lnTo>
                    <a:pt x="75543" y="27342"/>
                  </a:lnTo>
                  <a:lnTo>
                    <a:pt x="71085" y="30366"/>
                  </a:lnTo>
                  <a:lnTo>
                    <a:pt x="66728" y="33533"/>
                  </a:lnTo>
                  <a:lnTo>
                    <a:pt x="62474" y="36838"/>
                  </a:lnTo>
                  <a:lnTo>
                    <a:pt x="58330" y="40279"/>
                  </a:lnTo>
                  <a:lnTo>
                    <a:pt x="54298" y="43851"/>
                  </a:lnTo>
                  <a:lnTo>
                    <a:pt x="50383" y="47552"/>
                  </a:lnTo>
                  <a:lnTo>
                    <a:pt x="46590" y="51376"/>
                  </a:lnTo>
                  <a:lnTo>
                    <a:pt x="42922" y="55321"/>
                  </a:lnTo>
                  <a:lnTo>
                    <a:pt x="39383" y="59382"/>
                  </a:lnTo>
                  <a:lnTo>
                    <a:pt x="35976" y="63555"/>
                  </a:lnTo>
                  <a:lnTo>
                    <a:pt x="32706" y="67835"/>
                  </a:lnTo>
                  <a:lnTo>
                    <a:pt x="29576" y="72219"/>
                  </a:lnTo>
                  <a:lnTo>
                    <a:pt x="26588" y="76701"/>
                  </a:lnTo>
                  <a:lnTo>
                    <a:pt x="23746" y="81277"/>
                  </a:lnTo>
                  <a:lnTo>
                    <a:pt x="21053" y="85943"/>
                  </a:lnTo>
                  <a:lnTo>
                    <a:pt x="18512" y="90692"/>
                  </a:lnTo>
                  <a:lnTo>
                    <a:pt x="16125" y="95521"/>
                  </a:lnTo>
                  <a:lnTo>
                    <a:pt x="13895" y="100425"/>
                  </a:lnTo>
                  <a:lnTo>
                    <a:pt x="11825" y="105398"/>
                  </a:lnTo>
                  <a:lnTo>
                    <a:pt x="9915" y="110434"/>
                  </a:lnTo>
                  <a:lnTo>
                    <a:pt x="8169" y="115530"/>
                  </a:lnTo>
                  <a:lnTo>
                    <a:pt x="6588" y="120680"/>
                  </a:lnTo>
                  <a:lnTo>
                    <a:pt x="5173" y="125877"/>
                  </a:lnTo>
                  <a:lnTo>
                    <a:pt x="3927" y="131118"/>
                  </a:lnTo>
                  <a:lnTo>
                    <a:pt x="2850" y="136396"/>
                  </a:lnTo>
                  <a:lnTo>
                    <a:pt x="1944" y="141706"/>
                  </a:lnTo>
                  <a:lnTo>
                    <a:pt x="1210" y="147042"/>
                  </a:lnTo>
                  <a:lnTo>
                    <a:pt x="647" y="152400"/>
                  </a:lnTo>
                  <a:lnTo>
                    <a:pt x="258" y="157772"/>
                  </a:lnTo>
                  <a:lnTo>
                    <a:pt x="42" y="163155"/>
                  </a:lnTo>
                  <a:lnTo>
                    <a:pt x="0" y="168541"/>
                  </a:lnTo>
                  <a:lnTo>
                    <a:pt x="131" y="173926"/>
                  </a:lnTo>
                  <a:lnTo>
                    <a:pt x="435" y="179304"/>
                  </a:lnTo>
                  <a:lnTo>
                    <a:pt x="913" y="184670"/>
                  </a:lnTo>
                  <a:lnTo>
                    <a:pt x="1563" y="190017"/>
                  </a:lnTo>
                  <a:lnTo>
                    <a:pt x="2385" y="195341"/>
                  </a:lnTo>
                  <a:lnTo>
                    <a:pt x="3378" y="200635"/>
                  </a:lnTo>
                  <a:lnTo>
                    <a:pt x="4542" y="205895"/>
                  </a:lnTo>
                  <a:lnTo>
                    <a:pt x="5874" y="211114"/>
                  </a:lnTo>
                  <a:lnTo>
                    <a:pt x="7374" y="216288"/>
                  </a:lnTo>
                  <a:lnTo>
                    <a:pt x="9039" y="221410"/>
                  </a:lnTo>
                  <a:lnTo>
                    <a:pt x="10869" y="226477"/>
                  </a:lnTo>
                  <a:lnTo>
                    <a:pt x="12861" y="231482"/>
                  </a:lnTo>
                  <a:lnTo>
                    <a:pt x="15013" y="236420"/>
                  </a:lnTo>
                  <a:lnTo>
                    <a:pt x="17324" y="241286"/>
                  </a:lnTo>
                  <a:lnTo>
                    <a:pt x="19789" y="246075"/>
                  </a:lnTo>
                  <a:lnTo>
                    <a:pt x="22408" y="250782"/>
                  </a:lnTo>
                  <a:lnTo>
                    <a:pt x="25178" y="255403"/>
                  </a:lnTo>
                  <a:lnTo>
                    <a:pt x="28094" y="259932"/>
                  </a:lnTo>
                  <a:lnTo>
                    <a:pt x="31155" y="264364"/>
                  </a:lnTo>
                  <a:lnTo>
                    <a:pt x="34357" y="268696"/>
                  </a:lnTo>
                  <a:lnTo>
                    <a:pt x="37697" y="272922"/>
                  </a:lnTo>
                  <a:lnTo>
                    <a:pt x="41172" y="277038"/>
                  </a:lnTo>
                  <a:lnTo>
                    <a:pt x="44777" y="28104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2874" y="1238196"/>
              <a:ext cx="122383" cy="113873"/>
            </a:xfrm>
            <a:custGeom>
              <a:avLst/>
              <a:pathLst>
                <a:path w="122383" h="113873">
                  <a:moveTo>
                    <a:pt x="0" y="113873"/>
                  </a:moveTo>
                  <a:lnTo>
                    <a:pt x="12238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2874" y="1140159"/>
              <a:ext cx="289544" cy="265202"/>
            </a:xfrm>
            <a:custGeom>
              <a:avLst/>
              <a:pathLst>
                <a:path w="289544" h="265202">
                  <a:moveTo>
                    <a:pt x="0" y="211910"/>
                  </a:moveTo>
                  <a:lnTo>
                    <a:pt x="3679" y="215741"/>
                  </a:lnTo>
                  <a:lnTo>
                    <a:pt x="7479" y="219453"/>
                  </a:lnTo>
                  <a:lnTo>
                    <a:pt x="11395" y="223043"/>
                  </a:lnTo>
                  <a:lnTo>
                    <a:pt x="15422" y="226506"/>
                  </a:lnTo>
                  <a:lnTo>
                    <a:pt x="19558" y="229839"/>
                  </a:lnTo>
                  <a:lnTo>
                    <a:pt x="23798" y="233040"/>
                  </a:lnTo>
                  <a:lnTo>
                    <a:pt x="28137" y="236104"/>
                  </a:lnTo>
                  <a:lnTo>
                    <a:pt x="32571" y="239029"/>
                  </a:lnTo>
                  <a:lnTo>
                    <a:pt x="37096" y="241811"/>
                  </a:lnTo>
                  <a:lnTo>
                    <a:pt x="41707" y="244448"/>
                  </a:lnTo>
                  <a:lnTo>
                    <a:pt x="46400" y="246938"/>
                  </a:lnTo>
                  <a:lnTo>
                    <a:pt x="51169" y="249277"/>
                  </a:lnTo>
                  <a:lnTo>
                    <a:pt x="56010" y="251463"/>
                  </a:lnTo>
                  <a:lnTo>
                    <a:pt x="60919" y="253494"/>
                  </a:lnTo>
                  <a:lnTo>
                    <a:pt x="65889" y="255369"/>
                  </a:lnTo>
                  <a:lnTo>
                    <a:pt x="70916" y="257084"/>
                  </a:lnTo>
                  <a:lnTo>
                    <a:pt x="75996" y="258639"/>
                  </a:lnTo>
                  <a:lnTo>
                    <a:pt x="81122" y="260032"/>
                  </a:lnTo>
                  <a:lnTo>
                    <a:pt x="86290" y="261261"/>
                  </a:lnTo>
                  <a:lnTo>
                    <a:pt x="91494" y="262325"/>
                  </a:lnTo>
                  <a:lnTo>
                    <a:pt x="96729" y="263224"/>
                  </a:lnTo>
                  <a:lnTo>
                    <a:pt x="101991" y="263956"/>
                  </a:lnTo>
                  <a:lnTo>
                    <a:pt x="107273" y="264520"/>
                  </a:lnTo>
                  <a:lnTo>
                    <a:pt x="112570" y="264916"/>
                  </a:lnTo>
                  <a:lnTo>
                    <a:pt x="117877" y="265143"/>
                  </a:lnTo>
                  <a:lnTo>
                    <a:pt x="123188" y="265202"/>
                  </a:lnTo>
                  <a:lnTo>
                    <a:pt x="128499" y="265092"/>
                  </a:lnTo>
                  <a:lnTo>
                    <a:pt x="133804" y="264814"/>
                  </a:lnTo>
                  <a:lnTo>
                    <a:pt x="139097" y="264367"/>
                  </a:lnTo>
                  <a:lnTo>
                    <a:pt x="144373" y="263752"/>
                  </a:lnTo>
                  <a:lnTo>
                    <a:pt x="149627" y="262969"/>
                  </a:lnTo>
                  <a:lnTo>
                    <a:pt x="154854" y="262020"/>
                  </a:lnTo>
                  <a:lnTo>
                    <a:pt x="160048" y="260906"/>
                  </a:lnTo>
                  <a:lnTo>
                    <a:pt x="165203" y="259627"/>
                  </a:lnTo>
                  <a:lnTo>
                    <a:pt x="170316" y="258185"/>
                  </a:lnTo>
                  <a:lnTo>
                    <a:pt x="175380" y="256581"/>
                  </a:lnTo>
                  <a:lnTo>
                    <a:pt x="180391" y="254817"/>
                  </a:lnTo>
                  <a:lnTo>
                    <a:pt x="185343" y="252895"/>
                  </a:lnTo>
                  <a:lnTo>
                    <a:pt x="190231" y="250817"/>
                  </a:lnTo>
                  <a:lnTo>
                    <a:pt x="195051" y="248584"/>
                  </a:lnTo>
                  <a:lnTo>
                    <a:pt x="199797" y="246199"/>
                  </a:lnTo>
                  <a:lnTo>
                    <a:pt x="204466" y="243664"/>
                  </a:lnTo>
                  <a:lnTo>
                    <a:pt x="209051" y="240983"/>
                  </a:lnTo>
                  <a:lnTo>
                    <a:pt x="213549" y="238157"/>
                  </a:lnTo>
                  <a:lnTo>
                    <a:pt x="217955" y="235190"/>
                  </a:lnTo>
                  <a:lnTo>
                    <a:pt x="222265" y="232084"/>
                  </a:lnTo>
                  <a:lnTo>
                    <a:pt x="226473" y="228843"/>
                  </a:lnTo>
                  <a:lnTo>
                    <a:pt x="230577" y="225470"/>
                  </a:lnTo>
                  <a:lnTo>
                    <a:pt x="234571" y="221968"/>
                  </a:lnTo>
                  <a:lnTo>
                    <a:pt x="238452" y="218341"/>
                  </a:lnTo>
                  <a:lnTo>
                    <a:pt x="242216" y="214592"/>
                  </a:lnTo>
                  <a:lnTo>
                    <a:pt x="245858" y="210726"/>
                  </a:lnTo>
                  <a:lnTo>
                    <a:pt x="249376" y="206746"/>
                  </a:lnTo>
                  <a:lnTo>
                    <a:pt x="252766" y="202656"/>
                  </a:lnTo>
                  <a:lnTo>
                    <a:pt x="256025" y="198461"/>
                  </a:lnTo>
                  <a:lnTo>
                    <a:pt x="259148" y="194164"/>
                  </a:lnTo>
                  <a:lnTo>
                    <a:pt x="262133" y="189770"/>
                  </a:lnTo>
                  <a:lnTo>
                    <a:pt x="264977" y="185284"/>
                  </a:lnTo>
                  <a:lnTo>
                    <a:pt x="267677" y="180709"/>
                  </a:lnTo>
                  <a:lnTo>
                    <a:pt x="270230" y="176051"/>
                  </a:lnTo>
                  <a:lnTo>
                    <a:pt x="272634" y="171314"/>
                  </a:lnTo>
                  <a:lnTo>
                    <a:pt x="274887" y="166503"/>
                  </a:lnTo>
                  <a:lnTo>
                    <a:pt x="276985" y="161623"/>
                  </a:lnTo>
                  <a:lnTo>
                    <a:pt x="278927" y="156679"/>
                  </a:lnTo>
                  <a:lnTo>
                    <a:pt x="280712" y="151676"/>
                  </a:lnTo>
                  <a:lnTo>
                    <a:pt x="282336" y="146618"/>
                  </a:lnTo>
                  <a:lnTo>
                    <a:pt x="283799" y="141512"/>
                  </a:lnTo>
                  <a:lnTo>
                    <a:pt x="285098" y="136361"/>
                  </a:lnTo>
                  <a:lnTo>
                    <a:pt x="286234" y="131172"/>
                  </a:lnTo>
                  <a:lnTo>
                    <a:pt x="287204" y="125949"/>
                  </a:lnTo>
                  <a:lnTo>
                    <a:pt x="288008" y="120699"/>
                  </a:lnTo>
                  <a:lnTo>
                    <a:pt x="288644" y="115425"/>
                  </a:lnTo>
                  <a:lnTo>
                    <a:pt x="289113" y="110134"/>
                  </a:lnTo>
                  <a:lnTo>
                    <a:pt x="289413" y="104830"/>
                  </a:lnTo>
                  <a:lnTo>
                    <a:pt x="289544" y="99520"/>
                  </a:lnTo>
                  <a:lnTo>
                    <a:pt x="289507" y="94208"/>
                  </a:lnTo>
                  <a:lnTo>
                    <a:pt x="289301" y="88900"/>
                  </a:lnTo>
                  <a:lnTo>
                    <a:pt x="288926" y="83601"/>
                  </a:lnTo>
                  <a:lnTo>
                    <a:pt x="288384" y="78317"/>
                  </a:lnTo>
                  <a:lnTo>
                    <a:pt x="287673" y="73053"/>
                  </a:lnTo>
                  <a:lnTo>
                    <a:pt x="286796" y="67814"/>
                  </a:lnTo>
                  <a:lnTo>
                    <a:pt x="285753" y="62605"/>
                  </a:lnTo>
                  <a:lnTo>
                    <a:pt x="284545" y="57432"/>
                  </a:lnTo>
                  <a:lnTo>
                    <a:pt x="283173" y="52301"/>
                  </a:lnTo>
                  <a:lnTo>
                    <a:pt x="281638" y="47215"/>
                  </a:lnTo>
                  <a:lnTo>
                    <a:pt x="279943" y="42181"/>
                  </a:lnTo>
                  <a:lnTo>
                    <a:pt x="278089" y="37203"/>
                  </a:lnTo>
                  <a:lnTo>
                    <a:pt x="276077" y="32287"/>
                  </a:lnTo>
                  <a:lnTo>
                    <a:pt x="273911" y="27437"/>
                  </a:lnTo>
                  <a:lnTo>
                    <a:pt x="271591" y="22658"/>
                  </a:lnTo>
                  <a:lnTo>
                    <a:pt x="269121" y="17955"/>
                  </a:lnTo>
                  <a:lnTo>
                    <a:pt x="266502" y="13333"/>
                  </a:lnTo>
                  <a:lnTo>
                    <a:pt x="263738" y="8797"/>
                  </a:lnTo>
                  <a:lnTo>
                    <a:pt x="260832" y="4351"/>
                  </a:lnTo>
                  <a:lnTo>
                    <a:pt x="257785" y="0"/>
                  </a:lnTo>
                  <a:lnTo>
                    <a:pt x="122383" y="980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5401" cy="167167"/>
            </a:xfrm>
            <a:custGeom>
              <a:avLst/>
              <a:pathLst>
                <a:path w="135401" h="167167">
                  <a:moveTo>
                    <a:pt x="135401" y="69130"/>
                  </a:moveTo>
                  <a:lnTo>
                    <a:pt x="132138" y="64774"/>
                  </a:lnTo>
                  <a:lnTo>
                    <a:pt x="128736" y="60527"/>
                  </a:lnTo>
                  <a:lnTo>
                    <a:pt x="125196" y="56394"/>
                  </a:lnTo>
                  <a:lnTo>
                    <a:pt x="121524" y="52377"/>
                  </a:lnTo>
                  <a:lnTo>
                    <a:pt x="117723" y="48482"/>
                  </a:lnTo>
                  <a:lnTo>
                    <a:pt x="113798" y="44713"/>
                  </a:lnTo>
                  <a:lnTo>
                    <a:pt x="109752" y="41074"/>
                  </a:lnTo>
                  <a:lnTo>
                    <a:pt x="105589" y="37569"/>
                  </a:lnTo>
                  <a:lnTo>
                    <a:pt x="101315" y="34200"/>
                  </a:lnTo>
                  <a:lnTo>
                    <a:pt x="96933" y="30973"/>
                  </a:lnTo>
                  <a:lnTo>
                    <a:pt x="92449" y="27890"/>
                  </a:lnTo>
                  <a:lnTo>
                    <a:pt x="87866" y="24955"/>
                  </a:lnTo>
                  <a:lnTo>
                    <a:pt x="83191" y="22170"/>
                  </a:lnTo>
                  <a:lnTo>
                    <a:pt x="78427" y="19539"/>
                  </a:lnTo>
                  <a:lnTo>
                    <a:pt x="73580" y="17064"/>
                  </a:lnTo>
                  <a:lnTo>
                    <a:pt x="68655" y="14749"/>
                  </a:lnTo>
                  <a:lnTo>
                    <a:pt x="63658" y="12595"/>
                  </a:lnTo>
                  <a:lnTo>
                    <a:pt x="58593" y="10605"/>
                  </a:lnTo>
                  <a:lnTo>
                    <a:pt x="53466" y="8780"/>
                  </a:lnTo>
                  <a:lnTo>
                    <a:pt x="48282" y="7124"/>
                  </a:lnTo>
                  <a:lnTo>
                    <a:pt x="43047" y="5637"/>
                  </a:lnTo>
                  <a:lnTo>
                    <a:pt x="37766" y="4322"/>
                  </a:lnTo>
                  <a:lnTo>
                    <a:pt x="32446" y="3179"/>
                  </a:lnTo>
                  <a:lnTo>
                    <a:pt x="27091" y="2209"/>
                  </a:lnTo>
                  <a:lnTo>
                    <a:pt x="21707" y="1415"/>
                  </a:lnTo>
                  <a:lnTo>
                    <a:pt x="16300" y="796"/>
                  </a:lnTo>
                  <a:lnTo>
                    <a:pt x="10876" y="354"/>
                  </a:lnTo>
                  <a:lnTo>
                    <a:pt x="544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106" y="941493"/>
              <a:ext cx="87437" cy="167167"/>
            </a:xfrm>
            <a:custGeom>
              <a:avLst/>
              <a:pathLst>
                <a:path w="87437" h="167167">
                  <a:moveTo>
                    <a:pt x="87437" y="0"/>
                  </a:moveTo>
                  <a:lnTo>
                    <a:pt x="81687" y="98"/>
                  </a:lnTo>
                  <a:lnTo>
                    <a:pt x="75944" y="395"/>
                  </a:lnTo>
                  <a:lnTo>
                    <a:pt x="70215" y="889"/>
                  </a:lnTo>
                  <a:lnTo>
                    <a:pt x="64506" y="1580"/>
                  </a:lnTo>
                  <a:lnTo>
                    <a:pt x="58824" y="2466"/>
                  </a:lnTo>
                  <a:lnTo>
                    <a:pt x="53176" y="3548"/>
                  </a:lnTo>
                  <a:lnTo>
                    <a:pt x="47569" y="4823"/>
                  </a:lnTo>
                  <a:lnTo>
                    <a:pt x="42009" y="6291"/>
                  </a:lnTo>
                  <a:lnTo>
                    <a:pt x="36502" y="7948"/>
                  </a:lnTo>
                  <a:lnTo>
                    <a:pt x="31056" y="9794"/>
                  </a:lnTo>
                  <a:lnTo>
                    <a:pt x="25676" y="11827"/>
                  </a:lnTo>
                  <a:lnTo>
                    <a:pt x="20370" y="14043"/>
                  </a:lnTo>
                  <a:lnTo>
                    <a:pt x="15143" y="16440"/>
                  </a:lnTo>
                  <a:lnTo>
                    <a:pt x="10002" y="19016"/>
                  </a:lnTo>
                  <a:lnTo>
                    <a:pt x="4952" y="21767"/>
                  </a:lnTo>
                  <a:lnTo>
                    <a:pt x="0" y="24690"/>
                  </a:lnTo>
                  <a:lnTo>
                    <a:pt x="8743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106" y="966183"/>
              <a:ext cx="87437" cy="142476"/>
            </a:xfrm>
            <a:custGeom>
              <a:avLst/>
              <a:pathLst>
                <a:path w="87437" h="142476">
                  <a:moveTo>
                    <a:pt x="0" y="0"/>
                  </a:moveTo>
                  <a:lnTo>
                    <a:pt x="87437" y="1424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0" y="948141"/>
              <a:ext cx="334320" cy="327682"/>
            </a:xfrm>
            <a:custGeom>
              <a:avLst/>
              <a:pathLst>
                <a:path w="334320" h="327682">
                  <a:moveTo>
                    <a:pt x="79726" y="18042"/>
                  </a:moveTo>
                  <a:lnTo>
                    <a:pt x="75256" y="20884"/>
                  </a:lnTo>
                  <a:lnTo>
                    <a:pt x="70879" y="23865"/>
                  </a:lnTo>
                  <a:lnTo>
                    <a:pt x="66598" y="26984"/>
                  </a:lnTo>
                  <a:lnTo>
                    <a:pt x="62418" y="30237"/>
                  </a:lnTo>
                  <a:lnTo>
                    <a:pt x="58343" y="33621"/>
                  </a:lnTo>
                  <a:lnTo>
                    <a:pt x="54378" y="37132"/>
                  </a:lnTo>
                  <a:lnTo>
                    <a:pt x="50526" y="40767"/>
                  </a:lnTo>
                  <a:lnTo>
                    <a:pt x="46791" y="44522"/>
                  </a:lnTo>
                  <a:lnTo>
                    <a:pt x="43176" y="48393"/>
                  </a:lnTo>
                  <a:lnTo>
                    <a:pt x="39686" y="52377"/>
                  </a:lnTo>
                  <a:lnTo>
                    <a:pt x="36325" y="56470"/>
                  </a:lnTo>
                  <a:lnTo>
                    <a:pt x="33094" y="60667"/>
                  </a:lnTo>
                  <a:lnTo>
                    <a:pt x="29998" y="64965"/>
                  </a:lnTo>
                  <a:lnTo>
                    <a:pt x="27040" y="69358"/>
                  </a:lnTo>
                  <a:lnTo>
                    <a:pt x="24222" y="73843"/>
                  </a:lnTo>
                  <a:lnTo>
                    <a:pt x="21548" y="78415"/>
                  </a:lnTo>
                  <a:lnTo>
                    <a:pt x="19020" y="83069"/>
                  </a:lnTo>
                  <a:lnTo>
                    <a:pt x="16641" y="87801"/>
                  </a:lnTo>
                  <a:lnTo>
                    <a:pt x="14413" y="92606"/>
                  </a:lnTo>
                  <a:lnTo>
                    <a:pt x="12338" y="97479"/>
                  </a:lnTo>
                  <a:lnTo>
                    <a:pt x="10419" y="102415"/>
                  </a:lnTo>
                  <a:lnTo>
                    <a:pt x="8657" y="107410"/>
                  </a:lnTo>
                  <a:lnTo>
                    <a:pt x="7054" y="112458"/>
                  </a:lnTo>
                  <a:lnTo>
                    <a:pt x="5612" y="117555"/>
                  </a:lnTo>
                  <a:lnTo>
                    <a:pt x="4332" y="122694"/>
                  </a:lnTo>
                  <a:lnTo>
                    <a:pt x="3215" y="127871"/>
                  </a:lnTo>
                  <a:lnTo>
                    <a:pt x="2263" y="133082"/>
                  </a:lnTo>
                  <a:lnTo>
                    <a:pt x="1477" y="138319"/>
                  </a:lnTo>
                  <a:lnTo>
                    <a:pt x="856" y="143579"/>
                  </a:lnTo>
                  <a:lnTo>
                    <a:pt x="403" y="148856"/>
                  </a:lnTo>
                  <a:lnTo>
                    <a:pt x="118" y="154145"/>
                  </a:lnTo>
                  <a:lnTo>
                    <a:pt x="0" y="159440"/>
                  </a:lnTo>
                  <a:lnTo>
                    <a:pt x="49" y="164736"/>
                  </a:lnTo>
                  <a:lnTo>
                    <a:pt x="267" y="170028"/>
                  </a:lnTo>
                  <a:lnTo>
                    <a:pt x="652" y="175311"/>
                  </a:lnTo>
                  <a:lnTo>
                    <a:pt x="1204" y="180578"/>
                  </a:lnTo>
                  <a:lnTo>
                    <a:pt x="1923" y="185826"/>
                  </a:lnTo>
                  <a:lnTo>
                    <a:pt x="2807" y="191048"/>
                  </a:lnTo>
                  <a:lnTo>
                    <a:pt x="3857" y="196239"/>
                  </a:lnTo>
                  <a:lnTo>
                    <a:pt x="5071" y="201395"/>
                  </a:lnTo>
                  <a:lnTo>
                    <a:pt x="6447" y="206509"/>
                  </a:lnTo>
                  <a:lnTo>
                    <a:pt x="7984" y="211578"/>
                  </a:lnTo>
                  <a:lnTo>
                    <a:pt x="9682" y="216595"/>
                  </a:lnTo>
                  <a:lnTo>
                    <a:pt x="11537" y="221556"/>
                  </a:lnTo>
                  <a:lnTo>
                    <a:pt x="13549" y="226455"/>
                  </a:lnTo>
                  <a:lnTo>
                    <a:pt x="15715" y="231288"/>
                  </a:lnTo>
                  <a:lnTo>
                    <a:pt x="18033" y="236051"/>
                  </a:lnTo>
                  <a:lnTo>
                    <a:pt x="20501" y="240737"/>
                  </a:lnTo>
                  <a:lnTo>
                    <a:pt x="23116" y="245343"/>
                  </a:lnTo>
                  <a:lnTo>
                    <a:pt x="25875" y="249864"/>
                  </a:lnTo>
                  <a:lnTo>
                    <a:pt x="28776" y="254295"/>
                  </a:lnTo>
                  <a:lnTo>
                    <a:pt x="31817" y="258632"/>
                  </a:lnTo>
                  <a:lnTo>
                    <a:pt x="34993" y="262871"/>
                  </a:lnTo>
                  <a:lnTo>
                    <a:pt x="38302" y="267006"/>
                  </a:lnTo>
                  <a:lnTo>
                    <a:pt x="41740" y="271035"/>
                  </a:lnTo>
                  <a:lnTo>
                    <a:pt x="45304" y="274953"/>
                  </a:lnTo>
                  <a:lnTo>
                    <a:pt x="48990" y="278756"/>
                  </a:lnTo>
                  <a:lnTo>
                    <a:pt x="52795" y="282440"/>
                  </a:lnTo>
                  <a:lnTo>
                    <a:pt x="56715" y="286002"/>
                  </a:lnTo>
                  <a:lnTo>
                    <a:pt x="60746" y="289438"/>
                  </a:lnTo>
                  <a:lnTo>
                    <a:pt x="64883" y="292745"/>
                  </a:lnTo>
                  <a:lnTo>
                    <a:pt x="69123" y="295919"/>
                  </a:lnTo>
                  <a:lnTo>
                    <a:pt x="73462" y="298957"/>
                  </a:lnTo>
                  <a:lnTo>
                    <a:pt x="77895" y="301855"/>
                  </a:lnTo>
                  <a:lnTo>
                    <a:pt x="82417" y="304613"/>
                  </a:lnTo>
                  <a:lnTo>
                    <a:pt x="87024" y="307225"/>
                  </a:lnTo>
                  <a:lnTo>
                    <a:pt x="91712" y="309690"/>
                  </a:lnTo>
                  <a:lnTo>
                    <a:pt x="96476" y="312005"/>
                  </a:lnTo>
                  <a:lnTo>
                    <a:pt x="101310" y="314169"/>
                  </a:lnTo>
                  <a:lnTo>
                    <a:pt x="106211" y="316178"/>
                  </a:lnTo>
                  <a:lnTo>
                    <a:pt x="111172" y="318031"/>
                  </a:lnTo>
                  <a:lnTo>
                    <a:pt x="116190" y="319725"/>
                  </a:lnTo>
                  <a:lnTo>
                    <a:pt x="121260" y="321260"/>
                  </a:lnTo>
                  <a:lnTo>
                    <a:pt x="126375" y="322634"/>
                  </a:lnTo>
                  <a:lnTo>
                    <a:pt x="131531" y="323845"/>
                  </a:lnTo>
                  <a:lnTo>
                    <a:pt x="136723" y="324891"/>
                  </a:lnTo>
                  <a:lnTo>
                    <a:pt x="141946" y="325773"/>
                  </a:lnTo>
                  <a:lnTo>
                    <a:pt x="147193" y="326489"/>
                  </a:lnTo>
                  <a:lnTo>
                    <a:pt x="152461" y="327039"/>
                  </a:lnTo>
                  <a:lnTo>
                    <a:pt x="157744" y="327421"/>
                  </a:lnTo>
                  <a:lnTo>
                    <a:pt x="163036" y="327635"/>
                  </a:lnTo>
                  <a:lnTo>
                    <a:pt x="168332" y="327682"/>
                  </a:lnTo>
                  <a:lnTo>
                    <a:pt x="173627" y="327561"/>
                  </a:lnTo>
                  <a:lnTo>
                    <a:pt x="178916" y="327273"/>
                  </a:lnTo>
                  <a:lnTo>
                    <a:pt x="184193" y="326817"/>
                  </a:lnTo>
                  <a:lnTo>
                    <a:pt x="189452" y="326194"/>
                  </a:lnTo>
                  <a:lnTo>
                    <a:pt x="194690" y="325404"/>
                  </a:lnTo>
                  <a:lnTo>
                    <a:pt x="199899" y="324450"/>
                  </a:lnTo>
                  <a:lnTo>
                    <a:pt x="205076" y="323330"/>
                  </a:lnTo>
                  <a:lnTo>
                    <a:pt x="210215" y="322048"/>
                  </a:lnTo>
                  <a:lnTo>
                    <a:pt x="215310" y="320603"/>
                  </a:lnTo>
                  <a:lnTo>
                    <a:pt x="220358" y="318997"/>
                  </a:lnTo>
                  <a:lnTo>
                    <a:pt x="225352" y="317232"/>
                  </a:lnTo>
                  <a:lnTo>
                    <a:pt x="230287" y="315310"/>
                  </a:lnTo>
                  <a:lnTo>
                    <a:pt x="235159" y="313233"/>
                  </a:lnTo>
                  <a:lnTo>
                    <a:pt x="239963" y="311002"/>
                  </a:lnTo>
                  <a:lnTo>
                    <a:pt x="244693" y="308620"/>
                  </a:lnTo>
                  <a:lnTo>
                    <a:pt x="249346" y="306090"/>
                  </a:lnTo>
                  <a:lnTo>
                    <a:pt x="253917" y="303413"/>
                  </a:lnTo>
                  <a:lnTo>
                    <a:pt x="258400" y="300593"/>
                  </a:lnTo>
                  <a:lnTo>
                    <a:pt x="262792" y="297633"/>
                  </a:lnTo>
                  <a:lnTo>
                    <a:pt x="267087" y="294534"/>
                  </a:lnTo>
                  <a:lnTo>
                    <a:pt x="271283" y="291302"/>
                  </a:lnTo>
                  <a:lnTo>
                    <a:pt x="275374" y="287938"/>
                  </a:lnTo>
                  <a:lnTo>
                    <a:pt x="279356" y="284446"/>
                  </a:lnTo>
                  <a:lnTo>
                    <a:pt x="283225" y="280829"/>
                  </a:lnTo>
                  <a:lnTo>
                    <a:pt x="286979" y="277092"/>
                  </a:lnTo>
                  <a:lnTo>
                    <a:pt x="290611" y="273238"/>
                  </a:lnTo>
                  <a:lnTo>
                    <a:pt x="294120" y="269270"/>
                  </a:lnTo>
                  <a:lnTo>
                    <a:pt x="297502" y="265194"/>
                  </a:lnTo>
                  <a:lnTo>
                    <a:pt x="300752" y="261012"/>
                  </a:lnTo>
                  <a:lnTo>
                    <a:pt x="303869" y="256730"/>
                  </a:lnTo>
                  <a:lnTo>
                    <a:pt x="306848" y="252351"/>
                  </a:lnTo>
                  <a:lnTo>
                    <a:pt x="309687" y="247880"/>
                  </a:lnTo>
                  <a:lnTo>
                    <a:pt x="312383" y="243321"/>
                  </a:lnTo>
                  <a:lnTo>
                    <a:pt x="314934" y="238679"/>
                  </a:lnTo>
                  <a:lnTo>
                    <a:pt x="317336" y="233958"/>
                  </a:lnTo>
                  <a:lnTo>
                    <a:pt x="319587" y="229164"/>
                  </a:lnTo>
                  <a:lnTo>
                    <a:pt x="321685" y="224301"/>
                  </a:lnTo>
                  <a:lnTo>
                    <a:pt x="323628" y="219373"/>
                  </a:lnTo>
                  <a:lnTo>
                    <a:pt x="325414" y="214387"/>
                  </a:lnTo>
                  <a:lnTo>
                    <a:pt x="327041" y="209347"/>
                  </a:lnTo>
                  <a:lnTo>
                    <a:pt x="328507" y="204258"/>
                  </a:lnTo>
                  <a:lnTo>
                    <a:pt x="329812" y="199124"/>
                  </a:lnTo>
                  <a:lnTo>
                    <a:pt x="330953" y="193952"/>
                  </a:lnTo>
                  <a:lnTo>
                    <a:pt x="331930" y="188747"/>
                  </a:lnTo>
                  <a:lnTo>
                    <a:pt x="332742" y="183513"/>
                  </a:lnTo>
                  <a:lnTo>
                    <a:pt x="333387" y="178256"/>
                  </a:lnTo>
                  <a:lnTo>
                    <a:pt x="333866" y="172981"/>
                  </a:lnTo>
                  <a:lnTo>
                    <a:pt x="334177" y="167694"/>
                  </a:lnTo>
                  <a:lnTo>
                    <a:pt x="334320" y="162399"/>
                  </a:lnTo>
                  <a:lnTo>
                    <a:pt x="334296" y="157103"/>
                  </a:lnTo>
                  <a:lnTo>
                    <a:pt x="334104" y="151810"/>
                  </a:lnTo>
                  <a:lnTo>
                    <a:pt x="333744" y="146526"/>
                  </a:lnTo>
                  <a:lnTo>
                    <a:pt x="333217" y="141255"/>
                  </a:lnTo>
                  <a:lnTo>
                    <a:pt x="332524" y="136005"/>
                  </a:lnTo>
                  <a:lnTo>
                    <a:pt x="331664" y="130778"/>
                  </a:lnTo>
                  <a:lnTo>
                    <a:pt x="330639" y="125582"/>
                  </a:lnTo>
                  <a:lnTo>
                    <a:pt x="329451" y="120421"/>
                  </a:lnTo>
                  <a:lnTo>
                    <a:pt x="328099" y="115300"/>
                  </a:lnTo>
                  <a:lnTo>
                    <a:pt x="326585" y="110224"/>
                  </a:lnTo>
                  <a:lnTo>
                    <a:pt x="324912" y="105199"/>
                  </a:lnTo>
                  <a:lnTo>
                    <a:pt x="323080" y="100229"/>
                  </a:lnTo>
                  <a:lnTo>
                    <a:pt x="321092" y="95320"/>
                  </a:lnTo>
                  <a:lnTo>
                    <a:pt x="318950" y="90476"/>
                  </a:lnTo>
                  <a:lnTo>
                    <a:pt x="316654" y="85703"/>
                  </a:lnTo>
                  <a:lnTo>
                    <a:pt x="314209" y="81005"/>
                  </a:lnTo>
                  <a:lnTo>
                    <a:pt x="311617" y="76386"/>
                  </a:lnTo>
                  <a:lnTo>
                    <a:pt x="308879" y="71852"/>
                  </a:lnTo>
                  <a:lnTo>
                    <a:pt x="305999" y="67407"/>
                  </a:lnTo>
                  <a:lnTo>
                    <a:pt x="302979" y="63056"/>
                  </a:lnTo>
                  <a:lnTo>
                    <a:pt x="299824" y="58802"/>
                  </a:lnTo>
                  <a:lnTo>
                    <a:pt x="296535" y="54651"/>
                  </a:lnTo>
                  <a:lnTo>
                    <a:pt x="293116" y="50605"/>
                  </a:lnTo>
                  <a:lnTo>
                    <a:pt x="289571" y="46671"/>
                  </a:lnTo>
                  <a:lnTo>
                    <a:pt x="285903" y="42850"/>
                  </a:lnTo>
                  <a:lnTo>
                    <a:pt x="282115" y="39147"/>
                  </a:lnTo>
                  <a:lnTo>
                    <a:pt x="278213" y="35567"/>
                  </a:lnTo>
                  <a:lnTo>
                    <a:pt x="274198" y="32111"/>
                  </a:lnTo>
                  <a:lnTo>
                    <a:pt x="270077" y="28785"/>
                  </a:lnTo>
                  <a:lnTo>
                    <a:pt x="265852" y="25591"/>
                  </a:lnTo>
                  <a:lnTo>
                    <a:pt x="261528" y="22532"/>
                  </a:lnTo>
                  <a:lnTo>
                    <a:pt x="257109" y="19612"/>
                  </a:lnTo>
                  <a:lnTo>
                    <a:pt x="252600" y="16833"/>
                  </a:lnTo>
                  <a:lnTo>
                    <a:pt x="248005" y="14199"/>
                  </a:lnTo>
                  <a:lnTo>
                    <a:pt x="243329" y="11711"/>
                  </a:lnTo>
                  <a:lnTo>
                    <a:pt x="238577" y="9373"/>
                  </a:lnTo>
                  <a:lnTo>
                    <a:pt x="233753" y="7187"/>
                  </a:lnTo>
                  <a:lnTo>
                    <a:pt x="228862" y="5154"/>
                  </a:lnTo>
                  <a:lnTo>
                    <a:pt x="223909" y="3277"/>
                  </a:lnTo>
                  <a:lnTo>
                    <a:pt x="218899" y="1559"/>
                  </a:lnTo>
                  <a:lnTo>
                    <a:pt x="213838" y="0"/>
                  </a:lnTo>
                  <a:lnTo>
                    <a:pt x="167163" y="1605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6674" cy="167167"/>
            </a:xfrm>
            <a:custGeom>
              <a:avLst/>
              <a:pathLst>
                <a:path w="46674" h="167167">
                  <a:moveTo>
                    <a:pt x="46674" y="6648"/>
                  </a:moveTo>
                  <a:lnTo>
                    <a:pt x="40968" y="5097"/>
                  </a:lnTo>
                  <a:lnTo>
                    <a:pt x="35211" y="3750"/>
                  </a:lnTo>
                  <a:lnTo>
                    <a:pt x="29410" y="2607"/>
                  </a:lnTo>
                  <a:lnTo>
                    <a:pt x="23572" y="1670"/>
                  </a:lnTo>
                  <a:lnTo>
                    <a:pt x="17705" y="940"/>
                  </a:lnTo>
                  <a:lnTo>
                    <a:pt x="11815" y="418"/>
                  </a:lnTo>
                  <a:lnTo>
                    <a:pt x="5911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4818" y="941493"/>
              <a:ext cx="51397" cy="167167"/>
            </a:xfrm>
            <a:custGeom>
              <a:avLst/>
              <a:pathLst>
                <a:path w="51397" h="167167">
                  <a:moveTo>
                    <a:pt x="51397" y="0"/>
                  </a:moveTo>
                  <a:lnTo>
                    <a:pt x="44868" y="127"/>
                  </a:lnTo>
                  <a:lnTo>
                    <a:pt x="38349" y="509"/>
                  </a:lnTo>
                  <a:lnTo>
                    <a:pt x="31850" y="1146"/>
                  </a:lnTo>
                  <a:lnTo>
                    <a:pt x="25381" y="2036"/>
                  </a:lnTo>
                  <a:lnTo>
                    <a:pt x="18952" y="3178"/>
                  </a:lnTo>
                  <a:lnTo>
                    <a:pt x="12572" y="4571"/>
                  </a:lnTo>
                  <a:lnTo>
                    <a:pt x="6251" y="6211"/>
                  </a:lnTo>
                  <a:lnTo>
                    <a:pt x="0" y="8097"/>
                  </a:lnTo>
                  <a:lnTo>
                    <a:pt x="5139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4818" y="949590"/>
              <a:ext cx="51397" cy="159069"/>
            </a:xfrm>
            <a:custGeom>
              <a:avLst/>
              <a:pathLst>
                <a:path w="51397" h="159069">
                  <a:moveTo>
                    <a:pt x="0" y="0"/>
                  </a:moveTo>
                  <a:lnTo>
                    <a:pt x="51397" y="1590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63" y="949590"/>
              <a:ext cx="167152" cy="325652"/>
            </a:xfrm>
            <a:custGeom>
              <a:avLst/>
              <a:pathLst>
                <a:path w="167152" h="325652">
                  <a:moveTo>
                    <a:pt x="115755" y="0"/>
                  </a:moveTo>
                  <a:lnTo>
                    <a:pt x="110704" y="1721"/>
                  </a:lnTo>
                  <a:lnTo>
                    <a:pt x="105710" y="3603"/>
                  </a:lnTo>
                  <a:lnTo>
                    <a:pt x="100780" y="5643"/>
                  </a:lnTo>
                  <a:lnTo>
                    <a:pt x="95916" y="7840"/>
                  </a:lnTo>
                  <a:lnTo>
                    <a:pt x="91126" y="10190"/>
                  </a:lnTo>
                  <a:lnTo>
                    <a:pt x="86413" y="12693"/>
                  </a:lnTo>
                  <a:lnTo>
                    <a:pt x="81782" y="15344"/>
                  </a:lnTo>
                  <a:lnTo>
                    <a:pt x="77238" y="18142"/>
                  </a:lnTo>
                  <a:lnTo>
                    <a:pt x="72786" y="21084"/>
                  </a:lnTo>
                  <a:lnTo>
                    <a:pt x="68430" y="24166"/>
                  </a:lnTo>
                  <a:lnTo>
                    <a:pt x="64174" y="27386"/>
                  </a:lnTo>
                  <a:lnTo>
                    <a:pt x="60024" y="30740"/>
                  </a:lnTo>
                  <a:lnTo>
                    <a:pt x="55982" y="34225"/>
                  </a:lnTo>
                  <a:lnTo>
                    <a:pt x="52054" y="37836"/>
                  </a:lnTo>
                  <a:lnTo>
                    <a:pt x="48244" y="41572"/>
                  </a:lnTo>
                  <a:lnTo>
                    <a:pt x="44554" y="45427"/>
                  </a:lnTo>
                  <a:lnTo>
                    <a:pt x="40989" y="49398"/>
                  </a:lnTo>
                  <a:lnTo>
                    <a:pt x="37553" y="53481"/>
                  </a:lnTo>
                  <a:lnTo>
                    <a:pt x="34249" y="57671"/>
                  </a:lnTo>
                  <a:lnTo>
                    <a:pt x="31080" y="61964"/>
                  </a:lnTo>
                  <a:lnTo>
                    <a:pt x="28050" y="66357"/>
                  </a:lnTo>
                  <a:lnTo>
                    <a:pt x="25162" y="70844"/>
                  </a:lnTo>
                  <a:lnTo>
                    <a:pt x="22418" y="75421"/>
                  </a:lnTo>
                  <a:lnTo>
                    <a:pt x="19822" y="80083"/>
                  </a:lnTo>
                  <a:lnTo>
                    <a:pt x="17376" y="84826"/>
                  </a:lnTo>
                  <a:lnTo>
                    <a:pt x="15083" y="89644"/>
                  </a:lnTo>
                  <a:lnTo>
                    <a:pt x="12945" y="94533"/>
                  </a:lnTo>
                  <a:lnTo>
                    <a:pt x="10963" y="99488"/>
                  </a:lnTo>
                  <a:lnTo>
                    <a:pt x="9141" y="104503"/>
                  </a:lnTo>
                  <a:lnTo>
                    <a:pt x="7480" y="109574"/>
                  </a:lnTo>
                  <a:lnTo>
                    <a:pt x="5982" y="114696"/>
                  </a:lnTo>
                  <a:lnTo>
                    <a:pt x="4647" y="119863"/>
                  </a:lnTo>
                  <a:lnTo>
                    <a:pt x="3479" y="125069"/>
                  </a:lnTo>
                  <a:lnTo>
                    <a:pt x="2477" y="130311"/>
                  </a:lnTo>
                  <a:lnTo>
                    <a:pt x="1643" y="135581"/>
                  </a:lnTo>
                  <a:lnTo>
                    <a:pt x="978" y="140876"/>
                  </a:lnTo>
                  <a:lnTo>
                    <a:pt x="482" y="146189"/>
                  </a:lnTo>
                  <a:lnTo>
                    <a:pt x="156" y="151515"/>
                  </a:lnTo>
                  <a:lnTo>
                    <a:pt x="0" y="156849"/>
                  </a:lnTo>
                  <a:lnTo>
                    <a:pt x="14" y="162186"/>
                  </a:lnTo>
                  <a:lnTo>
                    <a:pt x="198" y="167519"/>
                  </a:lnTo>
                  <a:lnTo>
                    <a:pt x="553" y="172843"/>
                  </a:lnTo>
                  <a:lnTo>
                    <a:pt x="1078" y="178153"/>
                  </a:lnTo>
                  <a:lnTo>
                    <a:pt x="1771" y="183444"/>
                  </a:lnTo>
                  <a:lnTo>
                    <a:pt x="2634" y="188711"/>
                  </a:lnTo>
                  <a:lnTo>
                    <a:pt x="3664" y="193946"/>
                  </a:lnTo>
                  <a:lnTo>
                    <a:pt x="4860" y="199147"/>
                  </a:lnTo>
                  <a:lnTo>
                    <a:pt x="6222" y="204306"/>
                  </a:lnTo>
                  <a:lnTo>
                    <a:pt x="7748" y="209420"/>
                  </a:lnTo>
                  <a:lnTo>
                    <a:pt x="9436" y="214482"/>
                  </a:lnTo>
                  <a:lnTo>
                    <a:pt x="11285" y="219488"/>
                  </a:lnTo>
                  <a:lnTo>
                    <a:pt x="13293" y="224432"/>
                  </a:lnTo>
                  <a:lnTo>
                    <a:pt x="15457" y="229309"/>
                  </a:lnTo>
                  <a:lnTo>
                    <a:pt x="17776" y="234115"/>
                  </a:lnTo>
                  <a:lnTo>
                    <a:pt x="20248" y="238845"/>
                  </a:lnTo>
                  <a:lnTo>
                    <a:pt x="22869" y="243493"/>
                  </a:lnTo>
                  <a:lnTo>
                    <a:pt x="25637" y="248055"/>
                  </a:lnTo>
                  <a:lnTo>
                    <a:pt x="28549" y="252526"/>
                  </a:lnTo>
                  <a:lnTo>
                    <a:pt x="31603" y="256903"/>
                  </a:lnTo>
                  <a:lnTo>
                    <a:pt x="34794" y="261179"/>
                  </a:lnTo>
                  <a:lnTo>
                    <a:pt x="38121" y="265352"/>
                  </a:lnTo>
                  <a:lnTo>
                    <a:pt x="41579" y="269416"/>
                  </a:lnTo>
                  <a:lnTo>
                    <a:pt x="45165" y="273368"/>
                  </a:lnTo>
                  <a:lnTo>
                    <a:pt x="48875" y="277203"/>
                  </a:lnTo>
                  <a:lnTo>
                    <a:pt x="52706" y="280918"/>
                  </a:lnTo>
                  <a:lnTo>
                    <a:pt x="56653" y="284508"/>
                  </a:lnTo>
                  <a:lnTo>
                    <a:pt x="60713" y="287971"/>
                  </a:lnTo>
                  <a:lnTo>
                    <a:pt x="64882" y="291303"/>
                  </a:lnTo>
                  <a:lnTo>
                    <a:pt x="69154" y="294500"/>
                  </a:lnTo>
                  <a:lnTo>
                    <a:pt x="73527" y="297559"/>
                  </a:lnTo>
                  <a:lnTo>
                    <a:pt x="77995" y="300476"/>
                  </a:lnTo>
                  <a:lnTo>
                    <a:pt x="82554" y="303250"/>
                  </a:lnTo>
                  <a:lnTo>
                    <a:pt x="87199" y="305877"/>
                  </a:lnTo>
                  <a:lnTo>
                    <a:pt x="91925" y="308354"/>
                  </a:lnTo>
                  <a:lnTo>
                    <a:pt x="96728" y="310679"/>
                  </a:lnTo>
                  <a:lnTo>
                    <a:pt x="101603" y="312849"/>
                  </a:lnTo>
                  <a:lnTo>
                    <a:pt x="106545" y="314863"/>
                  </a:lnTo>
                  <a:lnTo>
                    <a:pt x="111548" y="316718"/>
                  </a:lnTo>
                  <a:lnTo>
                    <a:pt x="116608" y="318413"/>
                  </a:lnTo>
                  <a:lnTo>
                    <a:pt x="121720" y="319945"/>
                  </a:lnTo>
                  <a:lnTo>
                    <a:pt x="126878" y="321313"/>
                  </a:lnTo>
                  <a:lnTo>
                    <a:pt x="132077" y="322516"/>
                  </a:lnTo>
                  <a:lnTo>
                    <a:pt x="137311" y="323552"/>
                  </a:lnTo>
                  <a:lnTo>
                    <a:pt x="142576" y="324421"/>
                  </a:lnTo>
                  <a:lnTo>
                    <a:pt x="147866" y="325121"/>
                  </a:lnTo>
                  <a:lnTo>
                    <a:pt x="153176" y="325652"/>
                  </a:lnTo>
                  <a:lnTo>
                    <a:pt x="167152" y="1590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72239" y="941493"/>
              <a:ext cx="181140" cy="334322"/>
            </a:xfrm>
            <a:custGeom>
              <a:avLst/>
              <a:pathLst>
                <a:path w="181140" h="334322">
                  <a:moveTo>
                    <a:pt x="0" y="333749"/>
                  </a:moveTo>
                  <a:lnTo>
                    <a:pt x="5325" y="334110"/>
                  </a:lnTo>
                  <a:lnTo>
                    <a:pt x="10660" y="334301"/>
                  </a:lnTo>
                  <a:lnTo>
                    <a:pt x="15998" y="334322"/>
                  </a:lnTo>
                  <a:lnTo>
                    <a:pt x="21334" y="334172"/>
                  </a:lnTo>
                  <a:lnTo>
                    <a:pt x="26662" y="333852"/>
                  </a:lnTo>
                  <a:lnTo>
                    <a:pt x="31978" y="333362"/>
                  </a:lnTo>
                  <a:lnTo>
                    <a:pt x="37275" y="332703"/>
                  </a:lnTo>
                  <a:lnTo>
                    <a:pt x="42548" y="331874"/>
                  </a:lnTo>
                  <a:lnTo>
                    <a:pt x="47793" y="330878"/>
                  </a:lnTo>
                  <a:lnTo>
                    <a:pt x="53002" y="329715"/>
                  </a:lnTo>
                  <a:lnTo>
                    <a:pt x="58172" y="328386"/>
                  </a:lnTo>
                  <a:lnTo>
                    <a:pt x="63297" y="326893"/>
                  </a:lnTo>
                  <a:lnTo>
                    <a:pt x="68372" y="325237"/>
                  </a:lnTo>
                  <a:lnTo>
                    <a:pt x="73391" y="323419"/>
                  </a:lnTo>
                  <a:lnTo>
                    <a:pt x="78349" y="321443"/>
                  </a:lnTo>
                  <a:lnTo>
                    <a:pt x="83242" y="319309"/>
                  </a:lnTo>
                  <a:lnTo>
                    <a:pt x="88065" y="317019"/>
                  </a:lnTo>
                  <a:lnTo>
                    <a:pt x="92811" y="314577"/>
                  </a:lnTo>
                  <a:lnTo>
                    <a:pt x="97478" y="311985"/>
                  </a:lnTo>
                  <a:lnTo>
                    <a:pt x="102059" y="309245"/>
                  </a:lnTo>
                  <a:lnTo>
                    <a:pt x="106550" y="306361"/>
                  </a:lnTo>
                  <a:lnTo>
                    <a:pt x="110947" y="303334"/>
                  </a:lnTo>
                  <a:lnTo>
                    <a:pt x="115246" y="300168"/>
                  </a:lnTo>
                  <a:lnTo>
                    <a:pt x="119440" y="296867"/>
                  </a:lnTo>
                  <a:lnTo>
                    <a:pt x="123528" y="293434"/>
                  </a:lnTo>
                  <a:lnTo>
                    <a:pt x="127503" y="289872"/>
                  </a:lnTo>
                  <a:lnTo>
                    <a:pt x="131363" y="286184"/>
                  </a:lnTo>
                  <a:lnTo>
                    <a:pt x="135103" y="282376"/>
                  </a:lnTo>
                  <a:lnTo>
                    <a:pt x="138720" y="278449"/>
                  </a:lnTo>
                  <a:lnTo>
                    <a:pt x="142209" y="274410"/>
                  </a:lnTo>
                  <a:lnTo>
                    <a:pt x="145568" y="270261"/>
                  </a:lnTo>
                  <a:lnTo>
                    <a:pt x="148793" y="266007"/>
                  </a:lnTo>
                  <a:lnTo>
                    <a:pt x="151880" y="261652"/>
                  </a:lnTo>
                  <a:lnTo>
                    <a:pt x="154826" y="257201"/>
                  </a:lnTo>
                  <a:lnTo>
                    <a:pt x="157629" y="252658"/>
                  </a:lnTo>
                  <a:lnTo>
                    <a:pt x="160285" y="248028"/>
                  </a:lnTo>
                  <a:lnTo>
                    <a:pt x="162792" y="243315"/>
                  </a:lnTo>
                  <a:lnTo>
                    <a:pt x="165148" y="238525"/>
                  </a:lnTo>
                  <a:lnTo>
                    <a:pt x="167349" y="233662"/>
                  </a:lnTo>
                  <a:lnTo>
                    <a:pt x="169394" y="228731"/>
                  </a:lnTo>
                  <a:lnTo>
                    <a:pt x="171280" y="223737"/>
                  </a:lnTo>
                  <a:lnTo>
                    <a:pt x="173006" y="218686"/>
                  </a:lnTo>
                  <a:lnTo>
                    <a:pt x="174570" y="213582"/>
                  </a:lnTo>
                  <a:lnTo>
                    <a:pt x="175970" y="208431"/>
                  </a:lnTo>
                  <a:lnTo>
                    <a:pt x="177205" y="203238"/>
                  </a:lnTo>
                  <a:lnTo>
                    <a:pt x="178274" y="198008"/>
                  </a:lnTo>
                  <a:lnTo>
                    <a:pt x="179174" y="192746"/>
                  </a:lnTo>
                  <a:lnTo>
                    <a:pt x="179907" y="187459"/>
                  </a:lnTo>
                  <a:lnTo>
                    <a:pt x="180470" y="182150"/>
                  </a:lnTo>
                  <a:lnTo>
                    <a:pt x="180864" y="176827"/>
                  </a:lnTo>
                  <a:lnTo>
                    <a:pt x="181087" y="171494"/>
                  </a:lnTo>
                  <a:lnTo>
                    <a:pt x="181140" y="166156"/>
                  </a:lnTo>
                  <a:lnTo>
                    <a:pt x="181022" y="160819"/>
                  </a:lnTo>
                  <a:lnTo>
                    <a:pt x="180735" y="155489"/>
                  </a:lnTo>
                  <a:lnTo>
                    <a:pt x="180277" y="150170"/>
                  </a:lnTo>
                  <a:lnTo>
                    <a:pt x="179649" y="144869"/>
                  </a:lnTo>
                  <a:lnTo>
                    <a:pt x="178853" y="139591"/>
                  </a:lnTo>
                  <a:lnTo>
                    <a:pt x="177888" y="134341"/>
                  </a:lnTo>
                  <a:lnTo>
                    <a:pt x="176757" y="129124"/>
                  </a:lnTo>
                  <a:lnTo>
                    <a:pt x="175459" y="123946"/>
                  </a:lnTo>
                  <a:lnTo>
                    <a:pt x="173997" y="118812"/>
                  </a:lnTo>
                  <a:lnTo>
                    <a:pt x="172371" y="113728"/>
                  </a:lnTo>
                  <a:lnTo>
                    <a:pt x="170584" y="108698"/>
                  </a:lnTo>
                  <a:lnTo>
                    <a:pt x="168638" y="103727"/>
                  </a:lnTo>
                  <a:lnTo>
                    <a:pt x="166533" y="98822"/>
                  </a:lnTo>
                  <a:lnTo>
                    <a:pt x="164273" y="93986"/>
                  </a:lnTo>
                  <a:lnTo>
                    <a:pt x="161860" y="89224"/>
                  </a:lnTo>
                  <a:lnTo>
                    <a:pt x="159296" y="84542"/>
                  </a:lnTo>
                  <a:lnTo>
                    <a:pt x="156584" y="79945"/>
                  </a:lnTo>
                  <a:lnTo>
                    <a:pt x="153727" y="75436"/>
                  </a:lnTo>
                  <a:lnTo>
                    <a:pt x="150727" y="71021"/>
                  </a:lnTo>
                  <a:lnTo>
                    <a:pt x="147587" y="66703"/>
                  </a:lnTo>
                  <a:lnTo>
                    <a:pt x="144311" y="62489"/>
                  </a:lnTo>
                  <a:lnTo>
                    <a:pt x="140903" y="58381"/>
                  </a:lnTo>
                  <a:lnTo>
                    <a:pt x="137365" y="54384"/>
                  </a:lnTo>
                  <a:lnTo>
                    <a:pt x="133701" y="50501"/>
                  </a:lnTo>
                  <a:lnTo>
                    <a:pt x="129915" y="46738"/>
                  </a:lnTo>
                  <a:lnTo>
                    <a:pt x="126011" y="43098"/>
                  </a:lnTo>
                  <a:lnTo>
                    <a:pt x="121992" y="39584"/>
                  </a:lnTo>
                  <a:lnTo>
                    <a:pt x="117864" y="36200"/>
                  </a:lnTo>
                  <a:lnTo>
                    <a:pt x="113629" y="32950"/>
                  </a:lnTo>
                  <a:lnTo>
                    <a:pt x="109293" y="29837"/>
                  </a:lnTo>
                  <a:lnTo>
                    <a:pt x="104860" y="26864"/>
                  </a:lnTo>
                  <a:lnTo>
                    <a:pt x="100334" y="24033"/>
                  </a:lnTo>
                  <a:lnTo>
                    <a:pt x="95720" y="21349"/>
                  </a:lnTo>
                  <a:lnTo>
                    <a:pt x="91022" y="18813"/>
                  </a:lnTo>
                  <a:lnTo>
                    <a:pt x="86246" y="16429"/>
                  </a:lnTo>
                  <a:lnTo>
                    <a:pt x="81397" y="14199"/>
                  </a:lnTo>
                  <a:lnTo>
                    <a:pt x="76478" y="12124"/>
                  </a:lnTo>
                  <a:lnTo>
                    <a:pt x="71496" y="10207"/>
                  </a:lnTo>
                  <a:lnTo>
                    <a:pt x="66456" y="8451"/>
                  </a:lnTo>
                  <a:lnTo>
                    <a:pt x="61361" y="6856"/>
                  </a:lnTo>
                  <a:lnTo>
                    <a:pt x="56219" y="5425"/>
                  </a:lnTo>
                  <a:lnTo>
                    <a:pt x="51033" y="4159"/>
                  </a:lnTo>
                  <a:lnTo>
                    <a:pt x="45810" y="3059"/>
                  </a:lnTo>
                  <a:lnTo>
                    <a:pt x="40554" y="2126"/>
                  </a:lnTo>
                  <a:lnTo>
                    <a:pt x="35271" y="1361"/>
                  </a:lnTo>
                  <a:lnTo>
                    <a:pt x="29966" y="766"/>
                  </a:lnTo>
                  <a:lnTo>
                    <a:pt x="24645" y="340"/>
                  </a:lnTo>
                  <a:lnTo>
                    <a:pt x="19313" y="85"/>
                  </a:lnTo>
                  <a:lnTo>
                    <a:pt x="13976" y="0"/>
                  </a:lnTo>
                  <a:lnTo>
                    <a:pt x="139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9245" y="1071028"/>
              <a:ext cx="165256" cy="167167"/>
            </a:xfrm>
            <a:custGeom>
              <a:avLst/>
              <a:pathLst>
                <a:path w="165256" h="167167">
                  <a:moveTo>
                    <a:pt x="165256" y="0"/>
                  </a:moveTo>
                  <a:lnTo>
                    <a:pt x="159864" y="86"/>
                  </a:lnTo>
                  <a:lnTo>
                    <a:pt x="154478" y="347"/>
                  </a:lnTo>
                  <a:lnTo>
                    <a:pt x="149103" y="782"/>
                  </a:lnTo>
                  <a:lnTo>
                    <a:pt x="143744" y="1389"/>
                  </a:lnTo>
                  <a:lnTo>
                    <a:pt x="138408" y="2169"/>
                  </a:lnTo>
                  <a:lnTo>
                    <a:pt x="133101" y="3121"/>
                  </a:lnTo>
                  <a:lnTo>
                    <a:pt x="127826" y="4244"/>
                  </a:lnTo>
                  <a:lnTo>
                    <a:pt x="122591" y="5536"/>
                  </a:lnTo>
                  <a:lnTo>
                    <a:pt x="117399" y="6996"/>
                  </a:lnTo>
                  <a:lnTo>
                    <a:pt x="112258" y="8623"/>
                  </a:lnTo>
                  <a:lnTo>
                    <a:pt x="107172" y="10415"/>
                  </a:lnTo>
                  <a:lnTo>
                    <a:pt x="102146" y="12370"/>
                  </a:lnTo>
                  <a:lnTo>
                    <a:pt x="97186" y="14486"/>
                  </a:lnTo>
                  <a:lnTo>
                    <a:pt x="92297" y="16761"/>
                  </a:lnTo>
                  <a:lnTo>
                    <a:pt x="87484" y="19192"/>
                  </a:lnTo>
                  <a:lnTo>
                    <a:pt x="82751" y="21778"/>
                  </a:lnTo>
                  <a:lnTo>
                    <a:pt x="78105" y="24515"/>
                  </a:lnTo>
                  <a:lnTo>
                    <a:pt x="73549" y="27400"/>
                  </a:lnTo>
                  <a:lnTo>
                    <a:pt x="69089" y="30431"/>
                  </a:lnTo>
                  <a:lnTo>
                    <a:pt x="64728" y="33604"/>
                  </a:lnTo>
                  <a:lnTo>
                    <a:pt x="60473" y="36916"/>
                  </a:lnTo>
                  <a:lnTo>
                    <a:pt x="56326" y="40363"/>
                  </a:lnTo>
                  <a:lnTo>
                    <a:pt x="52293" y="43942"/>
                  </a:lnTo>
                  <a:lnTo>
                    <a:pt x="48377" y="47650"/>
                  </a:lnTo>
                  <a:lnTo>
                    <a:pt x="44583" y="51482"/>
                  </a:lnTo>
                  <a:lnTo>
                    <a:pt x="40914" y="55435"/>
                  </a:lnTo>
                  <a:lnTo>
                    <a:pt x="37375" y="59503"/>
                  </a:lnTo>
                  <a:lnTo>
                    <a:pt x="33969" y="63684"/>
                  </a:lnTo>
                  <a:lnTo>
                    <a:pt x="30699" y="67973"/>
                  </a:lnTo>
                  <a:lnTo>
                    <a:pt x="27570" y="72364"/>
                  </a:lnTo>
                  <a:lnTo>
                    <a:pt x="24584" y="76854"/>
                  </a:lnTo>
                  <a:lnTo>
                    <a:pt x="21744" y="81439"/>
                  </a:lnTo>
                  <a:lnTo>
                    <a:pt x="19054" y="86112"/>
                  </a:lnTo>
                  <a:lnTo>
                    <a:pt x="16515" y="90870"/>
                  </a:lnTo>
                  <a:lnTo>
                    <a:pt x="14132" y="95707"/>
                  </a:lnTo>
                  <a:lnTo>
                    <a:pt x="11906" y="100619"/>
                  </a:lnTo>
                  <a:lnTo>
                    <a:pt x="9839" y="105600"/>
                  </a:lnTo>
                  <a:lnTo>
                    <a:pt x="7934" y="110645"/>
                  </a:lnTo>
                  <a:lnTo>
                    <a:pt x="6193" y="115748"/>
                  </a:lnTo>
                  <a:lnTo>
                    <a:pt x="4617" y="120906"/>
                  </a:lnTo>
                  <a:lnTo>
                    <a:pt x="3208" y="126111"/>
                  </a:lnTo>
                  <a:lnTo>
                    <a:pt x="1968" y="131359"/>
                  </a:lnTo>
                  <a:lnTo>
                    <a:pt x="898" y="136644"/>
                  </a:lnTo>
                  <a:lnTo>
                    <a:pt x="0" y="141962"/>
                  </a:lnTo>
                  <a:lnTo>
                    <a:pt x="1652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9245" y="1212990"/>
              <a:ext cx="165256" cy="25205"/>
            </a:xfrm>
            <a:custGeom>
              <a:avLst/>
              <a:pathLst>
                <a:path w="165256" h="25205">
                  <a:moveTo>
                    <a:pt x="0" y="0"/>
                  </a:moveTo>
                  <a:lnTo>
                    <a:pt x="165256" y="252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8" y="1074229"/>
              <a:ext cx="334322" cy="331129"/>
            </a:xfrm>
            <a:custGeom>
              <a:avLst/>
              <a:pathLst>
                <a:path w="334322" h="331129">
                  <a:moveTo>
                    <a:pt x="1906" y="138761"/>
                  </a:moveTo>
                  <a:lnTo>
                    <a:pt x="1189" y="144020"/>
                  </a:lnTo>
                  <a:lnTo>
                    <a:pt x="640" y="149300"/>
                  </a:lnTo>
                  <a:lnTo>
                    <a:pt x="258" y="154594"/>
                  </a:lnTo>
                  <a:lnTo>
                    <a:pt x="44" y="159898"/>
                  </a:lnTo>
                  <a:lnTo>
                    <a:pt x="0" y="165205"/>
                  </a:lnTo>
                  <a:lnTo>
                    <a:pt x="123" y="170512"/>
                  </a:lnTo>
                  <a:lnTo>
                    <a:pt x="415" y="175812"/>
                  </a:lnTo>
                  <a:lnTo>
                    <a:pt x="875" y="181100"/>
                  </a:lnTo>
                  <a:lnTo>
                    <a:pt x="1503" y="186370"/>
                  </a:lnTo>
                  <a:lnTo>
                    <a:pt x="2298" y="191618"/>
                  </a:lnTo>
                  <a:lnTo>
                    <a:pt x="3259" y="196839"/>
                  </a:lnTo>
                  <a:lnTo>
                    <a:pt x="4385" y="202026"/>
                  </a:lnTo>
                  <a:lnTo>
                    <a:pt x="5675" y="207174"/>
                  </a:lnTo>
                  <a:lnTo>
                    <a:pt x="7129" y="212279"/>
                  </a:lnTo>
                  <a:lnTo>
                    <a:pt x="8743" y="217336"/>
                  </a:lnTo>
                  <a:lnTo>
                    <a:pt x="10517" y="222338"/>
                  </a:lnTo>
                  <a:lnTo>
                    <a:pt x="12449" y="227282"/>
                  </a:lnTo>
                  <a:lnTo>
                    <a:pt x="14538" y="232162"/>
                  </a:lnTo>
                  <a:lnTo>
                    <a:pt x="16780" y="236973"/>
                  </a:lnTo>
                  <a:lnTo>
                    <a:pt x="19173" y="241711"/>
                  </a:lnTo>
                  <a:lnTo>
                    <a:pt x="21716" y="246370"/>
                  </a:lnTo>
                  <a:lnTo>
                    <a:pt x="24406" y="250946"/>
                  </a:lnTo>
                  <a:lnTo>
                    <a:pt x="27239" y="255434"/>
                  </a:lnTo>
                  <a:lnTo>
                    <a:pt x="30213" y="259831"/>
                  </a:lnTo>
                  <a:lnTo>
                    <a:pt x="33326" y="264130"/>
                  </a:lnTo>
                  <a:lnTo>
                    <a:pt x="36573" y="268329"/>
                  </a:lnTo>
                  <a:lnTo>
                    <a:pt x="39953" y="272422"/>
                  </a:lnTo>
                  <a:lnTo>
                    <a:pt x="43460" y="276406"/>
                  </a:lnTo>
                  <a:lnTo>
                    <a:pt x="47092" y="280277"/>
                  </a:lnTo>
                  <a:lnTo>
                    <a:pt x="50845" y="284030"/>
                  </a:lnTo>
                  <a:lnTo>
                    <a:pt x="54716" y="287662"/>
                  </a:lnTo>
                  <a:lnTo>
                    <a:pt x="58699" y="291170"/>
                  </a:lnTo>
                  <a:lnTo>
                    <a:pt x="62793" y="294549"/>
                  </a:lnTo>
                  <a:lnTo>
                    <a:pt x="66991" y="297797"/>
                  </a:lnTo>
                  <a:lnTo>
                    <a:pt x="71290" y="300910"/>
                  </a:lnTo>
                  <a:lnTo>
                    <a:pt x="75686" y="303885"/>
                  </a:lnTo>
                  <a:lnTo>
                    <a:pt x="80175" y="306718"/>
                  </a:lnTo>
                  <a:lnTo>
                    <a:pt x="84751" y="309408"/>
                  </a:lnTo>
                  <a:lnTo>
                    <a:pt x="89410" y="311951"/>
                  </a:lnTo>
                  <a:lnTo>
                    <a:pt x="94147" y="314345"/>
                  </a:lnTo>
                  <a:lnTo>
                    <a:pt x="98958" y="316587"/>
                  </a:lnTo>
                  <a:lnTo>
                    <a:pt x="103838" y="318676"/>
                  </a:lnTo>
                  <a:lnTo>
                    <a:pt x="108781" y="320608"/>
                  </a:lnTo>
                  <a:lnTo>
                    <a:pt x="113784" y="322383"/>
                  </a:lnTo>
                  <a:lnTo>
                    <a:pt x="118840" y="323997"/>
                  </a:lnTo>
                  <a:lnTo>
                    <a:pt x="123945" y="325451"/>
                  </a:lnTo>
                  <a:lnTo>
                    <a:pt x="129094" y="326742"/>
                  </a:lnTo>
                  <a:lnTo>
                    <a:pt x="134281" y="327868"/>
                  </a:lnTo>
                  <a:lnTo>
                    <a:pt x="139501" y="328829"/>
                  </a:lnTo>
                  <a:lnTo>
                    <a:pt x="144749" y="329625"/>
                  </a:lnTo>
                  <a:lnTo>
                    <a:pt x="150020" y="330253"/>
                  </a:lnTo>
                  <a:lnTo>
                    <a:pt x="155308" y="330713"/>
                  </a:lnTo>
                  <a:lnTo>
                    <a:pt x="160607" y="331005"/>
                  </a:lnTo>
                  <a:lnTo>
                    <a:pt x="165914" y="331129"/>
                  </a:lnTo>
                  <a:lnTo>
                    <a:pt x="171222" y="331085"/>
                  </a:lnTo>
                  <a:lnTo>
                    <a:pt x="176525" y="330871"/>
                  </a:lnTo>
                  <a:lnTo>
                    <a:pt x="181819" y="330490"/>
                  </a:lnTo>
                  <a:lnTo>
                    <a:pt x="187099" y="329941"/>
                  </a:lnTo>
                  <a:lnTo>
                    <a:pt x="192358" y="329224"/>
                  </a:lnTo>
                  <a:lnTo>
                    <a:pt x="197592" y="328341"/>
                  </a:lnTo>
                  <a:lnTo>
                    <a:pt x="202795" y="327292"/>
                  </a:lnTo>
                  <a:lnTo>
                    <a:pt x="207963" y="326078"/>
                  </a:lnTo>
                  <a:lnTo>
                    <a:pt x="213089" y="324701"/>
                  </a:lnTo>
                  <a:lnTo>
                    <a:pt x="218169" y="323162"/>
                  </a:lnTo>
                  <a:lnTo>
                    <a:pt x="223197" y="321463"/>
                  </a:lnTo>
                  <a:lnTo>
                    <a:pt x="228169" y="319604"/>
                  </a:lnTo>
                  <a:lnTo>
                    <a:pt x="233080" y="317589"/>
                  </a:lnTo>
                  <a:lnTo>
                    <a:pt x="237924" y="315419"/>
                  </a:lnTo>
                  <a:lnTo>
                    <a:pt x="242696" y="313096"/>
                  </a:lnTo>
                  <a:lnTo>
                    <a:pt x="247393" y="310623"/>
                  </a:lnTo>
                  <a:lnTo>
                    <a:pt x="252008" y="308002"/>
                  </a:lnTo>
                  <a:lnTo>
                    <a:pt x="256538" y="305235"/>
                  </a:lnTo>
                  <a:lnTo>
                    <a:pt x="260978" y="302327"/>
                  </a:lnTo>
                  <a:lnTo>
                    <a:pt x="265324" y="299278"/>
                  </a:lnTo>
                  <a:lnTo>
                    <a:pt x="269570" y="296094"/>
                  </a:lnTo>
                  <a:lnTo>
                    <a:pt x="273713" y="292776"/>
                  </a:lnTo>
                  <a:lnTo>
                    <a:pt x="277749" y="289328"/>
                  </a:lnTo>
                  <a:lnTo>
                    <a:pt x="281673" y="285754"/>
                  </a:lnTo>
                  <a:lnTo>
                    <a:pt x="285482" y="282057"/>
                  </a:lnTo>
                  <a:lnTo>
                    <a:pt x="289172" y="278241"/>
                  </a:lnTo>
                  <a:lnTo>
                    <a:pt x="292738" y="274310"/>
                  </a:lnTo>
                  <a:lnTo>
                    <a:pt x="296178" y="270268"/>
                  </a:lnTo>
                  <a:lnTo>
                    <a:pt x="299488" y="266118"/>
                  </a:lnTo>
                  <a:lnTo>
                    <a:pt x="302664" y="261865"/>
                  </a:lnTo>
                  <a:lnTo>
                    <a:pt x="305704" y="257514"/>
                  </a:lnTo>
                  <a:lnTo>
                    <a:pt x="308604" y="253069"/>
                  </a:lnTo>
                  <a:lnTo>
                    <a:pt x="311362" y="248533"/>
                  </a:lnTo>
                  <a:lnTo>
                    <a:pt x="313974" y="243912"/>
                  </a:lnTo>
                  <a:lnTo>
                    <a:pt x="316438" y="239211"/>
                  </a:lnTo>
                  <a:lnTo>
                    <a:pt x="318752" y="234434"/>
                  </a:lnTo>
                  <a:lnTo>
                    <a:pt x="320912" y="229586"/>
                  </a:lnTo>
                  <a:lnTo>
                    <a:pt x="322918" y="224672"/>
                  </a:lnTo>
                  <a:lnTo>
                    <a:pt x="324767" y="219696"/>
                  </a:lnTo>
                  <a:lnTo>
                    <a:pt x="326457" y="214664"/>
                  </a:lnTo>
                  <a:lnTo>
                    <a:pt x="327986" y="209581"/>
                  </a:lnTo>
                  <a:lnTo>
                    <a:pt x="329353" y="204453"/>
                  </a:lnTo>
                  <a:lnTo>
                    <a:pt x="330557" y="199283"/>
                  </a:lnTo>
                  <a:lnTo>
                    <a:pt x="331596" y="194078"/>
                  </a:lnTo>
                  <a:lnTo>
                    <a:pt x="332469" y="188842"/>
                  </a:lnTo>
                  <a:lnTo>
                    <a:pt x="333175" y="183581"/>
                  </a:lnTo>
                  <a:lnTo>
                    <a:pt x="333714" y="178301"/>
                  </a:lnTo>
                  <a:lnTo>
                    <a:pt x="334085" y="173006"/>
                  </a:lnTo>
                  <a:lnTo>
                    <a:pt x="334288" y="167702"/>
                  </a:lnTo>
                  <a:lnTo>
                    <a:pt x="334322" y="162394"/>
                  </a:lnTo>
                  <a:lnTo>
                    <a:pt x="334188" y="157088"/>
                  </a:lnTo>
                  <a:lnTo>
                    <a:pt x="333886" y="151789"/>
                  </a:lnTo>
                  <a:lnTo>
                    <a:pt x="333415" y="146502"/>
                  </a:lnTo>
                  <a:lnTo>
                    <a:pt x="332777" y="141232"/>
                  </a:lnTo>
                  <a:lnTo>
                    <a:pt x="331971" y="135986"/>
                  </a:lnTo>
                  <a:lnTo>
                    <a:pt x="331000" y="130767"/>
                  </a:lnTo>
                  <a:lnTo>
                    <a:pt x="329863" y="125583"/>
                  </a:lnTo>
                  <a:lnTo>
                    <a:pt x="328563" y="120437"/>
                  </a:lnTo>
                  <a:lnTo>
                    <a:pt x="327099" y="115334"/>
                  </a:lnTo>
                  <a:lnTo>
                    <a:pt x="325475" y="110281"/>
                  </a:lnTo>
                  <a:lnTo>
                    <a:pt x="323691" y="105282"/>
                  </a:lnTo>
                  <a:lnTo>
                    <a:pt x="321749" y="100342"/>
                  </a:lnTo>
                  <a:lnTo>
                    <a:pt x="319651" y="95467"/>
                  </a:lnTo>
                  <a:lnTo>
                    <a:pt x="317399" y="90660"/>
                  </a:lnTo>
                  <a:lnTo>
                    <a:pt x="314996" y="85927"/>
                  </a:lnTo>
                  <a:lnTo>
                    <a:pt x="312444" y="81273"/>
                  </a:lnTo>
                  <a:lnTo>
                    <a:pt x="309745" y="76702"/>
                  </a:lnTo>
                  <a:lnTo>
                    <a:pt x="306903" y="72219"/>
                  </a:lnTo>
                  <a:lnTo>
                    <a:pt x="303920" y="67829"/>
                  </a:lnTo>
                  <a:lnTo>
                    <a:pt x="300799" y="63536"/>
                  </a:lnTo>
                  <a:lnTo>
                    <a:pt x="297543" y="59344"/>
                  </a:lnTo>
                  <a:lnTo>
                    <a:pt x="294156" y="55257"/>
                  </a:lnTo>
                  <a:lnTo>
                    <a:pt x="290640" y="51280"/>
                  </a:lnTo>
                  <a:lnTo>
                    <a:pt x="287000" y="47417"/>
                  </a:lnTo>
                  <a:lnTo>
                    <a:pt x="283240" y="43671"/>
                  </a:lnTo>
                  <a:lnTo>
                    <a:pt x="279362" y="40046"/>
                  </a:lnTo>
                  <a:lnTo>
                    <a:pt x="275371" y="36547"/>
                  </a:lnTo>
                  <a:lnTo>
                    <a:pt x="271271" y="33176"/>
                  </a:lnTo>
                  <a:lnTo>
                    <a:pt x="267067" y="29936"/>
                  </a:lnTo>
                  <a:lnTo>
                    <a:pt x="262761" y="26832"/>
                  </a:lnTo>
                  <a:lnTo>
                    <a:pt x="258359" y="23866"/>
                  </a:lnTo>
                  <a:lnTo>
                    <a:pt x="253865" y="21041"/>
                  </a:lnTo>
                  <a:lnTo>
                    <a:pt x="249284" y="18361"/>
                  </a:lnTo>
                  <a:lnTo>
                    <a:pt x="244620" y="15827"/>
                  </a:lnTo>
                  <a:lnTo>
                    <a:pt x="239878" y="13443"/>
                  </a:lnTo>
                  <a:lnTo>
                    <a:pt x="235062" y="11210"/>
                  </a:lnTo>
                  <a:lnTo>
                    <a:pt x="230178" y="9131"/>
                  </a:lnTo>
                  <a:lnTo>
                    <a:pt x="225231" y="7209"/>
                  </a:lnTo>
                  <a:lnTo>
                    <a:pt x="220225" y="5444"/>
                  </a:lnTo>
                  <a:lnTo>
                    <a:pt x="215165" y="3839"/>
                  </a:lnTo>
                  <a:lnTo>
                    <a:pt x="210057" y="2396"/>
                  </a:lnTo>
                  <a:lnTo>
                    <a:pt x="204906" y="1116"/>
                  </a:lnTo>
                  <a:lnTo>
                    <a:pt x="199717" y="0"/>
                  </a:lnTo>
                  <a:lnTo>
                    <a:pt x="167162" y="1639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554" cy="167167"/>
            </a:xfrm>
            <a:custGeom>
              <a:avLst/>
              <a:pathLst>
                <a:path w="32554" h="167167">
                  <a:moveTo>
                    <a:pt x="32554" y="3200"/>
                  </a:moveTo>
                  <a:lnTo>
                    <a:pt x="26103" y="2050"/>
                  </a:lnTo>
                  <a:lnTo>
                    <a:pt x="19612" y="1154"/>
                  </a:lnTo>
                  <a:lnTo>
                    <a:pt x="13092" y="513"/>
                  </a:lnTo>
                  <a:lnTo>
                    <a:pt x="6551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4521" y="1322571"/>
              <a:ext cx="64198" cy="167167"/>
            </a:xfrm>
            <a:custGeom>
              <a:avLst/>
              <a:pathLst>
                <a:path w="64198" h="167167">
                  <a:moveTo>
                    <a:pt x="64198" y="0"/>
                  </a:moveTo>
                  <a:lnTo>
                    <a:pt x="58210" y="107"/>
                  </a:lnTo>
                  <a:lnTo>
                    <a:pt x="52228" y="429"/>
                  </a:lnTo>
                  <a:lnTo>
                    <a:pt x="46263" y="964"/>
                  </a:lnTo>
                  <a:lnTo>
                    <a:pt x="40320" y="1714"/>
                  </a:lnTo>
                  <a:lnTo>
                    <a:pt x="34408" y="2675"/>
                  </a:lnTo>
                  <a:lnTo>
                    <a:pt x="28534" y="3848"/>
                  </a:lnTo>
                  <a:lnTo>
                    <a:pt x="22706" y="5231"/>
                  </a:lnTo>
                  <a:lnTo>
                    <a:pt x="16931" y="6821"/>
                  </a:lnTo>
                  <a:lnTo>
                    <a:pt x="11217" y="8618"/>
                  </a:lnTo>
                  <a:lnTo>
                    <a:pt x="5570" y="10618"/>
                  </a:lnTo>
                  <a:lnTo>
                    <a:pt x="0" y="12818"/>
                  </a:lnTo>
                  <a:lnTo>
                    <a:pt x="6419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4521" y="1335390"/>
              <a:ext cx="64198" cy="154348"/>
            </a:xfrm>
            <a:custGeom>
              <a:avLst/>
              <a:pathLst>
                <a:path w="64198" h="154348">
                  <a:moveTo>
                    <a:pt x="0" y="0"/>
                  </a:moveTo>
                  <a:lnTo>
                    <a:pt x="64198" y="1543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4" y="1335390"/>
              <a:ext cx="334330" cy="321506"/>
            </a:xfrm>
            <a:custGeom>
              <a:avLst/>
              <a:pathLst>
                <a:path w="334330" h="321506">
                  <a:moveTo>
                    <a:pt x="102967" y="0"/>
                  </a:moveTo>
                  <a:lnTo>
                    <a:pt x="98107" y="2112"/>
                  </a:lnTo>
                  <a:lnTo>
                    <a:pt x="93316" y="4378"/>
                  </a:lnTo>
                  <a:lnTo>
                    <a:pt x="88599" y="6794"/>
                  </a:lnTo>
                  <a:lnTo>
                    <a:pt x="83961" y="9358"/>
                  </a:lnTo>
                  <a:lnTo>
                    <a:pt x="79407" y="12069"/>
                  </a:lnTo>
                  <a:lnTo>
                    <a:pt x="74941" y="14922"/>
                  </a:lnTo>
                  <a:lnTo>
                    <a:pt x="70568" y="17915"/>
                  </a:lnTo>
                  <a:lnTo>
                    <a:pt x="66292" y="21046"/>
                  </a:lnTo>
                  <a:lnTo>
                    <a:pt x="62117" y="24310"/>
                  </a:lnTo>
                  <a:lnTo>
                    <a:pt x="58048" y="27706"/>
                  </a:lnTo>
                  <a:lnTo>
                    <a:pt x="54089" y="31228"/>
                  </a:lnTo>
                  <a:lnTo>
                    <a:pt x="50243" y="34874"/>
                  </a:lnTo>
                  <a:lnTo>
                    <a:pt x="46515" y="38640"/>
                  </a:lnTo>
                  <a:lnTo>
                    <a:pt x="42908" y="42523"/>
                  </a:lnTo>
                  <a:lnTo>
                    <a:pt x="39425" y="46518"/>
                  </a:lnTo>
                  <a:lnTo>
                    <a:pt x="36072" y="50621"/>
                  </a:lnTo>
                  <a:lnTo>
                    <a:pt x="32850" y="54829"/>
                  </a:lnTo>
                  <a:lnTo>
                    <a:pt x="29762" y="59136"/>
                  </a:lnTo>
                  <a:lnTo>
                    <a:pt x="26813" y="63540"/>
                  </a:lnTo>
                  <a:lnTo>
                    <a:pt x="24006" y="68034"/>
                  </a:lnTo>
                  <a:lnTo>
                    <a:pt x="21342" y="72615"/>
                  </a:lnTo>
                  <a:lnTo>
                    <a:pt x="18824" y="77279"/>
                  </a:lnTo>
                  <a:lnTo>
                    <a:pt x="16456" y="82020"/>
                  </a:lnTo>
                  <a:lnTo>
                    <a:pt x="14239" y="86833"/>
                  </a:lnTo>
                  <a:lnTo>
                    <a:pt x="12175" y="91715"/>
                  </a:lnTo>
                  <a:lnTo>
                    <a:pt x="10268" y="96659"/>
                  </a:lnTo>
                  <a:lnTo>
                    <a:pt x="8518" y="101661"/>
                  </a:lnTo>
                  <a:lnTo>
                    <a:pt x="6928" y="106717"/>
                  </a:lnTo>
                  <a:lnTo>
                    <a:pt x="5499" y="111820"/>
                  </a:lnTo>
                  <a:lnTo>
                    <a:pt x="4232" y="116966"/>
                  </a:lnTo>
                  <a:lnTo>
                    <a:pt x="3129" y="122149"/>
                  </a:lnTo>
                  <a:lnTo>
                    <a:pt x="2190" y="127365"/>
                  </a:lnTo>
                  <a:lnTo>
                    <a:pt x="1418" y="132608"/>
                  </a:lnTo>
                  <a:lnTo>
                    <a:pt x="812" y="137873"/>
                  </a:lnTo>
                  <a:lnTo>
                    <a:pt x="374" y="143154"/>
                  </a:lnTo>
                  <a:lnTo>
                    <a:pt x="103" y="148447"/>
                  </a:lnTo>
                  <a:lnTo>
                    <a:pt x="0" y="153745"/>
                  </a:lnTo>
                  <a:lnTo>
                    <a:pt x="64" y="159044"/>
                  </a:lnTo>
                  <a:lnTo>
                    <a:pt x="297" y="164339"/>
                  </a:lnTo>
                  <a:lnTo>
                    <a:pt x="698" y="169623"/>
                  </a:lnTo>
                  <a:lnTo>
                    <a:pt x="1266" y="174892"/>
                  </a:lnTo>
                  <a:lnTo>
                    <a:pt x="2000" y="180141"/>
                  </a:lnTo>
                  <a:lnTo>
                    <a:pt x="2901" y="185363"/>
                  </a:lnTo>
                  <a:lnTo>
                    <a:pt x="3966" y="190554"/>
                  </a:lnTo>
                  <a:lnTo>
                    <a:pt x="5196" y="195709"/>
                  </a:lnTo>
                  <a:lnTo>
                    <a:pt x="6589" y="200823"/>
                  </a:lnTo>
                  <a:lnTo>
                    <a:pt x="8142" y="205889"/>
                  </a:lnTo>
                  <a:lnTo>
                    <a:pt x="9856" y="210904"/>
                  </a:lnTo>
                  <a:lnTo>
                    <a:pt x="11728" y="215862"/>
                  </a:lnTo>
                  <a:lnTo>
                    <a:pt x="13756" y="220758"/>
                  </a:lnTo>
                  <a:lnTo>
                    <a:pt x="15938" y="225588"/>
                  </a:lnTo>
                  <a:lnTo>
                    <a:pt x="18272" y="230345"/>
                  </a:lnTo>
                  <a:lnTo>
                    <a:pt x="20756" y="235027"/>
                  </a:lnTo>
                  <a:lnTo>
                    <a:pt x="23387" y="239627"/>
                  </a:lnTo>
                  <a:lnTo>
                    <a:pt x="26162" y="244142"/>
                  </a:lnTo>
                  <a:lnTo>
                    <a:pt x="29079" y="248566"/>
                  </a:lnTo>
                  <a:lnTo>
                    <a:pt x="32135" y="252896"/>
                  </a:lnTo>
                  <a:lnTo>
                    <a:pt x="35327" y="257127"/>
                  </a:lnTo>
                  <a:lnTo>
                    <a:pt x="38651" y="261254"/>
                  </a:lnTo>
                  <a:lnTo>
                    <a:pt x="42104" y="265274"/>
                  </a:lnTo>
                  <a:lnTo>
                    <a:pt x="45683" y="269182"/>
                  </a:lnTo>
                  <a:lnTo>
                    <a:pt x="49384" y="272976"/>
                  </a:lnTo>
                  <a:lnTo>
                    <a:pt x="53204" y="276649"/>
                  </a:lnTo>
                  <a:lnTo>
                    <a:pt x="57138" y="280200"/>
                  </a:lnTo>
                  <a:lnTo>
                    <a:pt x="61182" y="283625"/>
                  </a:lnTo>
                  <a:lnTo>
                    <a:pt x="65334" y="286919"/>
                  </a:lnTo>
                  <a:lnTo>
                    <a:pt x="69587" y="290080"/>
                  </a:lnTo>
                  <a:lnTo>
                    <a:pt x="73938" y="293105"/>
                  </a:lnTo>
                  <a:lnTo>
                    <a:pt x="78384" y="295991"/>
                  </a:lnTo>
                  <a:lnTo>
                    <a:pt x="82918" y="298734"/>
                  </a:lnTo>
                  <a:lnTo>
                    <a:pt x="87537" y="301332"/>
                  </a:lnTo>
                  <a:lnTo>
                    <a:pt x="92236" y="303782"/>
                  </a:lnTo>
                  <a:lnTo>
                    <a:pt x="97011" y="306082"/>
                  </a:lnTo>
                  <a:lnTo>
                    <a:pt x="101856" y="308229"/>
                  </a:lnTo>
                  <a:lnTo>
                    <a:pt x="106766" y="310222"/>
                  </a:lnTo>
                  <a:lnTo>
                    <a:pt x="111737" y="312059"/>
                  </a:lnTo>
                  <a:lnTo>
                    <a:pt x="116764" y="313736"/>
                  </a:lnTo>
                  <a:lnTo>
                    <a:pt x="121842" y="315254"/>
                  </a:lnTo>
                  <a:lnTo>
                    <a:pt x="126965" y="316610"/>
                  </a:lnTo>
                  <a:lnTo>
                    <a:pt x="132129" y="317802"/>
                  </a:lnTo>
                  <a:lnTo>
                    <a:pt x="137327" y="318831"/>
                  </a:lnTo>
                  <a:lnTo>
                    <a:pt x="142556" y="319694"/>
                  </a:lnTo>
                  <a:lnTo>
                    <a:pt x="147810" y="320391"/>
                  </a:lnTo>
                  <a:lnTo>
                    <a:pt x="153083" y="320921"/>
                  </a:lnTo>
                  <a:lnTo>
                    <a:pt x="158370" y="321284"/>
                  </a:lnTo>
                  <a:lnTo>
                    <a:pt x="163666" y="321479"/>
                  </a:lnTo>
                  <a:lnTo>
                    <a:pt x="168965" y="321506"/>
                  </a:lnTo>
                  <a:lnTo>
                    <a:pt x="174263" y="321365"/>
                  </a:lnTo>
                  <a:lnTo>
                    <a:pt x="179553" y="321056"/>
                  </a:lnTo>
                  <a:lnTo>
                    <a:pt x="184831" y="320579"/>
                  </a:lnTo>
                  <a:lnTo>
                    <a:pt x="190092" y="319936"/>
                  </a:lnTo>
                  <a:lnTo>
                    <a:pt x="195329" y="319126"/>
                  </a:lnTo>
                  <a:lnTo>
                    <a:pt x="200538" y="318150"/>
                  </a:lnTo>
                  <a:lnTo>
                    <a:pt x="205714" y="317010"/>
                  </a:lnTo>
                  <a:lnTo>
                    <a:pt x="210850" y="315707"/>
                  </a:lnTo>
                  <a:lnTo>
                    <a:pt x="215943" y="314241"/>
                  </a:lnTo>
                  <a:lnTo>
                    <a:pt x="220987" y="312614"/>
                  </a:lnTo>
                  <a:lnTo>
                    <a:pt x="225976" y="310829"/>
                  </a:lnTo>
                  <a:lnTo>
                    <a:pt x="230907" y="308886"/>
                  </a:lnTo>
                  <a:lnTo>
                    <a:pt x="235774" y="306788"/>
                  </a:lnTo>
                  <a:lnTo>
                    <a:pt x="240571" y="304537"/>
                  </a:lnTo>
                  <a:lnTo>
                    <a:pt x="245295" y="302134"/>
                  </a:lnTo>
                  <a:lnTo>
                    <a:pt x="249940" y="299583"/>
                  </a:lnTo>
                  <a:lnTo>
                    <a:pt x="254502" y="296887"/>
                  </a:lnTo>
                  <a:lnTo>
                    <a:pt x="258977" y="294047"/>
                  </a:lnTo>
                  <a:lnTo>
                    <a:pt x="263359" y="291066"/>
                  </a:lnTo>
                  <a:lnTo>
                    <a:pt x="267644" y="287948"/>
                  </a:lnTo>
                  <a:lnTo>
                    <a:pt x="271828" y="284696"/>
                  </a:lnTo>
                  <a:lnTo>
                    <a:pt x="275908" y="281313"/>
                  </a:lnTo>
                  <a:lnTo>
                    <a:pt x="279877" y="277803"/>
                  </a:lnTo>
                  <a:lnTo>
                    <a:pt x="283734" y="274168"/>
                  </a:lnTo>
                  <a:lnTo>
                    <a:pt x="287474" y="270413"/>
                  </a:lnTo>
                  <a:lnTo>
                    <a:pt x="291092" y="266541"/>
                  </a:lnTo>
                  <a:lnTo>
                    <a:pt x="294586" y="262556"/>
                  </a:lnTo>
                  <a:lnTo>
                    <a:pt x="297952" y="258463"/>
                  </a:lnTo>
                  <a:lnTo>
                    <a:pt x="301187" y="254265"/>
                  </a:lnTo>
                  <a:lnTo>
                    <a:pt x="304286" y="249966"/>
                  </a:lnTo>
                  <a:lnTo>
                    <a:pt x="307248" y="245572"/>
                  </a:lnTo>
                  <a:lnTo>
                    <a:pt x="310070" y="241086"/>
                  </a:lnTo>
                  <a:lnTo>
                    <a:pt x="312747" y="236512"/>
                  </a:lnTo>
                  <a:lnTo>
                    <a:pt x="315279" y="231856"/>
                  </a:lnTo>
                  <a:lnTo>
                    <a:pt x="317661" y="227123"/>
                  </a:lnTo>
                  <a:lnTo>
                    <a:pt x="319892" y="222316"/>
                  </a:lnTo>
                  <a:lnTo>
                    <a:pt x="321970" y="217440"/>
                  </a:lnTo>
                  <a:lnTo>
                    <a:pt x="323892" y="212502"/>
                  </a:lnTo>
                  <a:lnTo>
                    <a:pt x="325657" y="207505"/>
                  </a:lnTo>
                  <a:lnTo>
                    <a:pt x="327262" y="202454"/>
                  </a:lnTo>
                  <a:lnTo>
                    <a:pt x="328706" y="197355"/>
                  </a:lnTo>
                  <a:lnTo>
                    <a:pt x="329988" y="192213"/>
                  </a:lnTo>
                  <a:lnTo>
                    <a:pt x="331107" y="187033"/>
                  </a:lnTo>
                  <a:lnTo>
                    <a:pt x="332061" y="181820"/>
                  </a:lnTo>
                  <a:lnTo>
                    <a:pt x="332848" y="176579"/>
                  </a:lnTo>
                  <a:lnTo>
                    <a:pt x="333470" y="171316"/>
                  </a:lnTo>
                  <a:lnTo>
                    <a:pt x="333924" y="166036"/>
                  </a:lnTo>
                  <a:lnTo>
                    <a:pt x="334211" y="160744"/>
                  </a:lnTo>
                  <a:lnTo>
                    <a:pt x="334330" y="155446"/>
                  </a:lnTo>
                  <a:lnTo>
                    <a:pt x="334280" y="150147"/>
                  </a:lnTo>
                  <a:lnTo>
                    <a:pt x="334063" y="144852"/>
                  </a:lnTo>
                  <a:lnTo>
                    <a:pt x="333678" y="139566"/>
                  </a:lnTo>
                  <a:lnTo>
                    <a:pt x="333126" y="134296"/>
                  </a:lnTo>
                  <a:lnTo>
                    <a:pt x="332407" y="129045"/>
                  </a:lnTo>
                  <a:lnTo>
                    <a:pt x="331522" y="123820"/>
                  </a:lnTo>
                  <a:lnTo>
                    <a:pt x="330472" y="118625"/>
                  </a:lnTo>
                  <a:lnTo>
                    <a:pt x="329257" y="113467"/>
                  </a:lnTo>
                  <a:lnTo>
                    <a:pt x="327880" y="108349"/>
                  </a:lnTo>
                  <a:lnTo>
                    <a:pt x="326341" y="103278"/>
                  </a:lnTo>
                  <a:lnTo>
                    <a:pt x="324643" y="98258"/>
                  </a:lnTo>
                  <a:lnTo>
                    <a:pt x="322786" y="93295"/>
                  </a:lnTo>
                  <a:lnTo>
                    <a:pt x="320772" y="88393"/>
                  </a:lnTo>
                  <a:lnTo>
                    <a:pt x="318604" y="83557"/>
                  </a:lnTo>
                  <a:lnTo>
                    <a:pt x="316284" y="78792"/>
                  </a:lnTo>
                  <a:lnTo>
                    <a:pt x="313814" y="74103"/>
                  </a:lnTo>
                  <a:lnTo>
                    <a:pt x="311197" y="69495"/>
                  </a:lnTo>
                  <a:lnTo>
                    <a:pt x="308435" y="64972"/>
                  </a:lnTo>
                  <a:lnTo>
                    <a:pt x="305531" y="60539"/>
                  </a:lnTo>
                  <a:lnTo>
                    <a:pt x="302488" y="56201"/>
                  </a:lnTo>
                  <a:lnTo>
                    <a:pt x="299309" y="51960"/>
                  </a:lnTo>
                  <a:lnTo>
                    <a:pt x="295997" y="47823"/>
                  </a:lnTo>
                  <a:lnTo>
                    <a:pt x="292556" y="43793"/>
                  </a:lnTo>
                  <a:lnTo>
                    <a:pt x="288988" y="39874"/>
                  </a:lnTo>
                  <a:lnTo>
                    <a:pt x="285298" y="36070"/>
                  </a:lnTo>
                  <a:lnTo>
                    <a:pt x="281490" y="32385"/>
                  </a:lnTo>
                  <a:lnTo>
                    <a:pt x="277566" y="28822"/>
                  </a:lnTo>
                  <a:lnTo>
                    <a:pt x="273532" y="25386"/>
                  </a:lnTo>
                  <a:lnTo>
                    <a:pt x="269391" y="22079"/>
                  </a:lnTo>
                  <a:lnTo>
                    <a:pt x="265147" y="18905"/>
                  </a:lnTo>
                  <a:lnTo>
                    <a:pt x="260804" y="15868"/>
                  </a:lnTo>
                  <a:lnTo>
                    <a:pt x="256368" y="12969"/>
                  </a:lnTo>
                  <a:lnTo>
                    <a:pt x="251841" y="10213"/>
                  </a:lnTo>
                  <a:lnTo>
                    <a:pt x="247230" y="7601"/>
                  </a:lnTo>
                  <a:lnTo>
                    <a:pt x="242538" y="5137"/>
                  </a:lnTo>
                  <a:lnTo>
                    <a:pt x="237771" y="2823"/>
                  </a:lnTo>
                  <a:lnTo>
                    <a:pt x="232932" y="661"/>
                  </a:lnTo>
                  <a:lnTo>
                    <a:pt x="167166" y="1543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65766" cy="167167"/>
            </a:xfrm>
            <a:custGeom>
              <a:avLst/>
              <a:pathLst>
                <a:path w="65766" h="167167">
                  <a:moveTo>
                    <a:pt x="65766" y="13480"/>
                  </a:moveTo>
                  <a:lnTo>
                    <a:pt x="60073" y="11167"/>
                  </a:lnTo>
                  <a:lnTo>
                    <a:pt x="54300" y="9064"/>
                  </a:lnTo>
                  <a:lnTo>
                    <a:pt x="48453" y="7176"/>
                  </a:lnTo>
                  <a:lnTo>
                    <a:pt x="42540" y="5503"/>
                  </a:lnTo>
                  <a:lnTo>
                    <a:pt x="36570" y="4049"/>
                  </a:lnTo>
                  <a:lnTo>
                    <a:pt x="30551" y="2815"/>
                  </a:lnTo>
                  <a:lnTo>
                    <a:pt x="24490" y="1803"/>
                  </a:lnTo>
                  <a:lnTo>
                    <a:pt x="18397" y="1015"/>
                  </a:lnTo>
                  <a:lnTo>
                    <a:pt x="12278" y="451"/>
                  </a:lnTo>
                  <a:lnTo>
                    <a:pt x="6143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5517" y="1681503"/>
              <a:ext cx="11007" cy="167167"/>
            </a:xfrm>
            <a:custGeom>
              <a:avLst/>
              <a:pathLst>
                <a:path w="11007" h="167167">
                  <a:moveTo>
                    <a:pt x="11007" y="0"/>
                  </a:moveTo>
                  <a:lnTo>
                    <a:pt x="0" y="362"/>
                  </a:lnTo>
                  <a:lnTo>
                    <a:pt x="110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43937" y="1681866"/>
              <a:ext cx="142587" cy="166804"/>
            </a:xfrm>
            <a:custGeom>
              <a:avLst/>
              <a:pathLst>
                <a:path w="142587" h="166804">
                  <a:moveTo>
                    <a:pt x="131580" y="0"/>
                  </a:moveTo>
                  <a:lnTo>
                    <a:pt x="126089" y="453"/>
                  </a:lnTo>
                  <a:lnTo>
                    <a:pt x="120617" y="1087"/>
                  </a:lnTo>
                  <a:lnTo>
                    <a:pt x="115168" y="1901"/>
                  </a:lnTo>
                  <a:lnTo>
                    <a:pt x="109749" y="2894"/>
                  </a:lnTo>
                  <a:lnTo>
                    <a:pt x="104366" y="4065"/>
                  </a:lnTo>
                  <a:lnTo>
                    <a:pt x="99025" y="5413"/>
                  </a:lnTo>
                  <a:lnTo>
                    <a:pt x="93730" y="6936"/>
                  </a:lnTo>
                  <a:lnTo>
                    <a:pt x="88489" y="8632"/>
                  </a:lnTo>
                  <a:lnTo>
                    <a:pt x="83307" y="10501"/>
                  </a:lnTo>
                  <a:lnTo>
                    <a:pt x="78189" y="12539"/>
                  </a:lnTo>
                  <a:lnTo>
                    <a:pt x="73140" y="14745"/>
                  </a:lnTo>
                  <a:lnTo>
                    <a:pt x="68168" y="17116"/>
                  </a:lnTo>
                  <a:lnTo>
                    <a:pt x="63276" y="19649"/>
                  </a:lnTo>
                  <a:lnTo>
                    <a:pt x="58470" y="22342"/>
                  </a:lnTo>
                  <a:lnTo>
                    <a:pt x="53756" y="25192"/>
                  </a:lnTo>
                  <a:lnTo>
                    <a:pt x="49138" y="28196"/>
                  </a:lnTo>
                  <a:lnTo>
                    <a:pt x="44621" y="31351"/>
                  </a:lnTo>
                  <a:lnTo>
                    <a:pt x="40211" y="34653"/>
                  </a:lnTo>
                  <a:lnTo>
                    <a:pt x="35912" y="38098"/>
                  </a:lnTo>
                  <a:lnTo>
                    <a:pt x="31729" y="41683"/>
                  </a:lnTo>
                  <a:lnTo>
                    <a:pt x="27666" y="45403"/>
                  </a:lnTo>
                  <a:lnTo>
                    <a:pt x="23729" y="49256"/>
                  </a:lnTo>
                  <a:lnTo>
                    <a:pt x="19920" y="53236"/>
                  </a:lnTo>
                  <a:lnTo>
                    <a:pt x="16244" y="57340"/>
                  </a:lnTo>
                  <a:lnTo>
                    <a:pt x="12706" y="61562"/>
                  </a:lnTo>
                  <a:lnTo>
                    <a:pt x="9309" y="65899"/>
                  </a:lnTo>
                  <a:lnTo>
                    <a:pt x="6056" y="70346"/>
                  </a:lnTo>
                  <a:lnTo>
                    <a:pt x="2952" y="74897"/>
                  </a:lnTo>
                  <a:lnTo>
                    <a:pt x="0" y="79548"/>
                  </a:lnTo>
                  <a:lnTo>
                    <a:pt x="142587" y="1668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6" y="1681503"/>
              <a:ext cx="334309" cy="334333"/>
            </a:xfrm>
            <a:custGeom>
              <a:avLst/>
              <a:pathLst>
                <a:path w="334309" h="334333">
                  <a:moveTo>
                    <a:pt x="24570" y="79911"/>
                  </a:moveTo>
                  <a:lnTo>
                    <a:pt x="21877" y="84473"/>
                  </a:lnTo>
                  <a:lnTo>
                    <a:pt x="19329" y="89119"/>
                  </a:lnTo>
                  <a:lnTo>
                    <a:pt x="16930" y="93843"/>
                  </a:lnTo>
                  <a:lnTo>
                    <a:pt x="14682" y="98641"/>
                  </a:lnTo>
                  <a:lnTo>
                    <a:pt x="12586" y="103507"/>
                  </a:lnTo>
                  <a:lnTo>
                    <a:pt x="10647" y="108438"/>
                  </a:lnTo>
                  <a:lnTo>
                    <a:pt x="8864" y="113427"/>
                  </a:lnTo>
                  <a:lnTo>
                    <a:pt x="7241" y="118470"/>
                  </a:lnTo>
                  <a:lnTo>
                    <a:pt x="5778" y="123563"/>
                  </a:lnTo>
                  <a:lnTo>
                    <a:pt x="4477" y="128699"/>
                  </a:lnTo>
                  <a:lnTo>
                    <a:pt x="3339" y="133874"/>
                  </a:lnTo>
                  <a:lnTo>
                    <a:pt x="2367" y="139082"/>
                  </a:lnTo>
                  <a:lnTo>
                    <a:pt x="1559" y="144319"/>
                  </a:lnTo>
                  <a:lnTo>
                    <a:pt x="919" y="149578"/>
                  </a:lnTo>
                  <a:lnTo>
                    <a:pt x="445" y="154855"/>
                  </a:lnTo>
                  <a:lnTo>
                    <a:pt x="138" y="160144"/>
                  </a:lnTo>
                  <a:lnTo>
                    <a:pt x="0" y="165441"/>
                  </a:lnTo>
                  <a:lnTo>
                    <a:pt x="29" y="170739"/>
                  </a:lnTo>
                  <a:lnTo>
                    <a:pt x="226" y="176034"/>
                  </a:lnTo>
                  <a:lnTo>
                    <a:pt x="591" y="181320"/>
                  </a:lnTo>
                  <a:lnTo>
                    <a:pt x="1123" y="186591"/>
                  </a:lnTo>
                  <a:lnTo>
                    <a:pt x="1822" y="191843"/>
                  </a:lnTo>
                  <a:lnTo>
                    <a:pt x="2687" y="197070"/>
                  </a:lnTo>
                  <a:lnTo>
                    <a:pt x="3717" y="202268"/>
                  </a:lnTo>
                  <a:lnTo>
                    <a:pt x="4912" y="207430"/>
                  </a:lnTo>
                  <a:lnTo>
                    <a:pt x="6269" y="212551"/>
                  </a:lnTo>
                  <a:lnTo>
                    <a:pt x="7788" y="217627"/>
                  </a:lnTo>
                  <a:lnTo>
                    <a:pt x="9467" y="222652"/>
                  </a:lnTo>
                  <a:lnTo>
                    <a:pt x="11305" y="227622"/>
                  </a:lnTo>
                  <a:lnTo>
                    <a:pt x="13299" y="232530"/>
                  </a:lnTo>
                  <a:lnTo>
                    <a:pt x="15448" y="237373"/>
                  </a:lnTo>
                  <a:lnTo>
                    <a:pt x="17749" y="242146"/>
                  </a:lnTo>
                  <a:lnTo>
                    <a:pt x="20200" y="246843"/>
                  </a:lnTo>
                  <a:lnTo>
                    <a:pt x="22799" y="251460"/>
                  </a:lnTo>
                  <a:lnTo>
                    <a:pt x="25543" y="255993"/>
                  </a:lnTo>
                  <a:lnTo>
                    <a:pt x="28429" y="260436"/>
                  </a:lnTo>
                  <a:lnTo>
                    <a:pt x="31454" y="264786"/>
                  </a:lnTo>
                  <a:lnTo>
                    <a:pt x="34616" y="269037"/>
                  </a:lnTo>
                  <a:lnTo>
                    <a:pt x="37911" y="273187"/>
                  </a:lnTo>
                  <a:lnTo>
                    <a:pt x="41336" y="277229"/>
                  </a:lnTo>
                  <a:lnTo>
                    <a:pt x="44887" y="281161"/>
                  </a:lnTo>
                  <a:lnTo>
                    <a:pt x="48561" y="284979"/>
                  </a:lnTo>
                  <a:lnTo>
                    <a:pt x="52354" y="288678"/>
                  </a:lnTo>
                  <a:lnTo>
                    <a:pt x="56262" y="292255"/>
                  </a:lnTo>
                  <a:lnTo>
                    <a:pt x="60282" y="295707"/>
                  </a:lnTo>
                  <a:lnTo>
                    <a:pt x="64409" y="299029"/>
                  </a:lnTo>
                  <a:lnTo>
                    <a:pt x="68640" y="302219"/>
                  </a:lnTo>
                  <a:lnTo>
                    <a:pt x="72969" y="305274"/>
                  </a:lnTo>
                  <a:lnTo>
                    <a:pt x="77393" y="308189"/>
                  </a:lnTo>
                  <a:lnTo>
                    <a:pt x="81908" y="310963"/>
                  </a:lnTo>
                  <a:lnTo>
                    <a:pt x="86507" y="313592"/>
                  </a:lnTo>
                  <a:lnTo>
                    <a:pt x="91188" y="316075"/>
                  </a:lnTo>
                  <a:lnTo>
                    <a:pt x="95945" y="318407"/>
                  </a:lnTo>
                  <a:lnTo>
                    <a:pt x="100774" y="320588"/>
                  </a:lnTo>
                  <a:lnTo>
                    <a:pt x="105669" y="322615"/>
                  </a:lnTo>
                  <a:lnTo>
                    <a:pt x="110627" y="324486"/>
                  </a:lnTo>
                  <a:lnTo>
                    <a:pt x="115641" y="326198"/>
                  </a:lnTo>
                  <a:lnTo>
                    <a:pt x="120706" y="327751"/>
                  </a:lnTo>
                  <a:lnTo>
                    <a:pt x="125819" y="329142"/>
                  </a:lnTo>
                  <a:lnTo>
                    <a:pt x="130972" y="330371"/>
                  </a:lnTo>
                  <a:lnTo>
                    <a:pt x="136163" y="331436"/>
                  </a:lnTo>
                  <a:lnTo>
                    <a:pt x="141384" y="332336"/>
                  </a:lnTo>
                  <a:lnTo>
                    <a:pt x="146631" y="333069"/>
                  </a:lnTo>
                  <a:lnTo>
                    <a:pt x="151899" y="333637"/>
                  </a:lnTo>
                  <a:lnTo>
                    <a:pt x="157182" y="334036"/>
                  </a:lnTo>
                  <a:lnTo>
                    <a:pt x="162476" y="334269"/>
                  </a:lnTo>
                  <a:lnTo>
                    <a:pt x="167774" y="334333"/>
                  </a:lnTo>
                  <a:lnTo>
                    <a:pt x="173071" y="334230"/>
                  </a:lnTo>
                  <a:lnTo>
                    <a:pt x="178362" y="333958"/>
                  </a:lnTo>
                  <a:lnTo>
                    <a:pt x="183642" y="333520"/>
                  </a:lnTo>
                  <a:lnTo>
                    <a:pt x="188906" y="332914"/>
                  </a:lnTo>
                  <a:lnTo>
                    <a:pt x="194148" y="332141"/>
                  </a:lnTo>
                  <a:lnTo>
                    <a:pt x="199362" y="331203"/>
                  </a:lnTo>
                  <a:lnTo>
                    <a:pt x="204545" y="330100"/>
                  </a:lnTo>
                  <a:lnTo>
                    <a:pt x="209689" y="328833"/>
                  </a:lnTo>
                  <a:lnTo>
                    <a:pt x="214791" y="327404"/>
                  </a:lnTo>
                  <a:lnTo>
                    <a:pt x="219845" y="325814"/>
                  </a:lnTo>
                  <a:lnTo>
                    <a:pt x="224847" y="324065"/>
                  </a:lnTo>
                  <a:lnTo>
                    <a:pt x="229790" y="322158"/>
                  </a:lnTo>
                  <a:lnTo>
                    <a:pt x="234670" y="320095"/>
                  </a:lnTo>
                  <a:lnTo>
                    <a:pt x="239483" y="317879"/>
                  </a:lnTo>
                  <a:lnTo>
                    <a:pt x="244222" y="315511"/>
                  </a:lnTo>
                  <a:lnTo>
                    <a:pt x="248885" y="312995"/>
                  </a:lnTo>
                  <a:lnTo>
                    <a:pt x="253465" y="310331"/>
                  </a:lnTo>
                  <a:lnTo>
                    <a:pt x="257959" y="307524"/>
                  </a:lnTo>
                  <a:lnTo>
                    <a:pt x="262361" y="304576"/>
                  </a:lnTo>
                  <a:lnTo>
                    <a:pt x="266668" y="301490"/>
                  </a:lnTo>
                  <a:lnTo>
                    <a:pt x="270875" y="298269"/>
                  </a:lnTo>
                  <a:lnTo>
                    <a:pt x="274977" y="294916"/>
                  </a:lnTo>
                  <a:lnTo>
                    <a:pt x="278972" y="291435"/>
                  </a:lnTo>
                  <a:lnTo>
                    <a:pt x="282854" y="287829"/>
                  </a:lnTo>
                  <a:lnTo>
                    <a:pt x="286620" y="284102"/>
                  </a:lnTo>
                  <a:lnTo>
                    <a:pt x="290265" y="280258"/>
                  </a:lnTo>
                  <a:lnTo>
                    <a:pt x="293787" y="276300"/>
                  </a:lnTo>
                  <a:lnTo>
                    <a:pt x="297182" y="272232"/>
                  </a:lnTo>
                  <a:lnTo>
                    <a:pt x="300447" y="268058"/>
                  </a:lnTo>
                  <a:lnTo>
                    <a:pt x="303577" y="263784"/>
                  </a:lnTo>
                  <a:lnTo>
                    <a:pt x="306570" y="259412"/>
                  </a:lnTo>
                  <a:lnTo>
                    <a:pt x="309424" y="254948"/>
                  </a:lnTo>
                  <a:lnTo>
                    <a:pt x="312134" y="250395"/>
                  </a:lnTo>
                  <a:lnTo>
                    <a:pt x="314699" y="245759"/>
                  </a:lnTo>
                  <a:lnTo>
                    <a:pt x="317115" y="241044"/>
                  </a:lnTo>
                  <a:lnTo>
                    <a:pt x="319381" y="236254"/>
                  </a:lnTo>
                  <a:lnTo>
                    <a:pt x="321494" y="231396"/>
                  </a:lnTo>
                  <a:lnTo>
                    <a:pt x="323452" y="226472"/>
                  </a:lnTo>
                  <a:lnTo>
                    <a:pt x="325253" y="221489"/>
                  </a:lnTo>
                  <a:lnTo>
                    <a:pt x="326895" y="216452"/>
                  </a:lnTo>
                  <a:lnTo>
                    <a:pt x="328377" y="211365"/>
                  </a:lnTo>
                  <a:lnTo>
                    <a:pt x="329696" y="206234"/>
                  </a:lnTo>
                  <a:lnTo>
                    <a:pt x="330853" y="201063"/>
                  </a:lnTo>
                  <a:lnTo>
                    <a:pt x="331845" y="195858"/>
                  </a:lnTo>
                  <a:lnTo>
                    <a:pt x="332671" y="190625"/>
                  </a:lnTo>
                  <a:lnTo>
                    <a:pt x="333332" y="185368"/>
                  </a:lnTo>
                  <a:lnTo>
                    <a:pt x="333825" y="180093"/>
                  </a:lnTo>
                  <a:lnTo>
                    <a:pt x="334151" y="174804"/>
                  </a:lnTo>
                  <a:lnTo>
                    <a:pt x="334309" y="169508"/>
                  </a:lnTo>
                  <a:lnTo>
                    <a:pt x="334299" y="164210"/>
                  </a:lnTo>
                  <a:lnTo>
                    <a:pt x="334122" y="158915"/>
                  </a:lnTo>
                  <a:lnTo>
                    <a:pt x="333776" y="153628"/>
                  </a:lnTo>
                  <a:lnTo>
                    <a:pt x="333264" y="148354"/>
                  </a:lnTo>
                  <a:lnTo>
                    <a:pt x="332584" y="143100"/>
                  </a:lnTo>
                  <a:lnTo>
                    <a:pt x="331738" y="137869"/>
                  </a:lnTo>
                  <a:lnTo>
                    <a:pt x="330727" y="132668"/>
                  </a:lnTo>
                  <a:lnTo>
                    <a:pt x="329552" y="127502"/>
                  </a:lnTo>
                  <a:lnTo>
                    <a:pt x="328213" y="122376"/>
                  </a:lnTo>
                  <a:lnTo>
                    <a:pt x="326713" y="117294"/>
                  </a:lnTo>
                  <a:lnTo>
                    <a:pt x="325052" y="112263"/>
                  </a:lnTo>
                  <a:lnTo>
                    <a:pt x="323233" y="107287"/>
                  </a:lnTo>
                  <a:lnTo>
                    <a:pt x="321257" y="102370"/>
                  </a:lnTo>
                  <a:lnTo>
                    <a:pt x="319126" y="97520"/>
                  </a:lnTo>
                  <a:lnTo>
                    <a:pt x="316842" y="92739"/>
                  </a:lnTo>
                  <a:lnTo>
                    <a:pt x="314408" y="88032"/>
                  </a:lnTo>
                  <a:lnTo>
                    <a:pt x="311827" y="83406"/>
                  </a:lnTo>
                  <a:lnTo>
                    <a:pt x="309099" y="78863"/>
                  </a:lnTo>
                  <a:lnTo>
                    <a:pt x="306230" y="74409"/>
                  </a:lnTo>
                  <a:lnTo>
                    <a:pt x="303220" y="70048"/>
                  </a:lnTo>
                  <a:lnTo>
                    <a:pt x="300074" y="65785"/>
                  </a:lnTo>
                  <a:lnTo>
                    <a:pt x="296795" y="61624"/>
                  </a:lnTo>
                  <a:lnTo>
                    <a:pt x="293385" y="57569"/>
                  </a:lnTo>
                  <a:lnTo>
                    <a:pt x="289848" y="53624"/>
                  </a:lnTo>
                  <a:lnTo>
                    <a:pt x="286188" y="49792"/>
                  </a:lnTo>
                  <a:lnTo>
                    <a:pt x="282409" y="46079"/>
                  </a:lnTo>
                  <a:lnTo>
                    <a:pt x="278513" y="42488"/>
                  </a:lnTo>
                  <a:lnTo>
                    <a:pt x="274506" y="39021"/>
                  </a:lnTo>
                  <a:lnTo>
                    <a:pt x="270391" y="35684"/>
                  </a:lnTo>
                  <a:lnTo>
                    <a:pt x="266173" y="32478"/>
                  </a:lnTo>
                  <a:lnTo>
                    <a:pt x="261855" y="29408"/>
                  </a:lnTo>
                  <a:lnTo>
                    <a:pt x="257441" y="26476"/>
                  </a:lnTo>
                  <a:lnTo>
                    <a:pt x="252937" y="23686"/>
                  </a:lnTo>
                  <a:lnTo>
                    <a:pt x="248347" y="21039"/>
                  </a:lnTo>
                  <a:lnTo>
                    <a:pt x="243676" y="18540"/>
                  </a:lnTo>
                  <a:lnTo>
                    <a:pt x="238927" y="16190"/>
                  </a:lnTo>
                  <a:lnTo>
                    <a:pt x="234107" y="13991"/>
                  </a:lnTo>
                  <a:lnTo>
                    <a:pt x="229219" y="11946"/>
                  </a:lnTo>
                  <a:lnTo>
                    <a:pt x="224268" y="10058"/>
                  </a:lnTo>
                  <a:lnTo>
                    <a:pt x="219261" y="8327"/>
                  </a:lnTo>
                  <a:lnTo>
                    <a:pt x="214201" y="6755"/>
                  </a:lnTo>
                  <a:lnTo>
                    <a:pt x="209094" y="5345"/>
                  </a:lnTo>
                  <a:lnTo>
                    <a:pt x="203944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5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647" y="2126963"/>
              <a:ext cx="31640" cy="167167"/>
            </a:xfrm>
            <a:custGeom>
              <a:avLst/>
              <a:pathLst>
                <a:path w="31640" h="167167">
                  <a:moveTo>
                    <a:pt x="31640" y="0"/>
                  </a:moveTo>
                  <a:lnTo>
                    <a:pt x="25275" y="121"/>
                  </a:lnTo>
                  <a:lnTo>
                    <a:pt x="18919" y="484"/>
                  </a:lnTo>
                  <a:lnTo>
                    <a:pt x="12582" y="1089"/>
                  </a:lnTo>
                  <a:lnTo>
                    <a:pt x="6272" y="1935"/>
                  </a:lnTo>
                  <a:lnTo>
                    <a:pt x="0" y="3021"/>
                  </a:lnTo>
                  <a:lnTo>
                    <a:pt x="3164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647" y="2129985"/>
              <a:ext cx="31640" cy="164145"/>
            </a:xfrm>
            <a:custGeom>
              <a:avLst/>
              <a:pathLst>
                <a:path w="31640" h="164145">
                  <a:moveTo>
                    <a:pt x="0" y="0"/>
                  </a:moveTo>
                  <a:lnTo>
                    <a:pt x="31640" y="164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9" y="2127606"/>
              <a:ext cx="334325" cy="333680"/>
            </a:xfrm>
            <a:custGeom>
              <a:avLst/>
              <a:pathLst>
                <a:path w="334325" h="333680">
                  <a:moveTo>
                    <a:pt x="135518" y="2379"/>
                  </a:moveTo>
                  <a:lnTo>
                    <a:pt x="130347" y="3460"/>
                  </a:lnTo>
                  <a:lnTo>
                    <a:pt x="125212" y="4705"/>
                  </a:lnTo>
                  <a:lnTo>
                    <a:pt x="120120" y="6112"/>
                  </a:lnTo>
                  <a:lnTo>
                    <a:pt x="115074" y="7678"/>
                  </a:lnTo>
                  <a:lnTo>
                    <a:pt x="110080" y="9403"/>
                  </a:lnTo>
                  <a:lnTo>
                    <a:pt x="105144" y="11285"/>
                  </a:lnTo>
                  <a:lnTo>
                    <a:pt x="100269" y="13323"/>
                  </a:lnTo>
                  <a:lnTo>
                    <a:pt x="95461" y="15513"/>
                  </a:lnTo>
                  <a:lnTo>
                    <a:pt x="90725" y="17854"/>
                  </a:lnTo>
                  <a:lnTo>
                    <a:pt x="86065" y="20343"/>
                  </a:lnTo>
                  <a:lnTo>
                    <a:pt x="81486" y="22979"/>
                  </a:lnTo>
                  <a:lnTo>
                    <a:pt x="76993" y="25758"/>
                  </a:lnTo>
                  <a:lnTo>
                    <a:pt x="72590" y="28678"/>
                  </a:lnTo>
                  <a:lnTo>
                    <a:pt x="68281" y="31735"/>
                  </a:lnTo>
                  <a:lnTo>
                    <a:pt x="64071" y="34927"/>
                  </a:lnTo>
                  <a:lnTo>
                    <a:pt x="59964" y="38250"/>
                  </a:lnTo>
                  <a:lnTo>
                    <a:pt x="55964" y="41701"/>
                  </a:lnTo>
                  <a:lnTo>
                    <a:pt x="52075" y="45277"/>
                  </a:lnTo>
                  <a:lnTo>
                    <a:pt x="48301" y="48975"/>
                  </a:lnTo>
                  <a:lnTo>
                    <a:pt x="44646" y="52789"/>
                  </a:lnTo>
                  <a:lnTo>
                    <a:pt x="41113" y="56718"/>
                  </a:lnTo>
                  <a:lnTo>
                    <a:pt x="37706" y="60755"/>
                  </a:lnTo>
                  <a:lnTo>
                    <a:pt x="34428" y="64899"/>
                  </a:lnTo>
                  <a:lnTo>
                    <a:pt x="31283" y="69144"/>
                  </a:lnTo>
                  <a:lnTo>
                    <a:pt x="28274" y="73486"/>
                  </a:lnTo>
                  <a:lnTo>
                    <a:pt x="25403" y="77922"/>
                  </a:lnTo>
                  <a:lnTo>
                    <a:pt x="22674" y="82445"/>
                  </a:lnTo>
                  <a:lnTo>
                    <a:pt x="20089" y="87053"/>
                  </a:lnTo>
                  <a:lnTo>
                    <a:pt x="17651" y="91740"/>
                  </a:lnTo>
                  <a:lnTo>
                    <a:pt x="15363" y="96502"/>
                  </a:lnTo>
                  <a:lnTo>
                    <a:pt x="13226" y="101334"/>
                  </a:lnTo>
                  <a:lnTo>
                    <a:pt x="11243" y="106231"/>
                  </a:lnTo>
                  <a:lnTo>
                    <a:pt x="9415" y="111188"/>
                  </a:lnTo>
                  <a:lnTo>
                    <a:pt x="7745" y="116200"/>
                  </a:lnTo>
                  <a:lnTo>
                    <a:pt x="6235" y="121263"/>
                  </a:lnTo>
                  <a:lnTo>
                    <a:pt x="4885" y="126371"/>
                  </a:lnTo>
                  <a:lnTo>
                    <a:pt x="3697" y="131519"/>
                  </a:lnTo>
                  <a:lnTo>
                    <a:pt x="2672" y="136701"/>
                  </a:lnTo>
                  <a:lnTo>
                    <a:pt x="1812" y="141914"/>
                  </a:lnTo>
                  <a:lnTo>
                    <a:pt x="1117" y="147151"/>
                  </a:lnTo>
                  <a:lnTo>
                    <a:pt x="588" y="152408"/>
                  </a:lnTo>
                  <a:lnTo>
                    <a:pt x="225" y="157679"/>
                  </a:lnTo>
                  <a:lnTo>
                    <a:pt x="29" y="162958"/>
                  </a:lnTo>
                  <a:lnTo>
                    <a:pt x="0" y="168242"/>
                  </a:lnTo>
                  <a:lnTo>
                    <a:pt x="137" y="173523"/>
                  </a:lnTo>
                  <a:lnTo>
                    <a:pt x="442" y="178797"/>
                  </a:lnTo>
                  <a:lnTo>
                    <a:pt x="913" y="184059"/>
                  </a:lnTo>
                  <a:lnTo>
                    <a:pt x="1550" y="189304"/>
                  </a:lnTo>
                  <a:lnTo>
                    <a:pt x="2353" y="194526"/>
                  </a:lnTo>
                  <a:lnTo>
                    <a:pt x="3320" y="199720"/>
                  </a:lnTo>
                  <a:lnTo>
                    <a:pt x="4451" y="204881"/>
                  </a:lnTo>
                  <a:lnTo>
                    <a:pt x="5744" y="210003"/>
                  </a:lnTo>
                  <a:lnTo>
                    <a:pt x="7198" y="215082"/>
                  </a:lnTo>
                  <a:lnTo>
                    <a:pt x="8813" y="220113"/>
                  </a:lnTo>
                  <a:lnTo>
                    <a:pt x="10585" y="225090"/>
                  </a:lnTo>
                  <a:lnTo>
                    <a:pt x="12514" y="230008"/>
                  </a:lnTo>
                  <a:lnTo>
                    <a:pt x="14597" y="234863"/>
                  </a:lnTo>
                  <a:lnTo>
                    <a:pt x="16833" y="239650"/>
                  </a:lnTo>
                  <a:lnTo>
                    <a:pt x="19219" y="244364"/>
                  </a:lnTo>
                  <a:lnTo>
                    <a:pt x="21753" y="249000"/>
                  </a:lnTo>
                  <a:lnTo>
                    <a:pt x="24432" y="253554"/>
                  </a:lnTo>
                  <a:lnTo>
                    <a:pt x="27253" y="258020"/>
                  </a:lnTo>
                  <a:lnTo>
                    <a:pt x="30214" y="262396"/>
                  </a:lnTo>
                  <a:lnTo>
                    <a:pt x="33312" y="266675"/>
                  </a:lnTo>
                  <a:lnTo>
                    <a:pt x="36544" y="270855"/>
                  </a:lnTo>
                  <a:lnTo>
                    <a:pt x="39906" y="274930"/>
                  </a:lnTo>
                  <a:lnTo>
                    <a:pt x="43395" y="278897"/>
                  </a:lnTo>
                  <a:lnTo>
                    <a:pt x="47008" y="282752"/>
                  </a:lnTo>
                  <a:lnTo>
                    <a:pt x="50741" y="286491"/>
                  </a:lnTo>
                  <a:lnTo>
                    <a:pt x="54590" y="290110"/>
                  </a:lnTo>
                  <a:lnTo>
                    <a:pt x="58551" y="293605"/>
                  </a:lnTo>
                  <a:lnTo>
                    <a:pt x="62622" y="296974"/>
                  </a:lnTo>
                  <a:lnTo>
                    <a:pt x="66796" y="300212"/>
                  </a:lnTo>
                  <a:lnTo>
                    <a:pt x="71071" y="303317"/>
                  </a:lnTo>
                  <a:lnTo>
                    <a:pt x="75441" y="306285"/>
                  </a:lnTo>
                  <a:lnTo>
                    <a:pt x="79904" y="309113"/>
                  </a:lnTo>
                  <a:lnTo>
                    <a:pt x="84453" y="311799"/>
                  </a:lnTo>
                  <a:lnTo>
                    <a:pt x="89085" y="314340"/>
                  </a:lnTo>
                  <a:lnTo>
                    <a:pt x="93795" y="316734"/>
                  </a:lnTo>
                  <a:lnTo>
                    <a:pt x="98578" y="318977"/>
                  </a:lnTo>
                  <a:lnTo>
                    <a:pt x="103430" y="321068"/>
                  </a:lnTo>
                  <a:lnTo>
                    <a:pt x="108346" y="323005"/>
                  </a:lnTo>
                  <a:lnTo>
                    <a:pt x="113320" y="324785"/>
                  </a:lnTo>
                  <a:lnTo>
                    <a:pt x="118348" y="326407"/>
                  </a:lnTo>
                  <a:lnTo>
                    <a:pt x="123425" y="327870"/>
                  </a:lnTo>
                  <a:lnTo>
                    <a:pt x="128545" y="329171"/>
                  </a:lnTo>
                  <a:lnTo>
                    <a:pt x="133704" y="330310"/>
                  </a:lnTo>
                  <a:lnTo>
                    <a:pt x="138896" y="331286"/>
                  </a:lnTo>
                  <a:lnTo>
                    <a:pt x="144117" y="332096"/>
                  </a:lnTo>
                  <a:lnTo>
                    <a:pt x="149361" y="332742"/>
                  </a:lnTo>
                  <a:lnTo>
                    <a:pt x="154622" y="333221"/>
                  </a:lnTo>
                  <a:lnTo>
                    <a:pt x="159896" y="333534"/>
                  </a:lnTo>
                  <a:lnTo>
                    <a:pt x="165177" y="333680"/>
                  </a:lnTo>
                  <a:lnTo>
                    <a:pt x="170460" y="333659"/>
                  </a:lnTo>
                  <a:lnTo>
                    <a:pt x="175740" y="333471"/>
                  </a:lnTo>
                  <a:lnTo>
                    <a:pt x="181011" y="333117"/>
                  </a:lnTo>
                  <a:lnTo>
                    <a:pt x="186269" y="332596"/>
                  </a:lnTo>
                  <a:lnTo>
                    <a:pt x="191507" y="331909"/>
                  </a:lnTo>
                  <a:lnTo>
                    <a:pt x="196721" y="331057"/>
                  </a:lnTo>
                  <a:lnTo>
                    <a:pt x="201906" y="330041"/>
                  </a:lnTo>
                  <a:lnTo>
                    <a:pt x="207056" y="328861"/>
                  </a:lnTo>
                  <a:lnTo>
                    <a:pt x="212166" y="327519"/>
                  </a:lnTo>
                  <a:lnTo>
                    <a:pt x="217231" y="326016"/>
                  </a:lnTo>
                  <a:lnTo>
                    <a:pt x="222246" y="324355"/>
                  </a:lnTo>
                  <a:lnTo>
                    <a:pt x="227206" y="322535"/>
                  </a:lnTo>
                  <a:lnTo>
                    <a:pt x="232106" y="320559"/>
                  </a:lnTo>
                  <a:lnTo>
                    <a:pt x="236941" y="318430"/>
                  </a:lnTo>
                  <a:lnTo>
                    <a:pt x="241706" y="316149"/>
                  </a:lnTo>
                  <a:lnTo>
                    <a:pt x="246397" y="313719"/>
                  </a:lnTo>
                  <a:lnTo>
                    <a:pt x="251009" y="311141"/>
                  </a:lnTo>
                  <a:lnTo>
                    <a:pt x="255537" y="308419"/>
                  </a:lnTo>
                  <a:lnTo>
                    <a:pt x="259977" y="305556"/>
                  </a:lnTo>
                  <a:lnTo>
                    <a:pt x="264324" y="302553"/>
                  </a:lnTo>
                  <a:lnTo>
                    <a:pt x="268574" y="299415"/>
                  </a:lnTo>
                  <a:lnTo>
                    <a:pt x="272723" y="296144"/>
                  </a:lnTo>
                  <a:lnTo>
                    <a:pt x="276766" y="292743"/>
                  </a:lnTo>
                  <a:lnTo>
                    <a:pt x="280700" y="289216"/>
                  </a:lnTo>
                  <a:lnTo>
                    <a:pt x="284520" y="285567"/>
                  </a:lnTo>
                  <a:lnTo>
                    <a:pt x="288223" y="281799"/>
                  </a:lnTo>
                  <a:lnTo>
                    <a:pt x="291805" y="277916"/>
                  </a:lnTo>
                  <a:lnTo>
                    <a:pt x="295263" y="273921"/>
                  </a:lnTo>
                  <a:lnTo>
                    <a:pt x="298593" y="269819"/>
                  </a:lnTo>
                  <a:lnTo>
                    <a:pt x="301792" y="265614"/>
                  </a:lnTo>
                  <a:lnTo>
                    <a:pt x="304856" y="261310"/>
                  </a:lnTo>
                  <a:lnTo>
                    <a:pt x="307782" y="256912"/>
                  </a:lnTo>
                  <a:lnTo>
                    <a:pt x="310568" y="252423"/>
                  </a:lnTo>
                  <a:lnTo>
                    <a:pt x="313211" y="247848"/>
                  </a:lnTo>
                  <a:lnTo>
                    <a:pt x="315708" y="243192"/>
                  </a:lnTo>
                  <a:lnTo>
                    <a:pt x="318056" y="238460"/>
                  </a:lnTo>
                  <a:lnTo>
                    <a:pt x="320254" y="233655"/>
                  </a:lnTo>
                  <a:lnTo>
                    <a:pt x="322299" y="228784"/>
                  </a:lnTo>
                  <a:lnTo>
                    <a:pt x="324189" y="223850"/>
                  </a:lnTo>
                  <a:lnTo>
                    <a:pt x="325922" y="218859"/>
                  </a:lnTo>
                  <a:lnTo>
                    <a:pt x="327497" y="213816"/>
                  </a:lnTo>
                  <a:lnTo>
                    <a:pt x="328911" y="208726"/>
                  </a:lnTo>
                  <a:lnTo>
                    <a:pt x="330164" y="203593"/>
                  </a:lnTo>
                  <a:lnTo>
                    <a:pt x="331254" y="198424"/>
                  </a:lnTo>
                  <a:lnTo>
                    <a:pt x="332180" y="193223"/>
                  </a:lnTo>
                  <a:lnTo>
                    <a:pt x="332941" y="187994"/>
                  </a:lnTo>
                  <a:lnTo>
                    <a:pt x="333537" y="182745"/>
                  </a:lnTo>
                  <a:lnTo>
                    <a:pt x="333966" y="177479"/>
                  </a:lnTo>
                  <a:lnTo>
                    <a:pt x="334229" y="172203"/>
                  </a:lnTo>
                  <a:lnTo>
                    <a:pt x="334325" y="166920"/>
                  </a:lnTo>
                  <a:lnTo>
                    <a:pt x="334254" y="161637"/>
                  </a:lnTo>
                  <a:lnTo>
                    <a:pt x="334016" y="156360"/>
                  </a:lnTo>
                  <a:lnTo>
                    <a:pt x="333612" y="151092"/>
                  </a:lnTo>
                  <a:lnTo>
                    <a:pt x="333041" y="145840"/>
                  </a:lnTo>
                  <a:lnTo>
                    <a:pt x="332304" y="140608"/>
                  </a:lnTo>
                  <a:lnTo>
                    <a:pt x="331403" y="135402"/>
                  </a:lnTo>
                  <a:lnTo>
                    <a:pt x="330337" y="130228"/>
                  </a:lnTo>
                  <a:lnTo>
                    <a:pt x="329109" y="125089"/>
                  </a:lnTo>
                  <a:lnTo>
                    <a:pt x="327719" y="119992"/>
                  </a:lnTo>
                  <a:lnTo>
                    <a:pt x="326168" y="114942"/>
                  </a:lnTo>
                  <a:lnTo>
                    <a:pt x="324459" y="109943"/>
                  </a:lnTo>
                  <a:lnTo>
                    <a:pt x="322592" y="105000"/>
                  </a:lnTo>
                  <a:lnTo>
                    <a:pt x="320570" y="100119"/>
                  </a:lnTo>
                  <a:lnTo>
                    <a:pt x="318395" y="95304"/>
                  </a:lnTo>
                  <a:lnTo>
                    <a:pt x="316069" y="90561"/>
                  </a:lnTo>
                  <a:lnTo>
                    <a:pt x="313594" y="85893"/>
                  </a:lnTo>
                  <a:lnTo>
                    <a:pt x="310973" y="81306"/>
                  </a:lnTo>
                  <a:lnTo>
                    <a:pt x="308208" y="76804"/>
                  </a:lnTo>
                  <a:lnTo>
                    <a:pt x="305303" y="72392"/>
                  </a:lnTo>
                  <a:lnTo>
                    <a:pt x="302259" y="68073"/>
                  </a:lnTo>
                  <a:lnTo>
                    <a:pt x="299081" y="63853"/>
                  </a:lnTo>
                  <a:lnTo>
                    <a:pt x="295770" y="59736"/>
                  </a:lnTo>
                  <a:lnTo>
                    <a:pt x="292331" y="55725"/>
                  </a:lnTo>
                  <a:lnTo>
                    <a:pt x="288768" y="51825"/>
                  </a:lnTo>
                  <a:lnTo>
                    <a:pt x="285082" y="48039"/>
                  </a:lnTo>
                  <a:lnTo>
                    <a:pt x="281279" y="44372"/>
                  </a:lnTo>
                  <a:lnTo>
                    <a:pt x="277362" y="40826"/>
                  </a:lnTo>
                  <a:lnTo>
                    <a:pt x="273335" y="37407"/>
                  </a:lnTo>
                  <a:lnTo>
                    <a:pt x="269202" y="34116"/>
                  </a:lnTo>
                  <a:lnTo>
                    <a:pt x="264967" y="30957"/>
                  </a:lnTo>
                  <a:lnTo>
                    <a:pt x="260634" y="27934"/>
                  </a:lnTo>
                  <a:lnTo>
                    <a:pt x="256208" y="25050"/>
                  </a:lnTo>
                  <a:lnTo>
                    <a:pt x="251693" y="22306"/>
                  </a:lnTo>
                  <a:lnTo>
                    <a:pt x="247093" y="19707"/>
                  </a:lnTo>
                  <a:lnTo>
                    <a:pt x="242414" y="17254"/>
                  </a:lnTo>
                  <a:lnTo>
                    <a:pt x="237659" y="14951"/>
                  </a:lnTo>
                  <a:lnTo>
                    <a:pt x="232834" y="12799"/>
                  </a:lnTo>
                  <a:lnTo>
                    <a:pt x="227944" y="10800"/>
                  </a:lnTo>
                  <a:lnTo>
                    <a:pt x="222992" y="8957"/>
                  </a:lnTo>
                  <a:lnTo>
                    <a:pt x="217985" y="7271"/>
                  </a:lnTo>
                  <a:lnTo>
                    <a:pt x="212927" y="5745"/>
                  </a:lnTo>
                  <a:lnTo>
                    <a:pt x="207824" y="4379"/>
                  </a:lnTo>
                  <a:lnTo>
                    <a:pt x="202680" y="3175"/>
                  </a:lnTo>
                  <a:lnTo>
                    <a:pt x="197500" y="2134"/>
                  </a:lnTo>
                  <a:lnTo>
                    <a:pt x="192290" y="1257"/>
                  </a:lnTo>
                  <a:lnTo>
                    <a:pt x="187055" y="545"/>
                  </a:lnTo>
                  <a:lnTo>
                    <a:pt x="181800" y="0"/>
                  </a:lnTo>
                  <a:lnTo>
                    <a:pt x="167158" y="1665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4641" cy="167167"/>
            </a:xfrm>
            <a:custGeom>
              <a:avLst/>
              <a:pathLst>
                <a:path w="14641" h="167167">
                  <a:moveTo>
                    <a:pt x="14641" y="64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917" y="2633064"/>
              <a:ext cx="5830" cy="167167"/>
            </a:xfrm>
            <a:custGeom>
              <a:avLst/>
              <a:pathLst>
                <a:path w="5830" h="167167">
                  <a:moveTo>
                    <a:pt x="5830" y="0"/>
                  </a:moveTo>
                  <a:lnTo>
                    <a:pt x="0" y="101"/>
                  </a:lnTo>
                  <a:lnTo>
                    <a:pt x="583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6" y="2633166"/>
              <a:ext cx="334298" cy="334233"/>
            </a:xfrm>
            <a:custGeom>
              <a:avLst/>
              <a:pathLst>
                <a:path w="334298" h="334233">
                  <a:moveTo>
                    <a:pt x="161320" y="0"/>
                  </a:moveTo>
                  <a:lnTo>
                    <a:pt x="156026" y="268"/>
                  </a:lnTo>
                  <a:lnTo>
                    <a:pt x="150744" y="705"/>
                  </a:lnTo>
                  <a:lnTo>
                    <a:pt x="145477" y="1309"/>
                  </a:lnTo>
                  <a:lnTo>
                    <a:pt x="140233" y="2079"/>
                  </a:lnTo>
                  <a:lnTo>
                    <a:pt x="135015" y="3016"/>
                  </a:lnTo>
                  <a:lnTo>
                    <a:pt x="129830" y="4117"/>
                  </a:lnTo>
                  <a:lnTo>
                    <a:pt x="124683" y="5382"/>
                  </a:lnTo>
                  <a:lnTo>
                    <a:pt x="119578" y="6810"/>
                  </a:lnTo>
                  <a:lnTo>
                    <a:pt x="114521" y="8399"/>
                  </a:lnTo>
                  <a:lnTo>
                    <a:pt x="109517" y="10147"/>
                  </a:lnTo>
                  <a:lnTo>
                    <a:pt x="104570" y="12054"/>
                  </a:lnTo>
                  <a:lnTo>
                    <a:pt x="99687" y="14116"/>
                  </a:lnTo>
                  <a:lnTo>
                    <a:pt x="94872" y="16332"/>
                  </a:lnTo>
                  <a:lnTo>
                    <a:pt x="90129" y="18699"/>
                  </a:lnTo>
                  <a:lnTo>
                    <a:pt x="85464" y="21216"/>
                  </a:lnTo>
                  <a:lnTo>
                    <a:pt x="80880" y="23879"/>
                  </a:lnTo>
                  <a:lnTo>
                    <a:pt x="76384" y="26686"/>
                  </a:lnTo>
                  <a:lnTo>
                    <a:pt x="71979" y="29635"/>
                  </a:lnTo>
                  <a:lnTo>
                    <a:pt x="67669" y="32721"/>
                  </a:lnTo>
                  <a:lnTo>
                    <a:pt x="63460" y="35943"/>
                  </a:lnTo>
                  <a:lnTo>
                    <a:pt x="59355" y="39296"/>
                  </a:lnTo>
                  <a:lnTo>
                    <a:pt x="55358" y="42778"/>
                  </a:lnTo>
                  <a:lnTo>
                    <a:pt x="51474" y="46385"/>
                  </a:lnTo>
                  <a:lnTo>
                    <a:pt x="47705" y="50114"/>
                  </a:lnTo>
                  <a:lnTo>
                    <a:pt x="44057" y="53959"/>
                  </a:lnTo>
                  <a:lnTo>
                    <a:pt x="40533" y="57919"/>
                  </a:lnTo>
                  <a:lnTo>
                    <a:pt x="37136" y="61988"/>
                  </a:lnTo>
                  <a:lnTo>
                    <a:pt x="33870" y="66163"/>
                  </a:lnTo>
                  <a:lnTo>
                    <a:pt x="30738" y="70440"/>
                  </a:lnTo>
                  <a:lnTo>
                    <a:pt x="27743" y="74814"/>
                  </a:lnTo>
                  <a:lnTo>
                    <a:pt x="24888" y="79280"/>
                  </a:lnTo>
                  <a:lnTo>
                    <a:pt x="22177" y="83835"/>
                  </a:lnTo>
                  <a:lnTo>
                    <a:pt x="19611" y="88473"/>
                  </a:lnTo>
                  <a:lnTo>
                    <a:pt x="17193" y="93190"/>
                  </a:lnTo>
                  <a:lnTo>
                    <a:pt x="14926" y="97982"/>
                  </a:lnTo>
                  <a:lnTo>
                    <a:pt x="12812" y="102843"/>
                  </a:lnTo>
                  <a:lnTo>
                    <a:pt x="10854" y="107769"/>
                  </a:lnTo>
                  <a:lnTo>
                    <a:pt x="9052" y="112754"/>
                  </a:lnTo>
                  <a:lnTo>
                    <a:pt x="7410" y="117794"/>
                  </a:lnTo>
                  <a:lnTo>
                    <a:pt x="5928" y="122883"/>
                  </a:lnTo>
                  <a:lnTo>
                    <a:pt x="4608" y="128017"/>
                  </a:lnTo>
                  <a:lnTo>
                    <a:pt x="3452" y="133190"/>
                  </a:lnTo>
                  <a:lnTo>
                    <a:pt x="2460" y="138398"/>
                  </a:lnTo>
                  <a:lnTo>
                    <a:pt x="1634" y="143634"/>
                  </a:lnTo>
                  <a:lnTo>
                    <a:pt x="974" y="148893"/>
                  </a:lnTo>
                  <a:lnTo>
                    <a:pt x="482" y="154171"/>
                  </a:lnTo>
                  <a:lnTo>
                    <a:pt x="157" y="159462"/>
                  </a:lnTo>
                  <a:lnTo>
                    <a:pt x="0" y="164760"/>
                  </a:lnTo>
                  <a:lnTo>
                    <a:pt x="10" y="170061"/>
                  </a:lnTo>
                  <a:lnTo>
                    <a:pt x="189" y="175359"/>
                  </a:lnTo>
                  <a:lnTo>
                    <a:pt x="536" y="180648"/>
                  </a:lnTo>
                  <a:lnTo>
                    <a:pt x="1051" y="185924"/>
                  </a:lnTo>
                  <a:lnTo>
                    <a:pt x="1732" y="191181"/>
                  </a:lnTo>
                  <a:lnTo>
                    <a:pt x="2580" y="196414"/>
                  </a:lnTo>
                  <a:lnTo>
                    <a:pt x="3593" y="201617"/>
                  </a:lnTo>
                  <a:lnTo>
                    <a:pt x="4771" y="206785"/>
                  </a:lnTo>
                  <a:lnTo>
                    <a:pt x="6112" y="211913"/>
                  </a:lnTo>
                  <a:lnTo>
                    <a:pt x="7615" y="216997"/>
                  </a:lnTo>
                  <a:lnTo>
                    <a:pt x="9278" y="222030"/>
                  </a:lnTo>
                  <a:lnTo>
                    <a:pt x="11100" y="227008"/>
                  </a:lnTo>
                  <a:lnTo>
                    <a:pt x="13079" y="231925"/>
                  </a:lnTo>
                  <a:lnTo>
                    <a:pt x="15213" y="236777"/>
                  </a:lnTo>
                  <a:lnTo>
                    <a:pt x="17500" y="241560"/>
                  </a:lnTo>
                  <a:lnTo>
                    <a:pt x="19937" y="246267"/>
                  </a:lnTo>
                  <a:lnTo>
                    <a:pt x="22522" y="250895"/>
                  </a:lnTo>
                  <a:lnTo>
                    <a:pt x="25253" y="255438"/>
                  </a:lnTo>
                  <a:lnTo>
                    <a:pt x="28126" y="259893"/>
                  </a:lnTo>
                  <a:lnTo>
                    <a:pt x="31139" y="264254"/>
                  </a:lnTo>
                  <a:lnTo>
                    <a:pt x="34289" y="268517"/>
                  </a:lnTo>
                  <a:lnTo>
                    <a:pt x="37572" y="272679"/>
                  </a:lnTo>
                  <a:lnTo>
                    <a:pt x="40986" y="276734"/>
                  </a:lnTo>
                  <a:lnTo>
                    <a:pt x="44526" y="280679"/>
                  </a:lnTo>
                  <a:lnTo>
                    <a:pt x="48190" y="284510"/>
                  </a:lnTo>
                  <a:lnTo>
                    <a:pt x="51974" y="288223"/>
                  </a:lnTo>
                  <a:lnTo>
                    <a:pt x="55873" y="291813"/>
                  </a:lnTo>
                  <a:lnTo>
                    <a:pt x="59884" y="295279"/>
                  </a:lnTo>
                  <a:lnTo>
                    <a:pt x="64003" y="298615"/>
                  </a:lnTo>
                  <a:lnTo>
                    <a:pt x="68226" y="301820"/>
                  </a:lnTo>
                  <a:lnTo>
                    <a:pt x="72548" y="304888"/>
                  </a:lnTo>
                  <a:lnTo>
                    <a:pt x="76965" y="307818"/>
                  </a:lnTo>
                  <a:lnTo>
                    <a:pt x="81473" y="310607"/>
                  </a:lnTo>
                  <a:lnTo>
                    <a:pt x="86067" y="313251"/>
                  </a:lnTo>
                  <a:lnTo>
                    <a:pt x="90743" y="315749"/>
                  </a:lnTo>
                  <a:lnTo>
                    <a:pt x="95496" y="318097"/>
                  </a:lnTo>
                  <a:lnTo>
                    <a:pt x="100320" y="320292"/>
                  </a:lnTo>
                  <a:lnTo>
                    <a:pt x="105212" y="322334"/>
                  </a:lnTo>
                  <a:lnTo>
                    <a:pt x="110166" y="324220"/>
                  </a:lnTo>
                  <a:lnTo>
                    <a:pt x="115177" y="325948"/>
                  </a:lnTo>
                  <a:lnTo>
                    <a:pt x="120241" y="327516"/>
                  </a:lnTo>
                  <a:lnTo>
                    <a:pt x="125352" y="328922"/>
                  </a:lnTo>
                  <a:lnTo>
                    <a:pt x="130504" y="330166"/>
                  </a:lnTo>
                  <a:lnTo>
                    <a:pt x="135694" y="331246"/>
                  </a:lnTo>
                  <a:lnTo>
                    <a:pt x="140915" y="332161"/>
                  </a:lnTo>
                  <a:lnTo>
                    <a:pt x="146163" y="332910"/>
                  </a:lnTo>
                  <a:lnTo>
                    <a:pt x="151432" y="333492"/>
                  </a:lnTo>
                  <a:lnTo>
                    <a:pt x="156716" y="333907"/>
                  </a:lnTo>
                  <a:lnTo>
                    <a:pt x="162011" y="334154"/>
                  </a:lnTo>
                  <a:lnTo>
                    <a:pt x="167312" y="334233"/>
                  </a:lnTo>
                  <a:lnTo>
                    <a:pt x="172612" y="334143"/>
                  </a:lnTo>
                  <a:lnTo>
                    <a:pt x="177906" y="333886"/>
                  </a:lnTo>
                  <a:lnTo>
                    <a:pt x="183190" y="333461"/>
                  </a:lnTo>
                  <a:lnTo>
                    <a:pt x="188458" y="332869"/>
                  </a:lnTo>
                  <a:lnTo>
                    <a:pt x="193704" y="332110"/>
                  </a:lnTo>
                  <a:lnTo>
                    <a:pt x="198923" y="331186"/>
                  </a:lnTo>
                  <a:lnTo>
                    <a:pt x="204111" y="330096"/>
                  </a:lnTo>
                  <a:lnTo>
                    <a:pt x="209261" y="328842"/>
                  </a:lnTo>
                  <a:lnTo>
                    <a:pt x="214369" y="327425"/>
                  </a:lnTo>
                  <a:lnTo>
                    <a:pt x="219430" y="325848"/>
                  </a:lnTo>
                  <a:lnTo>
                    <a:pt x="224438" y="324110"/>
                  </a:lnTo>
                  <a:lnTo>
                    <a:pt x="229388" y="322215"/>
                  </a:lnTo>
                  <a:lnTo>
                    <a:pt x="234276" y="320164"/>
                  </a:lnTo>
                  <a:lnTo>
                    <a:pt x="239096" y="317959"/>
                  </a:lnTo>
                  <a:lnTo>
                    <a:pt x="243844" y="315602"/>
                  </a:lnTo>
                  <a:lnTo>
                    <a:pt x="248515" y="313095"/>
                  </a:lnTo>
                  <a:lnTo>
                    <a:pt x="253104" y="310442"/>
                  </a:lnTo>
                  <a:lnTo>
                    <a:pt x="257607" y="307645"/>
                  </a:lnTo>
                  <a:lnTo>
                    <a:pt x="262019" y="304706"/>
                  </a:lnTo>
                  <a:lnTo>
                    <a:pt x="266335" y="301629"/>
                  </a:lnTo>
                  <a:lnTo>
                    <a:pt x="270551" y="298417"/>
                  </a:lnTo>
                  <a:lnTo>
                    <a:pt x="274664" y="295073"/>
                  </a:lnTo>
                  <a:lnTo>
                    <a:pt x="278669" y="291600"/>
                  </a:lnTo>
                  <a:lnTo>
                    <a:pt x="282561" y="288001"/>
                  </a:lnTo>
                  <a:lnTo>
                    <a:pt x="286337" y="284281"/>
                  </a:lnTo>
                  <a:lnTo>
                    <a:pt x="289994" y="280443"/>
                  </a:lnTo>
                  <a:lnTo>
                    <a:pt x="293527" y="276492"/>
                  </a:lnTo>
                  <a:lnTo>
                    <a:pt x="296933" y="272430"/>
                  </a:lnTo>
                  <a:lnTo>
                    <a:pt x="300208" y="268262"/>
                  </a:lnTo>
                  <a:lnTo>
                    <a:pt x="303350" y="263993"/>
                  </a:lnTo>
                  <a:lnTo>
                    <a:pt x="306354" y="259626"/>
                  </a:lnTo>
                  <a:lnTo>
                    <a:pt x="309219" y="255166"/>
                  </a:lnTo>
                  <a:lnTo>
                    <a:pt x="311941" y="250617"/>
                  </a:lnTo>
                  <a:lnTo>
                    <a:pt x="314517" y="245984"/>
                  </a:lnTo>
                  <a:lnTo>
                    <a:pt x="316945" y="241272"/>
                  </a:lnTo>
                  <a:lnTo>
                    <a:pt x="319223" y="236486"/>
                  </a:lnTo>
                  <a:lnTo>
                    <a:pt x="321347" y="231629"/>
                  </a:lnTo>
                  <a:lnTo>
                    <a:pt x="323317" y="226708"/>
                  </a:lnTo>
                  <a:lnTo>
                    <a:pt x="325129" y="221727"/>
                  </a:lnTo>
                  <a:lnTo>
                    <a:pt x="326783" y="216690"/>
                  </a:lnTo>
                  <a:lnTo>
                    <a:pt x="328276" y="211604"/>
                  </a:lnTo>
                  <a:lnTo>
                    <a:pt x="329607" y="206473"/>
                  </a:lnTo>
                  <a:lnTo>
                    <a:pt x="330775" y="201303"/>
                  </a:lnTo>
                  <a:lnTo>
                    <a:pt x="331778" y="196098"/>
                  </a:lnTo>
                  <a:lnTo>
                    <a:pt x="332616" y="190863"/>
                  </a:lnTo>
                  <a:lnTo>
                    <a:pt x="333287" y="185605"/>
                  </a:lnTo>
                  <a:lnTo>
                    <a:pt x="333791" y="180329"/>
                  </a:lnTo>
                  <a:lnTo>
                    <a:pt x="334128" y="175038"/>
                  </a:lnTo>
                  <a:lnTo>
                    <a:pt x="334297" y="169740"/>
                  </a:lnTo>
                  <a:lnTo>
                    <a:pt x="334298" y="164440"/>
                  </a:lnTo>
                  <a:lnTo>
                    <a:pt x="334131" y="159141"/>
                  </a:lnTo>
                  <a:lnTo>
                    <a:pt x="333795" y="153851"/>
                  </a:lnTo>
                  <a:lnTo>
                    <a:pt x="333293" y="148574"/>
                  </a:lnTo>
                  <a:lnTo>
                    <a:pt x="332623" y="143316"/>
                  </a:lnTo>
                  <a:lnTo>
                    <a:pt x="331787" y="138082"/>
                  </a:lnTo>
                  <a:lnTo>
                    <a:pt x="330785" y="132876"/>
                  </a:lnTo>
                  <a:lnTo>
                    <a:pt x="329619" y="127705"/>
                  </a:lnTo>
                  <a:lnTo>
                    <a:pt x="328289" y="122574"/>
                  </a:lnTo>
                  <a:lnTo>
                    <a:pt x="326797" y="117487"/>
                  </a:lnTo>
                  <a:lnTo>
                    <a:pt x="325145" y="112451"/>
                  </a:lnTo>
                  <a:lnTo>
                    <a:pt x="323334" y="107469"/>
                  </a:lnTo>
                  <a:lnTo>
                    <a:pt x="321366" y="102547"/>
                  </a:lnTo>
                  <a:lnTo>
                    <a:pt x="319243" y="97690"/>
                  </a:lnTo>
                  <a:lnTo>
                    <a:pt x="316967" y="92903"/>
                  </a:lnTo>
                  <a:lnTo>
                    <a:pt x="314540" y="88190"/>
                  </a:lnTo>
                  <a:lnTo>
                    <a:pt x="311966" y="83556"/>
                  </a:lnTo>
                  <a:lnTo>
                    <a:pt x="309245" y="79007"/>
                  </a:lnTo>
                  <a:lnTo>
                    <a:pt x="306382" y="74546"/>
                  </a:lnTo>
                  <a:lnTo>
                    <a:pt x="303378" y="70178"/>
                  </a:lnTo>
                  <a:lnTo>
                    <a:pt x="300238" y="65908"/>
                  </a:lnTo>
                  <a:lnTo>
                    <a:pt x="296964" y="61739"/>
                  </a:lnTo>
                  <a:lnTo>
                    <a:pt x="293559" y="57676"/>
                  </a:lnTo>
                  <a:lnTo>
                    <a:pt x="290027" y="53723"/>
                  </a:lnTo>
                  <a:lnTo>
                    <a:pt x="286372" y="49884"/>
                  </a:lnTo>
                  <a:lnTo>
                    <a:pt x="282597" y="46163"/>
                  </a:lnTo>
                  <a:lnTo>
                    <a:pt x="278705" y="42564"/>
                  </a:lnTo>
                  <a:lnTo>
                    <a:pt x="274702" y="39090"/>
                  </a:lnTo>
                  <a:lnTo>
                    <a:pt x="270590" y="35744"/>
                  </a:lnTo>
                  <a:lnTo>
                    <a:pt x="266375" y="32530"/>
                  </a:lnTo>
                  <a:lnTo>
                    <a:pt x="262059" y="29452"/>
                  </a:lnTo>
                  <a:lnTo>
                    <a:pt x="257648" y="26512"/>
                  </a:lnTo>
                  <a:lnTo>
                    <a:pt x="253147" y="23714"/>
                  </a:lnTo>
                  <a:lnTo>
                    <a:pt x="248558" y="21059"/>
                  </a:lnTo>
                  <a:lnTo>
                    <a:pt x="243888" y="18551"/>
                  </a:lnTo>
                  <a:lnTo>
                    <a:pt x="239141" y="16193"/>
                  </a:lnTo>
                  <a:lnTo>
                    <a:pt x="234321" y="13986"/>
                  </a:lnTo>
                  <a:lnTo>
                    <a:pt x="229434" y="11934"/>
                  </a:lnTo>
                  <a:lnTo>
                    <a:pt x="224484" y="10037"/>
                  </a:lnTo>
                  <a:lnTo>
                    <a:pt x="167151" y="1670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7333" cy="167167"/>
            </a:xfrm>
            <a:custGeom>
              <a:avLst/>
              <a:pathLst>
                <a:path w="57333" h="167167">
                  <a:moveTo>
                    <a:pt x="57333" y="10139"/>
                  </a:moveTo>
                  <a:lnTo>
                    <a:pt x="51801" y="8228"/>
                  </a:lnTo>
                  <a:lnTo>
                    <a:pt x="46207" y="6513"/>
                  </a:lnTo>
                  <a:lnTo>
                    <a:pt x="40556" y="4994"/>
                  </a:lnTo>
                  <a:lnTo>
                    <a:pt x="34855" y="3674"/>
                  </a:lnTo>
                  <a:lnTo>
                    <a:pt x="29111" y="2554"/>
                  </a:lnTo>
                  <a:lnTo>
                    <a:pt x="23332" y="1636"/>
                  </a:lnTo>
                  <a:lnTo>
                    <a:pt x="17524" y="921"/>
                  </a:lnTo>
                  <a:lnTo>
                    <a:pt x="11694" y="409"/>
                  </a:lnTo>
                  <a:lnTo>
                    <a:pt x="5850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1406" y="3170392"/>
              <a:ext cx="24574" cy="167167"/>
            </a:xfrm>
            <a:custGeom>
              <a:avLst/>
              <a:pathLst>
                <a:path w="24574" h="167167">
                  <a:moveTo>
                    <a:pt x="24574" y="0"/>
                  </a:moveTo>
                  <a:lnTo>
                    <a:pt x="16356" y="202"/>
                  </a:lnTo>
                  <a:lnTo>
                    <a:pt x="8158" y="807"/>
                  </a:lnTo>
                  <a:lnTo>
                    <a:pt x="0" y="1816"/>
                  </a:lnTo>
                  <a:lnTo>
                    <a:pt x="2457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406" y="3172208"/>
              <a:ext cx="24574" cy="165351"/>
            </a:xfrm>
            <a:custGeom>
              <a:avLst/>
              <a:pathLst>
                <a:path w="24574" h="165351">
                  <a:moveTo>
                    <a:pt x="0" y="0"/>
                  </a:moveTo>
                  <a:lnTo>
                    <a:pt x="24574" y="1653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4" y="3172208"/>
              <a:ext cx="334333" cy="332504"/>
            </a:xfrm>
            <a:custGeom>
              <a:avLst/>
              <a:pathLst>
                <a:path w="334333" h="332504">
                  <a:moveTo>
                    <a:pt x="142591" y="0"/>
                  </a:moveTo>
                  <a:lnTo>
                    <a:pt x="137361" y="862"/>
                  </a:lnTo>
                  <a:lnTo>
                    <a:pt x="132160" y="1890"/>
                  </a:lnTo>
                  <a:lnTo>
                    <a:pt x="126995" y="3082"/>
                  </a:lnTo>
                  <a:lnTo>
                    <a:pt x="121870" y="4437"/>
                  </a:lnTo>
                  <a:lnTo>
                    <a:pt x="116790" y="5954"/>
                  </a:lnTo>
                  <a:lnTo>
                    <a:pt x="111761" y="7632"/>
                  </a:lnTo>
                  <a:lnTo>
                    <a:pt x="106788" y="9468"/>
                  </a:lnTo>
                  <a:lnTo>
                    <a:pt x="101876" y="11461"/>
                  </a:lnTo>
                  <a:lnTo>
                    <a:pt x="97029" y="13608"/>
                  </a:lnTo>
                  <a:lnTo>
                    <a:pt x="92253" y="15908"/>
                  </a:lnTo>
                  <a:lnTo>
                    <a:pt x="87552" y="18359"/>
                  </a:lnTo>
                  <a:lnTo>
                    <a:pt x="82931" y="20957"/>
                  </a:lnTo>
                  <a:lnTo>
                    <a:pt x="78395" y="23701"/>
                  </a:lnTo>
                  <a:lnTo>
                    <a:pt x="73948" y="26587"/>
                  </a:lnTo>
                  <a:lnTo>
                    <a:pt x="69595" y="29612"/>
                  </a:lnTo>
                  <a:lnTo>
                    <a:pt x="65340" y="32774"/>
                  </a:lnTo>
                  <a:lnTo>
                    <a:pt x="61188" y="36069"/>
                  </a:lnTo>
                  <a:lnTo>
                    <a:pt x="57142" y="39495"/>
                  </a:lnTo>
                  <a:lnTo>
                    <a:pt x="53207" y="43047"/>
                  </a:lnTo>
                  <a:lnTo>
                    <a:pt x="49386" y="46722"/>
                  </a:lnTo>
                  <a:lnTo>
                    <a:pt x="45684" y="50516"/>
                  </a:lnTo>
                  <a:lnTo>
                    <a:pt x="42104" y="54426"/>
                  </a:lnTo>
                  <a:lnTo>
                    <a:pt x="38649" y="58447"/>
                  </a:lnTo>
                  <a:lnTo>
                    <a:pt x="35324" y="62576"/>
                  </a:lnTo>
                  <a:lnTo>
                    <a:pt x="32132" y="66808"/>
                  </a:lnTo>
                  <a:lnTo>
                    <a:pt x="29075" y="71139"/>
                  </a:lnTo>
                  <a:lnTo>
                    <a:pt x="26157" y="75565"/>
                  </a:lnTo>
                  <a:lnTo>
                    <a:pt x="23381" y="80081"/>
                  </a:lnTo>
                  <a:lnTo>
                    <a:pt x="20750" y="84683"/>
                  </a:lnTo>
                  <a:lnTo>
                    <a:pt x="18265" y="89366"/>
                  </a:lnTo>
                  <a:lnTo>
                    <a:pt x="15931" y="94126"/>
                  </a:lnTo>
                  <a:lnTo>
                    <a:pt x="13749" y="98957"/>
                  </a:lnTo>
                  <a:lnTo>
                    <a:pt x="11721" y="103855"/>
                  </a:lnTo>
                  <a:lnTo>
                    <a:pt x="9849" y="108815"/>
                  </a:lnTo>
                  <a:lnTo>
                    <a:pt x="8135" y="113831"/>
                  </a:lnTo>
                  <a:lnTo>
                    <a:pt x="6582" y="118900"/>
                  </a:lnTo>
                  <a:lnTo>
                    <a:pt x="5190" y="124015"/>
                  </a:lnTo>
                  <a:lnTo>
                    <a:pt x="3960" y="129171"/>
                  </a:lnTo>
                  <a:lnTo>
                    <a:pt x="2895" y="134365"/>
                  </a:lnTo>
                  <a:lnTo>
                    <a:pt x="1995" y="139589"/>
                  </a:lnTo>
                  <a:lnTo>
                    <a:pt x="1261" y="144839"/>
                  </a:lnTo>
                  <a:lnTo>
                    <a:pt x="694" y="150110"/>
                  </a:lnTo>
                  <a:lnTo>
                    <a:pt x="295" y="155396"/>
                  </a:lnTo>
                  <a:lnTo>
                    <a:pt x="63" y="160692"/>
                  </a:lnTo>
                  <a:lnTo>
                    <a:pt x="0" y="165993"/>
                  </a:lnTo>
                  <a:lnTo>
                    <a:pt x="104" y="171293"/>
                  </a:lnTo>
                  <a:lnTo>
                    <a:pt x="376" y="176587"/>
                  </a:lnTo>
                  <a:lnTo>
                    <a:pt x="816" y="181870"/>
                  </a:lnTo>
                  <a:lnTo>
                    <a:pt x="1424" y="187136"/>
                  </a:lnTo>
                  <a:lnTo>
                    <a:pt x="2198" y="192381"/>
                  </a:lnTo>
                  <a:lnTo>
                    <a:pt x="3138" y="197598"/>
                  </a:lnTo>
                  <a:lnTo>
                    <a:pt x="4243" y="202783"/>
                  </a:lnTo>
                  <a:lnTo>
                    <a:pt x="5512" y="207930"/>
                  </a:lnTo>
                  <a:lnTo>
                    <a:pt x="6943" y="213034"/>
                  </a:lnTo>
                  <a:lnTo>
                    <a:pt x="8536" y="218090"/>
                  </a:lnTo>
                  <a:lnTo>
                    <a:pt x="10288" y="223094"/>
                  </a:lnTo>
                  <a:lnTo>
                    <a:pt x="12198" y="228039"/>
                  </a:lnTo>
                  <a:lnTo>
                    <a:pt x="14263" y="232921"/>
                  </a:lnTo>
                  <a:lnTo>
                    <a:pt x="16483" y="237735"/>
                  </a:lnTo>
                  <a:lnTo>
                    <a:pt x="18854" y="242477"/>
                  </a:lnTo>
                  <a:lnTo>
                    <a:pt x="21374" y="247141"/>
                  </a:lnTo>
                  <a:lnTo>
                    <a:pt x="24040" y="251722"/>
                  </a:lnTo>
                  <a:lnTo>
                    <a:pt x="26851" y="256217"/>
                  </a:lnTo>
                  <a:lnTo>
                    <a:pt x="29803" y="260621"/>
                  </a:lnTo>
                  <a:lnTo>
                    <a:pt x="32893" y="264928"/>
                  </a:lnTo>
                  <a:lnTo>
                    <a:pt x="36117" y="269136"/>
                  </a:lnTo>
                  <a:lnTo>
                    <a:pt x="39474" y="273239"/>
                  </a:lnTo>
                  <a:lnTo>
                    <a:pt x="42959" y="277233"/>
                  </a:lnTo>
                  <a:lnTo>
                    <a:pt x="46569" y="281115"/>
                  </a:lnTo>
                  <a:lnTo>
                    <a:pt x="50301" y="284881"/>
                  </a:lnTo>
                  <a:lnTo>
                    <a:pt x="54149" y="288527"/>
                  </a:lnTo>
                  <a:lnTo>
                    <a:pt x="58112" y="292048"/>
                  </a:lnTo>
                  <a:lnTo>
                    <a:pt x="62184" y="295442"/>
                  </a:lnTo>
                  <a:lnTo>
                    <a:pt x="66362" y="298706"/>
                  </a:lnTo>
                  <a:lnTo>
                    <a:pt x="70641" y="301835"/>
                  </a:lnTo>
                  <a:lnTo>
                    <a:pt x="75017" y="304827"/>
                  </a:lnTo>
                  <a:lnTo>
                    <a:pt x="79486" y="307679"/>
                  </a:lnTo>
                  <a:lnTo>
                    <a:pt x="84043" y="310387"/>
                  </a:lnTo>
                  <a:lnTo>
                    <a:pt x="88683" y="312950"/>
                  </a:lnTo>
                  <a:lnTo>
                    <a:pt x="93403" y="315364"/>
                  </a:lnTo>
                  <a:lnTo>
                    <a:pt x="98197" y="317628"/>
                  </a:lnTo>
                  <a:lnTo>
                    <a:pt x="103060" y="319738"/>
                  </a:lnTo>
                  <a:lnTo>
                    <a:pt x="107987" y="321693"/>
                  </a:lnTo>
                  <a:lnTo>
                    <a:pt x="112974" y="323491"/>
                  </a:lnTo>
                  <a:lnTo>
                    <a:pt x="118016" y="325130"/>
                  </a:lnTo>
                  <a:lnTo>
                    <a:pt x="123107" y="326608"/>
                  </a:lnTo>
                  <a:lnTo>
                    <a:pt x="128242" y="327924"/>
                  </a:lnTo>
                  <a:lnTo>
                    <a:pt x="133417" y="329076"/>
                  </a:lnTo>
                  <a:lnTo>
                    <a:pt x="138625" y="330064"/>
                  </a:lnTo>
                  <a:lnTo>
                    <a:pt x="143862" y="330886"/>
                  </a:lnTo>
                  <a:lnTo>
                    <a:pt x="149123" y="331542"/>
                  </a:lnTo>
                  <a:lnTo>
                    <a:pt x="154401" y="332030"/>
                  </a:lnTo>
                  <a:lnTo>
                    <a:pt x="159693" y="332351"/>
                  </a:lnTo>
                  <a:lnTo>
                    <a:pt x="164992" y="332504"/>
                  </a:lnTo>
                  <a:lnTo>
                    <a:pt x="170293" y="332489"/>
                  </a:lnTo>
                  <a:lnTo>
                    <a:pt x="175591" y="332306"/>
                  </a:lnTo>
                  <a:lnTo>
                    <a:pt x="180880" y="331955"/>
                  </a:lnTo>
                  <a:lnTo>
                    <a:pt x="186156" y="331436"/>
                  </a:lnTo>
                  <a:lnTo>
                    <a:pt x="191413" y="330750"/>
                  </a:lnTo>
                  <a:lnTo>
                    <a:pt x="196645" y="329898"/>
                  </a:lnTo>
                  <a:lnTo>
                    <a:pt x="201848" y="328881"/>
                  </a:lnTo>
                  <a:lnTo>
                    <a:pt x="207016" y="327699"/>
                  </a:lnTo>
                  <a:lnTo>
                    <a:pt x="212143" y="326354"/>
                  </a:lnTo>
                  <a:lnTo>
                    <a:pt x="217226" y="324847"/>
                  </a:lnTo>
                  <a:lnTo>
                    <a:pt x="222258" y="323179"/>
                  </a:lnTo>
                  <a:lnTo>
                    <a:pt x="227235" y="321353"/>
                  </a:lnTo>
                  <a:lnTo>
                    <a:pt x="232151" y="319370"/>
                  </a:lnTo>
                  <a:lnTo>
                    <a:pt x="237002" y="317232"/>
                  </a:lnTo>
                  <a:lnTo>
                    <a:pt x="241783" y="314941"/>
                  </a:lnTo>
                  <a:lnTo>
                    <a:pt x="246488" y="312500"/>
                  </a:lnTo>
                  <a:lnTo>
                    <a:pt x="251114" y="309911"/>
                  </a:lnTo>
                  <a:lnTo>
                    <a:pt x="255656" y="307176"/>
                  </a:lnTo>
                  <a:lnTo>
                    <a:pt x="260108" y="304299"/>
                  </a:lnTo>
                  <a:lnTo>
                    <a:pt x="264467" y="301282"/>
                  </a:lnTo>
                  <a:lnTo>
                    <a:pt x="268728" y="298129"/>
                  </a:lnTo>
                  <a:lnTo>
                    <a:pt x="272887" y="294842"/>
                  </a:lnTo>
                  <a:lnTo>
                    <a:pt x="276940" y="291424"/>
                  </a:lnTo>
                  <a:lnTo>
                    <a:pt x="280882" y="287880"/>
                  </a:lnTo>
                  <a:lnTo>
                    <a:pt x="284710" y="284213"/>
                  </a:lnTo>
                  <a:lnTo>
                    <a:pt x="288420" y="280426"/>
                  </a:lnTo>
                  <a:lnTo>
                    <a:pt x="292008" y="276523"/>
                  </a:lnTo>
                  <a:lnTo>
                    <a:pt x="295470" y="272509"/>
                  </a:lnTo>
                  <a:lnTo>
                    <a:pt x="298804" y="268387"/>
                  </a:lnTo>
                  <a:lnTo>
                    <a:pt x="302004" y="264161"/>
                  </a:lnTo>
                  <a:lnTo>
                    <a:pt x="305070" y="259836"/>
                  </a:lnTo>
                  <a:lnTo>
                    <a:pt x="307996" y="255416"/>
                  </a:lnTo>
                  <a:lnTo>
                    <a:pt x="310781" y="250905"/>
                  </a:lnTo>
                  <a:lnTo>
                    <a:pt x="313422" y="246308"/>
                  </a:lnTo>
                  <a:lnTo>
                    <a:pt x="315915" y="241630"/>
                  </a:lnTo>
                  <a:lnTo>
                    <a:pt x="318259" y="236875"/>
                  </a:lnTo>
                  <a:lnTo>
                    <a:pt x="320451" y="232048"/>
                  </a:lnTo>
                  <a:lnTo>
                    <a:pt x="322489" y="227154"/>
                  </a:lnTo>
                  <a:lnTo>
                    <a:pt x="324370" y="222198"/>
                  </a:lnTo>
                  <a:lnTo>
                    <a:pt x="326094" y="217185"/>
                  </a:lnTo>
                  <a:lnTo>
                    <a:pt x="327657" y="212120"/>
                  </a:lnTo>
                  <a:lnTo>
                    <a:pt x="329060" y="207007"/>
                  </a:lnTo>
                  <a:lnTo>
                    <a:pt x="330299" y="201853"/>
                  </a:lnTo>
                  <a:lnTo>
                    <a:pt x="331375" y="196662"/>
                  </a:lnTo>
                  <a:lnTo>
                    <a:pt x="332285" y="191440"/>
                  </a:lnTo>
                  <a:lnTo>
                    <a:pt x="333029" y="186191"/>
                  </a:lnTo>
                  <a:lnTo>
                    <a:pt x="333606" y="180921"/>
                  </a:lnTo>
                  <a:lnTo>
                    <a:pt x="334016" y="175636"/>
                  </a:lnTo>
                  <a:lnTo>
                    <a:pt x="334259" y="170340"/>
                  </a:lnTo>
                  <a:lnTo>
                    <a:pt x="334333" y="165040"/>
                  </a:lnTo>
                  <a:lnTo>
                    <a:pt x="334239" y="159739"/>
                  </a:lnTo>
                  <a:lnTo>
                    <a:pt x="333977" y="154445"/>
                  </a:lnTo>
                  <a:lnTo>
                    <a:pt x="333547" y="149161"/>
                  </a:lnTo>
                  <a:lnTo>
                    <a:pt x="332950" y="143893"/>
                  </a:lnTo>
                  <a:lnTo>
                    <a:pt x="332187" y="138647"/>
                  </a:lnTo>
                  <a:lnTo>
                    <a:pt x="331257" y="133428"/>
                  </a:lnTo>
                  <a:lnTo>
                    <a:pt x="330162" y="128241"/>
                  </a:lnTo>
                  <a:lnTo>
                    <a:pt x="328904" y="123092"/>
                  </a:lnTo>
                  <a:lnTo>
                    <a:pt x="327482" y="117985"/>
                  </a:lnTo>
                  <a:lnTo>
                    <a:pt x="325900" y="112925"/>
                  </a:lnTo>
                  <a:lnTo>
                    <a:pt x="324158" y="107918"/>
                  </a:lnTo>
                  <a:lnTo>
                    <a:pt x="322258" y="102969"/>
                  </a:lnTo>
                  <a:lnTo>
                    <a:pt x="320202" y="98083"/>
                  </a:lnTo>
                  <a:lnTo>
                    <a:pt x="317992" y="93265"/>
                  </a:lnTo>
                  <a:lnTo>
                    <a:pt x="315630" y="88518"/>
                  </a:lnTo>
                  <a:lnTo>
                    <a:pt x="313119" y="83850"/>
                  </a:lnTo>
                  <a:lnTo>
                    <a:pt x="310462" y="79263"/>
                  </a:lnTo>
                  <a:lnTo>
                    <a:pt x="307660" y="74762"/>
                  </a:lnTo>
                  <a:lnTo>
                    <a:pt x="304717" y="70353"/>
                  </a:lnTo>
                  <a:lnTo>
                    <a:pt x="301636" y="66039"/>
                  </a:lnTo>
                  <a:lnTo>
                    <a:pt x="298419" y="61825"/>
                  </a:lnTo>
                  <a:lnTo>
                    <a:pt x="295071" y="57716"/>
                  </a:lnTo>
                  <a:lnTo>
                    <a:pt x="291593" y="53714"/>
                  </a:lnTo>
                  <a:lnTo>
                    <a:pt x="287991" y="49825"/>
                  </a:lnTo>
                  <a:lnTo>
                    <a:pt x="284267" y="46052"/>
                  </a:lnTo>
                  <a:lnTo>
                    <a:pt x="280426" y="42399"/>
                  </a:lnTo>
                  <a:lnTo>
                    <a:pt x="276470" y="38870"/>
                  </a:lnTo>
                  <a:lnTo>
                    <a:pt x="272405" y="35467"/>
                  </a:lnTo>
                  <a:lnTo>
                    <a:pt x="268233" y="32196"/>
                  </a:lnTo>
                  <a:lnTo>
                    <a:pt x="263961" y="29058"/>
                  </a:lnTo>
                  <a:lnTo>
                    <a:pt x="167166" y="1653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96794" cy="167167"/>
            </a:xfrm>
            <a:custGeom>
              <a:avLst/>
              <a:pathLst>
                <a:path w="96794" h="167167">
                  <a:moveTo>
                    <a:pt x="96794" y="30874"/>
                  </a:moveTo>
                  <a:lnTo>
                    <a:pt x="92062" y="27634"/>
                  </a:lnTo>
                  <a:lnTo>
                    <a:pt x="87222" y="24559"/>
                  </a:lnTo>
                  <a:lnTo>
                    <a:pt x="82279" y="21651"/>
                  </a:lnTo>
                  <a:lnTo>
                    <a:pt x="77239" y="18914"/>
                  </a:lnTo>
                  <a:lnTo>
                    <a:pt x="72109" y="16352"/>
                  </a:lnTo>
                  <a:lnTo>
                    <a:pt x="66893" y="13967"/>
                  </a:lnTo>
                  <a:lnTo>
                    <a:pt x="61599" y="11763"/>
                  </a:lnTo>
                  <a:lnTo>
                    <a:pt x="56232" y="9741"/>
                  </a:lnTo>
                  <a:lnTo>
                    <a:pt x="50799" y="7905"/>
                  </a:lnTo>
                  <a:lnTo>
                    <a:pt x="45307" y="6256"/>
                  </a:lnTo>
                  <a:lnTo>
                    <a:pt x="39761" y="4797"/>
                  </a:lnTo>
                  <a:lnTo>
                    <a:pt x="34168" y="3529"/>
                  </a:lnTo>
                  <a:lnTo>
                    <a:pt x="28535" y="2453"/>
                  </a:lnTo>
                  <a:lnTo>
                    <a:pt x="22868" y="1571"/>
                  </a:lnTo>
                  <a:lnTo>
                    <a:pt x="17175" y="884"/>
                  </a:lnTo>
                  <a:lnTo>
                    <a:pt x="11461" y="393"/>
                  </a:lnTo>
                  <a:lnTo>
                    <a:pt x="5733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310" y="3707720"/>
              <a:ext cx="6437" cy="167167"/>
            </a:xfrm>
            <a:custGeom>
              <a:avLst/>
              <a:pathLst>
                <a:path w="6437" h="167167">
                  <a:moveTo>
                    <a:pt x="6437" y="0"/>
                  </a:moveTo>
                  <a:lnTo>
                    <a:pt x="0" y="124"/>
                  </a:lnTo>
                  <a:lnTo>
                    <a:pt x="643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5" y="3707844"/>
              <a:ext cx="334311" cy="334210"/>
            </a:xfrm>
            <a:custGeom>
              <a:avLst/>
              <a:pathLst>
                <a:path w="334311" h="334210">
                  <a:moveTo>
                    <a:pt x="160715" y="0"/>
                  </a:moveTo>
                  <a:lnTo>
                    <a:pt x="155432" y="287"/>
                  </a:lnTo>
                  <a:lnTo>
                    <a:pt x="150161" y="741"/>
                  </a:lnTo>
                  <a:lnTo>
                    <a:pt x="144906" y="1362"/>
                  </a:lnTo>
                  <a:lnTo>
                    <a:pt x="139674" y="2149"/>
                  </a:lnTo>
                  <a:lnTo>
                    <a:pt x="134470" y="3102"/>
                  </a:lnTo>
                  <a:lnTo>
                    <a:pt x="129298" y="4218"/>
                  </a:lnTo>
                  <a:lnTo>
                    <a:pt x="124165" y="5497"/>
                  </a:lnTo>
                  <a:lnTo>
                    <a:pt x="119074" y="6939"/>
                  </a:lnTo>
                  <a:lnTo>
                    <a:pt x="114031" y="8540"/>
                  </a:lnTo>
                  <a:lnTo>
                    <a:pt x="109042" y="10301"/>
                  </a:lnTo>
                  <a:lnTo>
                    <a:pt x="104111" y="12218"/>
                  </a:lnTo>
                  <a:lnTo>
                    <a:pt x="99243" y="14291"/>
                  </a:lnTo>
                  <a:lnTo>
                    <a:pt x="94443" y="16516"/>
                  </a:lnTo>
                  <a:lnTo>
                    <a:pt x="89716" y="18893"/>
                  </a:lnTo>
                  <a:lnTo>
                    <a:pt x="85066" y="21418"/>
                  </a:lnTo>
                  <a:lnTo>
                    <a:pt x="80499" y="24088"/>
                  </a:lnTo>
                  <a:lnTo>
                    <a:pt x="76018" y="26902"/>
                  </a:lnTo>
                  <a:lnTo>
                    <a:pt x="71629" y="29856"/>
                  </a:lnTo>
                  <a:lnTo>
                    <a:pt x="67335" y="32948"/>
                  </a:lnTo>
                  <a:lnTo>
                    <a:pt x="63142" y="36174"/>
                  </a:lnTo>
                  <a:lnTo>
                    <a:pt x="59053" y="39531"/>
                  </a:lnTo>
                  <a:lnTo>
                    <a:pt x="55071" y="43016"/>
                  </a:lnTo>
                  <a:lnTo>
                    <a:pt x="51203" y="46625"/>
                  </a:lnTo>
                  <a:lnTo>
                    <a:pt x="47450" y="50355"/>
                  </a:lnTo>
                  <a:lnTo>
                    <a:pt x="43817" y="54201"/>
                  </a:lnTo>
                  <a:lnTo>
                    <a:pt x="40308" y="58161"/>
                  </a:lnTo>
                  <a:lnTo>
                    <a:pt x="36926" y="62229"/>
                  </a:lnTo>
                  <a:lnTo>
                    <a:pt x="33674" y="66403"/>
                  </a:lnTo>
                  <a:lnTo>
                    <a:pt x="30556" y="70677"/>
                  </a:lnTo>
                  <a:lnTo>
                    <a:pt x="27575" y="75048"/>
                  </a:lnTo>
                  <a:lnTo>
                    <a:pt x="24734" y="79512"/>
                  </a:lnTo>
                  <a:lnTo>
                    <a:pt x="22035" y="84062"/>
                  </a:lnTo>
                  <a:lnTo>
                    <a:pt x="19482" y="88696"/>
                  </a:lnTo>
                  <a:lnTo>
                    <a:pt x="17076" y="93409"/>
                  </a:lnTo>
                  <a:lnTo>
                    <a:pt x="14821" y="98195"/>
                  </a:lnTo>
                  <a:lnTo>
                    <a:pt x="12719" y="103050"/>
                  </a:lnTo>
                  <a:lnTo>
                    <a:pt x="10771" y="107969"/>
                  </a:lnTo>
                  <a:lnTo>
                    <a:pt x="8980" y="112948"/>
                  </a:lnTo>
                  <a:lnTo>
                    <a:pt x="7347" y="117980"/>
                  </a:lnTo>
                  <a:lnTo>
                    <a:pt x="5875" y="123062"/>
                  </a:lnTo>
                  <a:lnTo>
                    <a:pt x="4564" y="128188"/>
                  </a:lnTo>
                  <a:lnTo>
                    <a:pt x="3415" y="133353"/>
                  </a:lnTo>
                  <a:lnTo>
                    <a:pt x="2431" y="138551"/>
                  </a:lnTo>
                  <a:lnTo>
                    <a:pt x="1612" y="143778"/>
                  </a:lnTo>
                  <a:lnTo>
                    <a:pt x="959" y="149029"/>
                  </a:lnTo>
                  <a:lnTo>
                    <a:pt x="472" y="154297"/>
                  </a:lnTo>
                  <a:lnTo>
                    <a:pt x="152" y="159578"/>
                  </a:lnTo>
                  <a:lnTo>
                    <a:pt x="0" y="164867"/>
                  </a:lnTo>
                  <a:lnTo>
                    <a:pt x="14" y="170158"/>
                  </a:lnTo>
                  <a:lnTo>
                    <a:pt x="197" y="175445"/>
                  </a:lnTo>
                  <a:lnTo>
                    <a:pt x="546" y="180725"/>
                  </a:lnTo>
                  <a:lnTo>
                    <a:pt x="1063" y="185990"/>
                  </a:lnTo>
                  <a:lnTo>
                    <a:pt x="1745" y="191237"/>
                  </a:lnTo>
                  <a:lnTo>
                    <a:pt x="2594" y="196459"/>
                  </a:lnTo>
                  <a:lnTo>
                    <a:pt x="3607" y="201652"/>
                  </a:lnTo>
                  <a:lnTo>
                    <a:pt x="4784" y="206810"/>
                  </a:lnTo>
                  <a:lnTo>
                    <a:pt x="6124" y="211929"/>
                  </a:lnTo>
                  <a:lnTo>
                    <a:pt x="7625" y="217002"/>
                  </a:lnTo>
                  <a:lnTo>
                    <a:pt x="9286" y="222025"/>
                  </a:lnTo>
                  <a:lnTo>
                    <a:pt x="11105" y="226994"/>
                  </a:lnTo>
                  <a:lnTo>
                    <a:pt x="13080" y="231902"/>
                  </a:lnTo>
                  <a:lnTo>
                    <a:pt x="15210" y="236745"/>
                  </a:lnTo>
                  <a:lnTo>
                    <a:pt x="17492" y="241519"/>
                  </a:lnTo>
                  <a:lnTo>
                    <a:pt x="19924" y="246217"/>
                  </a:lnTo>
                  <a:lnTo>
                    <a:pt x="22503" y="250837"/>
                  </a:lnTo>
                  <a:lnTo>
                    <a:pt x="25227" y="255373"/>
                  </a:lnTo>
                  <a:lnTo>
                    <a:pt x="28094" y="259820"/>
                  </a:lnTo>
                  <a:lnTo>
                    <a:pt x="31099" y="264174"/>
                  </a:lnTo>
                  <a:lnTo>
                    <a:pt x="34241" y="268431"/>
                  </a:lnTo>
                  <a:lnTo>
                    <a:pt x="37516" y="272586"/>
                  </a:lnTo>
                  <a:lnTo>
                    <a:pt x="40921" y="276636"/>
                  </a:lnTo>
                  <a:lnTo>
                    <a:pt x="44453" y="280576"/>
                  </a:lnTo>
                  <a:lnTo>
                    <a:pt x="48107" y="284402"/>
                  </a:lnTo>
                  <a:lnTo>
                    <a:pt x="51881" y="288110"/>
                  </a:lnTo>
                  <a:lnTo>
                    <a:pt x="55770" y="291697"/>
                  </a:lnTo>
                  <a:lnTo>
                    <a:pt x="59770" y="295160"/>
                  </a:lnTo>
                  <a:lnTo>
                    <a:pt x="63878" y="298494"/>
                  </a:lnTo>
                  <a:lnTo>
                    <a:pt x="68090" y="301696"/>
                  </a:lnTo>
                  <a:lnTo>
                    <a:pt x="72401" y="304764"/>
                  </a:lnTo>
                  <a:lnTo>
                    <a:pt x="76807" y="307693"/>
                  </a:lnTo>
                  <a:lnTo>
                    <a:pt x="81303" y="310482"/>
                  </a:lnTo>
                  <a:lnTo>
                    <a:pt x="85885" y="313127"/>
                  </a:lnTo>
                  <a:lnTo>
                    <a:pt x="90549" y="315625"/>
                  </a:lnTo>
                  <a:lnTo>
                    <a:pt x="95289" y="317975"/>
                  </a:lnTo>
                  <a:lnTo>
                    <a:pt x="100102" y="320174"/>
                  </a:lnTo>
                  <a:lnTo>
                    <a:pt x="104981" y="322219"/>
                  </a:lnTo>
                  <a:lnTo>
                    <a:pt x="109923" y="324109"/>
                  </a:lnTo>
                  <a:lnTo>
                    <a:pt x="114922" y="325841"/>
                  </a:lnTo>
                  <a:lnTo>
                    <a:pt x="119974" y="327415"/>
                  </a:lnTo>
                  <a:lnTo>
                    <a:pt x="125072" y="328827"/>
                  </a:lnTo>
                  <a:lnTo>
                    <a:pt x="130213" y="330078"/>
                  </a:lnTo>
                  <a:lnTo>
                    <a:pt x="135391" y="331165"/>
                  </a:lnTo>
                  <a:lnTo>
                    <a:pt x="140601" y="332088"/>
                  </a:lnTo>
                  <a:lnTo>
                    <a:pt x="145837" y="332846"/>
                  </a:lnTo>
                  <a:lnTo>
                    <a:pt x="151095" y="333437"/>
                  </a:lnTo>
                  <a:lnTo>
                    <a:pt x="156369" y="333862"/>
                  </a:lnTo>
                  <a:lnTo>
                    <a:pt x="161653" y="334120"/>
                  </a:lnTo>
                  <a:lnTo>
                    <a:pt x="166943" y="334210"/>
                  </a:lnTo>
                  <a:lnTo>
                    <a:pt x="172233" y="334133"/>
                  </a:lnTo>
                  <a:lnTo>
                    <a:pt x="177519" y="333889"/>
                  </a:lnTo>
                  <a:lnTo>
                    <a:pt x="182793" y="333477"/>
                  </a:lnTo>
                  <a:lnTo>
                    <a:pt x="188052" y="332899"/>
                  </a:lnTo>
                  <a:lnTo>
                    <a:pt x="193291" y="332154"/>
                  </a:lnTo>
                  <a:lnTo>
                    <a:pt x="198503" y="331244"/>
                  </a:lnTo>
                  <a:lnTo>
                    <a:pt x="203683" y="330170"/>
                  </a:lnTo>
                  <a:lnTo>
                    <a:pt x="208827" y="328932"/>
                  </a:lnTo>
                  <a:lnTo>
                    <a:pt x="213930" y="327532"/>
                  </a:lnTo>
                  <a:lnTo>
                    <a:pt x="218985" y="325972"/>
                  </a:lnTo>
                  <a:lnTo>
                    <a:pt x="223988" y="324252"/>
                  </a:lnTo>
                  <a:lnTo>
                    <a:pt x="228935" y="322375"/>
                  </a:lnTo>
                  <a:lnTo>
                    <a:pt x="233820" y="320342"/>
                  </a:lnTo>
                  <a:lnTo>
                    <a:pt x="238638" y="318155"/>
                  </a:lnTo>
                  <a:lnTo>
                    <a:pt x="243384" y="315817"/>
                  </a:lnTo>
                  <a:lnTo>
                    <a:pt x="248054" y="313330"/>
                  </a:lnTo>
                  <a:lnTo>
                    <a:pt x="252643" y="310697"/>
                  </a:lnTo>
                  <a:lnTo>
                    <a:pt x="257146" y="307919"/>
                  </a:lnTo>
                  <a:lnTo>
                    <a:pt x="261559" y="305001"/>
                  </a:lnTo>
                  <a:lnTo>
                    <a:pt x="265878" y="301944"/>
                  </a:lnTo>
                  <a:lnTo>
                    <a:pt x="270097" y="298753"/>
                  </a:lnTo>
                  <a:lnTo>
                    <a:pt x="274214" y="295429"/>
                  </a:lnTo>
                  <a:lnTo>
                    <a:pt x="278223" y="291976"/>
                  </a:lnTo>
                  <a:lnTo>
                    <a:pt x="282121" y="288399"/>
                  </a:lnTo>
                  <a:lnTo>
                    <a:pt x="285904" y="284700"/>
                  </a:lnTo>
                  <a:lnTo>
                    <a:pt x="289568" y="280883"/>
                  </a:lnTo>
                  <a:lnTo>
                    <a:pt x="293109" y="276952"/>
                  </a:lnTo>
                  <a:lnTo>
                    <a:pt x="296524" y="272911"/>
                  </a:lnTo>
                  <a:lnTo>
                    <a:pt x="299809" y="268764"/>
                  </a:lnTo>
                  <a:lnTo>
                    <a:pt x="302962" y="264515"/>
                  </a:lnTo>
                  <a:lnTo>
                    <a:pt x="305979" y="260168"/>
                  </a:lnTo>
                  <a:lnTo>
                    <a:pt x="308856" y="255728"/>
                  </a:lnTo>
                  <a:lnTo>
                    <a:pt x="311592" y="251200"/>
                  </a:lnTo>
                  <a:lnTo>
                    <a:pt x="314183" y="246587"/>
                  </a:lnTo>
                  <a:lnTo>
                    <a:pt x="316626" y="241894"/>
                  </a:lnTo>
                  <a:lnTo>
                    <a:pt x="318920" y="237126"/>
                  </a:lnTo>
                  <a:lnTo>
                    <a:pt x="321062" y="232288"/>
                  </a:lnTo>
                  <a:lnTo>
                    <a:pt x="323050" y="227385"/>
                  </a:lnTo>
                  <a:lnTo>
                    <a:pt x="324881" y="222421"/>
                  </a:lnTo>
                  <a:lnTo>
                    <a:pt x="326555" y="217402"/>
                  </a:lnTo>
                  <a:lnTo>
                    <a:pt x="328068" y="212332"/>
                  </a:lnTo>
                  <a:lnTo>
                    <a:pt x="329421" y="207217"/>
                  </a:lnTo>
                  <a:lnTo>
                    <a:pt x="330611" y="202062"/>
                  </a:lnTo>
                  <a:lnTo>
                    <a:pt x="331637" y="196872"/>
                  </a:lnTo>
                  <a:lnTo>
                    <a:pt x="332499" y="191652"/>
                  </a:lnTo>
                  <a:lnTo>
                    <a:pt x="333195" y="186407"/>
                  </a:lnTo>
                  <a:lnTo>
                    <a:pt x="333725" y="181142"/>
                  </a:lnTo>
                  <a:lnTo>
                    <a:pt x="334087" y="175864"/>
                  </a:lnTo>
                  <a:lnTo>
                    <a:pt x="334283" y="170577"/>
                  </a:lnTo>
                  <a:lnTo>
                    <a:pt x="334311" y="165286"/>
                  </a:lnTo>
                  <a:lnTo>
                    <a:pt x="334172" y="159997"/>
                  </a:lnTo>
                  <a:lnTo>
                    <a:pt x="333865" y="154715"/>
                  </a:lnTo>
                  <a:lnTo>
                    <a:pt x="333391" y="149446"/>
                  </a:lnTo>
                  <a:lnTo>
                    <a:pt x="332751" y="144194"/>
                  </a:lnTo>
                  <a:lnTo>
                    <a:pt x="331945" y="138965"/>
                  </a:lnTo>
                  <a:lnTo>
                    <a:pt x="330974" y="133764"/>
                  </a:lnTo>
                  <a:lnTo>
                    <a:pt x="329839" y="128596"/>
                  </a:lnTo>
                  <a:lnTo>
                    <a:pt x="328541" y="123467"/>
                  </a:lnTo>
                  <a:lnTo>
                    <a:pt x="327081" y="118381"/>
                  </a:lnTo>
                  <a:lnTo>
                    <a:pt x="325461" y="113345"/>
                  </a:lnTo>
                  <a:lnTo>
                    <a:pt x="323682" y="108362"/>
                  </a:lnTo>
                  <a:lnTo>
                    <a:pt x="321747" y="103438"/>
                  </a:lnTo>
                  <a:lnTo>
                    <a:pt x="319657" y="98577"/>
                  </a:lnTo>
                  <a:lnTo>
                    <a:pt x="317414" y="93785"/>
                  </a:lnTo>
                  <a:lnTo>
                    <a:pt x="315020" y="89067"/>
                  </a:lnTo>
                  <a:lnTo>
                    <a:pt x="312478" y="84427"/>
                  </a:lnTo>
                  <a:lnTo>
                    <a:pt x="309791" y="79869"/>
                  </a:lnTo>
                  <a:lnTo>
                    <a:pt x="306961" y="75399"/>
                  </a:lnTo>
                  <a:lnTo>
                    <a:pt x="303991" y="71020"/>
                  </a:lnTo>
                  <a:lnTo>
                    <a:pt x="300883" y="66738"/>
                  </a:lnTo>
                  <a:lnTo>
                    <a:pt x="297642" y="62556"/>
                  </a:lnTo>
                  <a:lnTo>
                    <a:pt x="294270" y="58479"/>
                  </a:lnTo>
                  <a:lnTo>
                    <a:pt x="290771" y="54511"/>
                  </a:lnTo>
                  <a:lnTo>
                    <a:pt x="287148" y="50655"/>
                  </a:lnTo>
                  <a:lnTo>
                    <a:pt x="283405" y="46916"/>
                  </a:lnTo>
                  <a:lnTo>
                    <a:pt x="279545" y="43297"/>
                  </a:lnTo>
                  <a:lnTo>
                    <a:pt x="275573" y="39803"/>
                  </a:lnTo>
                  <a:lnTo>
                    <a:pt x="271492" y="36435"/>
                  </a:lnTo>
                  <a:lnTo>
                    <a:pt x="267306" y="33199"/>
                  </a:lnTo>
                  <a:lnTo>
                    <a:pt x="263020" y="30096"/>
                  </a:lnTo>
                  <a:lnTo>
                    <a:pt x="258639" y="27131"/>
                  </a:lnTo>
                  <a:lnTo>
                    <a:pt x="254165" y="24306"/>
                  </a:lnTo>
                  <a:lnTo>
                    <a:pt x="249604" y="21624"/>
                  </a:lnTo>
                  <a:lnTo>
                    <a:pt x="244961" y="19088"/>
                  </a:lnTo>
                  <a:lnTo>
                    <a:pt x="240240" y="16699"/>
                  </a:lnTo>
                  <a:lnTo>
                    <a:pt x="235446" y="14462"/>
                  </a:lnTo>
                  <a:lnTo>
                    <a:pt x="230583" y="12377"/>
                  </a:lnTo>
                  <a:lnTo>
                    <a:pt x="225657" y="10447"/>
                  </a:lnTo>
                  <a:lnTo>
                    <a:pt x="220672" y="8674"/>
                  </a:lnTo>
                  <a:lnTo>
                    <a:pt x="215633" y="7060"/>
                  </a:lnTo>
                  <a:lnTo>
                    <a:pt x="210546" y="5606"/>
                  </a:lnTo>
                  <a:lnTo>
                    <a:pt x="205416" y="4313"/>
                  </a:lnTo>
                  <a:lnTo>
                    <a:pt x="200247" y="3184"/>
                  </a:lnTo>
                  <a:lnTo>
                    <a:pt x="195045" y="2219"/>
                  </a:lnTo>
                  <a:lnTo>
                    <a:pt x="189815" y="1419"/>
                  </a:lnTo>
                  <a:lnTo>
                    <a:pt x="184562" y="784"/>
                  </a:lnTo>
                  <a:lnTo>
                    <a:pt x="179292" y="317"/>
                  </a:lnTo>
                  <a:lnTo>
                    <a:pt x="167153" y="1670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2139" cy="167167"/>
            </a:xfrm>
            <a:custGeom>
              <a:avLst/>
              <a:pathLst>
                <a:path w="12139" h="167167">
                  <a:moveTo>
                    <a:pt x="12139" y="4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849" y="4213821"/>
              <a:ext cx="6437" cy="167167"/>
            </a:xfrm>
            <a:custGeom>
              <a:avLst/>
              <a:pathLst>
                <a:path w="6437" h="167167">
                  <a:moveTo>
                    <a:pt x="6437" y="0"/>
                  </a:moveTo>
                  <a:lnTo>
                    <a:pt x="0" y="124"/>
                  </a:lnTo>
                  <a:lnTo>
                    <a:pt x="643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34" y="4213945"/>
              <a:ext cx="334311" cy="334210"/>
            </a:xfrm>
            <a:custGeom>
              <a:avLst/>
              <a:pathLst>
                <a:path w="334311" h="334210">
                  <a:moveTo>
                    <a:pt x="160715" y="0"/>
                  </a:moveTo>
                  <a:lnTo>
                    <a:pt x="155432" y="287"/>
                  </a:lnTo>
                  <a:lnTo>
                    <a:pt x="150161" y="741"/>
                  </a:lnTo>
                  <a:lnTo>
                    <a:pt x="144906" y="1362"/>
                  </a:lnTo>
                  <a:lnTo>
                    <a:pt x="139674" y="2149"/>
                  </a:lnTo>
                  <a:lnTo>
                    <a:pt x="134470" y="3102"/>
                  </a:lnTo>
                  <a:lnTo>
                    <a:pt x="129298" y="4218"/>
                  </a:lnTo>
                  <a:lnTo>
                    <a:pt x="124165" y="5497"/>
                  </a:lnTo>
                  <a:lnTo>
                    <a:pt x="119074" y="6939"/>
                  </a:lnTo>
                  <a:lnTo>
                    <a:pt x="114031" y="8540"/>
                  </a:lnTo>
                  <a:lnTo>
                    <a:pt x="109042" y="10301"/>
                  </a:lnTo>
                  <a:lnTo>
                    <a:pt x="104111" y="12218"/>
                  </a:lnTo>
                  <a:lnTo>
                    <a:pt x="99243" y="14291"/>
                  </a:lnTo>
                  <a:lnTo>
                    <a:pt x="94443" y="16516"/>
                  </a:lnTo>
                  <a:lnTo>
                    <a:pt x="89716" y="18893"/>
                  </a:lnTo>
                  <a:lnTo>
                    <a:pt x="85066" y="21418"/>
                  </a:lnTo>
                  <a:lnTo>
                    <a:pt x="80499" y="24088"/>
                  </a:lnTo>
                  <a:lnTo>
                    <a:pt x="76018" y="26902"/>
                  </a:lnTo>
                  <a:lnTo>
                    <a:pt x="71629" y="29856"/>
                  </a:lnTo>
                  <a:lnTo>
                    <a:pt x="67335" y="32948"/>
                  </a:lnTo>
                  <a:lnTo>
                    <a:pt x="63142" y="36174"/>
                  </a:lnTo>
                  <a:lnTo>
                    <a:pt x="59053" y="39531"/>
                  </a:lnTo>
                  <a:lnTo>
                    <a:pt x="55071" y="43016"/>
                  </a:lnTo>
                  <a:lnTo>
                    <a:pt x="51203" y="46625"/>
                  </a:lnTo>
                  <a:lnTo>
                    <a:pt x="47450" y="50355"/>
                  </a:lnTo>
                  <a:lnTo>
                    <a:pt x="43817" y="54201"/>
                  </a:lnTo>
                  <a:lnTo>
                    <a:pt x="40308" y="58161"/>
                  </a:lnTo>
                  <a:lnTo>
                    <a:pt x="36926" y="62229"/>
                  </a:lnTo>
                  <a:lnTo>
                    <a:pt x="33674" y="66403"/>
                  </a:lnTo>
                  <a:lnTo>
                    <a:pt x="30556" y="70677"/>
                  </a:lnTo>
                  <a:lnTo>
                    <a:pt x="27575" y="75048"/>
                  </a:lnTo>
                  <a:lnTo>
                    <a:pt x="24734" y="79512"/>
                  </a:lnTo>
                  <a:lnTo>
                    <a:pt x="22035" y="84062"/>
                  </a:lnTo>
                  <a:lnTo>
                    <a:pt x="19482" y="88696"/>
                  </a:lnTo>
                  <a:lnTo>
                    <a:pt x="17076" y="93409"/>
                  </a:lnTo>
                  <a:lnTo>
                    <a:pt x="14821" y="98195"/>
                  </a:lnTo>
                  <a:lnTo>
                    <a:pt x="12719" y="103050"/>
                  </a:lnTo>
                  <a:lnTo>
                    <a:pt x="10771" y="107969"/>
                  </a:lnTo>
                  <a:lnTo>
                    <a:pt x="8980" y="112948"/>
                  </a:lnTo>
                  <a:lnTo>
                    <a:pt x="7347" y="117980"/>
                  </a:lnTo>
                  <a:lnTo>
                    <a:pt x="5875" y="123062"/>
                  </a:lnTo>
                  <a:lnTo>
                    <a:pt x="4564" y="128188"/>
                  </a:lnTo>
                  <a:lnTo>
                    <a:pt x="3415" y="133353"/>
                  </a:lnTo>
                  <a:lnTo>
                    <a:pt x="2431" y="138551"/>
                  </a:lnTo>
                  <a:lnTo>
                    <a:pt x="1612" y="143778"/>
                  </a:lnTo>
                  <a:lnTo>
                    <a:pt x="959" y="149029"/>
                  </a:lnTo>
                  <a:lnTo>
                    <a:pt x="472" y="154297"/>
                  </a:lnTo>
                  <a:lnTo>
                    <a:pt x="152" y="159578"/>
                  </a:lnTo>
                  <a:lnTo>
                    <a:pt x="0" y="164867"/>
                  </a:lnTo>
                  <a:lnTo>
                    <a:pt x="14" y="170158"/>
                  </a:lnTo>
                  <a:lnTo>
                    <a:pt x="197" y="175445"/>
                  </a:lnTo>
                  <a:lnTo>
                    <a:pt x="546" y="180725"/>
                  </a:lnTo>
                  <a:lnTo>
                    <a:pt x="1063" y="185990"/>
                  </a:lnTo>
                  <a:lnTo>
                    <a:pt x="1745" y="191237"/>
                  </a:lnTo>
                  <a:lnTo>
                    <a:pt x="2594" y="196459"/>
                  </a:lnTo>
                  <a:lnTo>
                    <a:pt x="3607" y="201652"/>
                  </a:lnTo>
                  <a:lnTo>
                    <a:pt x="4784" y="206810"/>
                  </a:lnTo>
                  <a:lnTo>
                    <a:pt x="6124" y="211929"/>
                  </a:lnTo>
                  <a:lnTo>
                    <a:pt x="7625" y="217002"/>
                  </a:lnTo>
                  <a:lnTo>
                    <a:pt x="9286" y="222025"/>
                  </a:lnTo>
                  <a:lnTo>
                    <a:pt x="11105" y="226994"/>
                  </a:lnTo>
                  <a:lnTo>
                    <a:pt x="13080" y="231902"/>
                  </a:lnTo>
                  <a:lnTo>
                    <a:pt x="15210" y="236745"/>
                  </a:lnTo>
                  <a:lnTo>
                    <a:pt x="17492" y="241519"/>
                  </a:lnTo>
                  <a:lnTo>
                    <a:pt x="19924" y="246217"/>
                  </a:lnTo>
                  <a:lnTo>
                    <a:pt x="22503" y="250837"/>
                  </a:lnTo>
                  <a:lnTo>
                    <a:pt x="25227" y="255373"/>
                  </a:lnTo>
                  <a:lnTo>
                    <a:pt x="28094" y="259820"/>
                  </a:lnTo>
                  <a:lnTo>
                    <a:pt x="31099" y="264174"/>
                  </a:lnTo>
                  <a:lnTo>
                    <a:pt x="34241" y="268431"/>
                  </a:lnTo>
                  <a:lnTo>
                    <a:pt x="37516" y="272586"/>
                  </a:lnTo>
                  <a:lnTo>
                    <a:pt x="40921" y="276636"/>
                  </a:lnTo>
                  <a:lnTo>
                    <a:pt x="44453" y="280576"/>
                  </a:lnTo>
                  <a:lnTo>
                    <a:pt x="48107" y="284402"/>
                  </a:lnTo>
                  <a:lnTo>
                    <a:pt x="51881" y="288110"/>
                  </a:lnTo>
                  <a:lnTo>
                    <a:pt x="55770" y="291697"/>
                  </a:lnTo>
                  <a:lnTo>
                    <a:pt x="59770" y="295160"/>
                  </a:lnTo>
                  <a:lnTo>
                    <a:pt x="63878" y="298494"/>
                  </a:lnTo>
                  <a:lnTo>
                    <a:pt x="68090" y="301696"/>
                  </a:lnTo>
                  <a:lnTo>
                    <a:pt x="72401" y="304764"/>
                  </a:lnTo>
                  <a:lnTo>
                    <a:pt x="76807" y="307693"/>
                  </a:lnTo>
                  <a:lnTo>
                    <a:pt x="81303" y="310482"/>
                  </a:lnTo>
                  <a:lnTo>
                    <a:pt x="85885" y="313127"/>
                  </a:lnTo>
                  <a:lnTo>
                    <a:pt x="90549" y="315625"/>
                  </a:lnTo>
                  <a:lnTo>
                    <a:pt x="95289" y="317975"/>
                  </a:lnTo>
                  <a:lnTo>
                    <a:pt x="100102" y="320174"/>
                  </a:lnTo>
                  <a:lnTo>
                    <a:pt x="104981" y="322219"/>
                  </a:lnTo>
                  <a:lnTo>
                    <a:pt x="109923" y="324109"/>
                  </a:lnTo>
                  <a:lnTo>
                    <a:pt x="114922" y="325841"/>
                  </a:lnTo>
                  <a:lnTo>
                    <a:pt x="119974" y="327415"/>
                  </a:lnTo>
                  <a:lnTo>
                    <a:pt x="125072" y="328827"/>
                  </a:lnTo>
                  <a:lnTo>
                    <a:pt x="130213" y="330078"/>
                  </a:lnTo>
                  <a:lnTo>
                    <a:pt x="135391" y="331165"/>
                  </a:lnTo>
                  <a:lnTo>
                    <a:pt x="140601" y="332088"/>
                  </a:lnTo>
                  <a:lnTo>
                    <a:pt x="145837" y="332846"/>
                  </a:lnTo>
                  <a:lnTo>
                    <a:pt x="151095" y="333437"/>
                  </a:lnTo>
                  <a:lnTo>
                    <a:pt x="156369" y="333862"/>
                  </a:lnTo>
                  <a:lnTo>
                    <a:pt x="161653" y="334120"/>
                  </a:lnTo>
                  <a:lnTo>
                    <a:pt x="166943" y="334210"/>
                  </a:lnTo>
                  <a:lnTo>
                    <a:pt x="172233" y="334133"/>
                  </a:lnTo>
                  <a:lnTo>
                    <a:pt x="177519" y="333889"/>
                  </a:lnTo>
                  <a:lnTo>
                    <a:pt x="182793" y="333477"/>
                  </a:lnTo>
                  <a:lnTo>
                    <a:pt x="188052" y="332899"/>
                  </a:lnTo>
                  <a:lnTo>
                    <a:pt x="193291" y="332154"/>
                  </a:lnTo>
                  <a:lnTo>
                    <a:pt x="198503" y="331244"/>
                  </a:lnTo>
                  <a:lnTo>
                    <a:pt x="203683" y="330170"/>
                  </a:lnTo>
                  <a:lnTo>
                    <a:pt x="208827" y="328932"/>
                  </a:lnTo>
                  <a:lnTo>
                    <a:pt x="213930" y="327532"/>
                  </a:lnTo>
                  <a:lnTo>
                    <a:pt x="218985" y="325972"/>
                  </a:lnTo>
                  <a:lnTo>
                    <a:pt x="223988" y="324252"/>
                  </a:lnTo>
                  <a:lnTo>
                    <a:pt x="228935" y="322375"/>
                  </a:lnTo>
                  <a:lnTo>
                    <a:pt x="233820" y="320342"/>
                  </a:lnTo>
                  <a:lnTo>
                    <a:pt x="238638" y="318155"/>
                  </a:lnTo>
                  <a:lnTo>
                    <a:pt x="243384" y="315817"/>
                  </a:lnTo>
                  <a:lnTo>
                    <a:pt x="248054" y="313330"/>
                  </a:lnTo>
                  <a:lnTo>
                    <a:pt x="252643" y="310697"/>
                  </a:lnTo>
                  <a:lnTo>
                    <a:pt x="257146" y="307919"/>
                  </a:lnTo>
                  <a:lnTo>
                    <a:pt x="261559" y="305001"/>
                  </a:lnTo>
                  <a:lnTo>
                    <a:pt x="265878" y="301944"/>
                  </a:lnTo>
                  <a:lnTo>
                    <a:pt x="270097" y="298753"/>
                  </a:lnTo>
                  <a:lnTo>
                    <a:pt x="274214" y="295429"/>
                  </a:lnTo>
                  <a:lnTo>
                    <a:pt x="278223" y="291976"/>
                  </a:lnTo>
                  <a:lnTo>
                    <a:pt x="282121" y="288399"/>
                  </a:lnTo>
                  <a:lnTo>
                    <a:pt x="285904" y="284700"/>
                  </a:lnTo>
                  <a:lnTo>
                    <a:pt x="289568" y="280883"/>
                  </a:lnTo>
                  <a:lnTo>
                    <a:pt x="293109" y="276952"/>
                  </a:lnTo>
                  <a:lnTo>
                    <a:pt x="296524" y="272911"/>
                  </a:lnTo>
                  <a:lnTo>
                    <a:pt x="299809" y="268764"/>
                  </a:lnTo>
                  <a:lnTo>
                    <a:pt x="302962" y="264515"/>
                  </a:lnTo>
                  <a:lnTo>
                    <a:pt x="305979" y="260168"/>
                  </a:lnTo>
                  <a:lnTo>
                    <a:pt x="308856" y="255728"/>
                  </a:lnTo>
                  <a:lnTo>
                    <a:pt x="311592" y="251200"/>
                  </a:lnTo>
                  <a:lnTo>
                    <a:pt x="314183" y="246587"/>
                  </a:lnTo>
                  <a:lnTo>
                    <a:pt x="316626" y="241894"/>
                  </a:lnTo>
                  <a:lnTo>
                    <a:pt x="318920" y="237126"/>
                  </a:lnTo>
                  <a:lnTo>
                    <a:pt x="321062" y="232288"/>
                  </a:lnTo>
                  <a:lnTo>
                    <a:pt x="323050" y="227385"/>
                  </a:lnTo>
                  <a:lnTo>
                    <a:pt x="324881" y="222421"/>
                  </a:lnTo>
                  <a:lnTo>
                    <a:pt x="326555" y="217402"/>
                  </a:lnTo>
                  <a:lnTo>
                    <a:pt x="328068" y="212332"/>
                  </a:lnTo>
                  <a:lnTo>
                    <a:pt x="329421" y="207217"/>
                  </a:lnTo>
                  <a:lnTo>
                    <a:pt x="330611" y="202062"/>
                  </a:lnTo>
                  <a:lnTo>
                    <a:pt x="331637" y="196872"/>
                  </a:lnTo>
                  <a:lnTo>
                    <a:pt x="332499" y="191652"/>
                  </a:lnTo>
                  <a:lnTo>
                    <a:pt x="333195" y="186407"/>
                  </a:lnTo>
                  <a:lnTo>
                    <a:pt x="333725" y="181142"/>
                  </a:lnTo>
                  <a:lnTo>
                    <a:pt x="334087" y="175864"/>
                  </a:lnTo>
                  <a:lnTo>
                    <a:pt x="334283" y="170577"/>
                  </a:lnTo>
                  <a:lnTo>
                    <a:pt x="334311" y="165286"/>
                  </a:lnTo>
                  <a:lnTo>
                    <a:pt x="334172" y="159997"/>
                  </a:lnTo>
                  <a:lnTo>
                    <a:pt x="333865" y="154715"/>
                  </a:lnTo>
                  <a:lnTo>
                    <a:pt x="333391" y="149446"/>
                  </a:lnTo>
                  <a:lnTo>
                    <a:pt x="332751" y="144194"/>
                  </a:lnTo>
                  <a:lnTo>
                    <a:pt x="331945" y="138965"/>
                  </a:lnTo>
                  <a:lnTo>
                    <a:pt x="330974" y="133764"/>
                  </a:lnTo>
                  <a:lnTo>
                    <a:pt x="329839" y="128596"/>
                  </a:lnTo>
                  <a:lnTo>
                    <a:pt x="328541" y="123467"/>
                  </a:lnTo>
                  <a:lnTo>
                    <a:pt x="327081" y="118381"/>
                  </a:lnTo>
                  <a:lnTo>
                    <a:pt x="325461" y="113345"/>
                  </a:lnTo>
                  <a:lnTo>
                    <a:pt x="323682" y="108362"/>
                  </a:lnTo>
                  <a:lnTo>
                    <a:pt x="321747" y="103438"/>
                  </a:lnTo>
                  <a:lnTo>
                    <a:pt x="319657" y="98577"/>
                  </a:lnTo>
                  <a:lnTo>
                    <a:pt x="317414" y="93785"/>
                  </a:lnTo>
                  <a:lnTo>
                    <a:pt x="315020" y="89067"/>
                  </a:lnTo>
                  <a:lnTo>
                    <a:pt x="312478" y="84427"/>
                  </a:lnTo>
                  <a:lnTo>
                    <a:pt x="309791" y="79869"/>
                  </a:lnTo>
                  <a:lnTo>
                    <a:pt x="306961" y="75399"/>
                  </a:lnTo>
                  <a:lnTo>
                    <a:pt x="303991" y="71020"/>
                  </a:lnTo>
                  <a:lnTo>
                    <a:pt x="300883" y="66738"/>
                  </a:lnTo>
                  <a:lnTo>
                    <a:pt x="297642" y="62556"/>
                  </a:lnTo>
                  <a:lnTo>
                    <a:pt x="294270" y="58479"/>
                  </a:lnTo>
                  <a:lnTo>
                    <a:pt x="290771" y="54511"/>
                  </a:lnTo>
                  <a:lnTo>
                    <a:pt x="287148" y="50655"/>
                  </a:lnTo>
                  <a:lnTo>
                    <a:pt x="283405" y="46916"/>
                  </a:lnTo>
                  <a:lnTo>
                    <a:pt x="279545" y="43297"/>
                  </a:lnTo>
                  <a:lnTo>
                    <a:pt x="275573" y="39803"/>
                  </a:lnTo>
                  <a:lnTo>
                    <a:pt x="271492" y="36435"/>
                  </a:lnTo>
                  <a:lnTo>
                    <a:pt x="267306" y="33199"/>
                  </a:lnTo>
                  <a:lnTo>
                    <a:pt x="263020" y="30096"/>
                  </a:lnTo>
                  <a:lnTo>
                    <a:pt x="258639" y="27131"/>
                  </a:lnTo>
                  <a:lnTo>
                    <a:pt x="254165" y="24306"/>
                  </a:lnTo>
                  <a:lnTo>
                    <a:pt x="249604" y="21624"/>
                  </a:lnTo>
                  <a:lnTo>
                    <a:pt x="244961" y="19088"/>
                  </a:lnTo>
                  <a:lnTo>
                    <a:pt x="240240" y="16699"/>
                  </a:lnTo>
                  <a:lnTo>
                    <a:pt x="235446" y="14462"/>
                  </a:lnTo>
                  <a:lnTo>
                    <a:pt x="230583" y="12377"/>
                  </a:lnTo>
                  <a:lnTo>
                    <a:pt x="225657" y="10447"/>
                  </a:lnTo>
                  <a:lnTo>
                    <a:pt x="220672" y="8674"/>
                  </a:lnTo>
                  <a:lnTo>
                    <a:pt x="215633" y="7060"/>
                  </a:lnTo>
                  <a:lnTo>
                    <a:pt x="210546" y="5606"/>
                  </a:lnTo>
                  <a:lnTo>
                    <a:pt x="205416" y="4313"/>
                  </a:lnTo>
                  <a:lnTo>
                    <a:pt x="200247" y="3184"/>
                  </a:lnTo>
                  <a:lnTo>
                    <a:pt x="195045" y="2219"/>
                  </a:lnTo>
                  <a:lnTo>
                    <a:pt x="189815" y="1419"/>
                  </a:lnTo>
                  <a:lnTo>
                    <a:pt x="184562" y="784"/>
                  </a:lnTo>
                  <a:lnTo>
                    <a:pt x="179292" y="317"/>
                  </a:lnTo>
                  <a:lnTo>
                    <a:pt x="167153" y="1670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12139" cy="167167"/>
            </a:xfrm>
            <a:custGeom>
              <a:avLst/>
              <a:pathLst>
                <a:path w="12139" h="167167">
                  <a:moveTo>
                    <a:pt x="12139" y="4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229" y="4659281"/>
              <a:ext cx="1295" cy="167167"/>
            </a:xfrm>
            <a:custGeom>
              <a:avLst/>
              <a:pathLst>
                <a:path w="1295" h="167167">
                  <a:moveTo>
                    <a:pt x="1295" y="0"/>
                  </a:moveTo>
                  <a:lnTo>
                    <a:pt x="0" y="5"/>
                  </a:lnTo>
                  <a:lnTo>
                    <a:pt x="129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29" y="4659286"/>
              <a:ext cx="1295" cy="167162"/>
            </a:xfrm>
            <a:custGeom>
              <a:avLst/>
              <a:pathLst>
                <a:path w="1295" h="167162">
                  <a:moveTo>
                    <a:pt x="0" y="0"/>
                  </a:moveTo>
                  <a:lnTo>
                    <a:pt x="129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29" y="4659286"/>
              <a:ext cx="1295" cy="167162"/>
            </a:xfrm>
            <a:custGeom>
              <a:avLst/>
              <a:pathLst>
                <a:path w="1295" h="167162">
                  <a:moveTo>
                    <a:pt x="0" y="0"/>
                  </a:moveTo>
                  <a:lnTo>
                    <a:pt x="129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29" y="4659286"/>
              <a:ext cx="1295" cy="167162"/>
            </a:xfrm>
            <a:custGeom>
              <a:avLst/>
              <a:pathLst>
                <a:path w="1295" h="167162">
                  <a:moveTo>
                    <a:pt x="0" y="0"/>
                  </a:moveTo>
                  <a:lnTo>
                    <a:pt x="129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229" y="4659286"/>
              <a:ext cx="1295" cy="167162"/>
            </a:xfrm>
            <a:custGeom>
              <a:avLst/>
              <a:pathLst>
                <a:path w="1295" h="167162">
                  <a:moveTo>
                    <a:pt x="0" y="0"/>
                  </a:moveTo>
                  <a:lnTo>
                    <a:pt x="129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229" y="4659286"/>
              <a:ext cx="1295" cy="167162"/>
            </a:xfrm>
            <a:custGeom>
              <a:avLst/>
              <a:pathLst>
                <a:path w="1295" h="167162">
                  <a:moveTo>
                    <a:pt x="0" y="0"/>
                  </a:moveTo>
                  <a:lnTo>
                    <a:pt x="129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229" y="4659286"/>
              <a:ext cx="1295" cy="167162"/>
            </a:xfrm>
            <a:custGeom>
              <a:avLst/>
              <a:pathLst>
                <a:path w="1295" h="167162">
                  <a:moveTo>
                    <a:pt x="0" y="0"/>
                  </a:moveTo>
                  <a:lnTo>
                    <a:pt x="129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229" y="4659286"/>
              <a:ext cx="1295" cy="167162"/>
            </a:xfrm>
            <a:custGeom>
              <a:avLst/>
              <a:pathLst>
                <a:path w="1295" h="167162">
                  <a:moveTo>
                    <a:pt x="0" y="0"/>
                  </a:moveTo>
                  <a:lnTo>
                    <a:pt x="129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229" y="4659286"/>
              <a:ext cx="1295" cy="167162"/>
            </a:xfrm>
            <a:custGeom>
              <a:avLst/>
              <a:pathLst>
                <a:path w="1295" h="167162">
                  <a:moveTo>
                    <a:pt x="0" y="0"/>
                  </a:moveTo>
                  <a:lnTo>
                    <a:pt x="129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229" y="4659286"/>
              <a:ext cx="1295" cy="167162"/>
            </a:xfrm>
            <a:custGeom>
              <a:avLst/>
              <a:pathLst>
                <a:path w="1295" h="167162">
                  <a:moveTo>
                    <a:pt x="0" y="0"/>
                  </a:moveTo>
                  <a:lnTo>
                    <a:pt x="129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1625" y="4659286"/>
              <a:ext cx="164899" cy="167162"/>
            </a:xfrm>
            <a:custGeom>
              <a:avLst/>
              <a:pathLst>
                <a:path w="164899" h="167162">
                  <a:moveTo>
                    <a:pt x="163603" y="0"/>
                  </a:moveTo>
                  <a:lnTo>
                    <a:pt x="158169" y="130"/>
                  </a:lnTo>
                  <a:lnTo>
                    <a:pt x="152743" y="437"/>
                  </a:lnTo>
                  <a:lnTo>
                    <a:pt x="147329" y="920"/>
                  </a:lnTo>
                  <a:lnTo>
                    <a:pt x="141934" y="1579"/>
                  </a:lnTo>
                  <a:lnTo>
                    <a:pt x="136563" y="2413"/>
                  </a:lnTo>
                  <a:lnTo>
                    <a:pt x="131223" y="3422"/>
                  </a:lnTo>
                  <a:lnTo>
                    <a:pt x="125917" y="4603"/>
                  </a:lnTo>
                  <a:lnTo>
                    <a:pt x="120653" y="5956"/>
                  </a:lnTo>
                  <a:lnTo>
                    <a:pt x="115436" y="7480"/>
                  </a:lnTo>
                  <a:lnTo>
                    <a:pt x="110271" y="9172"/>
                  </a:lnTo>
                  <a:lnTo>
                    <a:pt x="105164" y="11031"/>
                  </a:lnTo>
                  <a:lnTo>
                    <a:pt x="100120" y="13056"/>
                  </a:lnTo>
                  <a:lnTo>
                    <a:pt x="95145" y="15243"/>
                  </a:lnTo>
                  <a:lnTo>
                    <a:pt x="90243" y="17591"/>
                  </a:lnTo>
                  <a:lnTo>
                    <a:pt x="85420" y="20097"/>
                  </a:lnTo>
                  <a:lnTo>
                    <a:pt x="80681" y="22759"/>
                  </a:lnTo>
                  <a:lnTo>
                    <a:pt x="76031" y="25573"/>
                  </a:lnTo>
                  <a:lnTo>
                    <a:pt x="71475" y="28536"/>
                  </a:lnTo>
                  <a:lnTo>
                    <a:pt x="67018" y="31647"/>
                  </a:lnTo>
                  <a:lnTo>
                    <a:pt x="62664" y="34900"/>
                  </a:lnTo>
                  <a:lnTo>
                    <a:pt x="58419" y="38294"/>
                  </a:lnTo>
                  <a:lnTo>
                    <a:pt x="54286" y="41823"/>
                  </a:lnTo>
                  <a:lnTo>
                    <a:pt x="50270" y="45486"/>
                  </a:lnTo>
                  <a:lnTo>
                    <a:pt x="46375" y="49276"/>
                  </a:lnTo>
                  <a:lnTo>
                    <a:pt x="42605" y="53192"/>
                  </a:lnTo>
                  <a:lnTo>
                    <a:pt x="38965" y="57228"/>
                  </a:lnTo>
                  <a:lnTo>
                    <a:pt x="35457" y="61380"/>
                  </a:lnTo>
                  <a:lnTo>
                    <a:pt x="32087" y="65644"/>
                  </a:lnTo>
                  <a:lnTo>
                    <a:pt x="28857" y="70015"/>
                  </a:lnTo>
                  <a:lnTo>
                    <a:pt x="25771" y="74489"/>
                  </a:lnTo>
                  <a:lnTo>
                    <a:pt x="22831" y="79060"/>
                  </a:lnTo>
                  <a:lnTo>
                    <a:pt x="20042" y="83725"/>
                  </a:lnTo>
                  <a:lnTo>
                    <a:pt x="17407" y="88479"/>
                  </a:lnTo>
                  <a:lnTo>
                    <a:pt x="14927" y="93315"/>
                  </a:lnTo>
                  <a:lnTo>
                    <a:pt x="12605" y="98229"/>
                  </a:lnTo>
                  <a:lnTo>
                    <a:pt x="10445" y="103217"/>
                  </a:lnTo>
                  <a:lnTo>
                    <a:pt x="8448" y="108272"/>
                  </a:lnTo>
                  <a:lnTo>
                    <a:pt x="6616" y="113389"/>
                  </a:lnTo>
                  <a:lnTo>
                    <a:pt x="4952" y="118563"/>
                  </a:lnTo>
                  <a:lnTo>
                    <a:pt x="3456" y="123788"/>
                  </a:lnTo>
                  <a:lnTo>
                    <a:pt x="2131" y="129059"/>
                  </a:lnTo>
                  <a:lnTo>
                    <a:pt x="979" y="134371"/>
                  </a:lnTo>
                  <a:lnTo>
                    <a:pt x="0" y="139717"/>
                  </a:lnTo>
                  <a:lnTo>
                    <a:pt x="164899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1" y="4659281"/>
              <a:ext cx="334317" cy="334331"/>
            </a:xfrm>
            <a:custGeom>
              <a:avLst/>
              <a:pathLst>
                <a:path w="334317" h="334331">
                  <a:moveTo>
                    <a:pt x="2264" y="139722"/>
                  </a:moveTo>
                  <a:lnTo>
                    <a:pt x="1478" y="144957"/>
                  </a:lnTo>
                  <a:lnTo>
                    <a:pt x="858" y="150215"/>
                  </a:lnTo>
                  <a:lnTo>
                    <a:pt x="404" y="155490"/>
                  </a:lnTo>
                  <a:lnTo>
                    <a:pt x="118" y="160776"/>
                  </a:lnTo>
                  <a:lnTo>
                    <a:pt x="0" y="166069"/>
                  </a:lnTo>
                  <a:lnTo>
                    <a:pt x="49" y="171363"/>
                  </a:lnTo>
                  <a:lnTo>
                    <a:pt x="265" y="176652"/>
                  </a:lnTo>
                  <a:lnTo>
                    <a:pt x="649" y="181933"/>
                  </a:lnTo>
                  <a:lnTo>
                    <a:pt x="1200" y="187198"/>
                  </a:lnTo>
                  <a:lnTo>
                    <a:pt x="1918" y="192443"/>
                  </a:lnTo>
                  <a:lnTo>
                    <a:pt x="2801" y="197663"/>
                  </a:lnTo>
                  <a:lnTo>
                    <a:pt x="3849" y="202852"/>
                  </a:lnTo>
                  <a:lnTo>
                    <a:pt x="5061" y="208006"/>
                  </a:lnTo>
                  <a:lnTo>
                    <a:pt x="6436" y="213119"/>
                  </a:lnTo>
                  <a:lnTo>
                    <a:pt x="7971" y="218185"/>
                  </a:lnTo>
                  <a:lnTo>
                    <a:pt x="9667" y="223200"/>
                  </a:lnTo>
                  <a:lnTo>
                    <a:pt x="11520" y="228160"/>
                  </a:lnTo>
                  <a:lnTo>
                    <a:pt x="13529" y="233057"/>
                  </a:lnTo>
                  <a:lnTo>
                    <a:pt x="15693" y="237889"/>
                  </a:lnTo>
                  <a:lnTo>
                    <a:pt x="18008" y="242650"/>
                  </a:lnTo>
                  <a:lnTo>
                    <a:pt x="20473" y="247335"/>
                  </a:lnTo>
                  <a:lnTo>
                    <a:pt x="23085" y="251940"/>
                  </a:lnTo>
                  <a:lnTo>
                    <a:pt x="25842" y="256460"/>
                  </a:lnTo>
                  <a:lnTo>
                    <a:pt x="28741" y="260890"/>
                  </a:lnTo>
                  <a:lnTo>
                    <a:pt x="31778" y="265227"/>
                  </a:lnTo>
                  <a:lnTo>
                    <a:pt x="34951" y="269464"/>
                  </a:lnTo>
                  <a:lnTo>
                    <a:pt x="38256" y="273600"/>
                  </a:lnTo>
                  <a:lnTo>
                    <a:pt x="41691" y="277628"/>
                  </a:lnTo>
                  <a:lnTo>
                    <a:pt x="45252" y="281546"/>
                  </a:lnTo>
                  <a:lnTo>
                    <a:pt x="48935" y="285349"/>
                  </a:lnTo>
                  <a:lnTo>
                    <a:pt x="52737" y="289034"/>
                  </a:lnTo>
                  <a:lnTo>
                    <a:pt x="56653" y="292596"/>
                  </a:lnTo>
                  <a:lnTo>
                    <a:pt x="60680" y="296032"/>
                  </a:lnTo>
                  <a:lnTo>
                    <a:pt x="64814" y="299340"/>
                  </a:lnTo>
                  <a:lnTo>
                    <a:pt x="69051" y="302514"/>
                  </a:lnTo>
                  <a:lnTo>
                    <a:pt x="73386" y="305553"/>
                  </a:lnTo>
                  <a:lnTo>
                    <a:pt x="77815" y="308453"/>
                  </a:lnTo>
                  <a:lnTo>
                    <a:pt x="82334" y="311212"/>
                  </a:lnTo>
                  <a:lnTo>
                    <a:pt x="86937" y="313826"/>
                  </a:lnTo>
                  <a:lnTo>
                    <a:pt x="91622" y="316292"/>
                  </a:lnTo>
                  <a:lnTo>
                    <a:pt x="96382" y="318610"/>
                  </a:lnTo>
                  <a:lnTo>
                    <a:pt x="101213" y="320775"/>
                  </a:lnTo>
                  <a:lnTo>
                    <a:pt x="106110" y="322786"/>
                  </a:lnTo>
                  <a:lnTo>
                    <a:pt x="111068" y="324642"/>
                  </a:lnTo>
                  <a:lnTo>
                    <a:pt x="116083" y="326339"/>
                  </a:lnTo>
                  <a:lnTo>
                    <a:pt x="121149" y="327877"/>
                  </a:lnTo>
                  <a:lnTo>
                    <a:pt x="126261" y="329253"/>
                  </a:lnTo>
                  <a:lnTo>
                    <a:pt x="131414" y="330467"/>
                  </a:lnTo>
                  <a:lnTo>
                    <a:pt x="136603" y="331517"/>
                  </a:lnTo>
                  <a:lnTo>
                    <a:pt x="141822" y="332403"/>
                  </a:lnTo>
                  <a:lnTo>
                    <a:pt x="147067" y="333122"/>
                  </a:lnTo>
                  <a:lnTo>
                    <a:pt x="152333" y="333675"/>
                  </a:lnTo>
                  <a:lnTo>
                    <a:pt x="157613" y="334061"/>
                  </a:lnTo>
                  <a:lnTo>
                    <a:pt x="162902" y="334280"/>
                  </a:lnTo>
                  <a:lnTo>
                    <a:pt x="168196" y="334331"/>
                  </a:lnTo>
                  <a:lnTo>
                    <a:pt x="173489" y="334215"/>
                  </a:lnTo>
                  <a:lnTo>
                    <a:pt x="178775" y="333931"/>
                  </a:lnTo>
                  <a:lnTo>
                    <a:pt x="184050" y="333479"/>
                  </a:lnTo>
                  <a:lnTo>
                    <a:pt x="189308" y="332861"/>
                  </a:lnTo>
                  <a:lnTo>
                    <a:pt x="194544" y="332077"/>
                  </a:lnTo>
                  <a:lnTo>
                    <a:pt x="199752" y="331127"/>
                  </a:lnTo>
                  <a:lnTo>
                    <a:pt x="204928" y="330013"/>
                  </a:lnTo>
                  <a:lnTo>
                    <a:pt x="210065" y="328735"/>
                  </a:lnTo>
                  <a:lnTo>
                    <a:pt x="215160" y="327296"/>
                  </a:lnTo>
                  <a:lnTo>
                    <a:pt x="220206" y="325696"/>
                  </a:lnTo>
                  <a:lnTo>
                    <a:pt x="225200" y="323937"/>
                  </a:lnTo>
                  <a:lnTo>
                    <a:pt x="230135" y="322020"/>
                  </a:lnTo>
                  <a:lnTo>
                    <a:pt x="235007" y="319949"/>
                  </a:lnTo>
                  <a:lnTo>
                    <a:pt x="239811" y="317724"/>
                  </a:lnTo>
                  <a:lnTo>
                    <a:pt x="244542" y="315348"/>
                  </a:lnTo>
                  <a:lnTo>
                    <a:pt x="249195" y="312823"/>
                  </a:lnTo>
                  <a:lnTo>
                    <a:pt x="253766" y="310153"/>
                  </a:lnTo>
                  <a:lnTo>
                    <a:pt x="258251" y="307339"/>
                  </a:lnTo>
                  <a:lnTo>
                    <a:pt x="262643" y="304384"/>
                  </a:lnTo>
                  <a:lnTo>
                    <a:pt x="266941" y="301292"/>
                  </a:lnTo>
                  <a:lnTo>
                    <a:pt x="271138" y="298065"/>
                  </a:lnTo>
                  <a:lnTo>
                    <a:pt x="275231" y="294707"/>
                  </a:lnTo>
                  <a:lnTo>
                    <a:pt x="279215" y="291221"/>
                  </a:lnTo>
                  <a:lnTo>
                    <a:pt x="283087" y="287610"/>
                  </a:lnTo>
                  <a:lnTo>
                    <a:pt x="286843" y="283879"/>
                  </a:lnTo>
                  <a:lnTo>
                    <a:pt x="290479" y="280031"/>
                  </a:lnTo>
                  <a:lnTo>
                    <a:pt x="293991" y="276070"/>
                  </a:lnTo>
                  <a:lnTo>
                    <a:pt x="297375" y="271999"/>
                  </a:lnTo>
                  <a:lnTo>
                    <a:pt x="300630" y="267823"/>
                  </a:lnTo>
                  <a:lnTo>
                    <a:pt x="303750" y="263546"/>
                  </a:lnTo>
                  <a:lnTo>
                    <a:pt x="306734" y="259173"/>
                  </a:lnTo>
                  <a:lnTo>
                    <a:pt x="309577" y="254707"/>
                  </a:lnTo>
                  <a:lnTo>
                    <a:pt x="312278" y="250154"/>
                  </a:lnTo>
                  <a:lnTo>
                    <a:pt x="314833" y="245517"/>
                  </a:lnTo>
                  <a:lnTo>
                    <a:pt x="317240" y="240802"/>
                  </a:lnTo>
                  <a:lnTo>
                    <a:pt x="319496" y="236012"/>
                  </a:lnTo>
                  <a:lnTo>
                    <a:pt x="321600" y="231154"/>
                  </a:lnTo>
                  <a:lnTo>
                    <a:pt x="323548" y="226232"/>
                  </a:lnTo>
                  <a:lnTo>
                    <a:pt x="325340" y="221250"/>
                  </a:lnTo>
                  <a:lnTo>
                    <a:pt x="326974" y="216214"/>
                  </a:lnTo>
                  <a:lnTo>
                    <a:pt x="328447" y="211129"/>
                  </a:lnTo>
                  <a:lnTo>
                    <a:pt x="329758" y="206000"/>
                  </a:lnTo>
                  <a:lnTo>
                    <a:pt x="330906" y="200832"/>
                  </a:lnTo>
                  <a:lnTo>
                    <a:pt x="331890" y="195630"/>
                  </a:lnTo>
                  <a:lnTo>
                    <a:pt x="332708" y="190400"/>
                  </a:lnTo>
                  <a:lnTo>
                    <a:pt x="333361" y="185146"/>
                  </a:lnTo>
                  <a:lnTo>
                    <a:pt x="333847" y="179874"/>
                  </a:lnTo>
                  <a:lnTo>
                    <a:pt x="334166" y="174590"/>
                  </a:lnTo>
                  <a:lnTo>
                    <a:pt x="334317" y="169298"/>
                  </a:lnTo>
                  <a:lnTo>
                    <a:pt x="334301" y="164004"/>
                  </a:lnTo>
                  <a:lnTo>
                    <a:pt x="334117" y="158713"/>
                  </a:lnTo>
                  <a:lnTo>
                    <a:pt x="333765" y="153430"/>
                  </a:lnTo>
                  <a:lnTo>
                    <a:pt x="333247" y="148162"/>
                  </a:lnTo>
                  <a:lnTo>
                    <a:pt x="332562" y="142912"/>
                  </a:lnTo>
                  <a:lnTo>
                    <a:pt x="331711" y="137687"/>
                  </a:lnTo>
                  <a:lnTo>
                    <a:pt x="330695" y="132491"/>
                  </a:lnTo>
                  <a:lnTo>
                    <a:pt x="329515" y="127330"/>
                  </a:lnTo>
                  <a:lnTo>
                    <a:pt x="328172" y="122209"/>
                  </a:lnTo>
                  <a:lnTo>
                    <a:pt x="326668" y="117133"/>
                  </a:lnTo>
                  <a:lnTo>
                    <a:pt x="325003" y="112108"/>
                  </a:lnTo>
                  <a:lnTo>
                    <a:pt x="323181" y="107137"/>
                  </a:lnTo>
                  <a:lnTo>
                    <a:pt x="321201" y="102227"/>
                  </a:lnTo>
                  <a:lnTo>
                    <a:pt x="319068" y="97382"/>
                  </a:lnTo>
                  <a:lnTo>
                    <a:pt x="316782" y="92607"/>
                  </a:lnTo>
                  <a:lnTo>
                    <a:pt x="314346" y="87906"/>
                  </a:lnTo>
                  <a:lnTo>
                    <a:pt x="311762" y="83285"/>
                  </a:lnTo>
                  <a:lnTo>
                    <a:pt x="309033" y="78749"/>
                  </a:lnTo>
                  <a:lnTo>
                    <a:pt x="306163" y="74300"/>
                  </a:lnTo>
                  <a:lnTo>
                    <a:pt x="303152" y="69946"/>
                  </a:lnTo>
                  <a:lnTo>
                    <a:pt x="300005" y="65688"/>
                  </a:lnTo>
                  <a:lnTo>
                    <a:pt x="296725" y="61533"/>
                  </a:lnTo>
                  <a:lnTo>
                    <a:pt x="293315" y="57483"/>
                  </a:lnTo>
                  <a:lnTo>
                    <a:pt x="289779" y="53543"/>
                  </a:lnTo>
                  <a:lnTo>
                    <a:pt x="286120" y="49717"/>
                  </a:lnTo>
                  <a:lnTo>
                    <a:pt x="282341" y="46010"/>
                  </a:lnTo>
                  <a:lnTo>
                    <a:pt x="278446" y="42423"/>
                  </a:lnTo>
                  <a:lnTo>
                    <a:pt x="274441" y="38962"/>
                  </a:lnTo>
                  <a:lnTo>
                    <a:pt x="270327" y="35629"/>
                  </a:lnTo>
                  <a:lnTo>
                    <a:pt x="266110" y="32428"/>
                  </a:lnTo>
                  <a:lnTo>
                    <a:pt x="261794" y="29363"/>
                  </a:lnTo>
                  <a:lnTo>
                    <a:pt x="257383" y="26435"/>
                  </a:lnTo>
                  <a:lnTo>
                    <a:pt x="252881" y="23649"/>
                  </a:lnTo>
                  <a:lnTo>
                    <a:pt x="248294" y="21007"/>
                  </a:lnTo>
                  <a:lnTo>
                    <a:pt x="243625" y="18511"/>
                  </a:lnTo>
                  <a:lnTo>
                    <a:pt x="238879" y="16164"/>
                  </a:lnTo>
                  <a:lnTo>
                    <a:pt x="234062" y="13969"/>
                  </a:lnTo>
                  <a:lnTo>
                    <a:pt x="229177" y="11928"/>
                  </a:lnTo>
                  <a:lnTo>
                    <a:pt x="224230" y="10042"/>
                  </a:lnTo>
                  <a:lnTo>
                    <a:pt x="219226" y="8313"/>
                  </a:lnTo>
                  <a:lnTo>
                    <a:pt x="214170" y="6745"/>
                  </a:lnTo>
                  <a:lnTo>
                    <a:pt x="209066" y="5336"/>
                  </a:lnTo>
                  <a:lnTo>
                    <a:pt x="203921" y="4091"/>
                  </a:lnTo>
                  <a:lnTo>
                    <a:pt x="198739" y="3009"/>
                  </a:lnTo>
                  <a:lnTo>
                    <a:pt x="193525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39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39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39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39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39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39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39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39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39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9" y="5018213"/>
              <a:ext cx="334313" cy="334332"/>
            </a:xfrm>
            <a:custGeom>
              <a:avLst/>
              <a:pathLst>
                <a:path w="334313" h="334332">
                  <a:moveTo>
                    <a:pt x="167070" y="0"/>
                  </a:moveTo>
                  <a:lnTo>
                    <a:pt x="161775" y="86"/>
                  </a:lnTo>
                  <a:lnTo>
                    <a:pt x="156486" y="340"/>
                  </a:lnTo>
                  <a:lnTo>
                    <a:pt x="151207" y="762"/>
                  </a:lnTo>
                  <a:lnTo>
                    <a:pt x="145944" y="1350"/>
                  </a:lnTo>
                  <a:lnTo>
                    <a:pt x="140703" y="2105"/>
                  </a:lnTo>
                  <a:lnTo>
                    <a:pt x="135488" y="3026"/>
                  </a:lnTo>
                  <a:lnTo>
                    <a:pt x="130305" y="4111"/>
                  </a:lnTo>
                  <a:lnTo>
                    <a:pt x="125158" y="5360"/>
                  </a:lnTo>
                  <a:lnTo>
                    <a:pt x="120054" y="6771"/>
                  </a:lnTo>
                  <a:lnTo>
                    <a:pt x="114997" y="8343"/>
                  </a:lnTo>
                  <a:lnTo>
                    <a:pt x="109993" y="10075"/>
                  </a:lnTo>
                  <a:lnTo>
                    <a:pt x="105046" y="11964"/>
                  </a:lnTo>
                  <a:lnTo>
                    <a:pt x="100161" y="14009"/>
                  </a:lnTo>
                  <a:lnTo>
                    <a:pt x="95343" y="16208"/>
                  </a:lnTo>
                  <a:lnTo>
                    <a:pt x="90598" y="18558"/>
                  </a:lnTo>
                  <a:lnTo>
                    <a:pt x="85929" y="21058"/>
                  </a:lnTo>
                  <a:lnTo>
                    <a:pt x="81342" y="23704"/>
                  </a:lnTo>
                  <a:lnTo>
                    <a:pt x="76841" y="26494"/>
                  </a:lnTo>
                  <a:lnTo>
                    <a:pt x="72431" y="29425"/>
                  </a:lnTo>
                  <a:lnTo>
                    <a:pt x="68115" y="32494"/>
                  </a:lnTo>
                  <a:lnTo>
                    <a:pt x="63899" y="35698"/>
                  </a:lnTo>
                  <a:lnTo>
                    <a:pt x="59787" y="39035"/>
                  </a:lnTo>
                  <a:lnTo>
                    <a:pt x="55782" y="42500"/>
                  </a:lnTo>
                  <a:lnTo>
                    <a:pt x="51889" y="46090"/>
                  </a:lnTo>
                  <a:lnTo>
                    <a:pt x="48112" y="49802"/>
                  </a:lnTo>
                  <a:lnTo>
                    <a:pt x="44454" y="53631"/>
                  </a:lnTo>
                  <a:lnTo>
                    <a:pt x="40920" y="57574"/>
                  </a:lnTo>
                  <a:lnTo>
                    <a:pt x="37512" y="61628"/>
                  </a:lnTo>
                  <a:lnTo>
                    <a:pt x="34234" y="65787"/>
                  </a:lnTo>
                  <a:lnTo>
                    <a:pt x="31089" y="70048"/>
                  </a:lnTo>
                  <a:lnTo>
                    <a:pt x="28081" y="74406"/>
                  </a:lnTo>
                  <a:lnTo>
                    <a:pt x="25213" y="78858"/>
                  </a:lnTo>
                  <a:lnTo>
                    <a:pt x="22487" y="83398"/>
                  </a:lnTo>
                  <a:lnTo>
                    <a:pt x="19906" y="88022"/>
                  </a:lnTo>
                  <a:lnTo>
                    <a:pt x="17473" y="92726"/>
                  </a:lnTo>
                  <a:lnTo>
                    <a:pt x="15191" y="97504"/>
                  </a:lnTo>
                  <a:lnTo>
                    <a:pt x="13060" y="102352"/>
                  </a:lnTo>
                  <a:lnTo>
                    <a:pt x="11085" y="107266"/>
                  </a:lnTo>
                  <a:lnTo>
                    <a:pt x="9266" y="112239"/>
                  </a:lnTo>
                  <a:lnTo>
                    <a:pt x="7605" y="117267"/>
                  </a:lnTo>
                  <a:lnTo>
                    <a:pt x="6105" y="122346"/>
                  </a:lnTo>
                  <a:lnTo>
                    <a:pt x="4766" y="127470"/>
                  </a:lnTo>
                  <a:lnTo>
                    <a:pt x="3590" y="132633"/>
                  </a:lnTo>
                  <a:lnTo>
                    <a:pt x="2578" y="137831"/>
                  </a:lnTo>
                  <a:lnTo>
                    <a:pt x="1731" y="143059"/>
                  </a:lnTo>
                  <a:lnTo>
                    <a:pt x="1051" y="148310"/>
                  </a:lnTo>
                  <a:lnTo>
                    <a:pt x="537" y="153581"/>
                  </a:lnTo>
                  <a:lnTo>
                    <a:pt x="190" y="158865"/>
                  </a:lnTo>
                  <a:lnTo>
                    <a:pt x="11" y="164158"/>
                  </a:lnTo>
                  <a:lnTo>
                    <a:pt x="0" y="169453"/>
                  </a:lnTo>
                  <a:lnTo>
                    <a:pt x="156" y="174747"/>
                  </a:lnTo>
                  <a:lnTo>
                    <a:pt x="480" y="180032"/>
                  </a:lnTo>
                  <a:lnTo>
                    <a:pt x="971" y="185305"/>
                  </a:lnTo>
                  <a:lnTo>
                    <a:pt x="1629" y="190560"/>
                  </a:lnTo>
                  <a:lnTo>
                    <a:pt x="2453" y="195791"/>
                  </a:lnTo>
                  <a:lnTo>
                    <a:pt x="3442" y="200993"/>
                  </a:lnTo>
                  <a:lnTo>
                    <a:pt x="4596" y="206162"/>
                  </a:lnTo>
                  <a:lnTo>
                    <a:pt x="5912" y="211291"/>
                  </a:lnTo>
                  <a:lnTo>
                    <a:pt x="7391" y="216376"/>
                  </a:lnTo>
                  <a:lnTo>
                    <a:pt x="9030" y="221411"/>
                  </a:lnTo>
                  <a:lnTo>
                    <a:pt x="10827" y="226393"/>
                  </a:lnTo>
                  <a:lnTo>
                    <a:pt x="12781" y="231314"/>
                  </a:lnTo>
                  <a:lnTo>
                    <a:pt x="14891" y="236172"/>
                  </a:lnTo>
                  <a:lnTo>
                    <a:pt x="17153" y="240960"/>
                  </a:lnTo>
                  <a:lnTo>
                    <a:pt x="19565" y="245674"/>
                  </a:lnTo>
                  <a:lnTo>
                    <a:pt x="22126" y="250309"/>
                  </a:lnTo>
                  <a:lnTo>
                    <a:pt x="24832" y="254861"/>
                  </a:lnTo>
                  <a:lnTo>
                    <a:pt x="27682" y="259325"/>
                  </a:lnTo>
                  <a:lnTo>
                    <a:pt x="30671" y="263697"/>
                  </a:lnTo>
                  <a:lnTo>
                    <a:pt x="33797" y="267971"/>
                  </a:lnTo>
                  <a:lnTo>
                    <a:pt x="37056" y="272144"/>
                  </a:lnTo>
                  <a:lnTo>
                    <a:pt x="40447" y="276212"/>
                  </a:lnTo>
                  <a:lnTo>
                    <a:pt x="43964" y="280171"/>
                  </a:lnTo>
                  <a:lnTo>
                    <a:pt x="47606" y="284016"/>
                  </a:lnTo>
                  <a:lnTo>
                    <a:pt x="51367" y="287744"/>
                  </a:lnTo>
                  <a:lnTo>
                    <a:pt x="55244" y="291351"/>
                  </a:lnTo>
                  <a:lnTo>
                    <a:pt x="59234" y="294833"/>
                  </a:lnTo>
                  <a:lnTo>
                    <a:pt x="63331" y="298188"/>
                  </a:lnTo>
                  <a:lnTo>
                    <a:pt x="67534" y="301410"/>
                  </a:lnTo>
                  <a:lnTo>
                    <a:pt x="71836" y="304498"/>
                  </a:lnTo>
                  <a:lnTo>
                    <a:pt x="76233" y="307448"/>
                  </a:lnTo>
                  <a:lnTo>
                    <a:pt x="80722" y="310258"/>
                  </a:lnTo>
                  <a:lnTo>
                    <a:pt x="85298" y="312924"/>
                  </a:lnTo>
                  <a:lnTo>
                    <a:pt x="89956" y="315443"/>
                  </a:lnTo>
                  <a:lnTo>
                    <a:pt x="94691" y="317814"/>
                  </a:lnTo>
                  <a:lnTo>
                    <a:pt x="99499" y="320033"/>
                  </a:lnTo>
                  <a:lnTo>
                    <a:pt x="104375" y="322099"/>
                  </a:lnTo>
                  <a:lnTo>
                    <a:pt x="109314" y="324010"/>
                  </a:lnTo>
                  <a:lnTo>
                    <a:pt x="114311" y="325763"/>
                  </a:lnTo>
                  <a:lnTo>
                    <a:pt x="119361" y="327358"/>
                  </a:lnTo>
                  <a:lnTo>
                    <a:pt x="124459" y="328791"/>
                  </a:lnTo>
                  <a:lnTo>
                    <a:pt x="129600" y="330062"/>
                  </a:lnTo>
                  <a:lnTo>
                    <a:pt x="134778" y="331170"/>
                  </a:lnTo>
                  <a:lnTo>
                    <a:pt x="139989" y="332113"/>
                  </a:lnTo>
                  <a:lnTo>
                    <a:pt x="145227" y="332890"/>
                  </a:lnTo>
                  <a:lnTo>
                    <a:pt x="150487" y="333502"/>
                  </a:lnTo>
                  <a:lnTo>
                    <a:pt x="155764" y="333946"/>
                  </a:lnTo>
                  <a:lnTo>
                    <a:pt x="161053" y="334223"/>
                  </a:lnTo>
                  <a:lnTo>
                    <a:pt x="166347" y="334332"/>
                  </a:lnTo>
                  <a:lnTo>
                    <a:pt x="171643" y="334274"/>
                  </a:lnTo>
                  <a:lnTo>
                    <a:pt x="176933" y="334048"/>
                  </a:lnTo>
                  <a:lnTo>
                    <a:pt x="182214" y="333654"/>
                  </a:lnTo>
                  <a:lnTo>
                    <a:pt x="187480" y="333094"/>
                  </a:lnTo>
                  <a:lnTo>
                    <a:pt x="192726" y="332367"/>
                  </a:lnTo>
                  <a:lnTo>
                    <a:pt x="197945" y="331474"/>
                  </a:lnTo>
                  <a:lnTo>
                    <a:pt x="203134" y="330416"/>
                  </a:lnTo>
                  <a:lnTo>
                    <a:pt x="208287" y="329194"/>
                  </a:lnTo>
                  <a:lnTo>
                    <a:pt x="213398" y="327810"/>
                  </a:lnTo>
                  <a:lnTo>
                    <a:pt x="218464" y="326264"/>
                  </a:lnTo>
                  <a:lnTo>
                    <a:pt x="223477" y="324559"/>
                  </a:lnTo>
                  <a:lnTo>
                    <a:pt x="228434" y="322696"/>
                  </a:lnTo>
                  <a:lnTo>
                    <a:pt x="233330" y="320677"/>
                  </a:lnTo>
                  <a:lnTo>
                    <a:pt x="238159" y="318504"/>
                  </a:lnTo>
                  <a:lnTo>
                    <a:pt x="242917" y="316179"/>
                  </a:lnTo>
                  <a:lnTo>
                    <a:pt x="247599" y="313704"/>
                  </a:lnTo>
                  <a:lnTo>
                    <a:pt x="252200" y="311083"/>
                  </a:lnTo>
                  <a:lnTo>
                    <a:pt x="256716" y="308316"/>
                  </a:lnTo>
                  <a:lnTo>
                    <a:pt x="261141" y="305409"/>
                  </a:lnTo>
                  <a:lnTo>
                    <a:pt x="265473" y="302362"/>
                  </a:lnTo>
                  <a:lnTo>
                    <a:pt x="269706" y="299180"/>
                  </a:lnTo>
                  <a:lnTo>
                    <a:pt x="273836" y="295866"/>
                  </a:lnTo>
                  <a:lnTo>
                    <a:pt x="277859" y="292422"/>
                  </a:lnTo>
                  <a:lnTo>
                    <a:pt x="281771" y="288852"/>
                  </a:lnTo>
                  <a:lnTo>
                    <a:pt x="285568" y="285161"/>
                  </a:lnTo>
                  <a:lnTo>
                    <a:pt x="289245" y="281351"/>
                  </a:lnTo>
                  <a:lnTo>
                    <a:pt x="292801" y="277426"/>
                  </a:lnTo>
                  <a:lnTo>
                    <a:pt x="296230" y="273391"/>
                  </a:lnTo>
                  <a:lnTo>
                    <a:pt x="299530" y="269249"/>
                  </a:lnTo>
                  <a:lnTo>
                    <a:pt x="302697" y="265005"/>
                  </a:lnTo>
                  <a:lnTo>
                    <a:pt x="305728" y="260663"/>
                  </a:lnTo>
                  <a:lnTo>
                    <a:pt x="308620" y="256226"/>
                  </a:lnTo>
                  <a:lnTo>
                    <a:pt x="311370" y="251701"/>
                  </a:lnTo>
                  <a:lnTo>
                    <a:pt x="313975" y="247090"/>
                  </a:lnTo>
                  <a:lnTo>
                    <a:pt x="316433" y="242400"/>
                  </a:lnTo>
                  <a:lnTo>
                    <a:pt x="318741" y="237633"/>
                  </a:lnTo>
                  <a:lnTo>
                    <a:pt x="320897" y="232796"/>
                  </a:lnTo>
                  <a:lnTo>
                    <a:pt x="322899" y="227894"/>
                  </a:lnTo>
                  <a:lnTo>
                    <a:pt x="324744" y="222930"/>
                  </a:lnTo>
                  <a:lnTo>
                    <a:pt x="326431" y="217910"/>
                  </a:lnTo>
                  <a:lnTo>
                    <a:pt x="327958" y="212840"/>
                  </a:lnTo>
                  <a:lnTo>
                    <a:pt x="329324" y="207723"/>
                  </a:lnTo>
                  <a:lnTo>
                    <a:pt x="330528" y="202566"/>
                  </a:lnTo>
                  <a:lnTo>
                    <a:pt x="331567" y="197374"/>
                  </a:lnTo>
                  <a:lnTo>
                    <a:pt x="332441" y="192151"/>
                  </a:lnTo>
                  <a:lnTo>
                    <a:pt x="333150" y="186903"/>
                  </a:lnTo>
                  <a:lnTo>
                    <a:pt x="333691" y="181635"/>
                  </a:lnTo>
                  <a:lnTo>
                    <a:pt x="334066" y="176353"/>
                  </a:lnTo>
                  <a:lnTo>
                    <a:pt x="334273" y="171061"/>
                  </a:lnTo>
                  <a:lnTo>
                    <a:pt x="334313" y="165766"/>
                  </a:lnTo>
                  <a:lnTo>
                    <a:pt x="334185" y="160472"/>
                  </a:lnTo>
                  <a:lnTo>
                    <a:pt x="333889" y="155184"/>
                  </a:lnTo>
                  <a:lnTo>
                    <a:pt x="333426" y="149909"/>
                  </a:lnTo>
                  <a:lnTo>
                    <a:pt x="332795" y="144651"/>
                  </a:lnTo>
                  <a:lnTo>
                    <a:pt x="331999" y="139416"/>
                  </a:lnTo>
                  <a:lnTo>
                    <a:pt x="331037" y="134208"/>
                  </a:lnTo>
                  <a:lnTo>
                    <a:pt x="329911" y="129034"/>
                  </a:lnTo>
                  <a:lnTo>
                    <a:pt x="328622" y="123897"/>
                  </a:lnTo>
                  <a:lnTo>
                    <a:pt x="327170" y="118805"/>
                  </a:lnTo>
                  <a:lnTo>
                    <a:pt x="325558" y="113760"/>
                  </a:lnTo>
                  <a:lnTo>
                    <a:pt x="323787" y="108770"/>
                  </a:lnTo>
                  <a:lnTo>
                    <a:pt x="321859" y="103838"/>
                  </a:lnTo>
                  <a:lnTo>
                    <a:pt x="319775" y="98969"/>
                  </a:lnTo>
                  <a:lnTo>
                    <a:pt x="317538" y="94169"/>
                  </a:lnTo>
                  <a:lnTo>
                    <a:pt x="315151" y="89442"/>
                  </a:lnTo>
                  <a:lnTo>
                    <a:pt x="312615" y="84793"/>
                  </a:lnTo>
                  <a:lnTo>
                    <a:pt x="309932" y="80227"/>
                  </a:lnTo>
                  <a:lnTo>
                    <a:pt x="307107" y="75748"/>
                  </a:lnTo>
                  <a:lnTo>
                    <a:pt x="304141" y="71361"/>
                  </a:lnTo>
                  <a:lnTo>
                    <a:pt x="301038" y="67070"/>
                  </a:lnTo>
                  <a:lnTo>
                    <a:pt x="297800" y="62880"/>
                  </a:lnTo>
                  <a:lnTo>
                    <a:pt x="294431" y="58794"/>
                  </a:lnTo>
                  <a:lnTo>
                    <a:pt x="290935" y="54817"/>
                  </a:lnTo>
                  <a:lnTo>
                    <a:pt x="287314" y="50952"/>
                  </a:lnTo>
                  <a:lnTo>
                    <a:pt x="283573" y="47204"/>
                  </a:lnTo>
                  <a:lnTo>
                    <a:pt x="279715" y="43577"/>
                  </a:lnTo>
                  <a:lnTo>
                    <a:pt x="275743" y="40074"/>
                  </a:lnTo>
                  <a:lnTo>
                    <a:pt x="271663" y="36698"/>
                  </a:lnTo>
                  <a:lnTo>
                    <a:pt x="267478" y="33453"/>
                  </a:lnTo>
                  <a:lnTo>
                    <a:pt x="263193" y="30342"/>
                  </a:lnTo>
                  <a:lnTo>
                    <a:pt x="258811" y="27369"/>
                  </a:lnTo>
                  <a:lnTo>
                    <a:pt x="254337" y="24536"/>
                  </a:lnTo>
                  <a:lnTo>
                    <a:pt x="249775" y="21846"/>
                  </a:lnTo>
                  <a:lnTo>
                    <a:pt x="245131" y="19302"/>
                  </a:lnTo>
                  <a:lnTo>
                    <a:pt x="240408" y="16906"/>
                  </a:lnTo>
                  <a:lnTo>
                    <a:pt x="235612" y="14661"/>
                  </a:lnTo>
                  <a:lnTo>
                    <a:pt x="230747" y="12569"/>
                  </a:lnTo>
                  <a:lnTo>
                    <a:pt x="225818" y="10632"/>
                  </a:lnTo>
                  <a:lnTo>
                    <a:pt x="220831" y="8852"/>
                  </a:lnTo>
                  <a:lnTo>
                    <a:pt x="215789" y="7232"/>
                  </a:lnTo>
                  <a:lnTo>
                    <a:pt x="210699" y="5771"/>
                  </a:lnTo>
                  <a:lnTo>
                    <a:pt x="205565" y="4473"/>
                  </a:lnTo>
                  <a:lnTo>
                    <a:pt x="200392" y="3338"/>
                  </a:lnTo>
                  <a:lnTo>
                    <a:pt x="195186" y="2367"/>
                  </a:lnTo>
                  <a:lnTo>
                    <a:pt x="189952" y="1562"/>
                  </a:lnTo>
                  <a:lnTo>
                    <a:pt x="184696" y="923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17544" cy="167167"/>
            </a:xfrm>
            <a:custGeom>
              <a:avLst/>
              <a:pathLst>
                <a:path w="17544" h="167167">
                  <a:moveTo>
                    <a:pt x="17544" y="923"/>
                  </a:moveTo>
                  <a:lnTo>
                    <a:pt x="8784" y="2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8890" y="5269756"/>
              <a:ext cx="165610" cy="167167"/>
            </a:xfrm>
            <a:custGeom>
              <a:avLst/>
              <a:pathLst>
                <a:path w="165610" h="167167">
                  <a:moveTo>
                    <a:pt x="165610" y="0"/>
                  </a:moveTo>
                  <a:lnTo>
                    <a:pt x="160162" y="88"/>
                  </a:lnTo>
                  <a:lnTo>
                    <a:pt x="154720" y="355"/>
                  </a:lnTo>
                  <a:lnTo>
                    <a:pt x="149289" y="798"/>
                  </a:lnTo>
                  <a:lnTo>
                    <a:pt x="143876" y="1418"/>
                  </a:lnTo>
                  <a:lnTo>
                    <a:pt x="138486" y="2215"/>
                  </a:lnTo>
                  <a:lnTo>
                    <a:pt x="133124" y="3186"/>
                  </a:lnTo>
                  <a:lnTo>
                    <a:pt x="127798" y="4332"/>
                  </a:lnTo>
                  <a:lnTo>
                    <a:pt x="122511" y="5651"/>
                  </a:lnTo>
                  <a:lnTo>
                    <a:pt x="117270" y="7141"/>
                  </a:lnTo>
                  <a:lnTo>
                    <a:pt x="112080" y="8802"/>
                  </a:lnTo>
                  <a:lnTo>
                    <a:pt x="106948" y="10631"/>
                  </a:lnTo>
                  <a:lnTo>
                    <a:pt x="101877" y="12625"/>
                  </a:lnTo>
                  <a:lnTo>
                    <a:pt x="96875" y="14785"/>
                  </a:lnTo>
                  <a:lnTo>
                    <a:pt x="91945" y="17106"/>
                  </a:lnTo>
                  <a:lnTo>
                    <a:pt x="87094" y="19586"/>
                  </a:lnTo>
                  <a:lnTo>
                    <a:pt x="82326" y="22223"/>
                  </a:lnTo>
                  <a:lnTo>
                    <a:pt x="77646" y="25015"/>
                  </a:lnTo>
                  <a:lnTo>
                    <a:pt x="73060" y="27957"/>
                  </a:lnTo>
                  <a:lnTo>
                    <a:pt x="68572" y="31047"/>
                  </a:lnTo>
                  <a:lnTo>
                    <a:pt x="64188" y="34282"/>
                  </a:lnTo>
                  <a:lnTo>
                    <a:pt x="59911" y="37658"/>
                  </a:lnTo>
                  <a:lnTo>
                    <a:pt x="55746" y="41171"/>
                  </a:lnTo>
                  <a:lnTo>
                    <a:pt x="51698" y="44819"/>
                  </a:lnTo>
                  <a:lnTo>
                    <a:pt x="47772" y="48596"/>
                  </a:lnTo>
                  <a:lnTo>
                    <a:pt x="43970" y="52500"/>
                  </a:lnTo>
                  <a:lnTo>
                    <a:pt x="40298" y="56525"/>
                  </a:lnTo>
                  <a:lnTo>
                    <a:pt x="36758" y="60667"/>
                  </a:lnTo>
                  <a:lnTo>
                    <a:pt x="33356" y="64923"/>
                  </a:lnTo>
                  <a:lnTo>
                    <a:pt x="30094" y="69288"/>
                  </a:lnTo>
                  <a:lnTo>
                    <a:pt x="26976" y="73756"/>
                  </a:lnTo>
                  <a:lnTo>
                    <a:pt x="24006" y="78324"/>
                  </a:lnTo>
                  <a:lnTo>
                    <a:pt x="21185" y="82986"/>
                  </a:lnTo>
                  <a:lnTo>
                    <a:pt x="18519" y="87738"/>
                  </a:lnTo>
                  <a:lnTo>
                    <a:pt x="16008" y="92574"/>
                  </a:lnTo>
                  <a:lnTo>
                    <a:pt x="13657" y="97489"/>
                  </a:lnTo>
                  <a:lnTo>
                    <a:pt x="11467" y="102478"/>
                  </a:lnTo>
                  <a:lnTo>
                    <a:pt x="9440" y="107536"/>
                  </a:lnTo>
                  <a:lnTo>
                    <a:pt x="7580" y="112657"/>
                  </a:lnTo>
                  <a:lnTo>
                    <a:pt x="5887" y="117836"/>
                  </a:lnTo>
                  <a:lnTo>
                    <a:pt x="4364" y="123068"/>
                  </a:lnTo>
                  <a:lnTo>
                    <a:pt x="3013" y="128346"/>
                  </a:lnTo>
                  <a:lnTo>
                    <a:pt x="1834" y="133666"/>
                  </a:lnTo>
                  <a:lnTo>
                    <a:pt x="829" y="139021"/>
                  </a:lnTo>
                  <a:lnTo>
                    <a:pt x="0" y="144406"/>
                  </a:lnTo>
                  <a:lnTo>
                    <a:pt x="16561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2" y="5269756"/>
              <a:ext cx="334310" cy="334333"/>
            </a:xfrm>
            <a:custGeom>
              <a:avLst/>
              <a:pathLst>
                <a:path w="334310" h="334333">
                  <a:moveTo>
                    <a:pt x="1548" y="144406"/>
                  </a:moveTo>
                  <a:lnTo>
                    <a:pt x="910" y="149666"/>
                  </a:lnTo>
                  <a:lnTo>
                    <a:pt x="439" y="154942"/>
                  </a:lnTo>
                  <a:lnTo>
                    <a:pt x="135" y="160231"/>
                  </a:lnTo>
                  <a:lnTo>
                    <a:pt x="0" y="165527"/>
                  </a:lnTo>
                  <a:lnTo>
                    <a:pt x="31" y="170825"/>
                  </a:lnTo>
                  <a:lnTo>
                    <a:pt x="231" y="176119"/>
                  </a:lnTo>
                  <a:lnTo>
                    <a:pt x="599" y="181404"/>
                  </a:lnTo>
                  <a:lnTo>
                    <a:pt x="1134" y="186675"/>
                  </a:lnTo>
                  <a:lnTo>
                    <a:pt x="1835" y="191926"/>
                  </a:lnTo>
                  <a:lnTo>
                    <a:pt x="2703" y="197152"/>
                  </a:lnTo>
                  <a:lnTo>
                    <a:pt x="3735" y="202348"/>
                  </a:lnTo>
                  <a:lnTo>
                    <a:pt x="4932" y="207509"/>
                  </a:lnTo>
                  <a:lnTo>
                    <a:pt x="6292" y="212629"/>
                  </a:lnTo>
                  <a:lnTo>
                    <a:pt x="7813" y="217704"/>
                  </a:lnTo>
                  <a:lnTo>
                    <a:pt x="9495" y="222728"/>
                  </a:lnTo>
                  <a:lnTo>
                    <a:pt x="11335" y="227696"/>
                  </a:lnTo>
                  <a:lnTo>
                    <a:pt x="13331" y="232603"/>
                  </a:lnTo>
                  <a:lnTo>
                    <a:pt x="15482" y="237445"/>
                  </a:lnTo>
                  <a:lnTo>
                    <a:pt x="17785" y="242216"/>
                  </a:lnTo>
                  <a:lnTo>
                    <a:pt x="20238" y="246911"/>
                  </a:lnTo>
                  <a:lnTo>
                    <a:pt x="22838" y="251527"/>
                  </a:lnTo>
                  <a:lnTo>
                    <a:pt x="25584" y="256057"/>
                  </a:lnTo>
                  <a:lnTo>
                    <a:pt x="28472" y="260499"/>
                  </a:lnTo>
                  <a:lnTo>
                    <a:pt x="31499" y="264847"/>
                  </a:lnTo>
                  <a:lnTo>
                    <a:pt x="34662" y="269096"/>
                  </a:lnTo>
                  <a:lnTo>
                    <a:pt x="37959" y="273243"/>
                  </a:lnTo>
                  <a:lnTo>
                    <a:pt x="41385" y="277284"/>
                  </a:lnTo>
                  <a:lnTo>
                    <a:pt x="44937" y="281214"/>
                  </a:lnTo>
                  <a:lnTo>
                    <a:pt x="48612" y="285030"/>
                  </a:lnTo>
                  <a:lnTo>
                    <a:pt x="52407" y="288727"/>
                  </a:lnTo>
                  <a:lnTo>
                    <a:pt x="56316" y="292302"/>
                  </a:lnTo>
                  <a:lnTo>
                    <a:pt x="60337" y="295752"/>
                  </a:lnTo>
                  <a:lnTo>
                    <a:pt x="64465" y="299072"/>
                  </a:lnTo>
                  <a:lnTo>
                    <a:pt x="68697" y="302260"/>
                  </a:lnTo>
                  <a:lnTo>
                    <a:pt x="73027" y="305312"/>
                  </a:lnTo>
                  <a:lnTo>
                    <a:pt x="77451" y="308226"/>
                  </a:lnTo>
                  <a:lnTo>
                    <a:pt x="81966" y="310997"/>
                  </a:lnTo>
                  <a:lnTo>
                    <a:pt x="86567" y="313625"/>
                  </a:lnTo>
                  <a:lnTo>
                    <a:pt x="91248" y="316105"/>
                  </a:lnTo>
                  <a:lnTo>
                    <a:pt x="96006" y="318435"/>
                  </a:lnTo>
                  <a:lnTo>
                    <a:pt x="100835" y="320614"/>
                  </a:lnTo>
                  <a:lnTo>
                    <a:pt x="105730" y="322639"/>
                  </a:lnTo>
                  <a:lnTo>
                    <a:pt x="110688" y="324507"/>
                  </a:lnTo>
                  <a:lnTo>
                    <a:pt x="115702" y="326218"/>
                  </a:lnTo>
                  <a:lnTo>
                    <a:pt x="120767" y="327768"/>
                  </a:lnTo>
                  <a:lnTo>
                    <a:pt x="125880" y="329158"/>
                  </a:lnTo>
                  <a:lnTo>
                    <a:pt x="131033" y="330384"/>
                  </a:lnTo>
                  <a:lnTo>
                    <a:pt x="136223" y="331447"/>
                  </a:lnTo>
                  <a:lnTo>
                    <a:pt x="141445" y="332345"/>
                  </a:lnTo>
                  <a:lnTo>
                    <a:pt x="146692" y="333077"/>
                  </a:lnTo>
                  <a:lnTo>
                    <a:pt x="151959" y="333642"/>
                  </a:lnTo>
                  <a:lnTo>
                    <a:pt x="157242" y="334040"/>
                  </a:lnTo>
                  <a:lnTo>
                    <a:pt x="162535" y="334270"/>
                  </a:lnTo>
                  <a:lnTo>
                    <a:pt x="167832" y="334333"/>
                  </a:lnTo>
                  <a:lnTo>
                    <a:pt x="173129" y="334228"/>
                  </a:lnTo>
                  <a:lnTo>
                    <a:pt x="178419" y="333955"/>
                  </a:lnTo>
                  <a:lnTo>
                    <a:pt x="183699" y="333514"/>
                  </a:lnTo>
                  <a:lnTo>
                    <a:pt x="188961" y="332906"/>
                  </a:lnTo>
                  <a:lnTo>
                    <a:pt x="194202" y="332132"/>
                  </a:lnTo>
                  <a:lnTo>
                    <a:pt x="199416" y="331193"/>
                  </a:lnTo>
                  <a:lnTo>
                    <a:pt x="204597" y="330088"/>
                  </a:lnTo>
                  <a:lnTo>
                    <a:pt x="209741" y="328820"/>
                  </a:lnTo>
                  <a:lnTo>
                    <a:pt x="214842" y="327389"/>
                  </a:lnTo>
                  <a:lnTo>
                    <a:pt x="219895" y="325798"/>
                  </a:lnTo>
                  <a:lnTo>
                    <a:pt x="224895" y="324047"/>
                  </a:lnTo>
                  <a:lnTo>
                    <a:pt x="229837" y="322139"/>
                  </a:lnTo>
                  <a:lnTo>
                    <a:pt x="234717" y="320075"/>
                  </a:lnTo>
                  <a:lnTo>
                    <a:pt x="239528" y="317858"/>
                  </a:lnTo>
                  <a:lnTo>
                    <a:pt x="244267" y="315489"/>
                  </a:lnTo>
                  <a:lnTo>
                    <a:pt x="248928" y="312971"/>
                  </a:lnTo>
                  <a:lnTo>
                    <a:pt x="253507" y="310307"/>
                  </a:lnTo>
                  <a:lnTo>
                    <a:pt x="257999" y="307499"/>
                  </a:lnTo>
                  <a:lnTo>
                    <a:pt x="262400" y="304550"/>
                  </a:lnTo>
                  <a:lnTo>
                    <a:pt x="266706" y="301463"/>
                  </a:lnTo>
                  <a:lnTo>
                    <a:pt x="270911" y="298241"/>
                  </a:lnTo>
                  <a:lnTo>
                    <a:pt x="275013" y="294888"/>
                  </a:lnTo>
                  <a:lnTo>
                    <a:pt x="279005" y="291406"/>
                  </a:lnTo>
                  <a:lnTo>
                    <a:pt x="282886" y="287799"/>
                  </a:lnTo>
                  <a:lnTo>
                    <a:pt x="286651" y="284072"/>
                  </a:lnTo>
                  <a:lnTo>
                    <a:pt x="290295" y="280227"/>
                  </a:lnTo>
                  <a:lnTo>
                    <a:pt x="293816" y="276268"/>
                  </a:lnTo>
                  <a:lnTo>
                    <a:pt x="297209" y="272200"/>
                  </a:lnTo>
                  <a:lnTo>
                    <a:pt x="300472" y="268026"/>
                  </a:lnTo>
                  <a:lnTo>
                    <a:pt x="303601" y="263751"/>
                  </a:lnTo>
                  <a:lnTo>
                    <a:pt x="306593" y="259379"/>
                  </a:lnTo>
                  <a:lnTo>
                    <a:pt x="309445" y="254915"/>
                  </a:lnTo>
                  <a:lnTo>
                    <a:pt x="312154" y="250362"/>
                  </a:lnTo>
                  <a:lnTo>
                    <a:pt x="314717" y="245726"/>
                  </a:lnTo>
                  <a:lnTo>
                    <a:pt x="317133" y="241010"/>
                  </a:lnTo>
                  <a:lnTo>
                    <a:pt x="319397" y="236221"/>
                  </a:lnTo>
                  <a:lnTo>
                    <a:pt x="321509" y="231362"/>
                  </a:lnTo>
                  <a:lnTo>
                    <a:pt x="323466" y="226439"/>
                  </a:lnTo>
                  <a:lnTo>
                    <a:pt x="325265" y="221456"/>
                  </a:lnTo>
                  <a:lnTo>
                    <a:pt x="326906" y="216419"/>
                  </a:lnTo>
                  <a:lnTo>
                    <a:pt x="328387" y="211333"/>
                  </a:lnTo>
                  <a:lnTo>
                    <a:pt x="329705" y="206201"/>
                  </a:lnTo>
                  <a:lnTo>
                    <a:pt x="330860" y="201031"/>
                  </a:lnTo>
                  <a:lnTo>
                    <a:pt x="331851" y="195827"/>
                  </a:lnTo>
                  <a:lnTo>
                    <a:pt x="332677" y="190594"/>
                  </a:lnTo>
                  <a:lnTo>
                    <a:pt x="333336" y="185337"/>
                  </a:lnTo>
                  <a:lnTo>
                    <a:pt x="333828" y="180063"/>
                  </a:lnTo>
                  <a:lnTo>
                    <a:pt x="334153" y="174775"/>
                  </a:lnTo>
                  <a:lnTo>
                    <a:pt x="334310" y="169479"/>
                  </a:lnTo>
                  <a:lnTo>
                    <a:pt x="334300" y="164182"/>
                  </a:lnTo>
                  <a:lnTo>
                    <a:pt x="334121" y="158887"/>
                  </a:lnTo>
                  <a:lnTo>
                    <a:pt x="333775" y="153600"/>
                  </a:lnTo>
                  <a:lnTo>
                    <a:pt x="333261" y="148328"/>
                  </a:lnTo>
                  <a:lnTo>
                    <a:pt x="332581" y="143074"/>
                  </a:lnTo>
                  <a:lnTo>
                    <a:pt x="331734" y="137844"/>
                  </a:lnTo>
                  <a:lnTo>
                    <a:pt x="330723" y="132644"/>
                  </a:lnTo>
                  <a:lnTo>
                    <a:pt x="329547" y="127478"/>
                  </a:lnTo>
                  <a:lnTo>
                    <a:pt x="328207" y="122353"/>
                  </a:lnTo>
                  <a:lnTo>
                    <a:pt x="326707" y="117272"/>
                  </a:lnTo>
                  <a:lnTo>
                    <a:pt x="325045" y="112241"/>
                  </a:lnTo>
                  <a:lnTo>
                    <a:pt x="323226" y="107266"/>
                  </a:lnTo>
                  <a:lnTo>
                    <a:pt x="321249" y="102351"/>
                  </a:lnTo>
                  <a:lnTo>
                    <a:pt x="319118" y="97501"/>
                  </a:lnTo>
                  <a:lnTo>
                    <a:pt x="316834" y="92720"/>
                  </a:lnTo>
                  <a:lnTo>
                    <a:pt x="314400" y="88015"/>
                  </a:lnTo>
                  <a:lnTo>
                    <a:pt x="311818" y="83389"/>
                  </a:lnTo>
                  <a:lnTo>
                    <a:pt x="309091" y="78847"/>
                  </a:lnTo>
                  <a:lnTo>
                    <a:pt x="306221" y="74394"/>
                  </a:lnTo>
                  <a:lnTo>
                    <a:pt x="303211" y="70034"/>
                  </a:lnTo>
                  <a:lnTo>
                    <a:pt x="300065" y="65772"/>
                  </a:lnTo>
                  <a:lnTo>
                    <a:pt x="296785" y="61611"/>
                  </a:lnTo>
                  <a:lnTo>
                    <a:pt x="293375" y="57557"/>
                  </a:lnTo>
                  <a:lnTo>
                    <a:pt x="289839" y="53612"/>
                  </a:lnTo>
                  <a:lnTo>
                    <a:pt x="286179" y="49782"/>
                  </a:lnTo>
                  <a:lnTo>
                    <a:pt x="282400" y="46070"/>
                  </a:lnTo>
                  <a:lnTo>
                    <a:pt x="278504" y="42479"/>
                  </a:lnTo>
                  <a:lnTo>
                    <a:pt x="274497" y="39013"/>
                  </a:lnTo>
                  <a:lnTo>
                    <a:pt x="270383" y="35676"/>
                  </a:lnTo>
                  <a:lnTo>
                    <a:pt x="266164" y="32471"/>
                  </a:lnTo>
                  <a:lnTo>
                    <a:pt x="261846" y="29402"/>
                  </a:lnTo>
                  <a:lnTo>
                    <a:pt x="257433" y="26471"/>
                  </a:lnTo>
                  <a:lnTo>
                    <a:pt x="252930" y="23681"/>
                  </a:lnTo>
                  <a:lnTo>
                    <a:pt x="248340" y="21035"/>
                  </a:lnTo>
                  <a:lnTo>
                    <a:pt x="243669" y="18536"/>
                  </a:lnTo>
                  <a:lnTo>
                    <a:pt x="238921" y="16186"/>
                  </a:lnTo>
                  <a:lnTo>
                    <a:pt x="234100" y="13988"/>
                  </a:lnTo>
                  <a:lnTo>
                    <a:pt x="229213" y="11944"/>
                  </a:lnTo>
                  <a:lnTo>
                    <a:pt x="224263" y="10055"/>
                  </a:lnTo>
                  <a:lnTo>
                    <a:pt x="219256" y="8325"/>
                  </a:lnTo>
                  <a:lnTo>
                    <a:pt x="214197" y="6754"/>
                  </a:lnTo>
                  <a:lnTo>
                    <a:pt x="209090" y="5344"/>
                  </a:lnTo>
                  <a:lnTo>
                    <a:pt x="203941" y="4096"/>
                  </a:lnTo>
                  <a:lnTo>
                    <a:pt x="198755" y="3013"/>
                  </a:lnTo>
                  <a:lnTo>
                    <a:pt x="193538" y="2094"/>
                  </a:lnTo>
                  <a:lnTo>
                    <a:pt x="188294" y="1341"/>
                  </a:lnTo>
                  <a:lnTo>
                    <a:pt x="183029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9130" y="5399291"/>
              <a:ext cx="7085" cy="167167"/>
            </a:xfrm>
            <a:custGeom>
              <a:avLst/>
              <a:pathLst>
                <a:path w="7085" h="167167">
                  <a:moveTo>
                    <a:pt x="7085" y="0"/>
                  </a:moveTo>
                  <a:lnTo>
                    <a:pt x="0" y="150"/>
                  </a:lnTo>
                  <a:lnTo>
                    <a:pt x="708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130" y="5399442"/>
              <a:ext cx="7085" cy="167017"/>
            </a:xfrm>
            <a:custGeom>
              <a:avLst/>
              <a:pathLst>
                <a:path w="7085" h="167017">
                  <a:moveTo>
                    <a:pt x="0" y="0"/>
                  </a:moveTo>
                  <a:lnTo>
                    <a:pt x="7085" y="167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130" y="5399442"/>
              <a:ext cx="7085" cy="167017"/>
            </a:xfrm>
            <a:custGeom>
              <a:avLst/>
              <a:pathLst>
                <a:path w="7085" h="167017">
                  <a:moveTo>
                    <a:pt x="0" y="0"/>
                  </a:moveTo>
                  <a:lnTo>
                    <a:pt x="7085" y="167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130" y="5399442"/>
              <a:ext cx="7085" cy="167017"/>
            </a:xfrm>
            <a:custGeom>
              <a:avLst/>
              <a:pathLst>
                <a:path w="7085" h="167017">
                  <a:moveTo>
                    <a:pt x="0" y="0"/>
                  </a:moveTo>
                  <a:lnTo>
                    <a:pt x="7085" y="167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130" y="5399442"/>
              <a:ext cx="7085" cy="167017"/>
            </a:xfrm>
            <a:custGeom>
              <a:avLst/>
              <a:pathLst>
                <a:path w="7085" h="167017">
                  <a:moveTo>
                    <a:pt x="0" y="0"/>
                  </a:moveTo>
                  <a:lnTo>
                    <a:pt x="7085" y="167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130" y="5399442"/>
              <a:ext cx="7085" cy="167017"/>
            </a:xfrm>
            <a:custGeom>
              <a:avLst/>
              <a:pathLst>
                <a:path w="7085" h="167017">
                  <a:moveTo>
                    <a:pt x="0" y="0"/>
                  </a:moveTo>
                  <a:lnTo>
                    <a:pt x="7085" y="1670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130" y="5399442"/>
              <a:ext cx="7085" cy="167017"/>
            </a:xfrm>
            <a:custGeom>
              <a:avLst/>
              <a:pathLst>
                <a:path w="7085" h="167017">
                  <a:moveTo>
                    <a:pt x="0" y="0"/>
                  </a:moveTo>
                  <a:lnTo>
                    <a:pt x="7085" y="1670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61" y="5399442"/>
              <a:ext cx="334320" cy="334183"/>
            </a:xfrm>
            <a:custGeom>
              <a:avLst/>
              <a:pathLst>
                <a:path w="334320" h="334183">
                  <a:moveTo>
                    <a:pt x="160069" y="0"/>
                  </a:moveTo>
                  <a:lnTo>
                    <a:pt x="154798" y="307"/>
                  </a:lnTo>
                  <a:lnTo>
                    <a:pt x="149539" y="780"/>
                  </a:lnTo>
                  <a:lnTo>
                    <a:pt x="144298" y="1419"/>
                  </a:lnTo>
                  <a:lnTo>
                    <a:pt x="139080" y="2224"/>
                  </a:lnTo>
                  <a:lnTo>
                    <a:pt x="133890" y="3192"/>
                  </a:lnTo>
                  <a:lnTo>
                    <a:pt x="128732" y="4325"/>
                  </a:lnTo>
                  <a:lnTo>
                    <a:pt x="123614" y="5619"/>
                  </a:lnTo>
                  <a:lnTo>
                    <a:pt x="118538" y="7075"/>
                  </a:lnTo>
                  <a:lnTo>
                    <a:pt x="113511" y="8690"/>
                  </a:lnTo>
                  <a:lnTo>
                    <a:pt x="108538" y="10463"/>
                  </a:lnTo>
                  <a:lnTo>
                    <a:pt x="103623" y="12392"/>
                  </a:lnTo>
                  <a:lnTo>
                    <a:pt x="98772" y="14476"/>
                  </a:lnTo>
                  <a:lnTo>
                    <a:pt x="93988" y="16711"/>
                  </a:lnTo>
                  <a:lnTo>
                    <a:pt x="89278" y="19097"/>
                  </a:lnTo>
                  <a:lnTo>
                    <a:pt x="84645" y="21630"/>
                  </a:lnTo>
                  <a:lnTo>
                    <a:pt x="80095" y="24309"/>
                  </a:lnTo>
                  <a:lnTo>
                    <a:pt x="75632" y="27129"/>
                  </a:lnTo>
                  <a:lnTo>
                    <a:pt x="71259" y="30089"/>
                  </a:lnTo>
                  <a:lnTo>
                    <a:pt x="66983" y="33186"/>
                  </a:lnTo>
                  <a:lnTo>
                    <a:pt x="62806" y="36416"/>
                  </a:lnTo>
                  <a:lnTo>
                    <a:pt x="58734" y="39777"/>
                  </a:lnTo>
                  <a:lnTo>
                    <a:pt x="54770" y="43264"/>
                  </a:lnTo>
                  <a:lnTo>
                    <a:pt x="50918" y="46875"/>
                  </a:lnTo>
                  <a:lnTo>
                    <a:pt x="47181" y="50606"/>
                  </a:lnTo>
                  <a:lnTo>
                    <a:pt x="43565" y="54453"/>
                  </a:lnTo>
                  <a:lnTo>
                    <a:pt x="40072" y="58412"/>
                  </a:lnTo>
                  <a:lnTo>
                    <a:pt x="36705" y="62480"/>
                  </a:lnTo>
                  <a:lnTo>
                    <a:pt x="33469" y="66652"/>
                  </a:lnTo>
                  <a:lnTo>
                    <a:pt x="30366" y="70924"/>
                  </a:lnTo>
                  <a:lnTo>
                    <a:pt x="27399" y="75292"/>
                  </a:lnTo>
                  <a:lnTo>
                    <a:pt x="24572" y="79751"/>
                  </a:lnTo>
                  <a:lnTo>
                    <a:pt x="21887" y="84297"/>
                  </a:lnTo>
                  <a:lnTo>
                    <a:pt x="19348" y="88926"/>
                  </a:lnTo>
                  <a:lnTo>
                    <a:pt x="16955" y="93633"/>
                  </a:lnTo>
                  <a:lnTo>
                    <a:pt x="14713" y="98413"/>
                  </a:lnTo>
                  <a:lnTo>
                    <a:pt x="12622" y="103262"/>
                  </a:lnTo>
                  <a:lnTo>
                    <a:pt x="10686" y="108174"/>
                  </a:lnTo>
                  <a:lnTo>
                    <a:pt x="8905" y="113145"/>
                  </a:lnTo>
                  <a:lnTo>
                    <a:pt x="7283" y="118169"/>
                  </a:lnTo>
                  <a:lnTo>
                    <a:pt x="5820" y="123242"/>
                  </a:lnTo>
                  <a:lnTo>
                    <a:pt x="4518" y="128359"/>
                  </a:lnTo>
                  <a:lnTo>
                    <a:pt x="3378" y="133515"/>
                  </a:lnTo>
                  <a:lnTo>
                    <a:pt x="2402" y="138704"/>
                  </a:lnTo>
                  <a:lnTo>
                    <a:pt x="1590" y="143921"/>
                  </a:lnTo>
                  <a:lnTo>
                    <a:pt x="943" y="149161"/>
                  </a:lnTo>
                  <a:lnTo>
                    <a:pt x="462" y="154419"/>
                  </a:lnTo>
                  <a:lnTo>
                    <a:pt x="148" y="159690"/>
                  </a:lnTo>
                  <a:lnTo>
                    <a:pt x="0" y="164968"/>
                  </a:lnTo>
                  <a:lnTo>
                    <a:pt x="18" y="170248"/>
                  </a:lnTo>
                  <a:lnTo>
                    <a:pt x="204" y="175524"/>
                  </a:lnTo>
                  <a:lnTo>
                    <a:pt x="556" y="180793"/>
                  </a:lnTo>
                  <a:lnTo>
                    <a:pt x="1074" y="186047"/>
                  </a:lnTo>
                  <a:lnTo>
                    <a:pt x="1758" y="191283"/>
                  </a:lnTo>
                  <a:lnTo>
                    <a:pt x="2606" y="196494"/>
                  </a:lnTo>
                  <a:lnTo>
                    <a:pt x="3619" y="201676"/>
                  </a:lnTo>
                  <a:lnTo>
                    <a:pt x="4796" y="206823"/>
                  </a:lnTo>
                  <a:lnTo>
                    <a:pt x="6134" y="211931"/>
                  </a:lnTo>
                  <a:lnTo>
                    <a:pt x="7632" y="216994"/>
                  </a:lnTo>
                  <a:lnTo>
                    <a:pt x="9290" y="222007"/>
                  </a:lnTo>
                  <a:lnTo>
                    <a:pt x="11106" y="226965"/>
                  </a:lnTo>
                  <a:lnTo>
                    <a:pt x="13077" y="231863"/>
                  </a:lnTo>
                  <a:lnTo>
                    <a:pt x="15201" y="236696"/>
                  </a:lnTo>
                  <a:lnTo>
                    <a:pt x="17478" y="241461"/>
                  </a:lnTo>
                  <a:lnTo>
                    <a:pt x="19904" y="246150"/>
                  </a:lnTo>
                  <a:lnTo>
                    <a:pt x="22476" y="250761"/>
                  </a:lnTo>
                  <a:lnTo>
                    <a:pt x="25193" y="255289"/>
                  </a:lnTo>
                  <a:lnTo>
                    <a:pt x="28052" y="259728"/>
                  </a:lnTo>
                  <a:lnTo>
                    <a:pt x="31049" y="264075"/>
                  </a:lnTo>
                  <a:lnTo>
                    <a:pt x="34182" y="268325"/>
                  </a:lnTo>
                  <a:lnTo>
                    <a:pt x="37448" y="272473"/>
                  </a:lnTo>
                  <a:lnTo>
                    <a:pt x="40843" y="276517"/>
                  </a:lnTo>
                  <a:lnTo>
                    <a:pt x="44364" y="280451"/>
                  </a:lnTo>
                  <a:lnTo>
                    <a:pt x="48008" y="284273"/>
                  </a:lnTo>
                  <a:lnTo>
                    <a:pt x="51770" y="287977"/>
                  </a:lnTo>
                  <a:lnTo>
                    <a:pt x="55648" y="291561"/>
                  </a:lnTo>
                  <a:lnTo>
                    <a:pt x="59636" y="295020"/>
                  </a:lnTo>
                  <a:lnTo>
                    <a:pt x="63733" y="298352"/>
                  </a:lnTo>
                  <a:lnTo>
                    <a:pt x="67932" y="301552"/>
                  </a:lnTo>
                  <a:lnTo>
                    <a:pt x="72230" y="304619"/>
                  </a:lnTo>
                  <a:lnTo>
                    <a:pt x="76623" y="307548"/>
                  </a:lnTo>
                  <a:lnTo>
                    <a:pt x="81106" y="310337"/>
                  </a:lnTo>
                  <a:lnTo>
                    <a:pt x="85676" y="312983"/>
                  </a:lnTo>
                  <a:lnTo>
                    <a:pt x="90326" y="315483"/>
                  </a:lnTo>
                  <a:lnTo>
                    <a:pt x="95053" y="317836"/>
                  </a:lnTo>
                  <a:lnTo>
                    <a:pt x="99852" y="320037"/>
                  </a:lnTo>
                  <a:lnTo>
                    <a:pt x="104718" y="322087"/>
                  </a:lnTo>
                  <a:lnTo>
                    <a:pt x="109647" y="323981"/>
                  </a:lnTo>
                  <a:lnTo>
                    <a:pt x="114632" y="325719"/>
                  </a:lnTo>
                  <a:lnTo>
                    <a:pt x="119670" y="327298"/>
                  </a:lnTo>
                  <a:lnTo>
                    <a:pt x="124756" y="328718"/>
                  </a:lnTo>
                  <a:lnTo>
                    <a:pt x="129884" y="329976"/>
                  </a:lnTo>
                  <a:lnTo>
                    <a:pt x="135049" y="331072"/>
                  </a:lnTo>
                  <a:lnTo>
                    <a:pt x="140246" y="332004"/>
                  </a:lnTo>
                  <a:lnTo>
                    <a:pt x="145470" y="332772"/>
                  </a:lnTo>
                  <a:lnTo>
                    <a:pt x="150715" y="333374"/>
                  </a:lnTo>
                  <a:lnTo>
                    <a:pt x="155977" y="333810"/>
                  </a:lnTo>
                  <a:lnTo>
                    <a:pt x="161250" y="334080"/>
                  </a:lnTo>
                  <a:lnTo>
                    <a:pt x="166529" y="334183"/>
                  </a:lnTo>
                  <a:lnTo>
                    <a:pt x="171809" y="334119"/>
                  </a:lnTo>
                  <a:lnTo>
                    <a:pt x="177084" y="333889"/>
                  </a:lnTo>
                  <a:lnTo>
                    <a:pt x="182349" y="333492"/>
                  </a:lnTo>
                  <a:lnTo>
                    <a:pt x="187599" y="332929"/>
                  </a:lnTo>
                  <a:lnTo>
                    <a:pt x="192828" y="332201"/>
                  </a:lnTo>
                  <a:lnTo>
                    <a:pt x="198032" y="331308"/>
                  </a:lnTo>
                  <a:lnTo>
                    <a:pt x="203205" y="330251"/>
                  </a:lnTo>
                  <a:lnTo>
                    <a:pt x="208342" y="329031"/>
                  </a:lnTo>
                  <a:lnTo>
                    <a:pt x="213438" y="327649"/>
                  </a:lnTo>
                  <a:lnTo>
                    <a:pt x="218488" y="326107"/>
                  </a:lnTo>
                  <a:lnTo>
                    <a:pt x="223487" y="324407"/>
                  </a:lnTo>
                  <a:lnTo>
                    <a:pt x="228429" y="322549"/>
                  </a:lnTo>
                  <a:lnTo>
                    <a:pt x="233311" y="320536"/>
                  </a:lnTo>
                  <a:lnTo>
                    <a:pt x="238126" y="318371"/>
                  </a:lnTo>
                  <a:lnTo>
                    <a:pt x="242871" y="316054"/>
                  </a:lnTo>
                  <a:lnTo>
                    <a:pt x="247539" y="313588"/>
                  </a:lnTo>
                  <a:lnTo>
                    <a:pt x="252128" y="310976"/>
                  </a:lnTo>
                  <a:lnTo>
                    <a:pt x="256632" y="308221"/>
                  </a:lnTo>
                  <a:lnTo>
                    <a:pt x="261047" y="305325"/>
                  </a:lnTo>
                  <a:lnTo>
                    <a:pt x="265368" y="302291"/>
                  </a:lnTo>
                  <a:lnTo>
                    <a:pt x="269591" y="299121"/>
                  </a:lnTo>
                  <a:lnTo>
                    <a:pt x="273712" y="295820"/>
                  </a:lnTo>
                  <a:lnTo>
                    <a:pt x="277727" y="292391"/>
                  </a:lnTo>
                  <a:lnTo>
                    <a:pt x="281631" y="288836"/>
                  </a:lnTo>
                  <a:lnTo>
                    <a:pt x="285421" y="285160"/>
                  </a:lnTo>
                  <a:lnTo>
                    <a:pt x="289093" y="281367"/>
                  </a:lnTo>
                  <a:lnTo>
                    <a:pt x="292644" y="277459"/>
                  </a:lnTo>
                  <a:lnTo>
                    <a:pt x="296069" y="273440"/>
                  </a:lnTo>
                  <a:lnTo>
                    <a:pt x="299366" y="269316"/>
                  </a:lnTo>
                  <a:lnTo>
                    <a:pt x="302530" y="265090"/>
                  </a:lnTo>
                  <a:lnTo>
                    <a:pt x="305560" y="260765"/>
                  </a:lnTo>
                  <a:lnTo>
                    <a:pt x="308452" y="256348"/>
                  </a:lnTo>
                  <a:lnTo>
                    <a:pt x="311202" y="251841"/>
                  </a:lnTo>
                  <a:lnTo>
                    <a:pt x="313809" y="247249"/>
                  </a:lnTo>
                  <a:lnTo>
                    <a:pt x="316270" y="242578"/>
                  </a:lnTo>
                  <a:lnTo>
                    <a:pt x="318582" y="237831"/>
                  </a:lnTo>
                  <a:lnTo>
                    <a:pt x="320743" y="233013"/>
                  </a:lnTo>
                  <a:lnTo>
                    <a:pt x="322750" y="228130"/>
                  </a:lnTo>
                  <a:lnTo>
                    <a:pt x="324603" y="223185"/>
                  </a:lnTo>
                  <a:lnTo>
                    <a:pt x="326298" y="218185"/>
                  </a:lnTo>
                  <a:lnTo>
                    <a:pt x="327835" y="213134"/>
                  </a:lnTo>
                  <a:lnTo>
                    <a:pt x="329211" y="208036"/>
                  </a:lnTo>
                  <a:lnTo>
                    <a:pt x="330426" y="202898"/>
                  </a:lnTo>
                  <a:lnTo>
                    <a:pt x="331477" y="197724"/>
                  </a:lnTo>
                  <a:lnTo>
                    <a:pt x="332365" y="192519"/>
                  </a:lnTo>
                  <a:lnTo>
                    <a:pt x="333088" y="187288"/>
                  </a:lnTo>
                  <a:lnTo>
                    <a:pt x="333646" y="182038"/>
                  </a:lnTo>
                  <a:lnTo>
                    <a:pt x="334037" y="176773"/>
                  </a:lnTo>
                  <a:lnTo>
                    <a:pt x="334262" y="171497"/>
                  </a:lnTo>
                  <a:lnTo>
                    <a:pt x="334320" y="166218"/>
                  </a:lnTo>
                  <a:lnTo>
                    <a:pt x="334211" y="160939"/>
                  </a:lnTo>
                  <a:lnTo>
                    <a:pt x="333936" y="155666"/>
                  </a:lnTo>
                  <a:lnTo>
                    <a:pt x="333494" y="150405"/>
                  </a:lnTo>
                  <a:lnTo>
                    <a:pt x="332887" y="145160"/>
                  </a:lnTo>
                  <a:lnTo>
                    <a:pt x="332114" y="139937"/>
                  </a:lnTo>
                  <a:lnTo>
                    <a:pt x="331176" y="134740"/>
                  </a:lnTo>
                  <a:lnTo>
                    <a:pt x="330075" y="129577"/>
                  </a:lnTo>
                  <a:lnTo>
                    <a:pt x="328812" y="124450"/>
                  </a:lnTo>
                  <a:lnTo>
                    <a:pt x="327387" y="119366"/>
                  </a:lnTo>
                  <a:lnTo>
                    <a:pt x="325802" y="114329"/>
                  </a:lnTo>
                  <a:lnTo>
                    <a:pt x="324059" y="109345"/>
                  </a:lnTo>
                  <a:lnTo>
                    <a:pt x="322159" y="104419"/>
                  </a:lnTo>
                  <a:lnTo>
                    <a:pt x="320105" y="99555"/>
                  </a:lnTo>
                  <a:lnTo>
                    <a:pt x="317898" y="94758"/>
                  </a:lnTo>
                  <a:lnTo>
                    <a:pt x="315541" y="90034"/>
                  </a:lnTo>
                  <a:lnTo>
                    <a:pt x="313036" y="85386"/>
                  </a:lnTo>
                  <a:lnTo>
                    <a:pt x="310385" y="80820"/>
                  </a:lnTo>
                  <a:lnTo>
                    <a:pt x="307591" y="76339"/>
                  </a:lnTo>
                  <a:lnTo>
                    <a:pt x="304658" y="71949"/>
                  </a:lnTo>
                  <a:lnTo>
                    <a:pt x="301587" y="67654"/>
                  </a:lnTo>
                  <a:lnTo>
                    <a:pt x="298382" y="63458"/>
                  </a:lnTo>
                  <a:lnTo>
                    <a:pt x="295046" y="59366"/>
                  </a:lnTo>
                  <a:lnTo>
                    <a:pt x="291582" y="55380"/>
                  </a:lnTo>
                  <a:lnTo>
                    <a:pt x="287995" y="51507"/>
                  </a:lnTo>
                  <a:lnTo>
                    <a:pt x="284286" y="47748"/>
                  </a:lnTo>
                  <a:lnTo>
                    <a:pt x="280461" y="44108"/>
                  </a:lnTo>
                  <a:lnTo>
                    <a:pt x="276523" y="40591"/>
                  </a:lnTo>
                  <a:lnTo>
                    <a:pt x="272476" y="37200"/>
                  </a:lnTo>
                  <a:lnTo>
                    <a:pt x="268324" y="33939"/>
                  </a:lnTo>
                  <a:lnTo>
                    <a:pt x="264071" y="30810"/>
                  </a:lnTo>
                  <a:lnTo>
                    <a:pt x="259721" y="27817"/>
                  </a:lnTo>
                  <a:lnTo>
                    <a:pt x="255278" y="24964"/>
                  </a:lnTo>
                  <a:lnTo>
                    <a:pt x="250748" y="22251"/>
                  </a:lnTo>
                  <a:lnTo>
                    <a:pt x="246135" y="19684"/>
                  </a:lnTo>
                  <a:lnTo>
                    <a:pt x="241442" y="17263"/>
                  </a:lnTo>
                  <a:lnTo>
                    <a:pt x="236676" y="14991"/>
                  </a:lnTo>
                  <a:lnTo>
                    <a:pt x="231840" y="12872"/>
                  </a:lnTo>
                  <a:lnTo>
                    <a:pt x="226940" y="10906"/>
                  </a:lnTo>
                  <a:lnTo>
                    <a:pt x="221980" y="9095"/>
                  </a:lnTo>
                  <a:lnTo>
                    <a:pt x="216965" y="7443"/>
                  </a:lnTo>
                  <a:lnTo>
                    <a:pt x="211901" y="5949"/>
                  </a:lnTo>
                  <a:lnTo>
                    <a:pt x="206792" y="4617"/>
                  </a:lnTo>
                  <a:lnTo>
                    <a:pt x="201643" y="3446"/>
                  </a:lnTo>
                  <a:lnTo>
                    <a:pt x="196460" y="2438"/>
                  </a:lnTo>
                  <a:lnTo>
                    <a:pt x="191248" y="1595"/>
                  </a:lnTo>
                  <a:lnTo>
                    <a:pt x="167154" y="1670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24093" cy="167167"/>
            </a:xfrm>
            <a:custGeom>
              <a:avLst/>
              <a:pathLst>
                <a:path w="24093" h="167167">
                  <a:moveTo>
                    <a:pt x="24093" y="1745"/>
                  </a:moveTo>
                  <a:lnTo>
                    <a:pt x="16093" y="776"/>
                  </a:lnTo>
                  <a:lnTo>
                    <a:pt x="8056" y="1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7040" y="5399291"/>
              <a:ext cx="86503" cy="167167"/>
            </a:xfrm>
            <a:custGeom>
              <a:avLst/>
              <a:pathLst>
                <a:path w="86503" h="167167">
                  <a:moveTo>
                    <a:pt x="86503" y="0"/>
                  </a:moveTo>
                  <a:lnTo>
                    <a:pt x="80822" y="96"/>
                  </a:lnTo>
                  <a:lnTo>
                    <a:pt x="75147" y="386"/>
                  </a:lnTo>
                  <a:lnTo>
                    <a:pt x="69485" y="868"/>
                  </a:lnTo>
                  <a:lnTo>
                    <a:pt x="63843" y="1542"/>
                  </a:lnTo>
                  <a:lnTo>
                    <a:pt x="58227" y="2408"/>
                  </a:lnTo>
                  <a:lnTo>
                    <a:pt x="52644" y="3464"/>
                  </a:lnTo>
                  <a:lnTo>
                    <a:pt x="47100" y="4710"/>
                  </a:lnTo>
                  <a:lnTo>
                    <a:pt x="41601" y="6143"/>
                  </a:lnTo>
                  <a:lnTo>
                    <a:pt x="36155" y="7762"/>
                  </a:lnTo>
                  <a:lnTo>
                    <a:pt x="30766" y="9565"/>
                  </a:lnTo>
                  <a:lnTo>
                    <a:pt x="25442" y="11551"/>
                  </a:lnTo>
                  <a:lnTo>
                    <a:pt x="20188" y="13716"/>
                  </a:lnTo>
                  <a:lnTo>
                    <a:pt x="15011" y="16058"/>
                  </a:lnTo>
                  <a:lnTo>
                    <a:pt x="9917" y="18575"/>
                  </a:lnTo>
                  <a:lnTo>
                    <a:pt x="4911" y="21264"/>
                  </a:lnTo>
                  <a:lnTo>
                    <a:pt x="0" y="24121"/>
                  </a:lnTo>
                  <a:lnTo>
                    <a:pt x="865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7040" y="5423413"/>
              <a:ext cx="86503" cy="143045"/>
            </a:xfrm>
            <a:custGeom>
              <a:avLst/>
              <a:pathLst>
                <a:path w="86503" h="143045">
                  <a:moveTo>
                    <a:pt x="0" y="0"/>
                  </a:moveTo>
                  <a:lnTo>
                    <a:pt x="86503" y="143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7040" y="5423413"/>
              <a:ext cx="86503" cy="143045"/>
            </a:xfrm>
            <a:custGeom>
              <a:avLst/>
              <a:pathLst>
                <a:path w="86503" h="143045">
                  <a:moveTo>
                    <a:pt x="0" y="0"/>
                  </a:moveTo>
                  <a:lnTo>
                    <a:pt x="86503" y="143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7040" y="5423413"/>
              <a:ext cx="86503" cy="143045"/>
            </a:xfrm>
            <a:custGeom>
              <a:avLst/>
              <a:pathLst>
                <a:path w="86503" h="143045">
                  <a:moveTo>
                    <a:pt x="0" y="0"/>
                  </a:moveTo>
                  <a:lnTo>
                    <a:pt x="86503" y="143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7040" y="5423413"/>
              <a:ext cx="86503" cy="143045"/>
            </a:xfrm>
            <a:custGeom>
              <a:avLst/>
              <a:pathLst>
                <a:path w="86503" h="143045">
                  <a:moveTo>
                    <a:pt x="0" y="0"/>
                  </a:moveTo>
                  <a:lnTo>
                    <a:pt x="86503" y="1430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7040" y="5423413"/>
              <a:ext cx="86503" cy="143045"/>
            </a:xfrm>
            <a:custGeom>
              <a:avLst/>
              <a:pathLst>
                <a:path w="86503" h="143045">
                  <a:moveTo>
                    <a:pt x="0" y="0"/>
                  </a:moveTo>
                  <a:lnTo>
                    <a:pt x="86503" y="1430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84" y="5423413"/>
              <a:ext cx="220690" cy="310207"/>
            </a:xfrm>
            <a:custGeom>
              <a:avLst/>
              <a:pathLst>
                <a:path w="220690" h="310207">
                  <a:moveTo>
                    <a:pt x="80655" y="0"/>
                  </a:moveTo>
                  <a:lnTo>
                    <a:pt x="76154" y="2820"/>
                  </a:lnTo>
                  <a:lnTo>
                    <a:pt x="71744" y="5783"/>
                  </a:lnTo>
                  <a:lnTo>
                    <a:pt x="67431" y="8884"/>
                  </a:lnTo>
                  <a:lnTo>
                    <a:pt x="63218" y="12120"/>
                  </a:lnTo>
                  <a:lnTo>
                    <a:pt x="59111" y="15489"/>
                  </a:lnTo>
                  <a:lnTo>
                    <a:pt x="55112" y="18986"/>
                  </a:lnTo>
                  <a:lnTo>
                    <a:pt x="51227" y="22609"/>
                  </a:lnTo>
                  <a:lnTo>
                    <a:pt x="47459" y="26353"/>
                  </a:lnTo>
                  <a:lnTo>
                    <a:pt x="43812" y="30216"/>
                  </a:lnTo>
                  <a:lnTo>
                    <a:pt x="40289" y="34192"/>
                  </a:lnTo>
                  <a:lnTo>
                    <a:pt x="36894" y="38278"/>
                  </a:lnTo>
                  <a:lnTo>
                    <a:pt x="33631" y="42470"/>
                  </a:lnTo>
                  <a:lnTo>
                    <a:pt x="30503" y="46763"/>
                  </a:lnTo>
                  <a:lnTo>
                    <a:pt x="27513" y="51154"/>
                  </a:lnTo>
                  <a:lnTo>
                    <a:pt x="24664" y="55637"/>
                  </a:lnTo>
                  <a:lnTo>
                    <a:pt x="21958" y="60209"/>
                  </a:lnTo>
                  <a:lnTo>
                    <a:pt x="19400" y="64864"/>
                  </a:lnTo>
                  <a:lnTo>
                    <a:pt x="16990" y="69599"/>
                  </a:lnTo>
                  <a:lnTo>
                    <a:pt x="14732" y="74407"/>
                  </a:lnTo>
                  <a:lnTo>
                    <a:pt x="12628" y="79285"/>
                  </a:lnTo>
                  <a:lnTo>
                    <a:pt x="10681" y="84227"/>
                  </a:lnTo>
                  <a:lnTo>
                    <a:pt x="8891" y="89229"/>
                  </a:lnTo>
                  <a:lnTo>
                    <a:pt x="7261" y="94285"/>
                  </a:lnTo>
                  <a:lnTo>
                    <a:pt x="5792" y="99390"/>
                  </a:lnTo>
                  <a:lnTo>
                    <a:pt x="4486" y="104539"/>
                  </a:lnTo>
                  <a:lnTo>
                    <a:pt x="3345" y="109727"/>
                  </a:lnTo>
                  <a:lnTo>
                    <a:pt x="2369" y="114949"/>
                  </a:lnTo>
                  <a:lnTo>
                    <a:pt x="1560" y="120199"/>
                  </a:lnTo>
                  <a:lnTo>
                    <a:pt x="917" y="125472"/>
                  </a:lnTo>
                  <a:lnTo>
                    <a:pt x="443" y="130763"/>
                  </a:lnTo>
                  <a:lnTo>
                    <a:pt x="137" y="136067"/>
                  </a:lnTo>
                  <a:lnTo>
                    <a:pt x="0" y="141377"/>
                  </a:lnTo>
                  <a:lnTo>
                    <a:pt x="31" y="146689"/>
                  </a:lnTo>
                  <a:lnTo>
                    <a:pt x="231" y="151998"/>
                  </a:lnTo>
                  <a:lnTo>
                    <a:pt x="600" y="157297"/>
                  </a:lnTo>
                  <a:lnTo>
                    <a:pt x="1137" y="162582"/>
                  </a:lnTo>
                  <a:lnTo>
                    <a:pt x="1841" y="167847"/>
                  </a:lnTo>
                  <a:lnTo>
                    <a:pt x="2713" y="173088"/>
                  </a:lnTo>
                  <a:lnTo>
                    <a:pt x="3750" y="178298"/>
                  </a:lnTo>
                  <a:lnTo>
                    <a:pt x="4953" y="183472"/>
                  </a:lnTo>
                  <a:lnTo>
                    <a:pt x="6319" y="188605"/>
                  </a:lnTo>
                  <a:lnTo>
                    <a:pt x="7848" y="193693"/>
                  </a:lnTo>
                  <a:lnTo>
                    <a:pt x="9538" y="198729"/>
                  </a:lnTo>
                  <a:lnTo>
                    <a:pt x="11387" y="203709"/>
                  </a:lnTo>
                  <a:lnTo>
                    <a:pt x="13393" y="208628"/>
                  </a:lnTo>
                  <a:lnTo>
                    <a:pt x="15554" y="213481"/>
                  </a:lnTo>
                  <a:lnTo>
                    <a:pt x="17869" y="218262"/>
                  </a:lnTo>
                  <a:lnTo>
                    <a:pt x="20334" y="222968"/>
                  </a:lnTo>
                  <a:lnTo>
                    <a:pt x="22948" y="227592"/>
                  </a:lnTo>
                  <a:lnTo>
                    <a:pt x="25707" y="232132"/>
                  </a:lnTo>
                  <a:lnTo>
                    <a:pt x="28609" y="236581"/>
                  </a:lnTo>
                  <a:lnTo>
                    <a:pt x="31651" y="240936"/>
                  </a:lnTo>
                  <a:lnTo>
                    <a:pt x="34830" y="245192"/>
                  </a:lnTo>
                  <a:lnTo>
                    <a:pt x="38142" y="249345"/>
                  </a:lnTo>
                  <a:lnTo>
                    <a:pt x="41585" y="253391"/>
                  </a:lnTo>
                  <a:lnTo>
                    <a:pt x="45154" y="257325"/>
                  </a:lnTo>
                  <a:lnTo>
                    <a:pt x="48847" y="261144"/>
                  </a:lnTo>
                  <a:lnTo>
                    <a:pt x="52659" y="264844"/>
                  </a:lnTo>
                  <a:lnTo>
                    <a:pt x="56587" y="268420"/>
                  </a:lnTo>
                  <a:lnTo>
                    <a:pt x="60627" y="271870"/>
                  </a:lnTo>
                  <a:lnTo>
                    <a:pt x="64774" y="275190"/>
                  </a:lnTo>
                  <a:lnTo>
                    <a:pt x="69024" y="278376"/>
                  </a:lnTo>
                  <a:lnTo>
                    <a:pt x="73374" y="281426"/>
                  </a:lnTo>
                  <a:lnTo>
                    <a:pt x="77818" y="284336"/>
                  </a:lnTo>
                  <a:lnTo>
                    <a:pt x="82352" y="287104"/>
                  </a:lnTo>
                  <a:lnTo>
                    <a:pt x="86972" y="289725"/>
                  </a:lnTo>
                  <a:lnTo>
                    <a:pt x="91673" y="292199"/>
                  </a:lnTo>
                  <a:lnTo>
                    <a:pt x="96451" y="294522"/>
                  </a:lnTo>
                  <a:lnTo>
                    <a:pt x="101299" y="296693"/>
                  </a:lnTo>
                  <a:lnTo>
                    <a:pt x="106215" y="298708"/>
                  </a:lnTo>
                  <a:lnTo>
                    <a:pt x="111191" y="300565"/>
                  </a:lnTo>
                  <a:lnTo>
                    <a:pt x="116225" y="302264"/>
                  </a:lnTo>
                  <a:lnTo>
                    <a:pt x="121309" y="303802"/>
                  </a:lnTo>
                  <a:lnTo>
                    <a:pt x="126440" y="305178"/>
                  </a:lnTo>
                  <a:lnTo>
                    <a:pt x="131612" y="306390"/>
                  </a:lnTo>
                  <a:lnTo>
                    <a:pt x="136820" y="307437"/>
                  </a:lnTo>
                  <a:lnTo>
                    <a:pt x="142059" y="308318"/>
                  </a:lnTo>
                  <a:lnTo>
                    <a:pt x="147323" y="309032"/>
                  </a:lnTo>
                  <a:lnTo>
                    <a:pt x="152607" y="309578"/>
                  </a:lnTo>
                  <a:lnTo>
                    <a:pt x="157906" y="309956"/>
                  </a:lnTo>
                  <a:lnTo>
                    <a:pt x="163214" y="310166"/>
                  </a:lnTo>
                  <a:lnTo>
                    <a:pt x="168526" y="310207"/>
                  </a:lnTo>
                  <a:lnTo>
                    <a:pt x="173837" y="310079"/>
                  </a:lnTo>
                  <a:lnTo>
                    <a:pt x="179140" y="309783"/>
                  </a:lnTo>
                  <a:lnTo>
                    <a:pt x="184432" y="309318"/>
                  </a:lnTo>
                  <a:lnTo>
                    <a:pt x="189707" y="308685"/>
                  </a:lnTo>
                  <a:lnTo>
                    <a:pt x="194958" y="307885"/>
                  </a:lnTo>
                  <a:lnTo>
                    <a:pt x="200182" y="306918"/>
                  </a:lnTo>
                  <a:lnTo>
                    <a:pt x="205372" y="305786"/>
                  </a:lnTo>
                  <a:lnTo>
                    <a:pt x="210524" y="304490"/>
                  </a:lnTo>
                  <a:lnTo>
                    <a:pt x="215631" y="303031"/>
                  </a:lnTo>
                  <a:lnTo>
                    <a:pt x="220690" y="301410"/>
                  </a:lnTo>
                  <a:lnTo>
                    <a:pt x="167159" y="143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66" cy="325531"/>
            </a:xfrm>
            <a:custGeom>
              <a:avLst/>
              <a:pathLst>
                <a:path w="167166" h="325531">
                  <a:moveTo>
                    <a:pt x="53531" y="325531"/>
                  </a:moveTo>
                  <a:lnTo>
                    <a:pt x="58570" y="323738"/>
                  </a:lnTo>
                  <a:lnTo>
                    <a:pt x="63549" y="321784"/>
                  </a:lnTo>
                  <a:lnTo>
                    <a:pt x="68462" y="319672"/>
                  </a:lnTo>
                  <a:lnTo>
                    <a:pt x="73306" y="317404"/>
                  </a:lnTo>
                  <a:lnTo>
                    <a:pt x="78075" y="314982"/>
                  </a:lnTo>
                  <a:lnTo>
                    <a:pt x="82763" y="312409"/>
                  </a:lnTo>
                  <a:lnTo>
                    <a:pt x="87367" y="309687"/>
                  </a:lnTo>
                  <a:lnTo>
                    <a:pt x="91882" y="306819"/>
                  </a:lnTo>
                  <a:lnTo>
                    <a:pt x="96302" y="303808"/>
                  </a:lnTo>
                  <a:lnTo>
                    <a:pt x="100624" y="300657"/>
                  </a:lnTo>
                  <a:lnTo>
                    <a:pt x="104843" y="297370"/>
                  </a:lnTo>
                  <a:lnTo>
                    <a:pt x="108955" y="293949"/>
                  </a:lnTo>
                  <a:lnTo>
                    <a:pt x="112955" y="290399"/>
                  </a:lnTo>
                  <a:lnTo>
                    <a:pt x="116839" y="286722"/>
                  </a:lnTo>
                  <a:lnTo>
                    <a:pt x="120604" y="282923"/>
                  </a:lnTo>
                  <a:lnTo>
                    <a:pt x="124245" y="279006"/>
                  </a:lnTo>
                  <a:lnTo>
                    <a:pt x="127759" y="274974"/>
                  </a:lnTo>
                  <a:lnTo>
                    <a:pt x="131143" y="270832"/>
                  </a:lnTo>
                  <a:lnTo>
                    <a:pt x="134392" y="266584"/>
                  </a:lnTo>
                  <a:lnTo>
                    <a:pt x="137503" y="262233"/>
                  </a:lnTo>
                  <a:lnTo>
                    <a:pt x="140474" y="257786"/>
                  </a:lnTo>
                  <a:lnTo>
                    <a:pt x="143301" y="253246"/>
                  </a:lnTo>
                  <a:lnTo>
                    <a:pt x="145982" y="248617"/>
                  </a:lnTo>
                  <a:lnTo>
                    <a:pt x="148513" y="243906"/>
                  </a:lnTo>
                  <a:lnTo>
                    <a:pt x="150891" y="239115"/>
                  </a:lnTo>
                  <a:lnTo>
                    <a:pt x="153116" y="234252"/>
                  </a:lnTo>
                  <a:lnTo>
                    <a:pt x="155183" y="229319"/>
                  </a:lnTo>
                  <a:lnTo>
                    <a:pt x="157092" y="224323"/>
                  </a:lnTo>
                  <a:lnTo>
                    <a:pt x="158840" y="219268"/>
                  </a:lnTo>
                  <a:lnTo>
                    <a:pt x="160426" y="214160"/>
                  </a:lnTo>
                  <a:lnTo>
                    <a:pt x="161847" y="209004"/>
                  </a:lnTo>
                  <a:lnTo>
                    <a:pt x="163103" y="203805"/>
                  </a:lnTo>
                  <a:lnTo>
                    <a:pt x="164191" y="198569"/>
                  </a:lnTo>
                  <a:lnTo>
                    <a:pt x="165112" y="193300"/>
                  </a:lnTo>
                  <a:lnTo>
                    <a:pt x="165863" y="188005"/>
                  </a:lnTo>
                  <a:lnTo>
                    <a:pt x="166445" y="182688"/>
                  </a:lnTo>
                  <a:lnTo>
                    <a:pt x="166856" y="177355"/>
                  </a:lnTo>
                  <a:lnTo>
                    <a:pt x="167097" y="172012"/>
                  </a:lnTo>
                  <a:lnTo>
                    <a:pt x="167166" y="166664"/>
                  </a:lnTo>
                  <a:lnTo>
                    <a:pt x="167065" y="161317"/>
                  </a:lnTo>
                  <a:lnTo>
                    <a:pt x="166792" y="155975"/>
                  </a:lnTo>
                  <a:lnTo>
                    <a:pt x="166349" y="150645"/>
                  </a:lnTo>
                  <a:lnTo>
                    <a:pt x="165735" y="145332"/>
                  </a:lnTo>
                  <a:lnTo>
                    <a:pt x="164952" y="140042"/>
                  </a:lnTo>
                  <a:lnTo>
                    <a:pt x="163999" y="134779"/>
                  </a:lnTo>
                  <a:lnTo>
                    <a:pt x="162879" y="129549"/>
                  </a:lnTo>
                  <a:lnTo>
                    <a:pt x="161593" y="124358"/>
                  </a:lnTo>
                  <a:lnTo>
                    <a:pt x="160140" y="119210"/>
                  </a:lnTo>
                  <a:lnTo>
                    <a:pt x="158524" y="114112"/>
                  </a:lnTo>
                  <a:lnTo>
                    <a:pt x="156746" y="109068"/>
                  </a:lnTo>
                  <a:lnTo>
                    <a:pt x="154807" y="104083"/>
                  </a:lnTo>
                  <a:lnTo>
                    <a:pt x="152710" y="99163"/>
                  </a:lnTo>
                  <a:lnTo>
                    <a:pt x="150456" y="94312"/>
                  </a:lnTo>
                  <a:lnTo>
                    <a:pt x="148048" y="89537"/>
                  </a:lnTo>
                  <a:lnTo>
                    <a:pt x="145489" y="84840"/>
                  </a:lnTo>
                  <a:lnTo>
                    <a:pt x="142781" y="80228"/>
                  </a:lnTo>
                  <a:lnTo>
                    <a:pt x="139927" y="75705"/>
                  </a:lnTo>
                  <a:lnTo>
                    <a:pt x="136929" y="71275"/>
                  </a:lnTo>
                  <a:lnTo>
                    <a:pt x="133792" y="66944"/>
                  </a:lnTo>
                  <a:lnTo>
                    <a:pt x="130517" y="62715"/>
                  </a:lnTo>
                  <a:lnTo>
                    <a:pt x="127109" y="58594"/>
                  </a:lnTo>
                  <a:lnTo>
                    <a:pt x="123570" y="54583"/>
                  </a:lnTo>
                  <a:lnTo>
                    <a:pt x="119906" y="50687"/>
                  </a:lnTo>
                  <a:lnTo>
                    <a:pt x="116118" y="46911"/>
                  </a:lnTo>
                  <a:lnTo>
                    <a:pt x="112212" y="43258"/>
                  </a:lnTo>
                  <a:lnTo>
                    <a:pt x="108190" y="39732"/>
                  </a:lnTo>
                  <a:lnTo>
                    <a:pt x="104058" y="36336"/>
                  </a:lnTo>
                  <a:lnTo>
                    <a:pt x="99820" y="33074"/>
                  </a:lnTo>
                  <a:lnTo>
                    <a:pt x="95479" y="29949"/>
                  </a:lnTo>
                  <a:lnTo>
                    <a:pt x="91040" y="26965"/>
                  </a:lnTo>
                  <a:lnTo>
                    <a:pt x="86509" y="24125"/>
                  </a:lnTo>
                  <a:lnTo>
                    <a:pt x="81888" y="21430"/>
                  </a:lnTo>
                  <a:lnTo>
                    <a:pt x="77184" y="18885"/>
                  </a:lnTo>
                  <a:lnTo>
                    <a:pt x="72401" y="16492"/>
                  </a:lnTo>
                  <a:lnTo>
                    <a:pt x="67544" y="14253"/>
                  </a:lnTo>
                  <a:lnTo>
                    <a:pt x="62618" y="12170"/>
                  </a:lnTo>
                  <a:lnTo>
                    <a:pt x="57627" y="10247"/>
                  </a:lnTo>
                  <a:lnTo>
                    <a:pt x="52578" y="8483"/>
                  </a:lnTo>
                  <a:lnTo>
                    <a:pt x="47475" y="6883"/>
                  </a:lnTo>
                  <a:lnTo>
                    <a:pt x="42323" y="5446"/>
                  </a:lnTo>
                  <a:lnTo>
                    <a:pt x="37128" y="4175"/>
                  </a:lnTo>
                  <a:lnTo>
                    <a:pt x="31895" y="3070"/>
                  </a:lnTo>
                  <a:lnTo>
                    <a:pt x="26629" y="2134"/>
                  </a:lnTo>
                  <a:lnTo>
                    <a:pt x="21336" y="1367"/>
                  </a:lnTo>
                  <a:lnTo>
                    <a:pt x="16021" y="769"/>
                  </a:lnTo>
                  <a:lnTo>
                    <a:pt x="10689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2823" y="5269756"/>
              <a:ext cx="32435" cy="167167"/>
            </a:xfrm>
            <a:custGeom>
              <a:avLst/>
              <a:pathLst>
                <a:path w="32435" h="167167">
                  <a:moveTo>
                    <a:pt x="32435" y="0"/>
                  </a:moveTo>
                  <a:lnTo>
                    <a:pt x="25908" y="127"/>
                  </a:lnTo>
                  <a:lnTo>
                    <a:pt x="19391" y="509"/>
                  </a:lnTo>
                  <a:lnTo>
                    <a:pt x="12894" y="1146"/>
                  </a:lnTo>
                  <a:lnTo>
                    <a:pt x="6427" y="2035"/>
                  </a:lnTo>
                  <a:lnTo>
                    <a:pt x="0" y="3176"/>
                  </a:lnTo>
                  <a:lnTo>
                    <a:pt x="324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2823" y="5272933"/>
              <a:ext cx="32435" cy="163990"/>
            </a:xfrm>
            <a:custGeom>
              <a:avLst/>
              <a:pathLst>
                <a:path w="32435" h="163990">
                  <a:moveTo>
                    <a:pt x="0" y="0"/>
                  </a:moveTo>
                  <a:lnTo>
                    <a:pt x="32435" y="163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2823" y="5272933"/>
              <a:ext cx="32435" cy="163990"/>
            </a:xfrm>
            <a:custGeom>
              <a:avLst/>
              <a:pathLst>
                <a:path w="32435" h="163990">
                  <a:moveTo>
                    <a:pt x="0" y="0"/>
                  </a:moveTo>
                  <a:lnTo>
                    <a:pt x="32435" y="163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2823" y="5272933"/>
              <a:ext cx="32435" cy="163990"/>
            </a:xfrm>
            <a:custGeom>
              <a:avLst/>
              <a:pathLst>
                <a:path w="32435" h="163990">
                  <a:moveTo>
                    <a:pt x="0" y="0"/>
                  </a:moveTo>
                  <a:lnTo>
                    <a:pt x="32435" y="1639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2823" y="5272933"/>
              <a:ext cx="32435" cy="163990"/>
            </a:xfrm>
            <a:custGeom>
              <a:avLst/>
              <a:pathLst>
                <a:path w="32435" h="163990">
                  <a:moveTo>
                    <a:pt x="0" y="0"/>
                  </a:moveTo>
                  <a:lnTo>
                    <a:pt x="32435" y="1639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1360" y="5272933"/>
              <a:ext cx="163897" cy="163990"/>
            </a:xfrm>
            <a:custGeom>
              <a:avLst/>
              <a:pathLst>
                <a:path w="163897" h="163990">
                  <a:moveTo>
                    <a:pt x="131462" y="0"/>
                  </a:moveTo>
                  <a:lnTo>
                    <a:pt x="126117" y="1148"/>
                  </a:lnTo>
                  <a:lnTo>
                    <a:pt x="120812" y="2470"/>
                  </a:lnTo>
                  <a:lnTo>
                    <a:pt x="115553" y="3966"/>
                  </a:lnTo>
                  <a:lnTo>
                    <a:pt x="110346" y="5632"/>
                  </a:lnTo>
                  <a:lnTo>
                    <a:pt x="105197" y="7468"/>
                  </a:lnTo>
                  <a:lnTo>
                    <a:pt x="100110" y="9471"/>
                  </a:lnTo>
                  <a:lnTo>
                    <a:pt x="95091" y="11640"/>
                  </a:lnTo>
                  <a:lnTo>
                    <a:pt x="90146" y="13971"/>
                  </a:lnTo>
                  <a:lnTo>
                    <a:pt x="85280" y="16463"/>
                  </a:lnTo>
                  <a:lnTo>
                    <a:pt x="80498" y="19113"/>
                  </a:lnTo>
                  <a:lnTo>
                    <a:pt x="75805" y="21917"/>
                  </a:lnTo>
                  <a:lnTo>
                    <a:pt x="71206" y="24874"/>
                  </a:lnTo>
                  <a:lnTo>
                    <a:pt x="66706" y="27979"/>
                  </a:lnTo>
                  <a:lnTo>
                    <a:pt x="62311" y="31230"/>
                  </a:lnTo>
                  <a:lnTo>
                    <a:pt x="58024" y="34623"/>
                  </a:lnTo>
                  <a:lnTo>
                    <a:pt x="53850" y="38154"/>
                  </a:lnTo>
                  <a:lnTo>
                    <a:pt x="49794" y="41820"/>
                  </a:lnTo>
                  <a:lnTo>
                    <a:pt x="45860" y="45617"/>
                  </a:lnTo>
                  <a:lnTo>
                    <a:pt x="42053" y="49540"/>
                  </a:lnTo>
                  <a:lnTo>
                    <a:pt x="38375" y="53585"/>
                  </a:lnTo>
                  <a:lnTo>
                    <a:pt x="34832" y="57749"/>
                  </a:lnTo>
                  <a:lnTo>
                    <a:pt x="31427" y="62026"/>
                  </a:lnTo>
                  <a:lnTo>
                    <a:pt x="28164" y="66413"/>
                  </a:lnTo>
                  <a:lnTo>
                    <a:pt x="25045" y="70903"/>
                  </a:lnTo>
                  <a:lnTo>
                    <a:pt x="22076" y="75494"/>
                  </a:lnTo>
                  <a:lnTo>
                    <a:pt x="19258" y="80178"/>
                  </a:lnTo>
                  <a:lnTo>
                    <a:pt x="16594" y="84953"/>
                  </a:lnTo>
                  <a:lnTo>
                    <a:pt x="14089" y="89812"/>
                  </a:lnTo>
                  <a:lnTo>
                    <a:pt x="11743" y="94751"/>
                  </a:lnTo>
                  <a:lnTo>
                    <a:pt x="9560" y="99763"/>
                  </a:lnTo>
                  <a:lnTo>
                    <a:pt x="7543" y="104844"/>
                  </a:lnTo>
                  <a:lnTo>
                    <a:pt x="5692" y="109989"/>
                  </a:lnTo>
                  <a:lnTo>
                    <a:pt x="4011" y="115191"/>
                  </a:lnTo>
                  <a:lnTo>
                    <a:pt x="2501" y="120445"/>
                  </a:lnTo>
                  <a:lnTo>
                    <a:pt x="1163" y="125746"/>
                  </a:lnTo>
                  <a:lnTo>
                    <a:pt x="0" y="131088"/>
                  </a:lnTo>
                  <a:lnTo>
                    <a:pt x="163897" y="1639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3264" y="134265"/>
                  </a:moveTo>
                  <a:lnTo>
                    <a:pt x="2304" y="139473"/>
                  </a:lnTo>
                  <a:lnTo>
                    <a:pt x="1510" y="144709"/>
                  </a:lnTo>
                  <a:lnTo>
                    <a:pt x="881" y="149967"/>
                  </a:lnTo>
                  <a:lnTo>
                    <a:pt x="420" y="155243"/>
                  </a:lnTo>
                  <a:lnTo>
                    <a:pt x="126" y="160530"/>
                  </a:lnTo>
                  <a:lnTo>
                    <a:pt x="0" y="165825"/>
                  </a:lnTo>
                  <a:lnTo>
                    <a:pt x="41" y="171120"/>
                  </a:lnTo>
                  <a:lnTo>
                    <a:pt x="250" y="176412"/>
                  </a:lnTo>
                  <a:lnTo>
                    <a:pt x="627" y="181694"/>
                  </a:lnTo>
                  <a:lnTo>
                    <a:pt x="1170" y="186962"/>
                  </a:lnTo>
                  <a:lnTo>
                    <a:pt x="1881" y="192210"/>
                  </a:lnTo>
                  <a:lnTo>
                    <a:pt x="2757" y="197433"/>
                  </a:lnTo>
                  <a:lnTo>
                    <a:pt x="3798" y="202625"/>
                  </a:lnTo>
                  <a:lnTo>
                    <a:pt x="5003" y="207782"/>
                  </a:lnTo>
                  <a:lnTo>
                    <a:pt x="6371" y="212898"/>
                  </a:lnTo>
                  <a:lnTo>
                    <a:pt x="7900" y="217968"/>
                  </a:lnTo>
                  <a:lnTo>
                    <a:pt x="9589" y="222987"/>
                  </a:lnTo>
                  <a:lnTo>
                    <a:pt x="11436" y="227950"/>
                  </a:lnTo>
                  <a:lnTo>
                    <a:pt x="13440" y="232853"/>
                  </a:lnTo>
                  <a:lnTo>
                    <a:pt x="15598" y="237689"/>
                  </a:lnTo>
                  <a:lnTo>
                    <a:pt x="17907" y="242454"/>
                  </a:lnTo>
                  <a:lnTo>
                    <a:pt x="20367" y="247144"/>
                  </a:lnTo>
                  <a:lnTo>
                    <a:pt x="22974" y="251754"/>
                  </a:lnTo>
                  <a:lnTo>
                    <a:pt x="25726" y="256279"/>
                  </a:lnTo>
                  <a:lnTo>
                    <a:pt x="28619" y="260714"/>
                  </a:lnTo>
                  <a:lnTo>
                    <a:pt x="31652" y="265055"/>
                  </a:lnTo>
                  <a:lnTo>
                    <a:pt x="34821" y="269298"/>
                  </a:lnTo>
                  <a:lnTo>
                    <a:pt x="38122" y="273439"/>
                  </a:lnTo>
                  <a:lnTo>
                    <a:pt x="41553" y="277473"/>
                  </a:lnTo>
                  <a:lnTo>
                    <a:pt x="45110" y="281397"/>
                  </a:lnTo>
                  <a:lnTo>
                    <a:pt x="48790" y="285205"/>
                  </a:lnTo>
                  <a:lnTo>
                    <a:pt x="52588" y="288895"/>
                  </a:lnTo>
                  <a:lnTo>
                    <a:pt x="56501" y="292464"/>
                  </a:lnTo>
                  <a:lnTo>
                    <a:pt x="60526" y="295906"/>
                  </a:lnTo>
                  <a:lnTo>
                    <a:pt x="64657" y="299219"/>
                  </a:lnTo>
                  <a:lnTo>
                    <a:pt x="68891" y="302400"/>
                  </a:lnTo>
                  <a:lnTo>
                    <a:pt x="73224" y="305445"/>
                  </a:lnTo>
                  <a:lnTo>
                    <a:pt x="77651" y="308351"/>
                  </a:lnTo>
                  <a:lnTo>
                    <a:pt x="82168" y="311115"/>
                  </a:lnTo>
                  <a:lnTo>
                    <a:pt x="86770" y="313735"/>
                  </a:lnTo>
                  <a:lnTo>
                    <a:pt x="91453" y="316208"/>
                  </a:lnTo>
                  <a:lnTo>
                    <a:pt x="96212" y="318531"/>
                  </a:lnTo>
                  <a:lnTo>
                    <a:pt x="101042" y="320703"/>
                  </a:lnTo>
                  <a:lnTo>
                    <a:pt x="105939" y="322720"/>
                  </a:lnTo>
                  <a:lnTo>
                    <a:pt x="110897" y="324581"/>
                  </a:lnTo>
                  <a:lnTo>
                    <a:pt x="115911" y="326284"/>
                  </a:lnTo>
                  <a:lnTo>
                    <a:pt x="120977" y="327828"/>
                  </a:lnTo>
                  <a:lnTo>
                    <a:pt x="126089" y="329210"/>
                  </a:lnTo>
                  <a:lnTo>
                    <a:pt x="131242" y="330430"/>
                  </a:lnTo>
                  <a:lnTo>
                    <a:pt x="136432" y="331486"/>
                  </a:lnTo>
                  <a:lnTo>
                    <a:pt x="141652" y="332377"/>
                  </a:lnTo>
                  <a:lnTo>
                    <a:pt x="146898" y="333102"/>
                  </a:lnTo>
                  <a:lnTo>
                    <a:pt x="152164" y="333660"/>
                  </a:lnTo>
                  <a:lnTo>
                    <a:pt x="157446" y="334052"/>
                  </a:lnTo>
                  <a:lnTo>
                    <a:pt x="162737" y="334276"/>
                  </a:lnTo>
                  <a:lnTo>
                    <a:pt x="168032" y="334332"/>
                  </a:lnTo>
                  <a:lnTo>
                    <a:pt x="173327" y="334221"/>
                  </a:lnTo>
                  <a:lnTo>
                    <a:pt x="178615" y="333942"/>
                  </a:lnTo>
                  <a:lnTo>
                    <a:pt x="183892" y="333495"/>
                  </a:lnTo>
                  <a:lnTo>
                    <a:pt x="189152" y="332882"/>
                  </a:lnTo>
                  <a:lnTo>
                    <a:pt x="194390" y="332102"/>
                  </a:lnTo>
                  <a:lnTo>
                    <a:pt x="199601" y="331157"/>
                  </a:lnTo>
                  <a:lnTo>
                    <a:pt x="204779" y="330047"/>
                  </a:lnTo>
                  <a:lnTo>
                    <a:pt x="209919" y="328774"/>
                  </a:lnTo>
                  <a:lnTo>
                    <a:pt x="215017" y="327338"/>
                  </a:lnTo>
                  <a:lnTo>
                    <a:pt x="220066" y="325742"/>
                  </a:lnTo>
                  <a:lnTo>
                    <a:pt x="225063" y="323987"/>
                  </a:lnTo>
                  <a:lnTo>
                    <a:pt x="230001" y="322074"/>
                  </a:lnTo>
                  <a:lnTo>
                    <a:pt x="234876" y="320006"/>
                  </a:lnTo>
                  <a:lnTo>
                    <a:pt x="239683" y="317784"/>
                  </a:lnTo>
                  <a:lnTo>
                    <a:pt x="244418" y="315411"/>
                  </a:lnTo>
                  <a:lnTo>
                    <a:pt x="249075" y="312890"/>
                  </a:lnTo>
                  <a:lnTo>
                    <a:pt x="253649" y="310222"/>
                  </a:lnTo>
                  <a:lnTo>
                    <a:pt x="258137" y="307411"/>
                  </a:lnTo>
                  <a:lnTo>
                    <a:pt x="262534" y="304459"/>
                  </a:lnTo>
                  <a:lnTo>
                    <a:pt x="266835" y="301369"/>
                  </a:lnTo>
                  <a:lnTo>
                    <a:pt x="271036" y="298144"/>
                  </a:lnTo>
                  <a:lnTo>
                    <a:pt x="275132" y="294788"/>
                  </a:lnTo>
                  <a:lnTo>
                    <a:pt x="279121" y="291304"/>
                  </a:lnTo>
                  <a:lnTo>
                    <a:pt x="282997" y="287696"/>
                  </a:lnTo>
                  <a:lnTo>
                    <a:pt x="286756" y="283966"/>
                  </a:lnTo>
                  <a:lnTo>
                    <a:pt x="290396" y="280119"/>
                  </a:lnTo>
                  <a:lnTo>
                    <a:pt x="293912" y="276159"/>
                  </a:lnTo>
                  <a:lnTo>
                    <a:pt x="297301" y="272090"/>
                  </a:lnTo>
                  <a:lnTo>
                    <a:pt x="300559" y="267915"/>
                  </a:lnTo>
                  <a:lnTo>
                    <a:pt x="303683" y="263639"/>
                  </a:lnTo>
                  <a:lnTo>
                    <a:pt x="306670" y="259266"/>
                  </a:lnTo>
                  <a:lnTo>
                    <a:pt x="309518" y="254801"/>
                  </a:lnTo>
                  <a:lnTo>
                    <a:pt x="312222" y="250248"/>
                  </a:lnTo>
                  <a:lnTo>
                    <a:pt x="314781" y="245611"/>
                  </a:lnTo>
                  <a:lnTo>
                    <a:pt x="317192" y="240896"/>
                  </a:lnTo>
                  <a:lnTo>
                    <a:pt x="319452" y="236107"/>
                  </a:lnTo>
                  <a:lnTo>
                    <a:pt x="321559" y="231248"/>
                  </a:lnTo>
                  <a:lnTo>
                    <a:pt x="323511" y="226325"/>
                  </a:lnTo>
                  <a:lnTo>
                    <a:pt x="325307" y="221343"/>
                  </a:lnTo>
                  <a:lnTo>
                    <a:pt x="326943" y="216307"/>
                  </a:lnTo>
                  <a:lnTo>
                    <a:pt x="328420" y="211221"/>
                  </a:lnTo>
                  <a:lnTo>
                    <a:pt x="329734" y="206091"/>
                  </a:lnTo>
                  <a:lnTo>
                    <a:pt x="330886" y="200922"/>
                  </a:lnTo>
                  <a:lnTo>
                    <a:pt x="331873" y="195719"/>
                  </a:lnTo>
                  <a:lnTo>
                    <a:pt x="332694" y="190487"/>
                  </a:lnTo>
                  <a:lnTo>
                    <a:pt x="333350" y="185232"/>
                  </a:lnTo>
                  <a:lnTo>
                    <a:pt x="333839" y="179959"/>
                  </a:lnTo>
                  <a:lnTo>
                    <a:pt x="334160" y="174673"/>
                  </a:lnTo>
                  <a:lnTo>
                    <a:pt x="334314" y="169380"/>
                  </a:lnTo>
                  <a:lnTo>
                    <a:pt x="334301" y="164084"/>
                  </a:lnTo>
                  <a:lnTo>
                    <a:pt x="334119" y="158791"/>
                  </a:lnTo>
                  <a:lnTo>
                    <a:pt x="333770" y="153507"/>
                  </a:lnTo>
                  <a:lnTo>
                    <a:pt x="333254" y="148236"/>
                  </a:lnTo>
                  <a:lnTo>
                    <a:pt x="332571" y="142985"/>
                  </a:lnTo>
                  <a:lnTo>
                    <a:pt x="331722" y="137758"/>
                  </a:lnTo>
                  <a:lnTo>
                    <a:pt x="330708" y="132560"/>
                  </a:lnTo>
                  <a:lnTo>
                    <a:pt x="329529" y="127397"/>
                  </a:lnTo>
                  <a:lnTo>
                    <a:pt x="328188" y="122274"/>
                  </a:lnTo>
                  <a:lnTo>
                    <a:pt x="326685" y="117196"/>
                  </a:lnTo>
                  <a:lnTo>
                    <a:pt x="325022" y="112168"/>
                  </a:lnTo>
                  <a:lnTo>
                    <a:pt x="323201" y="107195"/>
                  </a:lnTo>
                  <a:lnTo>
                    <a:pt x="321223" y="102283"/>
                  </a:lnTo>
                  <a:lnTo>
                    <a:pt x="319091" y="97435"/>
                  </a:lnTo>
                  <a:lnTo>
                    <a:pt x="316806" y="92658"/>
                  </a:lnTo>
                  <a:lnTo>
                    <a:pt x="314370" y="87955"/>
                  </a:lnTo>
                  <a:lnTo>
                    <a:pt x="311788" y="83332"/>
                  </a:lnTo>
                  <a:lnTo>
                    <a:pt x="309059" y="78793"/>
                  </a:lnTo>
                  <a:lnTo>
                    <a:pt x="306189" y="74343"/>
                  </a:lnTo>
                  <a:lnTo>
                    <a:pt x="303179" y="69986"/>
                  </a:lnTo>
                  <a:lnTo>
                    <a:pt x="300032" y="65726"/>
                  </a:lnTo>
                  <a:lnTo>
                    <a:pt x="296753" y="61568"/>
                  </a:lnTo>
                  <a:lnTo>
                    <a:pt x="293343" y="57516"/>
                  </a:lnTo>
                  <a:lnTo>
                    <a:pt x="289806" y="53574"/>
                  </a:lnTo>
                  <a:lnTo>
                    <a:pt x="286147" y="49747"/>
                  </a:lnTo>
                  <a:lnTo>
                    <a:pt x="282367" y="46037"/>
                  </a:lnTo>
                  <a:lnTo>
                    <a:pt x="278473" y="42448"/>
                  </a:lnTo>
                  <a:lnTo>
                    <a:pt x="274466" y="38985"/>
                  </a:lnTo>
                  <a:lnTo>
                    <a:pt x="270352" y="35650"/>
                  </a:lnTo>
                  <a:lnTo>
                    <a:pt x="266135" y="32448"/>
                  </a:lnTo>
                  <a:lnTo>
                    <a:pt x="261818" y="29380"/>
                  </a:lnTo>
                  <a:lnTo>
                    <a:pt x="257406" y="26451"/>
                  </a:lnTo>
                  <a:lnTo>
                    <a:pt x="252903" y="23663"/>
                  </a:lnTo>
                  <a:lnTo>
                    <a:pt x="248315" y="21019"/>
                  </a:lnTo>
                  <a:lnTo>
                    <a:pt x="243645" y="18522"/>
                  </a:lnTo>
                  <a:lnTo>
                    <a:pt x="238898" y="16174"/>
                  </a:lnTo>
                  <a:lnTo>
                    <a:pt x="234079" y="13978"/>
                  </a:lnTo>
                  <a:lnTo>
                    <a:pt x="229193" y="11935"/>
                  </a:lnTo>
                  <a:lnTo>
                    <a:pt x="224245" y="10048"/>
                  </a:lnTo>
                  <a:lnTo>
                    <a:pt x="219240" y="8319"/>
                  </a:lnTo>
                  <a:lnTo>
                    <a:pt x="214182" y="6749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5922" y="5018213"/>
              <a:ext cx="45116" cy="167167"/>
            </a:xfrm>
            <a:custGeom>
              <a:avLst/>
              <a:pathLst>
                <a:path w="45116" h="167167">
                  <a:moveTo>
                    <a:pt x="45116" y="0"/>
                  </a:moveTo>
                  <a:lnTo>
                    <a:pt x="38592" y="127"/>
                  </a:lnTo>
                  <a:lnTo>
                    <a:pt x="32077" y="509"/>
                  </a:lnTo>
                  <a:lnTo>
                    <a:pt x="25582" y="1145"/>
                  </a:lnTo>
                  <a:lnTo>
                    <a:pt x="19117" y="2034"/>
                  </a:lnTo>
                  <a:lnTo>
                    <a:pt x="12692" y="3174"/>
                  </a:lnTo>
                  <a:lnTo>
                    <a:pt x="6316" y="4565"/>
                  </a:lnTo>
                  <a:lnTo>
                    <a:pt x="0" y="6203"/>
                  </a:lnTo>
                  <a:lnTo>
                    <a:pt x="451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5922" y="5024416"/>
              <a:ext cx="45116" cy="160964"/>
            </a:xfrm>
            <a:custGeom>
              <a:avLst/>
              <a:pathLst>
                <a:path w="45116" h="160964">
                  <a:moveTo>
                    <a:pt x="0" y="0"/>
                  </a:moveTo>
                  <a:lnTo>
                    <a:pt x="45116" y="160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5922" y="5024416"/>
              <a:ext cx="45116" cy="160964"/>
            </a:xfrm>
            <a:custGeom>
              <a:avLst/>
              <a:pathLst>
                <a:path w="45116" h="160964">
                  <a:moveTo>
                    <a:pt x="0" y="0"/>
                  </a:moveTo>
                  <a:lnTo>
                    <a:pt x="45116" y="160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5922" y="5024416"/>
              <a:ext cx="45116" cy="160964"/>
            </a:xfrm>
            <a:custGeom>
              <a:avLst/>
              <a:pathLst>
                <a:path w="45116" h="160964">
                  <a:moveTo>
                    <a:pt x="0" y="0"/>
                  </a:moveTo>
                  <a:lnTo>
                    <a:pt x="45116" y="160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8" y="5024416"/>
              <a:ext cx="167160" cy="216056"/>
            </a:xfrm>
            <a:custGeom>
              <a:avLst/>
              <a:pathLst>
                <a:path w="167160" h="216056">
                  <a:moveTo>
                    <a:pt x="122043" y="0"/>
                  </a:moveTo>
                  <a:lnTo>
                    <a:pt x="116810" y="1559"/>
                  </a:lnTo>
                  <a:lnTo>
                    <a:pt x="111631" y="3288"/>
                  </a:lnTo>
                  <a:lnTo>
                    <a:pt x="106510" y="5186"/>
                  </a:lnTo>
                  <a:lnTo>
                    <a:pt x="101455" y="7250"/>
                  </a:lnTo>
                  <a:lnTo>
                    <a:pt x="96469" y="9478"/>
                  </a:lnTo>
                  <a:lnTo>
                    <a:pt x="91559" y="11868"/>
                  </a:lnTo>
                  <a:lnTo>
                    <a:pt x="86730" y="14417"/>
                  </a:lnTo>
                  <a:lnTo>
                    <a:pt x="81987" y="17122"/>
                  </a:lnTo>
                  <a:lnTo>
                    <a:pt x="77334" y="19981"/>
                  </a:lnTo>
                  <a:lnTo>
                    <a:pt x="72777" y="22990"/>
                  </a:lnTo>
                  <a:lnTo>
                    <a:pt x="68321" y="26146"/>
                  </a:lnTo>
                  <a:lnTo>
                    <a:pt x="63970" y="29446"/>
                  </a:lnTo>
                  <a:lnTo>
                    <a:pt x="59730" y="32887"/>
                  </a:lnTo>
                  <a:lnTo>
                    <a:pt x="55604" y="36464"/>
                  </a:lnTo>
                  <a:lnTo>
                    <a:pt x="51597" y="40174"/>
                  </a:lnTo>
                  <a:lnTo>
                    <a:pt x="47714" y="44013"/>
                  </a:lnTo>
                  <a:lnTo>
                    <a:pt x="43958" y="47976"/>
                  </a:lnTo>
                  <a:lnTo>
                    <a:pt x="40333" y="52060"/>
                  </a:lnTo>
                  <a:lnTo>
                    <a:pt x="36844" y="56261"/>
                  </a:lnTo>
                  <a:lnTo>
                    <a:pt x="33494" y="60573"/>
                  </a:lnTo>
                  <a:lnTo>
                    <a:pt x="30286" y="64992"/>
                  </a:lnTo>
                  <a:lnTo>
                    <a:pt x="27224" y="69514"/>
                  </a:lnTo>
                  <a:lnTo>
                    <a:pt x="24312" y="74133"/>
                  </a:lnTo>
                  <a:lnTo>
                    <a:pt x="21552" y="78845"/>
                  </a:lnTo>
                  <a:lnTo>
                    <a:pt x="18948" y="83645"/>
                  </a:lnTo>
                  <a:lnTo>
                    <a:pt x="16502" y="88527"/>
                  </a:lnTo>
                  <a:lnTo>
                    <a:pt x="14216" y="93486"/>
                  </a:lnTo>
                  <a:lnTo>
                    <a:pt x="12094" y="98518"/>
                  </a:lnTo>
                  <a:lnTo>
                    <a:pt x="10137" y="103616"/>
                  </a:lnTo>
                  <a:lnTo>
                    <a:pt x="8348" y="108775"/>
                  </a:lnTo>
                  <a:lnTo>
                    <a:pt x="6728" y="113990"/>
                  </a:lnTo>
                  <a:lnTo>
                    <a:pt x="5279" y="119255"/>
                  </a:lnTo>
                  <a:lnTo>
                    <a:pt x="4003" y="124564"/>
                  </a:lnTo>
                  <a:lnTo>
                    <a:pt x="2902" y="129913"/>
                  </a:lnTo>
                  <a:lnTo>
                    <a:pt x="1975" y="135294"/>
                  </a:lnTo>
                  <a:lnTo>
                    <a:pt x="1225" y="140703"/>
                  </a:lnTo>
                  <a:lnTo>
                    <a:pt x="652" y="146133"/>
                  </a:lnTo>
                  <a:lnTo>
                    <a:pt x="256" y="151580"/>
                  </a:lnTo>
                  <a:lnTo>
                    <a:pt x="39" y="157036"/>
                  </a:lnTo>
                  <a:lnTo>
                    <a:pt x="0" y="162497"/>
                  </a:lnTo>
                  <a:lnTo>
                    <a:pt x="139" y="167955"/>
                  </a:lnTo>
                  <a:lnTo>
                    <a:pt x="456" y="173407"/>
                  </a:lnTo>
                  <a:lnTo>
                    <a:pt x="952" y="178845"/>
                  </a:lnTo>
                  <a:lnTo>
                    <a:pt x="1624" y="184264"/>
                  </a:lnTo>
                  <a:lnTo>
                    <a:pt x="2474" y="189658"/>
                  </a:lnTo>
                  <a:lnTo>
                    <a:pt x="3499" y="195022"/>
                  </a:lnTo>
                  <a:lnTo>
                    <a:pt x="4698" y="200349"/>
                  </a:lnTo>
                  <a:lnTo>
                    <a:pt x="6071" y="205634"/>
                  </a:lnTo>
                  <a:lnTo>
                    <a:pt x="7616" y="210872"/>
                  </a:lnTo>
                  <a:lnTo>
                    <a:pt x="9332" y="216056"/>
                  </a:lnTo>
                  <a:lnTo>
                    <a:pt x="167160" y="160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3210" y="5018213"/>
              <a:ext cx="324977" cy="334334"/>
            </a:xfrm>
            <a:custGeom>
              <a:avLst/>
              <a:pathLst>
                <a:path w="324977" h="334334">
                  <a:moveTo>
                    <a:pt x="0" y="222259"/>
                  </a:moveTo>
                  <a:lnTo>
                    <a:pt x="1826" y="227236"/>
                  </a:lnTo>
                  <a:lnTo>
                    <a:pt x="3809" y="232153"/>
                  </a:lnTo>
                  <a:lnTo>
                    <a:pt x="5947" y="237004"/>
                  </a:lnTo>
                  <a:lnTo>
                    <a:pt x="8238" y="241785"/>
                  </a:lnTo>
                  <a:lnTo>
                    <a:pt x="10679" y="246490"/>
                  </a:lnTo>
                  <a:lnTo>
                    <a:pt x="13268" y="251116"/>
                  </a:lnTo>
                  <a:lnTo>
                    <a:pt x="16003" y="255658"/>
                  </a:lnTo>
                  <a:lnTo>
                    <a:pt x="18880" y="260111"/>
                  </a:lnTo>
                  <a:lnTo>
                    <a:pt x="21897" y="264470"/>
                  </a:lnTo>
                  <a:lnTo>
                    <a:pt x="25051" y="268731"/>
                  </a:lnTo>
                  <a:lnTo>
                    <a:pt x="28338" y="272890"/>
                  </a:lnTo>
                  <a:lnTo>
                    <a:pt x="31756" y="276943"/>
                  </a:lnTo>
                  <a:lnTo>
                    <a:pt x="35300" y="280885"/>
                  </a:lnTo>
                  <a:lnTo>
                    <a:pt x="38967" y="284713"/>
                  </a:lnTo>
                  <a:lnTo>
                    <a:pt x="42754" y="288423"/>
                  </a:lnTo>
                  <a:lnTo>
                    <a:pt x="46657" y="292011"/>
                  </a:lnTo>
                  <a:lnTo>
                    <a:pt x="50672" y="295473"/>
                  </a:lnTo>
                  <a:lnTo>
                    <a:pt x="54794" y="298807"/>
                  </a:lnTo>
                  <a:lnTo>
                    <a:pt x="59020" y="302007"/>
                  </a:lnTo>
                  <a:lnTo>
                    <a:pt x="63345" y="305073"/>
                  </a:lnTo>
                  <a:lnTo>
                    <a:pt x="67766" y="307999"/>
                  </a:lnTo>
                  <a:lnTo>
                    <a:pt x="72277" y="310784"/>
                  </a:lnTo>
                  <a:lnTo>
                    <a:pt x="76873" y="313425"/>
                  </a:lnTo>
                  <a:lnTo>
                    <a:pt x="81552" y="315918"/>
                  </a:lnTo>
                  <a:lnTo>
                    <a:pt x="86307" y="318262"/>
                  </a:lnTo>
                  <a:lnTo>
                    <a:pt x="91134" y="320454"/>
                  </a:lnTo>
                  <a:lnTo>
                    <a:pt x="96028" y="322492"/>
                  </a:lnTo>
                  <a:lnTo>
                    <a:pt x="100984" y="324373"/>
                  </a:lnTo>
                  <a:lnTo>
                    <a:pt x="105998" y="326096"/>
                  </a:lnTo>
                  <a:lnTo>
                    <a:pt x="111063" y="327660"/>
                  </a:lnTo>
                  <a:lnTo>
                    <a:pt x="116176" y="329062"/>
                  </a:lnTo>
                  <a:lnTo>
                    <a:pt x="121330" y="330301"/>
                  </a:lnTo>
                  <a:lnTo>
                    <a:pt x="126521" y="331377"/>
                  </a:lnTo>
                  <a:lnTo>
                    <a:pt x="131744" y="332287"/>
                  </a:lnTo>
                  <a:lnTo>
                    <a:pt x="136993" y="333031"/>
                  </a:lnTo>
                  <a:lnTo>
                    <a:pt x="142263" y="333608"/>
                  </a:lnTo>
                  <a:lnTo>
                    <a:pt x="147548" y="334018"/>
                  </a:lnTo>
                  <a:lnTo>
                    <a:pt x="152844" y="334260"/>
                  </a:lnTo>
                  <a:lnTo>
                    <a:pt x="158145" y="334334"/>
                  </a:lnTo>
                  <a:lnTo>
                    <a:pt x="163445" y="334240"/>
                  </a:lnTo>
                  <a:lnTo>
                    <a:pt x="168740" y="333978"/>
                  </a:lnTo>
                  <a:lnTo>
                    <a:pt x="174024" y="333548"/>
                  </a:lnTo>
                  <a:lnTo>
                    <a:pt x="179292" y="332951"/>
                  </a:lnTo>
                  <a:lnTo>
                    <a:pt x="184538" y="332187"/>
                  </a:lnTo>
                  <a:lnTo>
                    <a:pt x="189757" y="331257"/>
                  </a:lnTo>
                  <a:lnTo>
                    <a:pt x="194944" y="330162"/>
                  </a:lnTo>
                  <a:lnTo>
                    <a:pt x="200094" y="328903"/>
                  </a:lnTo>
                  <a:lnTo>
                    <a:pt x="205201" y="327482"/>
                  </a:lnTo>
                  <a:lnTo>
                    <a:pt x="210260" y="325899"/>
                  </a:lnTo>
                  <a:lnTo>
                    <a:pt x="215267" y="324156"/>
                  </a:lnTo>
                  <a:lnTo>
                    <a:pt x="220216" y="322256"/>
                  </a:lnTo>
                  <a:lnTo>
                    <a:pt x="225102" y="320200"/>
                  </a:lnTo>
                  <a:lnTo>
                    <a:pt x="229921" y="317990"/>
                  </a:lnTo>
                  <a:lnTo>
                    <a:pt x="234667" y="315628"/>
                  </a:lnTo>
                  <a:lnTo>
                    <a:pt x="239336" y="313117"/>
                  </a:lnTo>
                  <a:lnTo>
                    <a:pt x="243923" y="310459"/>
                  </a:lnTo>
                  <a:lnTo>
                    <a:pt x="248423" y="307657"/>
                  </a:lnTo>
                  <a:lnTo>
                    <a:pt x="252833" y="304713"/>
                  </a:lnTo>
                  <a:lnTo>
                    <a:pt x="257146" y="301632"/>
                  </a:lnTo>
                  <a:lnTo>
                    <a:pt x="261360" y="298415"/>
                  </a:lnTo>
                  <a:lnTo>
                    <a:pt x="265470" y="295066"/>
                  </a:lnTo>
                  <a:lnTo>
                    <a:pt x="269471" y="291589"/>
                  </a:lnTo>
                  <a:lnTo>
                    <a:pt x="273360" y="287986"/>
                  </a:lnTo>
                  <a:lnTo>
                    <a:pt x="277133" y="284262"/>
                  </a:lnTo>
                  <a:lnTo>
                    <a:pt x="280786" y="280420"/>
                  </a:lnTo>
                  <a:lnTo>
                    <a:pt x="284315" y="276464"/>
                  </a:lnTo>
                  <a:lnTo>
                    <a:pt x="287717" y="272398"/>
                  </a:lnTo>
                  <a:lnTo>
                    <a:pt x="290989" y="268227"/>
                  </a:lnTo>
                  <a:lnTo>
                    <a:pt x="294126" y="263954"/>
                  </a:lnTo>
                  <a:lnTo>
                    <a:pt x="297127" y="259583"/>
                  </a:lnTo>
                  <a:lnTo>
                    <a:pt x="299987" y="255120"/>
                  </a:lnTo>
                  <a:lnTo>
                    <a:pt x="302705" y="250568"/>
                  </a:lnTo>
                  <a:lnTo>
                    <a:pt x="305276" y="245932"/>
                  </a:lnTo>
                  <a:lnTo>
                    <a:pt x="307700" y="241217"/>
                  </a:lnTo>
                  <a:lnTo>
                    <a:pt x="309972" y="236427"/>
                  </a:lnTo>
                  <a:lnTo>
                    <a:pt x="312092" y="231568"/>
                  </a:lnTo>
                  <a:lnTo>
                    <a:pt x="314057" y="226644"/>
                  </a:lnTo>
                  <a:lnTo>
                    <a:pt x="315864" y="221660"/>
                  </a:lnTo>
                  <a:lnTo>
                    <a:pt x="317512" y="216622"/>
                  </a:lnTo>
                  <a:lnTo>
                    <a:pt x="319000" y="211534"/>
                  </a:lnTo>
                  <a:lnTo>
                    <a:pt x="320326" y="206401"/>
                  </a:lnTo>
                  <a:lnTo>
                    <a:pt x="321488" y="201228"/>
                  </a:lnTo>
                  <a:lnTo>
                    <a:pt x="322486" y="196022"/>
                  </a:lnTo>
                  <a:lnTo>
                    <a:pt x="323318" y="190786"/>
                  </a:lnTo>
                  <a:lnTo>
                    <a:pt x="323984" y="185527"/>
                  </a:lnTo>
                  <a:lnTo>
                    <a:pt x="324483" y="180249"/>
                  </a:lnTo>
                  <a:lnTo>
                    <a:pt x="324814" y="174958"/>
                  </a:lnTo>
                  <a:lnTo>
                    <a:pt x="324977" y="169659"/>
                  </a:lnTo>
                  <a:lnTo>
                    <a:pt x="324972" y="164358"/>
                  </a:lnTo>
                  <a:lnTo>
                    <a:pt x="324799" y="159059"/>
                  </a:lnTo>
                  <a:lnTo>
                    <a:pt x="324457" y="153769"/>
                  </a:lnTo>
                  <a:lnTo>
                    <a:pt x="323949" y="148492"/>
                  </a:lnTo>
                  <a:lnTo>
                    <a:pt x="323273" y="143234"/>
                  </a:lnTo>
                  <a:lnTo>
                    <a:pt x="322431" y="138000"/>
                  </a:lnTo>
                  <a:lnTo>
                    <a:pt x="321423" y="132795"/>
                  </a:lnTo>
                  <a:lnTo>
                    <a:pt x="320251" y="127625"/>
                  </a:lnTo>
                  <a:lnTo>
                    <a:pt x="318916" y="122495"/>
                  </a:lnTo>
                  <a:lnTo>
                    <a:pt x="317418" y="117409"/>
                  </a:lnTo>
                  <a:lnTo>
                    <a:pt x="315760" y="112374"/>
                  </a:lnTo>
                  <a:lnTo>
                    <a:pt x="313943" y="107394"/>
                  </a:lnTo>
                  <a:lnTo>
                    <a:pt x="311970" y="102473"/>
                  </a:lnTo>
                  <a:lnTo>
                    <a:pt x="309841" y="97618"/>
                  </a:lnTo>
                  <a:lnTo>
                    <a:pt x="307559" y="92833"/>
                  </a:lnTo>
                  <a:lnTo>
                    <a:pt x="305127" y="88123"/>
                  </a:lnTo>
                  <a:lnTo>
                    <a:pt x="302546" y="83492"/>
                  </a:lnTo>
                  <a:lnTo>
                    <a:pt x="299820" y="78945"/>
                  </a:lnTo>
                  <a:lnTo>
                    <a:pt x="296951" y="74487"/>
                  </a:lnTo>
                  <a:lnTo>
                    <a:pt x="293943" y="70122"/>
                  </a:lnTo>
                  <a:lnTo>
                    <a:pt x="290797" y="65855"/>
                  </a:lnTo>
                  <a:lnTo>
                    <a:pt x="287518" y="61690"/>
                  </a:lnTo>
                  <a:lnTo>
                    <a:pt x="284108" y="57630"/>
                  </a:lnTo>
                  <a:lnTo>
                    <a:pt x="280571" y="53681"/>
                  </a:lnTo>
                  <a:lnTo>
                    <a:pt x="276911" y="49846"/>
                  </a:lnTo>
                  <a:lnTo>
                    <a:pt x="273131" y="46129"/>
                  </a:lnTo>
                  <a:lnTo>
                    <a:pt x="269235" y="42534"/>
                  </a:lnTo>
                  <a:lnTo>
                    <a:pt x="265227" y="39064"/>
                  </a:lnTo>
                  <a:lnTo>
                    <a:pt x="261111" y="35723"/>
                  </a:lnTo>
                  <a:lnTo>
                    <a:pt x="256891" y="32514"/>
                  </a:lnTo>
                  <a:lnTo>
                    <a:pt x="252572" y="29441"/>
                  </a:lnTo>
                  <a:lnTo>
                    <a:pt x="248157" y="26506"/>
                  </a:lnTo>
                  <a:lnTo>
                    <a:pt x="243651" y="23712"/>
                  </a:lnTo>
                  <a:lnTo>
                    <a:pt x="239059" y="21063"/>
                  </a:lnTo>
                  <a:lnTo>
                    <a:pt x="234386" y="18561"/>
                  </a:lnTo>
                  <a:lnTo>
                    <a:pt x="229635" y="16208"/>
                  </a:lnTo>
                  <a:lnTo>
                    <a:pt x="224812" y="14007"/>
                  </a:lnTo>
                  <a:lnTo>
                    <a:pt x="219922" y="11960"/>
                  </a:lnTo>
                  <a:lnTo>
                    <a:pt x="214969" y="10069"/>
                  </a:lnTo>
                  <a:lnTo>
                    <a:pt x="209959" y="8336"/>
                  </a:lnTo>
                  <a:lnTo>
                    <a:pt x="204897" y="6763"/>
                  </a:lnTo>
                  <a:lnTo>
                    <a:pt x="199787" y="5351"/>
                  </a:lnTo>
                  <a:lnTo>
                    <a:pt x="194635" y="4102"/>
                  </a:lnTo>
                  <a:lnTo>
                    <a:pt x="189446" y="3017"/>
                  </a:lnTo>
                  <a:lnTo>
                    <a:pt x="184225" y="2097"/>
                  </a:lnTo>
                  <a:lnTo>
                    <a:pt x="178977" y="1343"/>
                  </a:lnTo>
                  <a:lnTo>
                    <a:pt x="173709" y="756"/>
                  </a:lnTo>
                  <a:lnTo>
                    <a:pt x="168424" y="336"/>
                  </a:lnTo>
                  <a:lnTo>
                    <a:pt x="163128" y="84"/>
                  </a:lnTo>
                  <a:lnTo>
                    <a:pt x="157828" y="0"/>
                  </a:lnTo>
                  <a:lnTo>
                    <a:pt x="15782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7675" y="4659281"/>
              <a:ext cx="105559" cy="167167"/>
            </a:xfrm>
            <a:custGeom>
              <a:avLst/>
              <a:pathLst>
                <a:path w="105559" h="167167">
                  <a:moveTo>
                    <a:pt x="105559" y="0"/>
                  </a:moveTo>
                  <a:lnTo>
                    <a:pt x="99848" y="97"/>
                  </a:lnTo>
                  <a:lnTo>
                    <a:pt x="94143" y="390"/>
                  </a:lnTo>
                  <a:lnTo>
                    <a:pt x="88452" y="877"/>
                  </a:lnTo>
                  <a:lnTo>
                    <a:pt x="82780" y="1559"/>
                  </a:lnTo>
                  <a:lnTo>
                    <a:pt x="77136" y="2434"/>
                  </a:lnTo>
                  <a:lnTo>
                    <a:pt x="71524" y="3501"/>
                  </a:lnTo>
                  <a:lnTo>
                    <a:pt x="65952" y="4759"/>
                  </a:lnTo>
                  <a:lnTo>
                    <a:pt x="60427" y="6207"/>
                  </a:lnTo>
                  <a:lnTo>
                    <a:pt x="54954" y="7843"/>
                  </a:lnTo>
                  <a:lnTo>
                    <a:pt x="49540" y="9665"/>
                  </a:lnTo>
                  <a:lnTo>
                    <a:pt x="44192" y="11671"/>
                  </a:lnTo>
                  <a:lnTo>
                    <a:pt x="38915" y="13858"/>
                  </a:lnTo>
                  <a:lnTo>
                    <a:pt x="33716" y="16225"/>
                  </a:lnTo>
                  <a:lnTo>
                    <a:pt x="28601" y="18767"/>
                  </a:lnTo>
                  <a:lnTo>
                    <a:pt x="23576" y="21483"/>
                  </a:lnTo>
                  <a:lnTo>
                    <a:pt x="18647" y="24369"/>
                  </a:lnTo>
                  <a:lnTo>
                    <a:pt x="13819" y="27422"/>
                  </a:lnTo>
                  <a:lnTo>
                    <a:pt x="9098" y="30638"/>
                  </a:lnTo>
                  <a:lnTo>
                    <a:pt x="4490" y="34013"/>
                  </a:lnTo>
                  <a:lnTo>
                    <a:pt x="0" y="37544"/>
                  </a:lnTo>
                  <a:lnTo>
                    <a:pt x="1055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7675" y="4696826"/>
              <a:ext cx="105559" cy="129623"/>
            </a:xfrm>
            <a:custGeom>
              <a:avLst/>
              <a:pathLst>
                <a:path w="105559" h="129623">
                  <a:moveTo>
                    <a:pt x="0" y="0"/>
                  </a:moveTo>
                  <a:lnTo>
                    <a:pt x="105559" y="1296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7675" y="4696826"/>
              <a:ext cx="105559" cy="129623"/>
            </a:xfrm>
            <a:custGeom>
              <a:avLst/>
              <a:pathLst>
                <a:path w="105559" h="129623">
                  <a:moveTo>
                    <a:pt x="0" y="0"/>
                  </a:moveTo>
                  <a:lnTo>
                    <a:pt x="105559" y="1296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8" y="4696826"/>
              <a:ext cx="277320" cy="296779"/>
            </a:xfrm>
            <a:custGeom>
              <a:avLst/>
              <a:pathLst>
                <a:path w="277320" h="296779">
                  <a:moveTo>
                    <a:pt x="61607" y="0"/>
                  </a:moveTo>
                  <a:lnTo>
                    <a:pt x="57542" y="3419"/>
                  </a:lnTo>
                  <a:lnTo>
                    <a:pt x="53588" y="6965"/>
                  </a:lnTo>
                  <a:lnTo>
                    <a:pt x="49748" y="10635"/>
                  </a:lnTo>
                  <a:lnTo>
                    <a:pt x="46027" y="14426"/>
                  </a:lnTo>
                  <a:lnTo>
                    <a:pt x="42429" y="18333"/>
                  </a:lnTo>
                  <a:lnTo>
                    <a:pt x="38956" y="22352"/>
                  </a:lnTo>
                  <a:lnTo>
                    <a:pt x="35613" y="26479"/>
                  </a:lnTo>
                  <a:lnTo>
                    <a:pt x="32402" y="30711"/>
                  </a:lnTo>
                  <a:lnTo>
                    <a:pt x="29328" y="35042"/>
                  </a:lnTo>
                  <a:lnTo>
                    <a:pt x="26392" y="39469"/>
                  </a:lnTo>
                  <a:lnTo>
                    <a:pt x="23599" y="43987"/>
                  </a:lnTo>
                  <a:lnTo>
                    <a:pt x="20951" y="48592"/>
                  </a:lnTo>
                  <a:lnTo>
                    <a:pt x="18451" y="53278"/>
                  </a:lnTo>
                  <a:lnTo>
                    <a:pt x="16100" y="58041"/>
                  </a:lnTo>
                  <a:lnTo>
                    <a:pt x="13902" y="62877"/>
                  </a:lnTo>
                  <a:lnTo>
                    <a:pt x="11859" y="67780"/>
                  </a:lnTo>
                  <a:lnTo>
                    <a:pt x="9973" y="72745"/>
                  </a:lnTo>
                  <a:lnTo>
                    <a:pt x="8245" y="77768"/>
                  </a:lnTo>
                  <a:lnTo>
                    <a:pt x="6678" y="82843"/>
                  </a:lnTo>
                  <a:lnTo>
                    <a:pt x="5273" y="87965"/>
                  </a:lnTo>
                  <a:lnTo>
                    <a:pt x="4031" y="93130"/>
                  </a:lnTo>
                  <a:lnTo>
                    <a:pt x="2954" y="98331"/>
                  </a:lnTo>
                  <a:lnTo>
                    <a:pt x="2043" y="103564"/>
                  </a:lnTo>
                  <a:lnTo>
                    <a:pt x="1298" y="108823"/>
                  </a:lnTo>
                  <a:lnTo>
                    <a:pt x="721" y="114103"/>
                  </a:lnTo>
                  <a:lnTo>
                    <a:pt x="312" y="119399"/>
                  </a:lnTo>
                  <a:lnTo>
                    <a:pt x="71" y="124706"/>
                  </a:lnTo>
                  <a:lnTo>
                    <a:pt x="0" y="130017"/>
                  </a:lnTo>
                  <a:lnTo>
                    <a:pt x="96" y="135327"/>
                  </a:lnTo>
                  <a:lnTo>
                    <a:pt x="362" y="140632"/>
                  </a:lnTo>
                  <a:lnTo>
                    <a:pt x="796" y="145926"/>
                  </a:lnTo>
                  <a:lnTo>
                    <a:pt x="1398" y="151204"/>
                  </a:lnTo>
                  <a:lnTo>
                    <a:pt x="2167" y="156459"/>
                  </a:lnTo>
                  <a:lnTo>
                    <a:pt x="3103" y="161688"/>
                  </a:lnTo>
                  <a:lnTo>
                    <a:pt x="4205" y="166884"/>
                  </a:lnTo>
                  <a:lnTo>
                    <a:pt x="5471" y="172043"/>
                  </a:lnTo>
                  <a:lnTo>
                    <a:pt x="6900" y="177158"/>
                  </a:lnTo>
                  <a:lnTo>
                    <a:pt x="8491" y="182226"/>
                  </a:lnTo>
                  <a:lnTo>
                    <a:pt x="10243" y="187241"/>
                  </a:lnTo>
                  <a:lnTo>
                    <a:pt x="12152" y="192197"/>
                  </a:lnTo>
                  <a:lnTo>
                    <a:pt x="14219" y="197090"/>
                  </a:lnTo>
                  <a:lnTo>
                    <a:pt x="16439" y="201915"/>
                  </a:lnTo>
                  <a:lnTo>
                    <a:pt x="18812" y="206668"/>
                  </a:lnTo>
                  <a:lnTo>
                    <a:pt x="21335" y="211342"/>
                  </a:lnTo>
                  <a:lnTo>
                    <a:pt x="24005" y="215934"/>
                  </a:lnTo>
                  <a:lnTo>
                    <a:pt x="26819" y="220439"/>
                  </a:lnTo>
                  <a:lnTo>
                    <a:pt x="29775" y="224852"/>
                  </a:lnTo>
                  <a:lnTo>
                    <a:pt x="32870" y="229169"/>
                  </a:lnTo>
                  <a:lnTo>
                    <a:pt x="36100" y="233385"/>
                  </a:lnTo>
                  <a:lnTo>
                    <a:pt x="39463" y="237497"/>
                  </a:lnTo>
                  <a:lnTo>
                    <a:pt x="42955" y="241499"/>
                  </a:lnTo>
                  <a:lnTo>
                    <a:pt x="46572" y="245389"/>
                  </a:lnTo>
                  <a:lnTo>
                    <a:pt x="50311" y="249162"/>
                  </a:lnTo>
                  <a:lnTo>
                    <a:pt x="54167" y="252814"/>
                  </a:lnTo>
                  <a:lnTo>
                    <a:pt x="58138" y="256342"/>
                  </a:lnTo>
                  <a:lnTo>
                    <a:pt x="62219" y="259742"/>
                  </a:lnTo>
                  <a:lnTo>
                    <a:pt x="66406" y="263010"/>
                  </a:lnTo>
                  <a:lnTo>
                    <a:pt x="70695" y="266144"/>
                  </a:lnTo>
                  <a:lnTo>
                    <a:pt x="75081" y="269140"/>
                  </a:lnTo>
                  <a:lnTo>
                    <a:pt x="79560" y="271995"/>
                  </a:lnTo>
                  <a:lnTo>
                    <a:pt x="84127" y="274707"/>
                  </a:lnTo>
                  <a:lnTo>
                    <a:pt x="88779" y="277272"/>
                  </a:lnTo>
                  <a:lnTo>
                    <a:pt x="93509" y="279688"/>
                  </a:lnTo>
                  <a:lnTo>
                    <a:pt x="98314" y="281952"/>
                  </a:lnTo>
                  <a:lnTo>
                    <a:pt x="103188" y="284063"/>
                  </a:lnTo>
                  <a:lnTo>
                    <a:pt x="108127" y="286017"/>
                  </a:lnTo>
                  <a:lnTo>
                    <a:pt x="113126" y="287814"/>
                  </a:lnTo>
                  <a:lnTo>
                    <a:pt x="118179" y="289451"/>
                  </a:lnTo>
                  <a:lnTo>
                    <a:pt x="123281" y="290927"/>
                  </a:lnTo>
                  <a:lnTo>
                    <a:pt x="128428" y="292240"/>
                  </a:lnTo>
                  <a:lnTo>
                    <a:pt x="133614" y="293388"/>
                  </a:lnTo>
                  <a:lnTo>
                    <a:pt x="138834" y="294372"/>
                  </a:lnTo>
                  <a:lnTo>
                    <a:pt x="144082" y="295189"/>
                  </a:lnTo>
                  <a:lnTo>
                    <a:pt x="149354" y="295838"/>
                  </a:lnTo>
                  <a:lnTo>
                    <a:pt x="154644" y="296320"/>
                  </a:lnTo>
                  <a:lnTo>
                    <a:pt x="159946" y="296634"/>
                  </a:lnTo>
                  <a:lnTo>
                    <a:pt x="165256" y="296779"/>
                  </a:lnTo>
                  <a:lnTo>
                    <a:pt x="170567" y="296755"/>
                  </a:lnTo>
                  <a:lnTo>
                    <a:pt x="175876" y="296563"/>
                  </a:lnTo>
                  <a:lnTo>
                    <a:pt x="181175" y="296202"/>
                  </a:lnTo>
                  <a:lnTo>
                    <a:pt x="186460" y="295673"/>
                  </a:lnTo>
                  <a:lnTo>
                    <a:pt x="191726" y="294976"/>
                  </a:lnTo>
                  <a:lnTo>
                    <a:pt x="196967" y="294112"/>
                  </a:lnTo>
                  <a:lnTo>
                    <a:pt x="202178" y="293083"/>
                  </a:lnTo>
                  <a:lnTo>
                    <a:pt x="207353" y="291888"/>
                  </a:lnTo>
                  <a:lnTo>
                    <a:pt x="212488" y="290529"/>
                  </a:lnTo>
                  <a:lnTo>
                    <a:pt x="217577" y="289008"/>
                  </a:lnTo>
                  <a:lnTo>
                    <a:pt x="222616" y="287326"/>
                  </a:lnTo>
                  <a:lnTo>
                    <a:pt x="227598" y="285485"/>
                  </a:lnTo>
                  <a:lnTo>
                    <a:pt x="232519" y="283486"/>
                  </a:lnTo>
                  <a:lnTo>
                    <a:pt x="237374" y="281332"/>
                  </a:lnTo>
                  <a:lnTo>
                    <a:pt x="242159" y="279025"/>
                  </a:lnTo>
                  <a:lnTo>
                    <a:pt x="246868" y="276567"/>
                  </a:lnTo>
                  <a:lnTo>
                    <a:pt x="251496" y="273961"/>
                  </a:lnTo>
                  <a:lnTo>
                    <a:pt x="256039" y="271209"/>
                  </a:lnTo>
                  <a:lnTo>
                    <a:pt x="260492" y="268314"/>
                  </a:lnTo>
                  <a:lnTo>
                    <a:pt x="264851" y="265279"/>
                  </a:lnTo>
                  <a:lnTo>
                    <a:pt x="269112" y="262107"/>
                  </a:lnTo>
                  <a:lnTo>
                    <a:pt x="273270" y="258801"/>
                  </a:lnTo>
                  <a:lnTo>
                    <a:pt x="277320" y="255365"/>
                  </a:lnTo>
                  <a:lnTo>
                    <a:pt x="167166" y="1296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0" cy="292909"/>
            </a:xfrm>
            <a:custGeom>
              <a:avLst/>
              <a:pathLst>
                <a:path w="167160" h="292909">
                  <a:moveTo>
                    <a:pt x="110153" y="292909"/>
                  </a:moveTo>
                  <a:lnTo>
                    <a:pt x="114104" y="289335"/>
                  </a:lnTo>
                  <a:lnTo>
                    <a:pt x="117939" y="285637"/>
                  </a:lnTo>
                  <a:lnTo>
                    <a:pt x="121654" y="281819"/>
                  </a:lnTo>
                  <a:lnTo>
                    <a:pt x="125246" y="277884"/>
                  </a:lnTo>
                  <a:lnTo>
                    <a:pt x="128710" y="273837"/>
                  </a:lnTo>
                  <a:lnTo>
                    <a:pt x="132044" y="269681"/>
                  </a:lnTo>
                  <a:lnTo>
                    <a:pt x="135244" y="265422"/>
                  </a:lnTo>
                  <a:lnTo>
                    <a:pt x="138306" y="261062"/>
                  </a:lnTo>
                  <a:lnTo>
                    <a:pt x="141228" y="256607"/>
                  </a:lnTo>
                  <a:lnTo>
                    <a:pt x="144006" y="252062"/>
                  </a:lnTo>
                  <a:lnTo>
                    <a:pt x="146638" y="247430"/>
                  </a:lnTo>
                  <a:lnTo>
                    <a:pt x="149121" y="242716"/>
                  </a:lnTo>
                  <a:lnTo>
                    <a:pt x="151453" y="237926"/>
                  </a:lnTo>
                  <a:lnTo>
                    <a:pt x="153631" y="233064"/>
                  </a:lnTo>
                  <a:lnTo>
                    <a:pt x="155653" y="228135"/>
                  </a:lnTo>
                  <a:lnTo>
                    <a:pt x="157516" y="223144"/>
                  </a:lnTo>
                  <a:lnTo>
                    <a:pt x="159220" y="218096"/>
                  </a:lnTo>
                  <a:lnTo>
                    <a:pt x="160762" y="212997"/>
                  </a:lnTo>
                  <a:lnTo>
                    <a:pt x="162141" y="207851"/>
                  </a:lnTo>
                  <a:lnTo>
                    <a:pt x="163355" y="202663"/>
                  </a:lnTo>
                  <a:lnTo>
                    <a:pt x="164403" y="197440"/>
                  </a:lnTo>
                  <a:lnTo>
                    <a:pt x="165284" y="192186"/>
                  </a:lnTo>
                  <a:lnTo>
                    <a:pt x="165997" y="186906"/>
                  </a:lnTo>
                  <a:lnTo>
                    <a:pt x="166542" y="181607"/>
                  </a:lnTo>
                  <a:lnTo>
                    <a:pt x="166918" y="176292"/>
                  </a:lnTo>
                  <a:lnTo>
                    <a:pt x="167124" y="170969"/>
                  </a:lnTo>
                  <a:lnTo>
                    <a:pt x="167160" y="165641"/>
                  </a:lnTo>
                  <a:lnTo>
                    <a:pt x="167026" y="160315"/>
                  </a:lnTo>
                  <a:lnTo>
                    <a:pt x="166723" y="154997"/>
                  </a:lnTo>
                  <a:lnTo>
                    <a:pt x="166251" y="149690"/>
                  </a:lnTo>
                  <a:lnTo>
                    <a:pt x="165610" y="144401"/>
                  </a:lnTo>
                  <a:lnTo>
                    <a:pt x="164800" y="139136"/>
                  </a:lnTo>
                  <a:lnTo>
                    <a:pt x="163823" y="133898"/>
                  </a:lnTo>
                  <a:lnTo>
                    <a:pt x="162680" y="128695"/>
                  </a:lnTo>
                  <a:lnTo>
                    <a:pt x="161371" y="123531"/>
                  </a:lnTo>
                  <a:lnTo>
                    <a:pt x="159899" y="118411"/>
                  </a:lnTo>
                  <a:lnTo>
                    <a:pt x="158264" y="113340"/>
                  </a:lnTo>
                  <a:lnTo>
                    <a:pt x="156468" y="108324"/>
                  </a:lnTo>
                  <a:lnTo>
                    <a:pt x="154514" y="103368"/>
                  </a:lnTo>
                  <a:lnTo>
                    <a:pt x="152402" y="98477"/>
                  </a:lnTo>
                  <a:lnTo>
                    <a:pt x="150136" y="93655"/>
                  </a:lnTo>
                  <a:lnTo>
                    <a:pt x="147717" y="88909"/>
                  </a:lnTo>
                  <a:lnTo>
                    <a:pt x="145149" y="84241"/>
                  </a:lnTo>
                  <a:lnTo>
                    <a:pt x="142432" y="79658"/>
                  </a:lnTo>
                  <a:lnTo>
                    <a:pt x="139572" y="75164"/>
                  </a:lnTo>
                  <a:lnTo>
                    <a:pt x="136569" y="70763"/>
                  </a:lnTo>
                  <a:lnTo>
                    <a:pt x="133428" y="66460"/>
                  </a:lnTo>
                  <a:lnTo>
                    <a:pt x="130151" y="62260"/>
                  </a:lnTo>
                  <a:lnTo>
                    <a:pt x="126742" y="58166"/>
                  </a:lnTo>
                  <a:lnTo>
                    <a:pt x="123204" y="54182"/>
                  </a:lnTo>
                  <a:lnTo>
                    <a:pt x="119541" y="50314"/>
                  </a:lnTo>
                  <a:lnTo>
                    <a:pt x="115757" y="46564"/>
                  </a:lnTo>
                  <a:lnTo>
                    <a:pt x="111855" y="42936"/>
                  </a:lnTo>
                  <a:lnTo>
                    <a:pt x="107840" y="39435"/>
                  </a:lnTo>
                  <a:lnTo>
                    <a:pt x="103715" y="36064"/>
                  </a:lnTo>
                  <a:lnTo>
                    <a:pt x="99484" y="32825"/>
                  </a:lnTo>
                  <a:lnTo>
                    <a:pt x="95153" y="29723"/>
                  </a:lnTo>
                  <a:lnTo>
                    <a:pt x="90725" y="26761"/>
                  </a:lnTo>
                  <a:lnTo>
                    <a:pt x="86205" y="23941"/>
                  </a:lnTo>
                  <a:lnTo>
                    <a:pt x="81597" y="21267"/>
                  </a:lnTo>
                  <a:lnTo>
                    <a:pt x="76906" y="18741"/>
                  </a:lnTo>
                  <a:lnTo>
                    <a:pt x="72138" y="16366"/>
                  </a:lnTo>
                  <a:lnTo>
                    <a:pt x="67296" y="14144"/>
                  </a:lnTo>
                  <a:lnTo>
                    <a:pt x="62385" y="12077"/>
                  </a:lnTo>
                  <a:lnTo>
                    <a:pt x="57412" y="10168"/>
                  </a:lnTo>
                  <a:lnTo>
                    <a:pt x="52380" y="8418"/>
                  </a:lnTo>
                  <a:lnTo>
                    <a:pt x="47295" y="6829"/>
                  </a:lnTo>
                  <a:lnTo>
                    <a:pt x="42161" y="5404"/>
                  </a:lnTo>
                  <a:lnTo>
                    <a:pt x="36985" y="4142"/>
                  </a:lnTo>
                  <a:lnTo>
                    <a:pt x="31772" y="3047"/>
                  </a:lnTo>
                  <a:lnTo>
                    <a:pt x="26526" y="2118"/>
                  </a:lnTo>
                  <a:lnTo>
                    <a:pt x="21253" y="1356"/>
                  </a:lnTo>
                  <a:lnTo>
                    <a:pt x="15958" y="763"/>
                  </a:lnTo>
                  <a:lnTo>
                    <a:pt x="10648" y="339"/>
                  </a:lnTo>
                  <a:lnTo>
                    <a:pt x="532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9201" y="4213821"/>
              <a:ext cx="129270" cy="167167"/>
            </a:xfrm>
            <a:custGeom>
              <a:avLst/>
              <a:pathLst>
                <a:path w="129270" h="167167">
                  <a:moveTo>
                    <a:pt x="129270" y="0"/>
                  </a:moveTo>
                  <a:lnTo>
                    <a:pt x="123798" y="89"/>
                  </a:lnTo>
                  <a:lnTo>
                    <a:pt x="118331" y="358"/>
                  </a:lnTo>
                  <a:lnTo>
                    <a:pt x="112876" y="805"/>
                  </a:lnTo>
                  <a:lnTo>
                    <a:pt x="107439" y="1431"/>
                  </a:lnTo>
                  <a:lnTo>
                    <a:pt x="102025" y="2235"/>
                  </a:lnTo>
                  <a:lnTo>
                    <a:pt x="96641" y="3215"/>
                  </a:lnTo>
                  <a:lnTo>
                    <a:pt x="91291" y="4371"/>
                  </a:lnTo>
                  <a:lnTo>
                    <a:pt x="85982" y="5701"/>
                  </a:lnTo>
                  <a:lnTo>
                    <a:pt x="80720" y="7205"/>
                  </a:lnTo>
                  <a:lnTo>
                    <a:pt x="75509" y="8880"/>
                  </a:lnTo>
                  <a:lnTo>
                    <a:pt x="70356" y="10725"/>
                  </a:lnTo>
                  <a:lnTo>
                    <a:pt x="65267" y="12737"/>
                  </a:lnTo>
                  <a:lnTo>
                    <a:pt x="60245" y="14915"/>
                  </a:lnTo>
                  <a:lnTo>
                    <a:pt x="55298" y="17257"/>
                  </a:lnTo>
                  <a:lnTo>
                    <a:pt x="50431" y="19758"/>
                  </a:lnTo>
                  <a:lnTo>
                    <a:pt x="45647" y="22418"/>
                  </a:lnTo>
                  <a:lnTo>
                    <a:pt x="40954" y="25233"/>
                  </a:lnTo>
                  <a:lnTo>
                    <a:pt x="36355" y="28201"/>
                  </a:lnTo>
                  <a:lnTo>
                    <a:pt x="31855" y="31317"/>
                  </a:lnTo>
                  <a:lnTo>
                    <a:pt x="27460" y="34579"/>
                  </a:lnTo>
                  <a:lnTo>
                    <a:pt x="23174" y="37983"/>
                  </a:lnTo>
                  <a:lnTo>
                    <a:pt x="19002" y="41525"/>
                  </a:lnTo>
                  <a:lnTo>
                    <a:pt x="14948" y="45202"/>
                  </a:lnTo>
                  <a:lnTo>
                    <a:pt x="11017" y="49010"/>
                  </a:lnTo>
                  <a:lnTo>
                    <a:pt x="7212" y="52944"/>
                  </a:lnTo>
                  <a:lnTo>
                    <a:pt x="3539" y="57001"/>
                  </a:lnTo>
                  <a:lnTo>
                    <a:pt x="0" y="61176"/>
                  </a:lnTo>
                  <a:lnTo>
                    <a:pt x="12927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9201" y="4274998"/>
              <a:ext cx="129270" cy="105990"/>
            </a:xfrm>
            <a:custGeom>
              <a:avLst/>
              <a:pathLst>
                <a:path w="129270" h="105990">
                  <a:moveTo>
                    <a:pt x="0" y="0"/>
                  </a:moveTo>
                  <a:lnTo>
                    <a:pt x="129270" y="1059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25" y="4274998"/>
              <a:ext cx="334245" cy="273150"/>
            </a:xfrm>
            <a:custGeom>
              <a:avLst/>
              <a:pathLst>
                <a:path w="334245" h="273150">
                  <a:moveTo>
                    <a:pt x="37876" y="0"/>
                  </a:moveTo>
                  <a:lnTo>
                    <a:pt x="34558" y="4180"/>
                  </a:lnTo>
                  <a:lnTo>
                    <a:pt x="31375" y="8465"/>
                  </a:lnTo>
                  <a:lnTo>
                    <a:pt x="28331" y="12849"/>
                  </a:lnTo>
                  <a:lnTo>
                    <a:pt x="25428" y="17329"/>
                  </a:lnTo>
                  <a:lnTo>
                    <a:pt x="22670" y="21898"/>
                  </a:lnTo>
                  <a:lnTo>
                    <a:pt x="20059" y="26553"/>
                  </a:lnTo>
                  <a:lnTo>
                    <a:pt x="17598" y="31290"/>
                  </a:lnTo>
                  <a:lnTo>
                    <a:pt x="15289" y="36102"/>
                  </a:lnTo>
                  <a:lnTo>
                    <a:pt x="13135" y="40986"/>
                  </a:lnTo>
                  <a:lnTo>
                    <a:pt x="11139" y="45936"/>
                  </a:lnTo>
                  <a:lnTo>
                    <a:pt x="9301" y="50947"/>
                  </a:lnTo>
                  <a:lnTo>
                    <a:pt x="7624" y="56014"/>
                  </a:lnTo>
                  <a:lnTo>
                    <a:pt x="6110" y="61132"/>
                  </a:lnTo>
                  <a:lnTo>
                    <a:pt x="4760" y="66296"/>
                  </a:lnTo>
                  <a:lnTo>
                    <a:pt x="3575" y="71501"/>
                  </a:lnTo>
                  <a:lnTo>
                    <a:pt x="2558" y="76740"/>
                  </a:lnTo>
                  <a:lnTo>
                    <a:pt x="1708" y="82010"/>
                  </a:lnTo>
                  <a:lnTo>
                    <a:pt x="1027" y="87303"/>
                  </a:lnTo>
                  <a:lnTo>
                    <a:pt x="515" y="92616"/>
                  </a:lnTo>
                  <a:lnTo>
                    <a:pt x="173" y="97943"/>
                  </a:lnTo>
                  <a:lnTo>
                    <a:pt x="1" y="103277"/>
                  </a:lnTo>
                  <a:lnTo>
                    <a:pt x="0" y="108615"/>
                  </a:lnTo>
                  <a:lnTo>
                    <a:pt x="168" y="113950"/>
                  </a:lnTo>
                  <a:lnTo>
                    <a:pt x="508" y="119276"/>
                  </a:lnTo>
                  <a:lnTo>
                    <a:pt x="1017" y="124590"/>
                  </a:lnTo>
                  <a:lnTo>
                    <a:pt x="1695" y="129884"/>
                  </a:lnTo>
                  <a:lnTo>
                    <a:pt x="2542" y="135154"/>
                  </a:lnTo>
                  <a:lnTo>
                    <a:pt x="3557" y="140394"/>
                  </a:lnTo>
                  <a:lnTo>
                    <a:pt x="4739" y="145599"/>
                  </a:lnTo>
                  <a:lnTo>
                    <a:pt x="6086" y="150763"/>
                  </a:lnTo>
                  <a:lnTo>
                    <a:pt x="7598" y="155882"/>
                  </a:lnTo>
                  <a:lnTo>
                    <a:pt x="9272" y="160951"/>
                  </a:lnTo>
                  <a:lnTo>
                    <a:pt x="11107" y="165963"/>
                  </a:lnTo>
                  <a:lnTo>
                    <a:pt x="13101" y="170914"/>
                  </a:lnTo>
                  <a:lnTo>
                    <a:pt x="15252" y="175798"/>
                  </a:lnTo>
                  <a:lnTo>
                    <a:pt x="17558" y="180612"/>
                  </a:lnTo>
                  <a:lnTo>
                    <a:pt x="20017" y="185350"/>
                  </a:lnTo>
                  <a:lnTo>
                    <a:pt x="22626" y="190006"/>
                  </a:lnTo>
                  <a:lnTo>
                    <a:pt x="25381" y="194577"/>
                  </a:lnTo>
                  <a:lnTo>
                    <a:pt x="28282" y="199058"/>
                  </a:lnTo>
                  <a:lnTo>
                    <a:pt x="31324" y="203444"/>
                  </a:lnTo>
                  <a:lnTo>
                    <a:pt x="34504" y="207730"/>
                  </a:lnTo>
                  <a:lnTo>
                    <a:pt x="37820" y="211913"/>
                  </a:lnTo>
                  <a:lnTo>
                    <a:pt x="41267" y="215988"/>
                  </a:lnTo>
                  <a:lnTo>
                    <a:pt x="44843" y="219950"/>
                  </a:lnTo>
                  <a:lnTo>
                    <a:pt x="48544" y="223797"/>
                  </a:lnTo>
                  <a:lnTo>
                    <a:pt x="52365" y="227523"/>
                  </a:lnTo>
                  <a:lnTo>
                    <a:pt x="56303" y="231125"/>
                  </a:lnTo>
                  <a:lnTo>
                    <a:pt x="60355" y="234600"/>
                  </a:lnTo>
                  <a:lnTo>
                    <a:pt x="64515" y="237944"/>
                  </a:lnTo>
                  <a:lnTo>
                    <a:pt x="68780" y="241153"/>
                  </a:lnTo>
                  <a:lnTo>
                    <a:pt x="73145" y="244225"/>
                  </a:lnTo>
                  <a:lnTo>
                    <a:pt x="77606" y="247155"/>
                  </a:lnTo>
                  <a:lnTo>
                    <a:pt x="82159" y="249942"/>
                  </a:lnTo>
                  <a:lnTo>
                    <a:pt x="86798" y="252582"/>
                  </a:lnTo>
                  <a:lnTo>
                    <a:pt x="91519" y="255072"/>
                  </a:lnTo>
                  <a:lnTo>
                    <a:pt x="96317" y="257410"/>
                  </a:lnTo>
                  <a:lnTo>
                    <a:pt x="101187" y="259595"/>
                  </a:lnTo>
                  <a:lnTo>
                    <a:pt x="106124" y="261622"/>
                  </a:lnTo>
                  <a:lnTo>
                    <a:pt x="111124" y="263491"/>
                  </a:lnTo>
                  <a:lnTo>
                    <a:pt x="116181" y="265199"/>
                  </a:lnTo>
                  <a:lnTo>
                    <a:pt x="121289" y="266745"/>
                  </a:lnTo>
                  <a:lnTo>
                    <a:pt x="126445" y="268127"/>
                  </a:lnTo>
                  <a:lnTo>
                    <a:pt x="131642" y="269344"/>
                  </a:lnTo>
                  <a:lnTo>
                    <a:pt x="136875" y="270394"/>
                  </a:lnTo>
                  <a:lnTo>
                    <a:pt x="142139" y="271277"/>
                  </a:lnTo>
                  <a:lnTo>
                    <a:pt x="147428" y="271991"/>
                  </a:lnTo>
                  <a:lnTo>
                    <a:pt x="152738" y="272536"/>
                  </a:lnTo>
                  <a:lnTo>
                    <a:pt x="158062" y="272911"/>
                  </a:lnTo>
                  <a:lnTo>
                    <a:pt x="163396" y="273116"/>
                  </a:lnTo>
                  <a:lnTo>
                    <a:pt x="168733" y="273150"/>
                  </a:lnTo>
                  <a:lnTo>
                    <a:pt x="174069" y="273014"/>
                  </a:lnTo>
                  <a:lnTo>
                    <a:pt x="179398" y="272708"/>
                  </a:lnTo>
                  <a:lnTo>
                    <a:pt x="184714" y="272232"/>
                  </a:lnTo>
                  <a:lnTo>
                    <a:pt x="190012" y="271586"/>
                  </a:lnTo>
                  <a:lnTo>
                    <a:pt x="195287" y="270772"/>
                  </a:lnTo>
                  <a:lnTo>
                    <a:pt x="200533" y="269790"/>
                  </a:lnTo>
                  <a:lnTo>
                    <a:pt x="205746" y="268640"/>
                  </a:lnTo>
                  <a:lnTo>
                    <a:pt x="210919" y="267325"/>
                  </a:lnTo>
                  <a:lnTo>
                    <a:pt x="216047" y="265845"/>
                  </a:lnTo>
                  <a:lnTo>
                    <a:pt x="221125" y="264203"/>
                  </a:lnTo>
                  <a:lnTo>
                    <a:pt x="226149" y="262399"/>
                  </a:lnTo>
                  <a:lnTo>
                    <a:pt x="231112" y="260436"/>
                  </a:lnTo>
                  <a:lnTo>
                    <a:pt x="236010" y="258315"/>
                  </a:lnTo>
                  <a:lnTo>
                    <a:pt x="240838" y="256039"/>
                  </a:lnTo>
                  <a:lnTo>
                    <a:pt x="245591" y="253610"/>
                  </a:lnTo>
                  <a:lnTo>
                    <a:pt x="250263" y="251030"/>
                  </a:lnTo>
                  <a:lnTo>
                    <a:pt x="254851" y="248303"/>
                  </a:lnTo>
                  <a:lnTo>
                    <a:pt x="259350" y="245430"/>
                  </a:lnTo>
                  <a:lnTo>
                    <a:pt x="263755" y="242415"/>
                  </a:lnTo>
                  <a:lnTo>
                    <a:pt x="268061" y="239262"/>
                  </a:lnTo>
                  <a:lnTo>
                    <a:pt x="272264" y="235972"/>
                  </a:lnTo>
                  <a:lnTo>
                    <a:pt x="276360" y="232550"/>
                  </a:lnTo>
                  <a:lnTo>
                    <a:pt x="280345" y="228999"/>
                  </a:lnTo>
                  <a:lnTo>
                    <a:pt x="284214" y="225322"/>
                  </a:lnTo>
                  <a:lnTo>
                    <a:pt x="287964" y="221524"/>
                  </a:lnTo>
                  <a:lnTo>
                    <a:pt x="291591" y="217608"/>
                  </a:lnTo>
                  <a:lnTo>
                    <a:pt x="295091" y="213578"/>
                  </a:lnTo>
                  <a:lnTo>
                    <a:pt x="298460" y="209439"/>
                  </a:lnTo>
                  <a:lnTo>
                    <a:pt x="301696" y="205194"/>
                  </a:lnTo>
                  <a:lnTo>
                    <a:pt x="304794" y="200848"/>
                  </a:lnTo>
                  <a:lnTo>
                    <a:pt x="307753" y="196405"/>
                  </a:lnTo>
                  <a:lnTo>
                    <a:pt x="310567" y="191870"/>
                  </a:lnTo>
                  <a:lnTo>
                    <a:pt x="313236" y="187248"/>
                  </a:lnTo>
                  <a:lnTo>
                    <a:pt x="315756" y="182542"/>
                  </a:lnTo>
                  <a:lnTo>
                    <a:pt x="318124" y="177759"/>
                  </a:lnTo>
                  <a:lnTo>
                    <a:pt x="320338" y="172902"/>
                  </a:lnTo>
                  <a:lnTo>
                    <a:pt x="322396" y="167978"/>
                  </a:lnTo>
                  <a:lnTo>
                    <a:pt x="324296" y="162990"/>
                  </a:lnTo>
                  <a:lnTo>
                    <a:pt x="326036" y="157944"/>
                  </a:lnTo>
                  <a:lnTo>
                    <a:pt x="327613" y="152845"/>
                  </a:lnTo>
                  <a:lnTo>
                    <a:pt x="329027" y="147698"/>
                  </a:lnTo>
                  <a:lnTo>
                    <a:pt x="330276" y="142509"/>
                  </a:lnTo>
                  <a:lnTo>
                    <a:pt x="331359" y="137282"/>
                  </a:lnTo>
                  <a:lnTo>
                    <a:pt x="332274" y="132024"/>
                  </a:lnTo>
                  <a:lnTo>
                    <a:pt x="333021" y="126739"/>
                  </a:lnTo>
                  <a:lnTo>
                    <a:pt x="333599" y="121433"/>
                  </a:lnTo>
                  <a:lnTo>
                    <a:pt x="334007" y="116111"/>
                  </a:lnTo>
                  <a:lnTo>
                    <a:pt x="334245" y="110779"/>
                  </a:lnTo>
                  <a:lnTo>
                    <a:pt x="167146" y="1059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66" cy="171955"/>
            </a:xfrm>
            <a:custGeom>
              <a:avLst/>
              <a:pathLst>
                <a:path w="167166" h="171955">
                  <a:moveTo>
                    <a:pt x="167098" y="171955"/>
                  </a:moveTo>
                  <a:lnTo>
                    <a:pt x="167166" y="166499"/>
                  </a:lnTo>
                  <a:lnTo>
                    <a:pt x="167055" y="161044"/>
                  </a:lnTo>
                  <a:lnTo>
                    <a:pt x="166766" y="155595"/>
                  </a:lnTo>
                  <a:lnTo>
                    <a:pt x="166299" y="150159"/>
                  </a:lnTo>
                  <a:lnTo>
                    <a:pt x="165656" y="144741"/>
                  </a:lnTo>
                  <a:lnTo>
                    <a:pt x="164836" y="139346"/>
                  </a:lnTo>
                  <a:lnTo>
                    <a:pt x="163840" y="133981"/>
                  </a:lnTo>
                  <a:lnTo>
                    <a:pt x="162670" y="128652"/>
                  </a:lnTo>
                  <a:lnTo>
                    <a:pt x="161326" y="123364"/>
                  </a:lnTo>
                  <a:lnTo>
                    <a:pt x="159810" y="118122"/>
                  </a:lnTo>
                  <a:lnTo>
                    <a:pt x="158125" y="112933"/>
                  </a:lnTo>
                  <a:lnTo>
                    <a:pt x="156270" y="107801"/>
                  </a:lnTo>
                  <a:lnTo>
                    <a:pt x="154250" y="102732"/>
                  </a:lnTo>
                  <a:lnTo>
                    <a:pt x="152065" y="97733"/>
                  </a:lnTo>
                  <a:lnTo>
                    <a:pt x="149718" y="92807"/>
                  </a:lnTo>
                  <a:lnTo>
                    <a:pt x="147211" y="87960"/>
                  </a:lnTo>
                  <a:lnTo>
                    <a:pt x="144548" y="83198"/>
                  </a:lnTo>
                  <a:lnTo>
                    <a:pt x="141730" y="78525"/>
                  </a:lnTo>
                  <a:lnTo>
                    <a:pt x="138762" y="73947"/>
                  </a:lnTo>
                  <a:lnTo>
                    <a:pt x="135646" y="69468"/>
                  </a:lnTo>
                  <a:lnTo>
                    <a:pt x="132385" y="65093"/>
                  </a:lnTo>
                  <a:lnTo>
                    <a:pt x="128983" y="60827"/>
                  </a:lnTo>
                  <a:lnTo>
                    <a:pt x="125444" y="56674"/>
                  </a:lnTo>
                  <a:lnTo>
                    <a:pt x="121771" y="52639"/>
                  </a:lnTo>
                  <a:lnTo>
                    <a:pt x="117968" y="48726"/>
                  </a:lnTo>
                  <a:lnTo>
                    <a:pt x="114040" y="44939"/>
                  </a:lnTo>
                  <a:lnTo>
                    <a:pt x="109990" y="41282"/>
                  </a:lnTo>
                  <a:lnTo>
                    <a:pt x="105823" y="37760"/>
                  </a:lnTo>
                  <a:lnTo>
                    <a:pt x="101544" y="34375"/>
                  </a:lnTo>
                  <a:lnTo>
                    <a:pt x="97156" y="31132"/>
                  </a:lnTo>
                  <a:lnTo>
                    <a:pt x="92664" y="28033"/>
                  </a:lnTo>
                  <a:lnTo>
                    <a:pt x="88074" y="25083"/>
                  </a:lnTo>
                  <a:lnTo>
                    <a:pt x="83390" y="22285"/>
                  </a:lnTo>
                  <a:lnTo>
                    <a:pt x="78618" y="19640"/>
                  </a:lnTo>
                  <a:lnTo>
                    <a:pt x="73761" y="17153"/>
                  </a:lnTo>
                  <a:lnTo>
                    <a:pt x="68826" y="14826"/>
                  </a:lnTo>
                  <a:lnTo>
                    <a:pt x="63817" y="12661"/>
                  </a:lnTo>
                  <a:lnTo>
                    <a:pt x="58741" y="10660"/>
                  </a:lnTo>
                  <a:lnTo>
                    <a:pt x="53602" y="8826"/>
                  </a:lnTo>
                  <a:lnTo>
                    <a:pt x="48406" y="7161"/>
                  </a:lnTo>
                  <a:lnTo>
                    <a:pt x="43158" y="5667"/>
                  </a:lnTo>
                  <a:lnTo>
                    <a:pt x="37864" y="4344"/>
                  </a:lnTo>
                  <a:lnTo>
                    <a:pt x="32530" y="3195"/>
                  </a:lnTo>
                  <a:lnTo>
                    <a:pt x="27162" y="2221"/>
                  </a:lnTo>
                  <a:lnTo>
                    <a:pt x="21764" y="1422"/>
                  </a:lnTo>
                  <a:lnTo>
                    <a:pt x="16343" y="800"/>
                  </a:lnTo>
                  <a:lnTo>
                    <a:pt x="10905" y="356"/>
                  </a:lnTo>
                  <a:lnTo>
                    <a:pt x="545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75" y="3707720"/>
              <a:ext cx="167136" cy="167167"/>
            </a:xfrm>
            <a:custGeom>
              <a:avLst/>
              <a:pathLst>
                <a:path w="167136" h="167167">
                  <a:moveTo>
                    <a:pt x="167136" y="0"/>
                  </a:moveTo>
                  <a:lnTo>
                    <a:pt x="161733" y="87"/>
                  </a:lnTo>
                  <a:lnTo>
                    <a:pt x="156337" y="349"/>
                  </a:lnTo>
                  <a:lnTo>
                    <a:pt x="150951" y="785"/>
                  </a:lnTo>
                  <a:lnTo>
                    <a:pt x="145583" y="1395"/>
                  </a:lnTo>
                  <a:lnTo>
                    <a:pt x="140237" y="2178"/>
                  </a:lnTo>
                  <a:lnTo>
                    <a:pt x="134919" y="3133"/>
                  </a:lnTo>
                  <a:lnTo>
                    <a:pt x="129635" y="4260"/>
                  </a:lnTo>
                  <a:lnTo>
                    <a:pt x="124390" y="5557"/>
                  </a:lnTo>
                  <a:lnTo>
                    <a:pt x="119189" y="7023"/>
                  </a:lnTo>
                  <a:lnTo>
                    <a:pt x="114039" y="8656"/>
                  </a:lnTo>
                  <a:lnTo>
                    <a:pt x="108944" y="10455"/>
                  </a:lnTo>
                  <a:lnTo>
                    <a:pt x="103910" y="12417"/>
                  </a:lnTo>
                  <a:lnTo>
                    <a:pt x="98942" y="14541"/>
                  </a:lnTo>
                  <a:lnTo>
                    <a:pt x="94046" y="16825"/>
                  </a:lnTo>
                  <a:lnTo>
                    <a:pt x="89225" y="19265"/>
                  </a:lnTo>
                  <a:lnTo>
                    <a:pt x="84486" y="21860"/>
                  </a:lnTo>
                  <a:lnTo>
                    <a:pt x="79833" y="24607"/>
                  </a:lnTo>
                  <a:lnTo>
                    <a:pt x="75272" y="27503"/>
                  </a:lnTo>
                  <a:lnTo>
                    <a:pt x="70806" y="30545"/>
                  </a:lnTo>
                  <a:lnTo>
                    <a:pt x="66442" y="33729"/>
                  </a:lnTo>
                  <a:lnTo>
                    <a:pt x="62182" y="37053"/>
                  </a:lnTo>
                  <a:lnTo>
                    <a:pt x="58032" y="40513"/>
                  </a:lnTo>
                  <a:lnTo>
                    <a:pt x="53996" y="44105"/>
                  </a:lnTo>
                  <a:lnTo>
                    <a:pt x="50078" y="47825"/>
                  </a:lnTo>
                  <a:lnTo>
                    <a:pt x="46282" y="51671"/>
                  </a:lnTo>
                  <a:lnTo>
                    <a:pt x="42613" y="55637"/>
                  </a:lnTo>
                  <a:lnTo>
                    <a:pt x="39074" y="59719"/>
                  </a:lnTo>
                  <a:lnTo>
                    <a:pt x="35668" y="63914"/>
                  </a:lnTo>
                  <a:lnTo>
                    <a:pt x="32400" y="68216"/>
                  </a:lnTo>
                  <a:lnTo>
                    <a:pt x="29273" y="72622"/>
                  </a:lnTo>
                  <a:lnTo>
                    <a:pt x="26289" y="77127"/>
                  </a:lnTo>
                  <a:lnTo>
                    <a:pt x="23453" y="81725"/>
                  </a:lnTo>
                  <a:lnTo>
                    <a:pt x="20767" y="86413"/>
                  </a:lnTo>
                  <a:lnTo>
                    <a:pt x="18234" y="91186"/>
                  </a:lnTo>
                  <a:lnTo>
                    <a:pt x="15856" y="96038"/>
                  </a:lnTo>
                  <a:lnTo>
                    <a:pt x="13636" y="100964"/>
                  </a:lnTo>
                  <a:lnTo>
                    <a:pt x="11577" y="105959"/>
                  </a:lnTo>
                  <a:lnTo>
                    <a:pt x="9680" y="111018"/>
                  </a:lnTo>
                  <a:lnTo>
                    <a:pt x="7948" y="116136"/>
                  </a:lnTo>
                  <a:lnTo>
                    <a:pt x="6382" y="121307"/>
                  </a:lnTo>
                  <a:lnTo>
                    <a:pt x="4984" y="126526"/>
                  </a:lnTo>
                  <a:lnTo>
                    <a:pt x="3755" y="131787"/>
                  </a:lnTo>
                  <a:lnTo>
                    <a:pt x="2697" y="137086"/>
                  </a:lnTo>
                  <a:lnTo>
                    <a:pt x="1811" y="142415"/>
                  </a:lnTo>
                  <a:lnTo>
                    <a:pt x="1097" y="147771"/>
                  </a:lnTo>
                  <a:lnTo>
                    <a:pt x="557" y="153147"/>
                  </a:lnTo>
                  <a:lnTo>
                    <a:pt x="191" y="158538"/>
                  </a:lnTo>
                  <a:lnTo>
                    <a:pt x="0" y="163937"/>
                  </a:lnTo>
                  <a:lnTo>
                    <a:pt x="16713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6" y="3713399"/>
              <a:ext cx="334314" cy="328653"/>
            </a:xfrm>
            <a:custGeom>
              <a:avLst/>
              <a:pathLst>
                <a:path w="334314" h="328653">
                  <a:moveTo>
                    <a:pt x="18" y="158258"/>
                  </a:moveTo>
                  <a:lnTo>
                    <a:pt x="0" y="163558"/>
                  </a:lnTo>
                  <a:lnTo>
                    <a:pt x="149" y="168856"/>
                  </a:lnTo>
                  <a:lnTo>
                    <a:pt x="467" y="174146"/>
                  </a:lnTo>
                  <a:lnTo>
                    <a:pt x="952" y="179423"/>
                  </a:lnTo>
                  <a:lnTo>
                    <a:pt x="1604" y="184683"/>
                  </a:lnTo>
                  <a:lnTo>
                    <a:pt x="2422" y="189919"/>
                  </a:lnTo>
                  <a:lnTo>
                    <a:pt x="3406" y="195126"/>
                  </a:lnTo>
                  <a:lnTo>
                    <a:pt x="4555" y="200300"/>
                  </a:lnTo>
                  <a:lnTo>
                    <a:pt x="5867" y="205435"/>
                  </a:lnTo>
                  <a:lnTo>
                    <a:pt x="7341" y="210525"/>
                  </a:lnTo>
                  <a:lnTo>
                    <a:pt x="8976" y="215567"/>
                  </a:lnTo>
                  <a:lnTo>
                    <a:pt x="10769" y="220554"/>
                  </a:lnTo>
                  <a:lnTo>
                    <a:pt x="12720" y="225481"/>
                  </a:lnTo>
                  <a:lnTo>
                    <a:pt x="14826" y="230344"/>
                  </a:lnTo>
                  <a:lnTo>
                    <a:pt x="17086" y="235138"/>
                  </a:lnTo>
                  <a:lnTo>
                    <a:pt x="19496" y="239858"/>
                  </a:lnTo>
                  <a:lnTo>
                    <a:pt x="22054" y="244500"/>
                  </a:lnTo>
                  <a:lnTo>
                    <a:pt x="24758" y="249057"/>
                  </a:lnTo>
                  <a:lnTo>
                    <a:pt x="27606" y="253527"/>
                  </a:lnTo>
                  <a:lnTo>
                    <a:pt x="30594" y="257904"/>
                  </a:lnTo>
                  <a:lnTo>
                    <a:pt x="33718" y="262185"/>
                  </a:lnTo>
                  <a:lnTo>
                    <a:pt x="36978" y="266364"/>
                  </a:lnTo>
                  <a:lnTo>
                    <a:pt x="40367" y="270438"/>
                  </a:lnTo>
                  <a:lnTo>
                    <a:pt x="43885" y="274402"/>
                  </a:lnTo>
                  <a:lnTo>
                    <a:pt x="47526" y="278253"/>
                  </a:lnTo>
                  <a:lnTo>
                    <a:pt x="51287" y="281986"/>
                  </a:lnTo>
                  <a:lnTo>
                    <a:pt x="55165" y="285598"/>
                  </a:lnTo>
                  <a:lnTo>
                    <a:pt x="59156" y="289086"/>
                  </a:lnTo>
                  <a:lnTo>
                    <a:pt x="63255" y="292445"/>
                  </a:lnTo>
                  <a:lnTo>
                    <a:pt x="67458" y="295673"/>
                  </a:lnTo>
                  <a:lnTo>
                    <a:pt x="71762" y="298766"/>
                  </a:lnTo>
                  <a:lnTo>
                    <a:pt x="76161" y="301721"/>
                  </a:lnTo>
                  <a:lnTo>
                    <a:pt x="80652" y="304535"/>
                  </a:lnTo>
                  <a:lnTo>
                    <a:pt x="85230" y="307205"/>
                  </a:lnTo>
                  <a:lnTo>
                    <a:pt x="89890" y="309728"/>
                  </a:lnTo>
                  <a:lnTo>
                    <a:pt x="94628" y="312103"/>
                  </a:lnTo>
                  <a:lnTo>
                    <a:pt x="99439" y="314326"/>
                  </a:lnTo>
                  <a:lnTo>
                    <a:pt x="104318" y="316396"/>
                  </a:lnTo>
                  <a:lnTo>
                    <a:pt x="109260" y="318310"/>
                  </a:lnTo>
                  <a:lnTo>
                    <a:pt x="114260" y="320067"/>
                  </a:lnTo>
                  <a:lnTo>
                    <a:pt x="119314" y="321664"/>
                  </a:lnTo>
                  <a:lnTo>
                    <a:pt x="124415" y="323100"/>
                  </a:lnTo>
                  <a:lnTo>
                    <a:pt x="129559" y="324373"/>
                  </a:lnTo>
                  <a:lnTo>
                    <a:pt x="134742" y="325483"/>
                  </a:lnTo>
                  <a:lnTo>
                    <a:pt x="139956" y="326428"/>
                  </a:lnTo>
                  <a:lnTo>
                    <a:pt x="145198" y="327207"/>
                  </a:lnTo>
                  <a:lnTo>
                    <a:pt x="150463" y="327820"/>
                  </a:lnTo>
                  <a:lnTo>
                    <a:pt x="155744" y="328265"/>
                  </a:lnTo>
                  <a:lnTo>
                    <a:pt x="161036" y="328543"/>
                  </a:lnTo>
                  <a:lnTo>
                    <a:pt x="166335" y="328653"/>
                  </a:lnTo>
                  <a:lnTo>
                    <a:pt x="171634" y="328595"/>
                  </a:lnTo>
                  <a:lnTo>
                    <a:pt x="176929" y="328369"/>
                  </a:lnTo>
                  <a:lnTo>
                    <a:pt x="182214" y="327976"/>
                  </a:lnTo>
                  <a:lnTo>
                    <a:pt x="187484" y="327415"/>
                  </a:lnTo>
                  <a:lnTo>
                    <a:pt x="192733" y="326687"/>
                  </a:lnTo>
                  <a:lnTo>
                    <a:pt x="197957" y="325793"/>
                  </a:lnTo>
                  <a:lnTo>
                    <a:pt x="203150" y="324734"/>
                  </a:lnTo>
                  <a:lnTo>
                    <a:pt x="208306" y="323511"/>
                  </a:lnTo>
                  <a:lnTo>
                    <a:pt x="213422" y="322125"/>
                  </a:lnTo>
                  <a:lnTo>
                    <a:pt x="218491" y="320578"/>
                  </a:lnTo>
                  <a:lnTo>
                    <a:pt x="223508" y="318870"/>
                  </a:lnTo>
                  <a:lnTo>
                    <a:pt x="228468" y="317005"/>
                  </a:lnTo>
                  <a:lnTo>
                    <a:pt x="233367" y="314983"/>
                  </a:lnTo>
                  <a:lnTo>
                    <a:pt x="238200" y="312807"/>
                  </a:lnTo>
                  <a:lnTo>
                    <a:pt x="242961" y="310479"/>
                  </a:lnTo>
                  <a:lnTo>
                    <a:pt x="247645" y="308001"/>
                  </a:lnTo>
                  <a:lnTo>
                    <a:pt x="252249" y="305376"/>
                  </a:lnTo>
                  <a:lnTo>
                    <a:pt x="256767" y="302606"/>
                  </a:lnTo>
                  <a:lnTo>
                    <a:pt x="261196" y="299695"/>
                  </a:lnTo>
                  <a:lnTo>
                    <a:pt x="265530" y="296644"/>
                  </a:lnTo>
                  <a:lnTo>
                    <a:pt x="269764" y="293458"/>
                  </a:lnTo>
                  <a:lnTo>
                    <a:pt x="273896" y="290139"/>
                  </a:lnTo>
                  <a:lnTo>
                    <a:pt x="277921" y="286691"/>
                  </a:lnTo>
                  <a:lnTo>
                    <a:pt x="281834" y="283117"/>
                  </a:lnTo>
                  <a:lnTo>
                    <a:pt x="285632" y="279420"/>
                  </a:lnTo>
                  <a:lnTo>
                    <a:pt x="289310" y="275605"/>
                  </a:lnTo>
                  <a:lnTo>
                    <a:pt x="292866" y="271676"/>
                  </a:lnTo>
                  <a:lnTo>
                    <a:pt x="296296" y="267635"/>
                  </a:lnTo>
                  <a:lnTo>
                    <a:pt x="299596" y="263488"/>
                  </a:lnTo>
                  <a:lnTo>
                    <a:pt x="302763" y="259239"/>
                  </a:lnTo>
                  <a:lnTo>
                    <a:pt x="305793" y="254891"/>
                  </a:lnTo>
                  <a:lnTo>
                    <a:pt x="308684" y="250449"/>
                  </a:lnTo>
                  <a:lnTo>
                    <a:pt x="311433" y="245918"/>
                  </a:lnTo>
                  <a:lnTo>
                    <a:pt x="314037" y="241302"/>
                  </a:lnTo>
                  <a:lnTo>
                    <a:pt x="316493" y="236606"/>
                  </a:lnTo>
                  <a:lnTo>
                    <a:pt x="318799" y="231835"/>
                  </a:lnTo>
                  <a:lnTo>
                    <a:pt x="320953" y="226992"/>
                  </a:lnTo>
                  <a:lnTo>
                    <a:pt x="322952" y="222084"/>
                  </a:lnTo>
                  <a:lnTo>
                    <a:pt x="324795" y="217115"/>
                  </a:lnTo>
                  <a:lnTo>
                    <a:pt x="326479" y="212090"/>
                  </a:lnTo>
                  <a:lnTo>
                    <a:pt x="328003" y="207014"/>
                  </a:lnTo>
                  <a:lnTo>
                    <a:pt x="329365" y="201893"/>
                  </a:lnTo>
                  <a:lnTo>
                    <a:pt x="330564" y="196730"/>
                  </a:lnTo>
                  <a:lnTo>
                    <a:pt x="331599" y="191533"/>
                  </a:lnTo>
                  <a:lnTo>
                    <a:pt x="332469" y="186305"/>
                  </a:lnTo>
                  <a:lnTo>
                    <a:pt x="333173" y="181052"/>
                  </a:lnTo>
                  <a:lnTo>
                    <a:pt x="333710" y="175780"/>
                  </a:lnTo>
                  <a:lnTo>
                    <a:pt x="334079" y="170493"/>
                  </a:lnTo>
                  <a:lnTo>
                    <a:pt x="334280" y="165197"/>
                  </a:lnTo>
                  <a:lnTo>
                    <a:pt x="334314" y="159897"/>
                  </a:lnTo>
                  <a:lnTo>
                    <a:pt x="334180" y="154599"/>
                  </a:lnTo>
                  <a:lnTo>
                    <a:pt x="333877" y="149308"/>
                  </a:lnTo>
                  <a:lnTo>
                    <a:pt x="333407" y="144029"/>
                  </a:lnTo>
                  <a:lnTo>
                    <a:pt x="332770" y="138768"/>
                  </a:lnTo>
                  <a:lnTo>
                    <a:pt x="331967" y="133530"/>
                  </a:lnTo>
                  <a:lnTo>
                    <a:pt x="330998" y="128319"/>
                  </a:lnTo>
                  <a:lnTo>
                    <a:pt x="329864" y="123142"/>
                  </a:lnTo>
                  <a:lnTo>
                    <a:pt x="328567" y="118004"/>
                  </a:lnTo>
                  <a:lnTo>
                    <a:pt x="327107" y="112909"/>
                  </a:lnTo>
                  <a:lnTo>
                    <a:pt x="325487" y="107863"/>
                  </a:lnTo>
                  <a:lnTo>
                    <a:pt x="323708" y="102871"/>
                  </a:lnTo>
                  <a:lnTo>
                    <a:pt x="321771" y="97938"/>
                  </a:lnTo>
                  <a:lnTo>
                    <a:pt x="319679" y="93069"/>
                  </a:lnTo>
                  <a:lnTo>
                    <a:pt x="317433" y="88268"/>
                  </a:lnTo>
                  <a:lnTo>
                    <a:pt x="315037" y="83541"/>
                  </a:lnTo>
                  <a:lnTo>
                    <a:pt x="312492" y="78893"/>
                  </a:lnTo>
                  <a:lnTo>
                    <a:pt x="309800" y="74327"/>
                  </a:lnTo>
                  <a:lnTo>
                    <a:pt x="306966" y="69849"/>
                  </a:lnTo>
                  <a:lnTo>
                    <a:pt x="303991" y="65463"/>
                  </a:lnTo>
                  <a:lnTo>
                    <a:pt x="300878" y="61174"/>
                  </a:lnTo>
                  <a:lnTo>
                    <a:pt x="297631" y="56986"/>
                  </a:lnTo>
                  <a:lnTo>
                    <a:pt x="294253" y="52902"/>
                  </a:lnTo>
                  <a:lnTo>
                    <a:pt x="290747" y="48928"/>
                  </a:lnTo>
                  <a:lnTo>
                    <a:pt x="287117" y="45067"/>
                  </a:lnTo>
                  <a:lnTo>
                    <a:pt x="283366" y="41322"/>
                  </a:lnTo>
                  <a:lnTo>
                    <a:pt x="279499" y="37699"/>
                  </a:lnTo>
                  <a:lnTo>
                    <a:pt x="275518" y="34200"/>
                  </a:lnTo>
                  <a:lnTo>
                    <a:pt x="271429" y="30829"/>
                  </a:lnTo>
                  <a:lnTo>
                    <a:pt x="267235" y="27589"/>
                  </a:lnTo>
                  <a:lnTo>
                    <a:pt x="262940" y="24484"/>
                  </a:lnTo>
                  <a:lnTo>
                    <a:pt x="258549" y="21517"/>
                  </a:lnTo>
                  <a:lnTo>
                    <a:pt x="254066" y="18690"/>
                  </a:lnTo>
                  <a:lnTo>
                    <a:pt x="249496" y="16007"/>
                  </a:lnTo>
                  <a:lnTo>
                    <a:pt x="244843" y="13470"/>
                  </a:lnTo>
                  <a:lnTo>
                    <a:pt x="240112" y="11081"/>
                  </a:lnTo>
                  <a:lnTo>
                    <a:pt x="235307" y="8844"/>
                  </a:lnTo>
                  <a:lnTo>
                    <a:pt x="230434" y="6760"/>
                  </a:lnTo>
                  <a:lnTo>
                    <a:pt x="225498" y="4832"/>
                  </a:lnTo>
                  <a:lnTo>
                    <a:pt x="220503" y="3062"/>
                  </a:lnTo>
                  <a:lnTo>
                    <a:pt x="215454" y="1450"/>
                  </a:lnTo>
                  <a:lnTo>
                    <a:pt x="210357" y="0"/>
                  </a:lnTo>
                  <a:lnTo>
                    <a:pt x="167154" y="161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43202" cy="167167"/>
            </a:xfrm>
            <a:custGeom>
              <a:avLst/>
              <a:pathLst>
                <a:path w="43202" h="167167">
                  <a:moveTo>
                    <a:pt x="43202" y="5679"/>
                  </a:moveTo>
                  <a:lnTo>
                    <a:pt x="37143" y="4178"/>
                  </a:lnTo>
                  <a:lnTo>
                    <a:pt x="31032" y="2905"/>
                  </a:lnTo>
                  <a:lnTo>
                    <a:pt x="24877" y="1861"/>
                  </a:lnTo>
                  <a:lnTo>
                    <a:pt x="18688" y="1047"/>
                  </a:lnTo>
                  <a:lnTo>
                    <a:pt x="12473" y="466"/>
                  </a:lnTo>
                  <a:lnTo>
                    <a:pt x="6241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2025-06-05T19:39:56Z</dcterms:modified>
  <cp:category/>
</cp:coreProperties>
</file>