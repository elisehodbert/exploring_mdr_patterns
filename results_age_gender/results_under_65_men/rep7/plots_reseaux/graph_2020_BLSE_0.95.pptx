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73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4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69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54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4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3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54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4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54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84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69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83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2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69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73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73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27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67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19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11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73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9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0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73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35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2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7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9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2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7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9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22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7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69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83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7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1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7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27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59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4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27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73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19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34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9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42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35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42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47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39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47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39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42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69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62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69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69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4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67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12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40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9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73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11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9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34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0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69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42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2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69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47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2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69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47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2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69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87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44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5078" y="3170392"/>
              <a:ext cx="48700" cy="167167"/>
            </a:xfrm>
            <a:custGeom>
              <a:avLst/>
              <a:pathLst>
                <a:path w="48700" h="167167">
                  <a:moveTo>
                    <a:pt x="48700" y="0"/>
                  </a:moveTo>
                  <a:lnTo>
                    <a:pt x="42524" y="114"/>
                  </a:lnTo>
                  <a:lnTo>
                    <a:pt x="36357" y="456"/>
                  </a:lnTo>
                  <a:lnTo>
                    <a:pt x="30207" y="1026"/>
                  </a:lnTo>
                  <a:lnTo>
                    <a:pt x="24081" y="1822"/>
                  </a:lnTo>
                  <a:lnTo>
                    <a:pt x="17990" y="2845"/>
                  </a:lnTo>
                  <a:lnTo>
                    <a:pt x="11940" y="4091"/>
                  </a:lnTo>
                  <a:lnTo>
                    <a:pt x="5941" y="5561"/>
                  </a:lnTo>
                  <a:lnTo>
                    <a:pt x="0" y="7251"/>
                  </a:lnTo>
                  <a:lnTo>
                    <a:pt x="4870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35078" y="3177643"/>
              <a:ext cx="48700" cy="159916"/>
            </a:xfrm>
            <a:custGeom>
              <a:avLst/>
              <a:pathLst>
                <a:path w="48700" h="159916">
                  <a:moveTo>
                    <a:pt x="0" y="0"/>
                  </a:moveTo>
                  <a:lnTo>
                    <a:pt x="48700" y="1599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816622" y="3170414"/>
              <a:ext cx="334320" cy="334312"/>
            </a:xfrm>
            <a:custGeom>
              <a:avLst/>
              <a:pathLst>
                <a:path w="334320" h="334312">
                  <a:moveTo>
                    <a:pt x="118455" y="7229"/>
                  </a:moveTo>
                  <a:lnTo>
                    <a:pt x="113428" y="8847"/>
                  </a:lnTo>
                  <a:lnTo>
                    <a:pt x="108454" y="10624"/>
                  </a:lnTo>
                  <a:lnTo>
                    <a:pt x="103539" y="12556"/>
                  </a:lnTo>
                  <a:lnTo>
                    <a:pt x="98687" y="14643"/>
                  </a:lnTo>
                  <a:lnTo>
                    <a:pt x="93904" y="16882"/>
                  </a:lnTo>
                  <a:lnTo>
                    <a:pt x="89194" y="19271"/>
                  </a:lnTo>
                  <a:lnTo>
                    <a:pt x="84561" y="21807"/>
                  </a:lnTo>
                  <a:lnTo>
                    <a:pt x="80011" y="24489"/>
                  </a:lnTo>
                  <a:lnTo>
                    <a:pt x="75548" y="27313"/>
                  </a:lnTo>
                  <a:lnTo>
                    <a:pt x="71177" y="30277"/>
                  </a:lnTo>
                  <a:lnTo>
                    <a:pt x="66901" y="33377"/>
                  </a:lnTo>
                  <a:lnTo>
                    <a:pt x="62726" y="36611"/>
                  </a:lnTo>
                  <a:lnTo>
                    <a:pt x="58654" y="39975"/>
                  </a:lnTo>
                  <a:lnTo>
                    <a:pt x="54691" y="43466"/>
                  </a:lnTo>
                  <a:lnTo>
                    <a:pt x="50840" y="47080"/>
                  </a:lnTo>
                  <a:lnTo>
                    <a:pt x="47105" y="50815"/>
                  </a:lnTo>
                  <a:lnTo>
                    <a:pt x="43490" y="54665"/>
                  </a:lnTo>
                  <a:lnTo>
                    <a:pt x="39999" y="58628"/>
                  </a:lnTo>
                  <a:lnTo>
                    <a:pt x="36634" y="62699"/>
                  </a:lnTo>
                  <a:lnTo>
                    <a:pt x="33400" y="66874"/>
                  </a:lnTo>
                  <a:lnTo>
                    <a:pt x="30299" y="71149"/>
                  </a:lnTo>
                  <a:lnTo>
                    <a:pt x="27335" y="75521"/>
                  </a:lnTo>
                  <a:lnTo>
                    <a:pt x="24511" y="79983"/>
                  </a:lnTo>
                  <a:lnTo>
                    <a:pt x="21828" y="84533"/>
                  </a:lnTo>
                  <a:lnTo>
                    <a:pt x="19291" y="89165"/>
                  </a:lnTo>
                  <a:lnTo>
                    <a:pt x="16902" y="93875"/>
                  </a:lnTo>
                  <a:lnTo>
                    <a:pt x="14662" y="98658"/>
                  </a:lnTo>
                  <a:lnTo>
                    <a:pt x="12575" y="103509"/>
                  </a:lnTo>
                  <a:lnTo>
                    <a:pt x="10642" y="108424"/>
                  </a:lnTo>
                  <a:lnTo>
                    <a:pt x="8865" y="113398"/>
                  </a:lnTo>
                  <a:lnTo>
                    <a:pt x="7246" y="118425"/>
                  </a:lnTo>
                  <a:lnTo>
                    <a:pt x="5787" y="123501"/>
                  </a:lnTo>
                  <a:lnTo>
                    <a:pt x="4488" y="128620"/>
                  </a:lnTo>
                  <a:lnTo>
                    <a:pt x="3353" y="133778"/>
                  </a:lnTo>
                  <a:lnTo>
                    <a:pt x="2380" y="138969"/>
                  </a:lnTo>
                  <a:lnTo>
                    <a:pt x="1572" y="144189"/>
                  </a:lnTo>
                  <a:lnTo>
                    <a:pt x="930" y="149431"/>
                  </a:lnTo>
                  <a:lnTo>
                    <a:pt x="453" y="154691"/>
                  </a:lnTo>
                  <a:lnTo>
                    <a:pt x="143" y="159963"/>
                  </a:lnTo>
                  <a:lnTo>
                    <a:pt x="0" y="165242"/>
                  </a:lnTo>
                  <a:lnTo>
                    <a:pt x="23" y="170524"/>
                  </a:lnTo>
                  <a:lnTo>
                    <a:pt x="213" y="175802"/>
                  </a:lnTo>
                  <a:lnTo>
                    <a:pt x="570" y="181071"/>
                  </a:lnTo>
                  <a:lnTo>
                    <a:pt x="1093" y="186327"/>
                  </a:lnTo>
                  <a:lnTo>
                    <a:pt x="1782" y="191563"/>
                  </a:lnTo>
                  <a:lnTo>
                    <a:pt x="2635" y="196775"/>
                  </a:lnTo>
                  <a:lnTo>
                    <a:pt x="3654" y="201957"/>
                  </a:lnTo>
                  <a:lnTo>
                    <a:pt x="4835" y="207105"/>
                  </a:lnTo>
                  <a:lnTo>
                    <a:pt x="6178" y="212213"/>
                  </a:lnTo>
                  <a:lnTo>
                    <a:pt x="7682" y="217275"/>
                  </a:lnTo>
                  <a:lnTo>
                    <a:pt x="9345" y="222288"/>
                  </a:lnTo>
                  <a:lnTo>
                    <a:pt x="11166" y="227246"/>
                  </a:lnTo>
                  <a:lnTo>
                    <a:pt x="13143" y="232143"/>
                  </a:lnTo>
                  <a:lnTo>
                    <a:pt x="15273" y="236976"/>
                  </a:lnTo>
                  <a:lnTo>
                    <a:pt x="17554" y="241739"/>
                  </a:lnTo>
                  <a:lnTo>
                    <a:pt x="19985" y="246428"/>
                  </a:lnTo>
                  <a:lnTo>
                    <a:pt x="22563" y="251038"/>
                  </a:lnTo>
                  <a:lnTo>
                    <a:pt x="25286" y="255563"/>
                  </a:lnTo>
                  <a:lnTo>
                    <a:pt x="28150" y="260001"/>
                  </a:lnTo>
                  <a:lnTo>
                    <a:pt x="31152" y="264346"/>
                  </a:lnTo>
                  <a:lnTo>
                    <a:pt x="34291" y="268593"/>
                  </a:lnTo>
                  <a:lnTo>
                    <a:pt x="37562" y="272740"/>
                  </a:lnTo>
                  <a:lnTo>
                    <a:pt x="40962" y="276781"/>
                  </a:lnTo>
                  <a:lnTo>
                    <a:pt x="44488" y="280713"/>
                  </a:lnTo>
                  <a:lnTo>
                    <a:pt x="48137" y="284531"/>
                  </a:lnTo>
                  <a:lnTo>
                    <a:pt x="51905" y="288232"/>
                  </a:lnTo>
                  <a:lnTo>
                    <a:pt x="55787" y="291813"/>
                  </a:lnTo>
                  <a:lnTo>
                    <a:pt x="59781" y="295269"/>
                  </a:lnTo>
                  <a:lnTo>
                    <a:pt x="63882" y="298597"/>
                  </a:lnTo>
                  <a:lnTo>
                    <a:pt x="68086" y="301793"/>
                  </a:lnTo>
                  <a:lnTo>
                    <a:pt x="72389" y="304856"/>
                  </a:lnTo>
                  <a:lnTo>
                    <a:pt x="76787" y="307781"/>
                  </a:lnTo>
                  <a:lnTo>
                    <a:pt x="81274" y="310565"/>
                  </a:lnTo>
                  <a:lnTo>
                    <a:pt x="85848" y="313207"/>
                  </a:lnTo>
                  <a:lnTo>
                    <a:pt x="90503" y="315702"/>
                  </a:lnTo>
                  <a:lnTo>
                    <a:pt x="95234" y="318050"/>
                  </a:lnTo>
                  <a:lnTo>
                    <a:pt x="100037" y="320246"/>
                  </a:lnTo>
                  <a:lnTo>
                    <a:pt x="104907" y="322290"/>
                  </a:lnTo>
                  <a:lnTo>
                    <a:pt x="109839" y="324179"/>
                  </a:lnTo>
                  <a:lnTo>
                    <a:pt x="114828" y="325911"/>
                  </a:lnTo>
                  <a:lnTo>
                    <a:pt x="119869" y="327485"/>
                  </a:lnTo>
                  <a:lnTo>
                    <a:pt x="124958" y="328899"/>
                  </a:lnTo>
                  <a:lnTo>
                    <a:pt x="130089" y="330151"/>
                  </a:lnTo>
                  <a:lnTo>
                    <a:pt x="135257" y="331241"/>
                  </a:lnTo>
                  <a:lnTo>
                    <a:pt x="140456" y="332167"/>
                  </a:lnTo>
                  <a:lnTo>
                    <a:pt x="145683" y="332928"/>
                  </a:lnTo>
                  <a:lnTo>
                    <a:pt x="150930" y="333523"/>
                  </a:lnTo>
                  <a:lnTo>
                    <a:pt x="156194" y="333953"/>
                  </a:lnTo>
                  <a:lnTo>
                    <a:pt x="161469" y="334216"/>
                  </a:lnTo>
                  <a:lnTo>
                    <a:pt x="166750" y="334312"/>
                  </a:lnTo>
                  <a:lnTo>
                    <a:pt x="172031" y="334242"/>
                  </a:lnTo>
                  <a:lnTo>
                    <a:pt x="177307" y="334004"/>
                  </a:lnTo>
                  <a:lnTo>
                    <a:pt x="182573" y="333600"/>
                  </a:lnTo>
                  <a:lnTo>
                    <a:pt x="187823" y="333030"/>
                  </a:lnTo>
                  <a:lnTo>
                    <a:pt x="193053" y="332295"/>
                  </a:lnTo>
                  <a:lnTo>
                    <a:pt x="198257" y="331394"/>
                  </a:lnTo>
                  <a:lnTo>
                    <a:pt x="203430" y="330330"/>
                  </a:lnTo>
                  <a:lnTo>
                    <a:pt x="208567" y="329102"/>
                  </a:lnTo>
                  <a:lnTo>
                    <a:pt x="213663" y="327713"/>
                  </a:lnTo>
                  <a:lnTo>
                    <a:pt x="218712" y="326164"/>
                  </a:lnTo>
                  <a:lnTo>
                    <a:pt x="223709" y="324456"/>
                  </a:lnTo>
                  <a:lnTo>
                    <a:pt x="228651" y="322591"/>
                  </a:lnTo>
                  <a:lnTo>
                    <a:pt x="233530" y="320571"/>
                  </a:lnTo>
                  <a:lnTo>
                    <a:pt x="238344" y="318398"/>
                  </a:lnTo>
                  <a:lnTo>
                    <a:pt x="243086" y="316073"/>
                  </a:lnTo>
                  <a:lnTo>
                    <a:pt x="247753" y="313600"/>
                  </a:lnTo>
                  <a:lnTo>
                    <a:pt x="252339" y="310981"/>
                  </a:lnTo>
                  <a:lnTo>
                    <a:pt x="256841" y="308218"/>
                  </a:lnTo>
                  <a:lnTo>
                    <a:pt x="261252" y="305315"/>
                  </a:lnTo>
                  <a:lnTo>
                    <a:pt x="265570" y="302274"/>
                  </a:lnTo>
                  <a:lnTo>
                    <a:pt x="269790" y="299097"/>
                  </a:lnTo>
                  <a:lnTo>
                    <a:pt x="273907" y="295789"/>
                  </a:lnTo>
                  <a:lnTo>
                    <a:pt x="277917" y="292353"/>
                  </a:lnTo>
                  <a:lnTo>
                    <a:pt x="281817" y="288791"/>
                  </a:lnTo>
                  <a:lnTo>
                    <a:pt x="285603" y="285109"/>
                  </a:lnTo>
                  <a:lnTo>
                    <a:pt x="289270" y="281308"/>
                  </a:lnTo>
                  <a:lnTo>
                    <a:pt x="292815" y="277394"/>
                  </a:lnTo>
                  <a:lnTo>
                    <a:pt x="296235" y="273369"/>
                  </a:lnTo>
                  <a:lnTo>
                    <a:pt x="299527" y="269238"/>
                  </a:lnTo>
                  <a:lnTo>
                    <a:pt x="302686" y="265006"/>
                  </a:lnTo>
                  <a:lnTo>
                    <a:pt x="305709" y="260676"/>
                  </a:lnTo>
                  <a:lnTo>
                    <a:pt x="308595" y="256252"/>
                  </a:lnTo>
                  <a:lnTo>
                    <a:pt x="311339" y="251740"/>
                  </a:lnTo>
                  <a:lnTo>
                    <a:pt x="313939" y="247143"/>
                  </a:lnTo>
                  <a:lnTo>
                    <a:pt x="316393" y="242466"/>
                  </a:lnTo>
                  <a:lnTo>
                    <a:pt x="318698" y="237714"/>
                  </a:lnTo>
                  <a:lnTo>
                    <a:pt x="320852" y="232892"/>
                  </a:lnTo>
                  <a:lnTo>
                    <a:pt x="322852" y="228004"/>
                  </a:lnTo>
                  <a:lnTo>
                    <a:pt x="324697" y="223055"/>
                  </a:lnTo>
                  <a:lnTo>
                    <a:pt x="326384" y="218050"/>
                  </a:lnTo>
                  <a:lnTo>
                    <a:pt x="327913" y="212995"/>
                  </a:lnTo>
                  <a:lnTo>
                    <a:pt x="329281" y="207894"/>
                  </a:lnTo>
                  <a:lnTo>
                    <a:pt x="330487" y="202752"/>
                  </a:lnTo>
                  <a:lnTo>
                    <a:pt x="331531" y="197575"/>
                  </a:lnTo>
                  <a:lnTo>
                    <a:pt x="332410" y="192367"/>
                  </a:lnTo>
                  <a:lnTo>
                    <a:pt x="333124" y="187134"/>
                  </a:lnTo>
                  <a:lnTo>
                    <a:pt x="333673" y="181881"/>
                  </a:lnTo>
                  <a:lnTo>
                    <a:pt x="334055" y="176614"/>
                  </a:lnTo>
                  <a:lnTo>
                    <a:pt x="334271" y="171337"/>
                  </a:lnTo>
                  <a:lnTo>
                    <a:pt x="334320" y="166055"/>
                  </a:lnTo>
                  <a:lnTo>
                    <a:pt x="334202" y="160775"/>
                  </a:lnTo>
                  <a:lnTo>
                    <a:pt x="333918" y="155502"/>
                  </a:lnTo>
                  <a:lnTo>
                    <a:pt x="333467" y="150239"/>
                  </a:lnTo>
                  <a:lnTo>
                    <a:pt x="332849" y="144994"/>
                  </a:lnTo>
                  <a:lnTo>
                    <a:pt x="332067" y="139771"/>
                  </a:lnTo>
                  <a:lnTo>
                    <a:pt x="331120" y="134575"/>
                  </a:lnTo>
                  <a:lnTo>
                    <a:pt x="330009" y="129412"/>
                  </a:lnTo>
                  <a:lnTo>
                    <a:pt x="328736" y="124286"/>
                  </a:lnTo>
                  <a:lnTo>
                    <a:pt x="327301" y="119203"/>
                  </a:lnTo>
                  <a:lnTo>
                    <a:pt x="325707" y="114168"/>
                  </a:lnTo>
                  <a:lnTo>
                    <a:pt x="323954" y="109186"/>
                  </a:lnTo>
                  <a:lnTo>
                    <a:pt x="322045" y="104262"/>
                  </a:lnTo>
                  <a:lnTo>
                    <a:pt x="319981" y="99400"/>
                  </a:lnTo>
                  <a:lnTo>
                    <a:pt x="317765" y="94606"/>
                  </a:lnTo>
                  <a:lnTo>
                    <a:pt x="315399" y="89885"/>
                  </a:lnTo>
                  <a:lnTo>
                    <a:pt x="312884" y="85241"/>
                  </a:lnTo>
                  <a:lnTo>
                    <a:pt x="310224" y="80678"/>
                  </a:lnTo>
                  <a:lnTo>
                    <a:pt x="307421" y="76202"/>
                  </a:lnTo>
                  <a:lnTo>
                    <a:pt x="304478" y="71816"/>
                  </a:lnTo>
                  <a:lnTo>
                    <a:pt x="301398" y="67526"/>
                  </a:lnTo>
                  <a:lnTo>
                    <a:pt x="298184" y="63335"/>
                  </a:lnTo>
                  <a:lnTo>
                    <a:pt x="294839" y="59247"/>
                  </a:lnTo>
                  <a:lnTo>
                    <a:pt x="291367" y="55268"/>
                  </a:lnTo>
                  <a:lnTo>
                    <a:pt x="287771" y="51400"/>
                  </a:lnTo>
                  <a:lnTo>
                    <a:pt x="284055" y="47647"/>
                  </a:lnTo>
                  <a:lnTo>
                    <a:pt x="280221" y="44014"/>
                  </a:lnTo>
                  <a:lnTo>
                    <a:pt x="276275" y="40504"/>
                  </a:lnTo>
                  <a:lnTo>
                    <a:pt x="272220" y="37120"/>
                  </a:lnTo>
                  <a:lnTo>
                    <a:pt x="268060" y="33866"/>
                  </a:lnTo>
                  <a:lnTo>
                    <a:pt x="263800" y="30745"/>
                  </a:lnTo>
                  <a:lnTo>
                    <a:pt x="259443" y="27760"/>
                  </a:lnTo>
                  <a:lnTo>
                    <a:pt x="254993" y="24915"/>
                  </a:lnTo>
                  <a:lnTo>
                    <a:pt x="250457" y="22211"/>
                  </a:lnTo>
                  <a:lnTo>
                    <a:pt x="245837" y="19652"/>
                  </a:lnTo>
                  <a:lnTo>
                    <a:pt x="241138" y="17240"/>
                  </a:lnTo>
                  <a:lnTo>
                    <a:pt x="236366" y="14978"/>
                  </a:lnTo>
                  <a:lnTo>
                    <a:pt x="231524" y="12867"/>
                  </a:lnTo>
                  <a:lnTo>
                    <a:pt x="226619" y="10911"/>
                  </a:lnTo>
                  <a:lnTo>
                    <a:pt x="221653" y="9110"/>
                  </a:lnTo>
                  <a:lnTo>
                    <a:pt x="216634" y="7468"/>
                  </a:lnTo>
                  <a:lnTo>
                    <a:pt x="211565" y="5984"/>
                  </a:lnTo>
                  <a:lnTo>
                    <a:pt x="206452" y="4662"/>
                  </a:lnTo>
                  <a:lnTo>
                    <a:pt x="201300" y="3502"/>
                  </a:lnTo>
                  <a:lnTo>
                    <a:pt x="196113" y="2505"/>
                  </a:lnTo>
                  <a:lnTo>
                    <a:pt x="190898" y="1672"/>
                  </a:lnTo>
                  <a:lnTo>
                    <a:pt x="185659" y="1005"/>
                  </a:lnTo>
                  <a:lnTo>
                    <a:pt x="180401" y="503"/>
                  </a:lnTo>
                  <a:lnTo>
                    <a:pt x="175130" y="168"/>
                  </a:lnTo>
                  <a:lnTo>
                    <a:pt x="169851" y="0"/>
                  </a:lnTo>
                  <a:lnTo>
                    <a:pt x="167156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83779" y="3170392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51" y="2633064"/>
              <a:ext cx="167160" cy="174128"/>
            </a:xfrm>
            <a:custGeom>
              <a:avLst/>
              <a:pathLst>
                <a:path w="167160" h="174128">
                  <a:moveTo>
                    <a:pt x="167160" y="0"/>
                  </a:moveTo>
                  <a:lnTo>
                    <a:pt x="161769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5" y="1388"/>
                  </a:lnTo>
                  <a:lnTo>
                    <a:pt x="140321" y="2168"/>
                  </a:lnTo>
                  <a:lnTo>
                    <a:pt x="135015" y="3119"/>
                  </a:lnTo>
                  <a:lnTo>
                    <a:pt x="129742" y="4241"/>
                  </a:lnTo>
                  <a:lnTo>
                    <a:pt x="124508" y="5532"/>
                  </a:lnTo>
                  <a:lnTo>
                    <a:pt x="119319" y="6991"/>
                  </a:lnTo>
                  <a:lnTo>
                    <a:pt x="114179" y="8617"/>
                  </a:lnTo>
                  <a:lnTo>
                    <a:pt x="109095" y="10408"/>
                  </a:lnTo>
                  <a:lnTo>
                    <a:pt x="104070" y="12362"/>
                  </a:lnTo>
                  <a:lnTo>
                    <a:pt x="99112" y="14476"/>
                  </a:lnTo>
                  <a:lnTo>
                    <a:pt x="94224" y="16750"/>
                  </a:lnTo>
                  <a:lnTo>
                    <a:pt x="89412" y="19180"/>
                  </a:lnTo>
                  <a:lnTo>
                    <a:pt x="84681" y="21763"/>
                  </a:lnTo>
                  <a:lnTo>
                    <a:pt x="80035" y="24498"/>
                  </a:lnTo>
                  <a:lnTo>
                    <a:pt x="75480" y="27382"/>
                  </a:lnTo>
                  <a:lnTo>
                    <a:pt x="71021" y="30411"/>
                  </a:lnTo>
                  <a:lnTo>
                    <a:pt x="66661" y="33582"/>
                  </a:lnTo>
                  <a:lnTo>
                    <a:pt x="62406" y="36891"/>
                  </a:lnTo>
                  <a:lnTo>
                    <a:pt x="58260" y="40337"/>
                  </a:lnTo>
                  <a:lnTo>
                    <a:pt x="54227" y="43914"/>
                  </a:lnTo>
                  <a:lnTo>
                    <a:pt x="50312" y="47619"/>
                  </a:lnTo>
                  <a:lnTo>
                    <a:pt x="46518" y="51449"/>
                  </a:lnTo>
                  <a:lnTo>
                    <a:pt x="42850" y="55399"/>
                  </a:lnTo>
                  <a:lnTo>
                    <a:pt x="39311" y="59465"/>
                  </a:lnTo>
                  <a:lnTo>
                    <a:pt x="35904" y="63644"/>
                  </a:lnTo>
                  <a:lnTo>
                    <a:pt x="32635" y="67930"/>
                  </a:lnTo>
                  <a:lnTo>
                    <a:pt x="29505" y="72319"/>
                  </a:lnTo>
                  <a:lnTo>
                    <a:pt x="26518" y="76807"/>
                  </a:lnTo>
                  <a:lnTo>
                    <a:pt x="23678" y="81388"/>
                  </a:lnTo>
                  <a:lnTo>
                    <a:pt x="20987" y="86059"/>
                  </a:lnTo>
                  <a:lnTo>
                    <a:pt x="18448" y="90815"/>
                  </a:lnTo>
                  <a:lnTo>
                    <a:pt x="16063" y="95649"/>
                  </a:lnTo>
                  <a:lnTo>
                    <a:pt x="13836" y="100558"/>
                  </a:lnTo>
                  <a:lnTo>
                    <a:pt x="11768" y="105537"/>
                  </a:lnTo>
                  <a:lnTo>
                    <a:pt x="9861" y="110579"/>
                  </a:lnTo>
                  <a:lnTo>
                    <a:pt x="8118" y="115680"/>
                  </a:lnTo>
                  <a:lnTo>
                    <a:pt x="6541" y="120835"/>
                  </a:lnTo>
                  <a:lnTo>
                    <a:pt x="5131" y="126038"/>
                  </a:lnTo>
                  <a:lnTo>
                    <a:pt x="3889" y="131284"/>
                  </a:lnTo>
                  <a:lnTo>
                    <a:pt x="2817" y="136567"/>
                  </a:lnTo>
                  <a:lnTo>
                    <a:pt x="1915" y="141882"/>
                  </a:lnTo>
                  <a:lnTo>
                    <a:pt x="1186" y="147223"/>
                  </a:lnTo>
                  <a:lnTo>
                    <a:pt x="629" y="152585"/>
                  </a:lnTo>
                  <a:lnTo>
                    <a:pt x="246" y="157962"/>
                  </a:lnTo>
                  <a:lnTo>
                    <a:pt x="36" y="163349"/>
                  </a:lnTo>
                  <a:lnTo>
                    <a:pt x="0" y="168739"/>
                  </a:lnTo>
                  <a:lnTo>
                    <a:pt x="137" y="17412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1989" y="2667188"/>
              <a:ext cx="334187" cy="300210"/>
            </a:xfrm>
            <a:custGeom>
              <a:avLst/>
              <a:pathLst>
                <a:path w="334187" h="300210">
                  <a:moveTo>
                    <a:pt x="0" y="140004"/>
                  </a:moveTo>
                  <a:lnTo>
                    <a:pt x="307" y="145329"/>
                  </a:lnTo>
                  <a:lnTo>
                    <a:pt x="783" y="150641"/>
                  </a:lnTo>
                  <a:lnTo>
                    <a:pt x="1429" y="155936"/>
                  </a:lnTo>
                  <a:lnTo>
                    <a:pt x="2244" y="161207"/>
                  </a:lnTo>
                  <a:lnTo>
                    <a:pt x="3226" y="166449"/>
                  </a:lnTo>
                  <a:lnTo>
                    <a:pt x="4376" y="171658"/>
                  </a:lnTo>
                  <a:lnTo>
                    <a:pt x="5690" y="176827"/>
                  </a:lnTo>
                  <a:lnTo>
                    <a:pt x="7169" y="181952"/>
                  </a:lnTo>
                  <a:lnTo>
                    <a:pt x="8811" y="187026"/>
                  </a:lnTo>
                  <a:lnTo>
                    <a:pt x="10614" y="192046"/>
                  </a:lnTo>
                  <a:lnTo>
                    <a:pt x="12576" y="197006"/>
                  </a:lnTo>
                  <a:lnTo>
                    <a:pt x="14695" y="201901"/>
                  </a:lnTo>
                  <a:lnTo>
                    <a:pt x="16969" y="206725"/>
                  </a:lnTo>
                  <a:lnTo>
                    <a:pt x="19396" y="211475"/>
                  </a:lnTo>
                  <a:lnTo>
                    <a:pt x="21973" y="216144"/>
                  </a:lnTo>
                  <a:lnTo>
                    <a:pt x="24698" y="220729"/>
                  </a:lnTo>
                  <a:lnTo>
                    <a:pt x="27568" y="225225"/>
                  </a:lnTo>
                  <a:lnTo>
                    <a:pt x="30580" y="229627"/>
                  </a:lnTo>
                  <a:lnTo>
                    <a:pt x="33731" y="233931"/>
                  </a:lnTo>
                  <a:lnTo>
                    <a:pt x="37017" y="238132"/>
                  </a:lnTo>
                  <a:lnTo>
                    <a:pt x="40436" y="242226"/>
                  </a:lnTo>
                  <a:lnTo>
                    <a:pt x="43984" y="246209"/>
                  </a:lnTo>
                  <a:lnTo>
                    <a:pt x="47656" y="250076"/>
                  </a:lnTo>
                  <a:lnTo>
                    <a:pt x="51451" y="253825"/>
                  </a:lnTo>
                  <a:lnTo>
                    <a:pt x="55363" y="257450"/>
                  </a:lnTo>
                  <a:lnTo>
                    <a:pt x="59389" y="260949"/>
                  </a:lnTo>
                  <a:lnTo>
                    <a:pt x="63524" y="264318"/>
                  </a:lnTo>
                  <a:lnTo>
                    <a:pt x="67765" y="267553"/>
                  </a:lnTo>
                  <a:lnTo>
                    <a:pt x="72106" y="270651"/>
                  </a:lnTo>
                  <a:lnTo>
                    <a:pt x="76545" y="273609"/>
                  </a:lnTo>
                  <a:lnTo>
                    <a:pt x="81075" y="276424"/>
                  </a:lnTo>
                  <a:lnTo>
                    <a:pt x="85693" y="279093"/>
                  </a:lnTo>
                  <a:lnTo>
                    <a:pt x="90394" y="281613"/>
                  </a:lnTo>
                  <a:lnTo>
                    <a:pt x="95172" y="283982"/>
                  </a:lnTo>
                  <a:lnTo>
                    <a:pt x="100024" y="286197"/>
                  </a:lnTo>
                  <a:lnTo>
                    <a:pt x="104944" y="288257"/>
                  </a:lnTo>
                  <a:lnTo>
                    <a:pt x="109928" y="290158"/>
                  </a:lnTo>
                  <a:lnTo>
                    <a:pt x="114969" y="291900"/>
                  </a:lnTo>
                  <a:lnTo>
                    <a:pt x="120064" y="293479"/>
                  </a:lnTo>
                  <a:lnTo>
                    <a:pt x="125206" y="294896"/>
                  </a:lnTo>
                  <a:lnTo>
                    <a:pt x="130391" y="296147"/>
                  </a:lnTo>
                  <a:lnTo>
                    <a:pt x="135613" y="297233"/>
                  </a:lnTo>
                  <a:lnTo>
                    <a:pt x="140867" y="298151"/>
                  </a:lnTo>
                  <a:lnTo>
                    <a:pt x="146147" y="298902"/>
                  </a:lnTo>
                  <a:lnTo>
                    <a:pt x="151449" y="299483"/>
                  </a:lnTo>
                  <a:lnTo>
                    <a:pt x="156767" y="299895"/>
                  </a:lnTo>
                  <a:lnTo>
                    <a:pt x="162095" y="300138"/>
                  </a:lnTo>
                  <a:lnTo>
                    <a:pt x="167428" y="300210"/>
                  </a:lnTo>
                  <a:lnTo>
                    <a:pt x="172761" y="300112"/>
                  </a:lnTo>
                  <a:lnTo>
                    <a:pt x="178088" y="299844"/>
                  </a:lnTo>
                  <a:lnTo>
                    <a:pt x="183404" y="299406"/>
                  </a:lnTo>
                  <a:lnTo>
                    <a:pt x="188703" y="298798"/>
                  </a:lnTo>
                  <a:lnTo>
                    <a:pt x="193980" y="298022"/>
                  </a:lnTo>
                  <a:lnTo>
                    <a:pt x="199229" y="297078"/>
                  </a:lnTo>
                  <a:lnTo>
                    <a:pt x="204446" y="295967"/>
                  </a:lnTo>
                  <a:lnTo>
                    <a:pt x="209625" y="294690"/>
                  </a:lnTo>
                  <a:lnTo>
                    <a:pt x="214760" y="293249"/>
                  </a:lnTo>
                  <a:lnTo>
                    <a:pt x="219847" y="291645"/>
                  </a:lnTo>
                  <a:lnTo>
                    <a:pt x="224880" y="289879"/>
                  </a:lnTo>
                  <a:lnTo>
                    <a:pt x="229853" y="287953"/>
                  </a:lnTo>
                  <a:lnTo>
                    <a:pt x="234764" y="285870"/>
                  </a:lnTo>
                  <a:lnTo>
                    <a:pt x="239605" y="283631"/>
                  </a:lnTo>
                  <a:lnTo>
                    <a:pt x="244372" y="281239"/>
                  </a:lnTo>
                  <a:lnTo>
                    <a:pt x="249060" y="278695"/>
                  </a:lnTo>
                  <a:lnTo>
                    <a:pt x="253665" y="276004"/>
                  </a:lnTo>
                  <a:lnTo>
                    <a:pt x="258182" y="273167"/>
                  </a:lnTo>
                  <a:lnTo>
                    <a:pt x="262606" y="270188"/>
                  </a:lnTo>
                  <a:lnTo>
                    <a:pt x="266932" y="267069"/>
                  </a:lnTo>
                  <a:lnTo>
                    <a:pt x="271157" y="263813"/>
                  </a:lnTo>
                  <a:lnTo>
                    <a:pt x="275276" y="260424"/>
                  </a:lnTo>
                  <a:lnTo>
                    <a:pt x="279285" y="256906"/>
                  </a:lnTo>
                  <a:lnTo>
                    <a:pt x="283179" y="253261"/>
                  </a:lnTo>
                  <a:lnTo>
                    <a:pt x="286955" y="249494"/>
                  </a:lnTo>
                  <a:lnTo>
                    <a:pt x="290609" y="245609"/>
                  </a:lnTo>
                  <a:lnTo>
                    <a:pt x="294137" y="241609"/>
                  </a:lnTo>
                  <a:lnTo>
                    <a:pt x="297536" y="237498"/>
                  </a:lnTo>
                  <a:lnTo>
                    <a:pt x="300802" y="233282"/>
                  </a:lnTo>
                  <a:lnTo>
                    <a:pt x="303932" y="228963"/>
                  </a:lnTo>
                  <a:lnTo>
                    <a:pt x="306922" y="224546"/>
                  </a:lnTo>
                  <a:lnTo>
                    <a:pt x="309770" y="220036"/>
                  </a:lnTo>
                  <a:lnTo>
                    <a:pt x="312473" y="215438"/>
                  </a:lnTo>
                  <a:lnTo>
                    <a:pt x="315027" y="210756"/>
                  </a:lnTo>
                  <a:lnTo>
                    <a:pt x="317431" y="205995"/>
                  </a:lnTo>
                  <a:lnTo>
                    <a:pt x="319682" y="201159"/>
                  </a:lnTo>
                  <a:lnTo>
                    <a:pt x="321777" y="196254"/>
                  </a:lnTo>
                  <a:lnTo>
                    <a:pt x="323715" y="191285"/>
                  </a:lnTo>
                  <a:lnTo>
                    <a:pt x="325494" y="186256"/>
                  </a:lnTo>
                  <a:lnTo>
                    <a:pt x="327111" y="181174"/>
                  </a:lnTo>
                  <a:lnTo>
                    <a:pt x="328565" y="176042"/>
                  </a:lnTo>
                  <a:lnTo>
                    <a:pt x="329854" y="170867"/>
                  </a:lnTo>
                  <a:lnTo>
                    <a:pt x="330978" y="165653"/>
                  </a:lnTo>
                  <a:lnTo>
                    <a:pt x="331935" y="160405"/>
                  </a:lnTo>
                  <a:lnTo>
                    <a:pt x="332724" y="155130"/>
                  </a:lnTo>
                  <a:lnTo>
                    <a:pt x="333344" y="149833"/>
                  </a:lnTo>
                  <a:lnTo>
                    <a:pt x="333795" y="144518"/>
                  </a:lnTo>
                  <a:lnTo>
                    <a:pt x="334076" y="139192"/>
                  </a:lnTo>
                  <a:lnTo>
                    <a:pt x="334187" y="133859"/>
                  </a:lnTo>
                  <a:lnTo>
                    <a:pt x="334128" y="128526"/>
                  </a:lnTo>
                  <a:lnTo>
                    <a:pt x="333899" y="123197"/>
                  </a:lnTo>
                  <a:lnTo>
                    <a:pt x="333500" y="117878"/>
                  </a:lnTo>
                  <a:lnTo>
                    <a:pt x="332932" y="112575"/>
                  </a:lnTo>
                  <a:lnTo>
                    <a:pt x="332194" y="107293"/>
                  </a:lnTo>
                  <a:lnTo>
                    <a:pt x="331289" y="102036"/>
                  </a:lnTo>
                  <a:lnTo>
                    <a:pt x="330216" y="96812"/>
                  </a:lnTo>
                  <a:lnTo>
                    <a:pt x="328977" y="91624"/>
                  </a:lnTo>
                  <a:lnTo>
                    <a:pt x="327573" y="86478"/>
                  </a:lnTo>
                  <a:lnTo>
                    <a:pt x="326006" y="81380"/>
                  </a:lnTo>
                  <a:lnTo>
                    <a:pt x="324277" y="76334"/>
                  </a:lnTo>
                  <a:lnTo>
                    <a:pt x="322388" y="71346"/>
                  </a:lnTo>
                  <a:lnTo>
                    <a:pt x="320340" y="66421"/>
                  </a:lnTo>
                  <a:lnTo>
                    <a:pt x="318137" y="61564"/>
                  </a:lnTo>
                  <a:lnTo>
                    <a:pt x="315780" y="56779"/>
                  </a:lnTo>
                  <a:lnTo>
                    <a:pt x="313271" y="52072"/>
                  </a:lnTo>
                  <a:lnTo>
                    <a:pt x="310613" y="47448"/>
                  </a:lnTo>
                  <a:lnTo>
                    <a:pt x="307809" y="42911"/>
                  </a:lnTo>
                  <a:lnTo>
                    <a:pt x="304862" y="38465"/>
                  </a:lnTo>
                  <a:lnTo>
                    <a:pt x="301775" y="34116"/>
                  </a:lnTo>
                  <a:lnTo>
                    <a:pt x="298550" y="29867"/>
                  </a:lnTo>
                  <a:lnTo>
                    <a:pt x="295192" y="25724"/>
                  </a:lnTo>
                  <a:lnTo>
                    <a:pt x="291703" y="21689"/>
                  </a:lnTo>
                  <a:lnTo>
                    <a:pt x="288087" y="17768"/>
                  </a:lnTo>
                  <a:lnTo>
                    <a:pt x="284348" y="13965"/>
                  </a:lnTo>
                  <a:lnTo>
                    <a:pt x="280489" y="10282"/>
                  </a:lnTo>
                  <a:lnTo>
                    <a:pt x="276515" y="6725"/>
                  </a:lnTo>
                  <a:lnTo>
                    <a:pt x="272430" y="3296"/>
                  </a:lnTo>
                  <a:lnTo>
                    <a:pt x="268237" y="0"/>
                  </a:lnTo>
                  <a:lnTo>
                    <a:pt x="167022" y="133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19011" y="2633064"/>
              <a:ext cx="101214" cy="167167"/>
            </a:xfrm>
            <a:custGeom>
              <a:avLst/>
              <a:pathLst>
                <a:path w="101214" h="167167">
                  <a:moveTo>
                    <a:pt x="101214" y="34124"/>
                  </a:moveTo>
                  <a:lnTo>
                    <a:pt x="96602" y="30738"/>
                  </a:lnTo>
                  <a:lnTo>
                    <a:pt x="91876" y="27512"/>
                  </a:lnTo>
                  <a:lnTo>
                    <a:pt x="87043" y="24449"/>
                  </a:lnTo>
                  <a:lnTo>
                    <a:pt x="82108" y="21554"/>
                  </a:lnTo>
                  <a:lnTo>
                    <a:pt x="77077" y="18829"/>
                  </a:lnTo>
                  <a:lnTo>
                    <a:pt x="71955" y="16278"/>
                  </a:lnTo>
                  <a:lnTo>
                    <a:pt x="66749" y="13904"/>
                  </a:lnTo>
                  <a:lnTo>
                    <a:pt x="61465" y="11710"/>
                  </a:lnTo>
                  <a:lnTo>
                    <a:pt x="56109" y="9697"/>
                  </a:lnTo>
                  <a:lnTo>
                    <a:pt x="50687" y="7869"/>
                  </a:lnTo>
                  <a:lnTo>
                    <a:pt x="45206" y="6228"/>
                  </a:lnTo>
                  <a:lnTo>
                    <a:pt x="39671" y="4775"/>
                  </a:lnTo>
                  <a:lnTo>
                    <a:pt x="34091" y="3513"/>
                  </a:lnTo>
                  <a:lnTo>
                    <a:pt x="28470" y="2442"/>
                  </a:lnTo>
                  <a:lnTo>
                    <a:pt x="22816" y="1564"/>
                  </a:lnTo>
                  <a:lnTo>
                    <a:pt x="17135" y="880"/>
                  </a:lnTo>
                  <a:lnTo>
                    <a:pt x="11435" y="391"/>
                  </a:lnTo>
                  <a:lnTo>
                    <a:pt x="572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8693" y="2126963"/>
              <a:ext cx="99778" cy="167167"/>
            </a:xfrm>
            <a:custGeom>
              <a:avLst/>
              <a:pathLst>
                <a:path w="99778" h="167167">
                  <a:moveTo>
                    <a:pt x="99778" y="0"/>
                  </a:moveTo>
                  <a:lnTo>
                    <a:pt x="94152" y="94"/>
                  </a:lnTo>
                  <a:lnTo>
                    <a:pt x="88532" y="378"/>
                  </a:lnTo>
                  <a:lnTo>
                    <a:pt x="82925" y="851"/>
                  </a:lnTo>
                  <a:lnTo>
                    <a:pt x="77336" y="1513"/>
                  </a:lnTo>
                  <a:lnTo>
                    <a:pt x="71774" y="2362"/>
                  </a:lnTo>
                  <a:lnTo>
                    <a:pt x="66243" y="3398"/>
                  </a:lnTo>
                  <a:lnTo>
                    <a:pt x="60750" y="4619"/>
                  </a:lnTo>
                  <a:lnTo>
                    <a:pt x="55301" y="6025"/>
                  </a:lnTo>
                  <a:lnTo>
                    <a:pt x="49903" y="7613"/>
                  </a:lnTo>
                  <a:lnTo>
                    <a:pt x="44561" y="9382"/>
                  </a:lnTo>
                  <a:lnTo>
                    <a:pt x="39281" y="11330"/>
                  </a:lnTo>
                  <a:lnTo>
                    <a:pt x="34071" y="13455"/>
                  </a:lnTo>
                  <a:lnTo>
                    <a:pt x="28934" y="15753"/>
                  </a:lnTo>
                  <a:lnTo>
                    <a:pt x="23878" y="18223"/>
                  </a:lnTo>
                  <a:lnTo>
                    <a:pt x="18908" y="20862"/>
                  </a:lnTo>
                  <a:lnTo>
                    <a:pt x="14030" y="23667"/>
                  </a:lnTo>
                  <a:lnTo>
                    <a:pt x="9249" y="26634"/>
                  </a:lnTo>
                  <a:lnTo>
                    <a:pt x="4570" y="29761"/>
                  </a:lnTo>
                  <a:lnTo>
                    <a:pt x="0" y="33043"/>
                  </a:lnTo>
                  <a:lnTo>
                    <a:pt x="997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561306" y="2160007"/>
              <a:ext cx="242918" cy="301284"/>
            </a:xfrm>
            <a:custGeom>
              <a:avLst/>
              <a:pathLst>
                <a:path w="242918" h="301284">
                  <a:moveTo>
                    <a:pt x="67387" y="0"/>
                  </a:moveTo>
                  <a:lnTo>
                    <a:pt x="63152" y="3256"/>
                  </a:lnTo>
                  <a:lnTo>
                    <a:pt x="59023" y="6647"/>
                  </a:lnTo>
                  <a:lnTo>
                    <a:pt x="55005" y="10168"/>
                  </a:lnTo>
                  <a:lnTo>
                    <a:pt x="51101" y="13815"/>
                  </a:lnTo>
                  <a:lnTo>
                    <a:pt x="47316" y="17585"/>
                  </a:lnTo>
                  <a:lnTo>
                    <a:pt x="43653" y="21475"/>
                  </a:lnTo>
                  <a:lnTo>
                    <a:pt x="40117" y="25479"/>
                  </a:lnTo>
                  <a:lnTo>
                    <a:pt x="36710" y="29594"/>
                  </a:lnTo>
                  <a:lnTo>
                    <a:pt x="33436" y="33816"/>
                  </a:lnTo>
                  <a:lnTo>
                    <a:pt x="30299" y="38141"/>
                  </a:lnTo>
                  <a:lnTo>
                    <a:pt x="27302" y="42563"/>
                  </a:lnTo>
                  <a:lnTo>
                    <a:pt x="24448" y="47079"/>
                  </a:lnTo>
                  <a:lnTo>
                    <a:pt x="21739" y="51684"/>
                  </a:lnTo>
                  <a:lnTo>
                    <a:pt x="19179" y="56373"/>
                  </a:lnTo>
                  <a:lnTo>
                    <a:pt x="16770" y="61142"/>
                  </a:lnTo>
                  <a:lnTo>
                    <a:pt x="14515" y="65985"/>
                  </a:lnTo>
                  <a:lnTo>
                    <a:pt x="12416" y="70898"/>
                  </a:lnTo>
                  <a:lnTo>
                    <a:pt x="10474" y="75875"/>
                  </a:lnTo>
                  <a:lnTo>
                    <a:pt x="8693" y="80912"/>
                  </a:lnTo>
                  <a:lnTo>
                    <a:pt x="7074" y="86003"/>
                  </a:lnTo>
                  <a:lnTo>
                    <a:pt x="5618" y="91143"/>
                  </a:lnTo>
                  <a:lnTo>
                    <a:pt x="4327" y="96327"/>
                  </a:lnTo>
                  <a:lnTo>
                    <a:pt x="3202" y="101550"/>
                  </a:lnTo>
                  <a:lnTo>
                    <a:pt x="2245" y="106806"/>
                  </a:lnTo>
                  <a:lnTo>
                    <a:pt x="1456" y="112090"/>
                  </a:lnTo>
                  <a:lnTo>
                    <a:pt x="837" y="117396"/>
                  </a:lnTo>
                  <a:lnTo>
                    <a:pt x="387" y="122720"/>
                  </a:lnTo>
                  <a:lnTo>
                    <a:pt x="108" y="128055"/>
                  </a:lnTo>
                  <a:lnTo>
                    <a:pt x="0" y="133396"/>
                  </a:lnTo>
                  <a:lnTo>
                    <a:pt x="62" y="138738"/>
                  </a:lnTo>
                  <a:lnTo>
                    <a:pt x="294" y="144076"/>
                  </a:lnTo>
                  <a:lnTo>
                    <a:pt x="698" y="149403"/>
                  </a:lnTo>
                  <a:lnTo>
                    <a:pt x="1271" y="154714"/>
                  </a:lnTo>
                  <a:lnTo>
                    <a:pt x="2014" y="160005"/>
                  </a:lnTo>
                  <a:lnTo>
                    <a:pt x="2925" y="165269"/>
                  </a:lnTo>
                  <a:lnTo>
                    <a:pt x="4004" y="170501"/>
                  </a:lnTo>
                  <a:lnTo>
                    <a:pt x="5250" y="175697"/>
                  </a:lnTo>
                  <a:lnTo>
                    <a:pt x="6661" y="180849"/>
                  </a:lnTo>
                  <a:lnTo>
                    <a:pt x="8236" y="185954"/>
                  </a:lnTo>
                  <a:lnTo>
                    <a:pt x="9974" y="191006"/>
                  </a:lnTo>
                  <a:lnTo>
                    <a:pt x="11872" y="196000"/>
                  </a:lnTo>
                  <a:lnTo>
                    <a:pt x="13928" y="200931"/>
                  </a:lnTo>
                  <a:lnTo>
                    <a:pt x="16141" y="205794"/>
                  </a:lnTo>
                  <a:lnTo>
                    <a:pt x="18509" y="210583"/>
                  </a:lnTo>
                  <a:lnTo>
                    <a:pt x="21028" y="215294"/>
                  </a:lnTo>
                  <a:lnTo>
                    <a:pt x="23696" y="219923"/>
                  </a:lnTo>
                  <a:lnTo>
                    <a:pt x="26511" y="224463"/>
                  </a:lnTo>
                  <a:lnTo>
                    <a:pt x="29470" y="228912"/>
                  </a:lnTo>
                  <a:lnTo>
                    <a:pt x="32569" y="233263"/>
                  </a:lnTo>
                  <a:lnTo>
                    <a:pt x="35806" y="237514"/>
                  </a:lnTo>
                  <a:lnTo>
                    <a:pt x="39177" y="241658"/>
                  </a:lnTo>
                  <a:lnTo>
                    <a:pt x="42678" y="245693"/>
                  </a:lnTo>
                  <a:lnTo>
                    <a:pt x="46307" y="249614"/>
                  </a:lnTo>
                  <a:lnTo>
                    <a:pt x="50059" y="253417"/>
                  </a:lnTo>
                  <a:lnTo>
                    <a:pt x="53931" y="257098"/>
                  </a:lnTo>
                  <a:lnTo>
                    <a:pt x="57918" y="260654"/>
                  </a:lnTo>
                  <a:lnTo>
                    <a:pt x="62017" y="264080"/>
                  </a:lnTo>
                  <a:lnTo>
                    <a:pt x="66224" y="267374"/>
                  </a:lnTo>
                  <a:lnTo>
                    <a:pt x="70533" y="270531"/>
                  </a:lnTo>
                  <a:lnTo>
                    <a:pt x="74942" y="273550"/>
                  </a:lnTo>
                  <a:lnTo>
                    <a:pt x="79444" y="276425"/>
                  </a:lnTo>
                  <a:lnTo>
                    <a:pt x="84036" y="279156"/>
                  </a:lnTo>
                  <a:lnTo>
                    <a:pt x="88713" y="281738"/>
                  </a:lnTo>
                  <a:lnTo>
                    <a:pt x="93470" y="284170"/>
                  </a:lnTo>
                  <a:lnTo>
                    <a:pt x="98302" y="286448"/>
                  </a:lnTo>
                  <a:lnTo>
                    <a:pt x="103205" y="288571"/>
                  </a:lnTo>
                  <a:lnTo>
                    <a:pt x="108173" y="290536"/>
                  </a:lnTo>
                  <a:lnTo>
                    <a:pt x="113201" y="292341"/>
                  </a:lnTo>
                  <a:lnTo>
                    <a:pt x="118284" y="293984"/>
                  </a:lnTo>
                  <a:lnTo>
                    <a:pt x="123418" y="295465"/>
                  </a:lnTo>
                  <a:lnTo>
                    <a:pt x="128596" y="296780"/>
                  </a:lnTo>
                  <a:lnTo>
                    <a:pt x="133813" y="297930"/>
                  </a:lnTo>
                  <a:lnTo>
                    <a:pt x="139064" y="298912"/>
                  </a:lnTo>
                  <a:lnTo>
                    <a:pt x="144344" y="299726"/>
                  </a:lnTo>
                  <a:lnTo>
                    <a:pt x="149648" y="300370"/>
                  </a:lnTo>
                  <a:lnTo>
                    <a:pt x="154969" y="300845"/>
                  </a:lnTo>
                  <a:lnTo>
                    <a:pt x="160303" y="301150"/>
                  </a:lnTo>
                  <a:lnTo>
                    <a:pt x="165644" y="301284"/>
                  </a:lnTo>
                  <a:lnTo>
                    <a:pt x="170986" y="301247"/>
                  </a:lnTo>
                  <a:lnTo>
                    <a:pt x="176324" y="301039"/>
                  </a:lnTo>
                  <a:lnTo>
                    <a:pt x="181654" y="300662"/>
                  </a:lnTo>
                  <a:lnTo>
                    <a:pt x="186968" y="300114"/>
                  </a:lnTo>
                  <a:lnTo>
                    <a:pt x="192262" y="299396"/>
                  </a:lnTo>
                  <a:lnTo>
                    <a:pt x="197530" y="298510"/>
                  </a:lnTo>
                  <a:lnTo>
                    <a:pt x="202768" y="297455"/>
                  </a:lnTo>
                  <a:lnTo>
                    <a:pt x="207969" y="296234"/>
                  </a:lnTo>
                  <a:lnTo>
                    <a:pt x="213128" y="294848"/>
                  </a:lnTo>
                  <a:lnTo>
                    <a:pt x="218241" y="293297"/>
                  </a:lnTo>
                  <a:lnTo>
                    <a:pt x="223301" y="291584"/>
                  </a:lnTo>
                  <a:lnTo>
                    <a:pt x="228304" y="289709"/>
                  </a:lnTo>
                  <a:lnTo>
                    <a:pt x="233244" y="287676"/>
                  </a:lnTo>
                  <a:lnTo>
                    <a:pt x="238117" y="285486"/>
                  </a:lnTo>
                  <a:lnTo>
                    <a:pt x="242918" y="283142"/>
                  </a:lnTo>
                  <a:lnTo>
                    <a:pt x="167165" y="134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28472" y="2126963"/>
              <a:ext cx="167154" cy="316186"/>
            </a:xfrm>
            <a:custGeom>
              <a:avLst/>
              <a:pathLst>
                <a:path w="167154" h="316186">
                  <a:moveTo>
                    <a:pt x="75752" y="316186"/>
                  </a:moveTo>
                  <a:lnTo>
                    <a:pt x="80452" y="313702"/>
                  </a:lnTo>
                  <a:lnTo>
                    <a:pt x="85070" y="311069"/>
                  </a:lnTo>
                  <a:lnTo>
                    <a:pt x="89603" y="308292"/>
                  </a:lnTo>
                  <a:lnTo>
                    <a:pt x="94045" y="305371"/>
                  </a:lnTo>
                  <a:lnTo>
                    <a:pt x="98391" y="302311"/>
                  </a:lnTo>
                  <a:lnTo>
                    <a:pt x="102639" y="299115"/>
                  </a:lnTo>
                  <a:lnTo>
                    <a:pt x="106782" y="295784"/>
                  </a:lnTo>
                  <a:lnTo>
                    <a:pt x="110818" y="292324"/>
                  </a:lnTo>
                  <a:lnTo>
                    <a:pt x="114741" y="288737"/>
                  </a:lnTo>
                  <a:lnTo>
                    <a:pt x="118548" y="285028"/>
                  </a:lnTo>
                  <a:lnTo>
                    <a:pt x="122236" y="281199"/>
                  </a:lnTo>
                  <a:lnTo>
                    <a:pt x="125800" y="277254"/>
                  </a:lnTo>
                  <a:lnTo>
                    <a:pt x="129237" y="273199"/>
                  </a:lnTo>
                  <a:lnTo>
                    <a:pt x="132543" y="269036"/>
                  </a:lnTo>
                  <a:lnTo>
                    <a:pt x="135715" y="264770"/>
                  </a:lnTo>
                  <a:lnTo>
                    <a:pt x="138749" y="260406"/>
                  </a:lnTo>
                  <a:lnTo>
                    <a:pt x="141644" y="255947"/>
                  </a:lnTo>
                  <a:lnTo>
                    <a:pt x="144395" y="251398"/>
                  </a:lnTo>
                  <a:lnTo>
                    <a:pt x="147000" y="246765"/>
                  </a:lnTo>
                  <a:lnTo>
                    <a:pt x="149457" y="242050"/>
                  </a:lnTo>
                  <a:lnTo>
                    <a:pt x="151762" y="237260"/>
                  </a:lnTo>
                  <a:lnTo>
                    <a:pt x="153914" y="232399"/>
                  </a:lnTo>
                  <a:lnTo>
                    <a:pt x="155910" y="227473"/>
                  </a:lnTo>
                  <a:lnTo>
                    <a:pt x="157749" y="222485"/>
                  </a:lnTo>
                  <a:lnTo>
                    <a:pt x="159428" y="217441"/>
                  </a:lnTo>
                  <a:lnTo>
                    <a:pt x="160946" y="212347"/>
                  </a:lnTo>
                  <a:lnTo>
                    <a:pt x="162301" y="207206"/>
                  </a:lnTo>
                  <a:lnTo>
                    <a:pt x="163492" y="202026"/>
                  </a:lnTo>
                  <a:lnTo>
                    <a:pt x="164518" y="196810"/>
                  </a:lnTo>
                  <a:lnTo>
                    <a:pt x="165377" y="191564"/>
                  </a:lnTo>
                  <a:lnTo>
                    <a:pt x="166069" y="186293"/>
                  </a:lnTo>
                  <a:lnTo>
                    <a:pt x="166593" y="181003"/>
                  </a:lnTo>
                  <a:lnTo>
                    <a:pt x="166949" y="175699"/>
                  </a:lnTo>
                  <a:lnTo>
                    <a:pt x="167136" y="170386"/>
                  </a:lnTo>
                  <a:lnTo>
                    <a:pt x="167154" y="165071"/>
                  </a:lnTo>
                  <a:lnTo>
                    <a:pt x="167003" y="159757"/>
                  </a:lnTo>
                  <a:lnTo>
                    <a:pt x="166683" y="154451"/>
                  </a:lnTo>
                  <a:lnTo>
                    <a:pt x="166194" y="149157"/>
                  </a:lnTo>
                  <a:lnTo>
                    <a:pt x="165537" y="143882"/>
                  </a:lnTo>
                  <a:lnTo>
                    <a:pt x="164713" y="138630"/>
                  </a:lnTo>
                  <a:lnTo>
                    <a:pt x="163723" y="133408"/>
                  </a:lnTo>
                  <a:lnTo>
                    <a:pt x="162566" y="128219"/>
                  </a:lnTo>
                  <a:lnTo>
                    <a:pt x="161246" y="123070"/>
                  </a:lnTo>
                  <a:lnTo>
                    <a:pt x="159762" y="117965"/>
                  </a:lnTo>
                  <a:lnTo>
                    <a:pt x="158117" y="112910"/>
                  </a:lnTo>
                  <a:lnTo>
                    <a:pt x="156312" y="107910"/>
                  </a:lnTo>
                  <a:lnTo>
                    <a:pt x="154349" y="102970"/>
                  </a:lnTo>
                  <a:lnTo>
                    <a:pt x="152230" y="98095"/>
                  </a:lnTo>
                  <a:lnTo>
                    <a:pt x="149956" y="93289"/>
                  </a:lnTo>
                  <a:lnTo>
                    <a:pt x="147532" y="88559"/>
                  </a:lnTo>
                  <a:lnTo>
                    <a:pt x="144958" y="83908"/>
                  </a:lnTo>
                  <a:lnTo>
                    <a:pt x="142237" y="79341"/>
                  </a:lnTo>
                  <a:lnTo>
                    <a:pt x="139373" y="74863"/>
                  </a:lnTo>
                  <a:lnTo>
                    <a:pt x="136367" y="70478"/>
                  </a:lnTo>
                  <a:lnTo>
                    <a:pt x="133224" y="66191"/>
                  </a:lnTo>
                  <a:lnTo>
                    <a:pt x="129946" y="62006"/>
                  </a:lnTo>
                  <a:lnTo>
                    <a:pt x="126537" y="57927"/>
                  </a:lnTo>
                  <a:lnTo>
                    <a:pt x="122999" y="53959"/>
                  </a:lnTo>
                  <a:lnTo>
                    <a:pt x="119338" y="50105"/>
                  </a:lnTo>
                  <a:lnTo>
                    <a:pt x="115555" y="46370"/>
                  </a:lnTo>
                  <a:lnTo>
                    <a:pt x="111656" y="42757"/>
                  </a:lnTo>
                  <a:lnTo>
                    <a:pt x="107644" y="39270"/>
                  </a:lnTo>
                  <a:lnTo>
                    <a:pt x="103523" y="35912"/>
                  </a:lnTo>
                  <a:lnTo>
                    <a:pt x="99297" y="32687"/>
                  </a:lnTo>
                  <a:lnTo>
                    <a:pt x="94971" y="29597"/>
                  </a:lnTo>
                  <a:lnTo>
                    <a:pt x="90549" y="26647"/>
                  </a:lnTo>
                  <a:lnTo>
                    <a:pt x="86035" y="23839"/>
                  </a:lnTo>
                  <a:lnTo>
                    <a:pt x="81434" y="21176"/>
                  </a:lnTo>
                  <a:lnTo>
                    <a:pt x="76751" y="18661"/>
                  </a:lnTo>
                  <a:lnTo>
                    <a:pt x="71991" y="16295"/>
                  </a:lnTo>
                  <a:lnTo>
                    <a:pt x="67157" y="14083"/>
                  </a:lnTo>
                  <a:lnTo>
                    <a:pt x="62256" y="12025"/>
                  </a:lnTo>
                  <a:lnTo>
                    <a:pt x="57291" y="10124"/>
                  </a:lnTo>
                  <a:lnTo>
                    <a:pt x="52269" y="8381"/>
                  </a:lnTo>
                  <a:lnTo>
                    <a:pt x="47194" y="6800"/>
                  </a:lnTo>
                  <a:lnTo>
                    <a:pt x="42071" y="5380"/>
                  </a:lnTo>
                  <a:lnTo>
                    <a:pt x="36906" y="4124"/>
                  </a:lnTo>
                  <a:lnTo>
                    <a:pt x="31703" y="3033"/>
                  </a:lnTo>
                  <a:lnTo>
                    <a:pt x="26468" y="2108"/>
                  </a:lnTo>
                  <a:lnTo>
                    <a:pt x="21207" y="1350"/>
                  </a:lnTo>
                  <a:lnTo>
                    <a:pt x="15924" y="760"/>
                  </a:lnTo>
                  <a:lnTo>
                    <a:pt x="10625" y="338"/>
                  </a:lnTo>
                  <a:lnTo>
                    <a:pt x="531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0583" y="1681503"/>
              <a:ext cx="42651" cy="167167"/>
            </a:xfrm>
            <a:custGeom>
              <a:avLst/>
              <a:pathLst>
                <a:path w="42651" h="167167">
                  <a:moveTo>
                    <a:pt x="42651" y="0"/>
                  </a:moveTo>
                  <a:lnTo>
                    <a:pt x="36491" y="113"/>
                  </a:lnTo>
                  <a:lnTo>
                    <a:pt x="30339" y="453"/>
                  </a:lnTo>
                  <a:lnTo>
                    <a:pt x="24205" y="1020"/>
                  </a:lnTo>
                  <a:lnTo>
                    <a:pt x="18095" y="1813"/>
                  </a:lnTo>
                  <a:lnTo>
                    <a:pt x="12019" y="2830"/>
                  </a:lnTo>
                  <a:lnTo>
                    <a:pt x="5984" y="4070"/>
                  </a:lnTo>
                  <a:lnTo>
                    <a:pt x="0" y="5532"/>
                  </a:lnTo>
                  <a:lnTo>
                    <a:pt x="426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80583" y="1687035"/>
              <a:ext cx="42651" cy="161634"/>
            </a:xfrm>
            <a:custGeom>
              <a:avLst/>
              <a:pathLst>
                <a:path w="42651" h="161634">
                  <a:moveTo>
                    <a:pt x="0" y="0"/>
                  </a:moveTo>
                  <a:lnTo>
                    <a:pt x="42651" y="1616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256084" y="1687035"/>
              <a:ext cx="334317" cy="328797"/>
            </a:xfrm>
            <a:custGeom>
              <a:avLst/>
              <a:pathLst>
                <a:path w="334317" h="328797">
                  <a:moveTo>
                    <a:pt x="124499" y="0"/>
                  </a:moveTo>
                  <a:lnTo>
                    <a:pt x="119413" y="1428"/>
                  </a:lnTo>
                  <a:lnTo>
                    <a:pt x="114375" y="3016"/>
                  </a:lnTo>
                  <a:lnTo>
                    <a:pt x="109390" y="4763"/>
                  </a:lnTo>
                  <a:lnTo>
                    <a:pt x="104462" y="6666"/>
                  </a:lnTo>
                  <a:lnTo>
                    <a:pt x="99597" y="8724"/>
                  </a:lnTo>
                  <a:lnTo>
                    <a:pt x="94800" y="10934"/>
                  </a:lnTo>
                  <a:lnTo>
                    <a:pt x="90075" y="13296"/>
                  </a:lnTo>
                  <a:lnTo>
                    <a:pt x="85426" y="15805"/>
                  </a:lnTo>
                  <a:lnTo>
                    <a:pt x="80860" y="18460"/>
                  </a:lnTo>
                  <a:lnTo>
                    <a:pt x="76379" y="21258"/>
                  </a:lnTo>
                  <a:lnTo>
                    <a:pt x="71989" y="24196"/>
                  </a:lnTo>
                  <a:lnTo>
                    <a:pt x="67694" y="27271"/>
                  </a:lnTo>
                  <a:lnTo>
                    <a:pt x="63499" y="30480"/>
                  </a:lnTo>
                  <a:lnTo>
                    <a:pt x="59407" y="33820"/>
                  </a:lnTo>
                  <a:lnTo>
                    <a:pt x="55422" y="37288"/>
                  </a:lnTo>
                  <a:lnTo>
                    <a:pt x="51549" y="40881"/>
                  </a:lnTo>
                  <a:lnTo>
                    <a:pt x="47792" y="44593"/>
                  </a:lnTo>
                  <a:lnTo>
                    <a:pt x="44153" y="48423"/>
                  </a:lnTo>
                  <a:lnTo>
                    <a:pt x="40638" y="52365"/>
                  </a:lnTo>
                  <a:lnTo>
                    <a:pt x="37249" y="56417"/>
                  </a:lnTo>
                  <a:lnTo>
                    <a:pt x="33989" y="60574"/>
                  </a:lnTo>
                  <a:lnTo>
                    <a:pt x="30863" y="64832"/>
                  </a:lnTo>
                  <a:lnTo>
                    <a:pt x="27872" y="69186"/>
                  </a:lnTo>
                  <a:lnTo>
                    <a:pt x="25021" y="73632"/>
                  </a:lnTo>
                  <a:lnTo>
                    <a:pt x="22311" y="78167"/>
                  </a:lnTo>
                  <a:lnTo>
                    <a:pt x="19746" y="82785"/>
                  </a:lnTo>
                  <a:lnTo>
                    <a:pt x="17329" y="87481"/>
                  </a:lnTo>
                  <a:lnTo>
                    <a:pt x="15061" y="92252"/>
                  </a:lnTo>
                  <a:lnTo>
                    <a:pt x="12944" y="97092"/>
                  </a:lnTo>
                  <a:lnTo>
                    <a:pt x="10982" y="101996"/>
                  </a:lnTo>
                  <a:lnTo>
                    <a:pt x="9176" y="106960"/>
                  </a:lnTo>
                  <a:lnTo>
                    <a:pt x="7527" y="111979"/>
                  </a:lnTo>
                  <a:lnTo>
                    <a:pt x="6038" y="117047"/>
                  </a:lnTo>
                  <a:lnTo>
                    <a:pt x="4710" y="122159"/>
                  </a:lnTo>
                  <a:lnTo>
                    <a:pt x="3544" y="127311"/>
                  </a:lnTo>
                  <a:lnTo>
                    <a:pt x="2541" y="132498"/>
                  </a:lnTo>
                  <a:lnTo>
                    <a:pt x="1703" y="137713"/>
                  </a:lnTo>
                  <a:lnTo>
                    <a:pt x="1029" y="142952"/>
                  </a:lnTo>
                  <a:lnTo>
                    <a:pt x="522" y="148210"/>
                  </a:lnTo>
                  <a:lnTo>
                    <a:pt x="181" y="153481"/>
                  </a:lnTo>
                  <a:lnTo>
                    <a:pt x="7" y="158761"/>
                  </a:lnTo>
                  <a:lnTo>
                    <a:pt x="0" y="164043"/>
                  </a:lnTo>
                  <a:lnTo>
                    <a:pt x="159" y="169323"/>
                  </a:lnTo>
                  <a:lnTo>
                    <a:pt x="485" y="174595"/>
                  </a:lnTo>
                  <a:lnTo>
                    <a:pt x="978" y="179855"/>
                  </a:lnTo>
                  <a:lnTo>
                    <a:pt x="1637" y="185096"/>
                  </a:lnTo>
                  <a:lnTo>
                    <a:pt x="2461" y="190313"/>
                  </a:lnTo>
                  <a:lnTo>
                    <a:pt x="3449" y="195503"/>
                  </a:lnTo>
                  <a:lnTo>
                    <a:pt x="4601" y="200658"/>
                  </a:lnTo>
                  <a:lnTo>
                    <a:pt x="5915" y="205774"/>
                  </a:lnTo>
                  <a:lnTo>
                    <a:pt x="7390" y="210846"/>
                  </a:lnTo>
                  <a:lnTo>
                    <a:pt x="9025" y="215869"/>
                  </a:lnTo>
                  <a:lnTo>
                    <a:pt x="10817" y="220838"/>
                  </a:lnTo>
                  <a:lnTo>
                    <a:pt x="12766" y="225748"/>
                  </a:lnTo>
                  <a:lnTo>
                    <a:pt x="14868" y="230594"/>
                  </a:lnTo>
                  <a:lnTo>
                    <a:pt x="17123" y="235371"/>
                  </a:lnTo>
                  <a:lnTo>
                    <a:pt x="19528" y="240074"/>
                  </a:lnTo>
                  <a:lnTo>
                    <a:pt x="22080" y="244699"/>
                  </a:lnTo>
                  <a:lnTo>
                    <a:pt x="24777" y="249241"/>
                  </a:lnTo>
                  <a:lnTo>
                    <a:pt x="27616" y="253695"/>
                  </a:lnTo>
                  <a:lnTo>
                    <a:pt x="30594" y="258058"/>
                  </a:lnTo>
                  <a:lnTo>
                    <a:pt x="33709" y="262324"/>
                  </a:lnTo>
                  <a:lnTo>
                    <a:pt x="36957" y="266490"/>
                  </a:lnTo>
                  <a:lnTo>
                    <a:pt x="40335" y="270551"/>
                  </a:lnTo>
                  <a:lnTo>
                    <a:pt x="43839" y="274504"/>
                  </a:lnTo>
                  <a:lnTo>
                    <a:pt x="47467" y="278343"/>
                  </a:lnTo>
                  <a:lnTo>
                    <a:pt x="51214" y="282066"/>
                  </a:lnTo>
                  <a:lnTo>
                    <a:pt x="55077" y="285669"/>
                  </a:lnTo>
                  <a:lnTo>
                    <a:pt x="59052" y="289148"/>
                  </a:lnTo>
                  <a:lnTo>
                    <a:pt x="63134" y="292500"/>
                  </a:lnTo>
                  <a:lnTo>
                    <a:pt x="67321" y="295721"/>
                  </a:lnTo>
                  <a:lnTo>
                    <a:pt x="71607" y="298808"/>
                  </a:lnTo>
                  <a:lnTo>
                    <a:pt x="75989" y="301758"/>
                  </a:lnTo>
                  <a:lnTo>
                    <a:pt x="80462" y="304569"/>
                  </a:lnTo>
                  <a:lnTo>
                    <a:pt x="85021" y="307236"/>
                  </a:lnTo>
                  <a:lnTo>
                    <a:pt x="89662" y="309758"/>
                  </a:lnTo>
                  <a:lnTo>
                    <a:pt x="94381" y="312133"/>
                  </a:lnTo>
                  <a:lnTo>
                    <a:pt x="99173" y="314357"/>
                  </a:lnTo>
                  <a:lnTo>
                    <a:pt x="104032" y="316428"/>
                  </a:lnTo>
                  <a:lnTo>
                    <a:pt x="108954" y="318345"/>
                  </a:lnTo>
                  <a:lnTo>
                    <a:pt x="113934" y="320105"/>
                  </a:lnTo>
                  <a:lnTo>
                    <a:pt x="118968" y="321708"/>
                  </a:lnTo>
                  <a:lnTo>
                    <a:pt x="124049" y="323150"/>
                  </a:lnTo>
                  <a:lnTo>
                    <a:pt x="129174" y="324431"/>
                  </a:lnTo>
                  <a:lnTo>
                    <a:pt x="134336" y="325550"/>
                  </a:lnTo>
                  <a:lnTo>
                    <a:pt x="139532" y="326505"/>
                  </a:lnTo>
                  <a:lnTo>
                    <a:pt x="144755" y="327295"/>
                  </a:lnTo>
                  <a:lnTo>
                    <a:pt x="150000" y="327920"/>
                  </a:lnTo>
                  <a:lnTo>
                    <a:pt x="155262" y="328379"/>
                  </a:lnTo>
                  <a:lnTo>
                    <a:pt x="160537" y="328671"/>
                  </a:lnTo>
                  <a:lnTo>
                    <a:pt x="165817" y="328797"/>
                  </a:lnTo>
                  <a:lnTo>
                    <a:pt x="171100" y="328755"/>
                  </a:lnTo>
                  <a:lnTo>
                    <a:pt x="176378" y="328547"/>
                  </a:lnTo>
                  <a:lnTo>
                    <a:pt x="181647" y="328172"/>
                  </a:lnTo>
                  <a:lnTo>
                    <a:pt x="186901" y="327631"/>
                  </a:lnTo>
                  <a:lnTo>
                    <a:pt x="192136" y="326924"/>
                  </a:lnTo>
                  <a:lnTo>
                    <a:pt x="197346" y="326052"/>
                  </a:lnTo>
                  <a:lnTo>
                    <a:pt x="202526" y="325016"/>
                  </a:lnTo>
                  <a:lnTo>
                    <a:pt x="207670" y="323817"/>
                  </a:lnTo>
                  <a:lnTo>
                    <a:pt x="212774" y="322455"/>
                  </a:lnTo>
                  <a:lnTo>
                    <a:pt x="217832" y="320934"/>
                  </a:lnTo>
                  <a:lnTo>
                    <a:pt x="222840" y="319253"/>
                  </a:lnTo>
                  <a:lnTo>
                    <a:pt x="227792" y="317414"/>
                  </a:lnTo>
                  <a:lnTo>
                    <a:pt x="232684" y="315421"/>
                  </a:lnTo>
                  <a:lnTo>
                    <a:pt x="237510" y="313273"/>
                  </a:lnTo>
                  <a:lnTo>
                    <a:pt x="242266" y="310975"/>
                  </a:lnTo>
                  <a:lnTo>
                    <a:pt x="246947" y="308527"/>
                  </a:lnTo>
                  <a:lnTo>
                    <a:pt x="251548" y="305932"/>
                  </a:lnTo>
                  <a:lnTo>
                    <a:pt x="256065" y="303194"/>
                  </a:lnTo>
                  <a:lnTo>
                    <a:pt x="260493" y="300314"/>
                  </a:lnTo>
                  <a:lnTo>
                    <a:pt x="264828" y="297295"/>
                  </a:lnTo>
                  <a:lnTo>
                    <a:pt x="269066" y="294141"/>
                  </a:lnTo>
                  <a:lnTo>
                    <a:pt x="273201" y="290855"/>
                  </a:lnTo>
                  <a:lnTo>
                    <a:pt x="277231" y="287440"/>
                  </a:lnTo>
                  <a:lnTo>
                    <a:pt x="281151" y="283899"/>
                  </a:lnTo>
                  <a:lnTo>
                    <a:pt x="284957" y="280236"/>
                  </a:lnTo>
                  <a:lnTo>
                    <a:pt x="288645" y="276455"/>
                  </a:lnTo>
                  <a:lnTo>
                    <a:pt x="292213" y="272559"/>
                  </a:lnTo>
                  <a:lnTo>
                    <a:pt x="295655" y="268552"/>
                  </a:lnTo>
                  <a:lnTo>
                    <a:pt x="298969" y="264438"/>
                  </a:lnTo>
                  <a:lnTo>
                    <a:pt x="302151" y="260222"/>
                  </a:lnTo>
                  <a:lnTo>
                    <a:pt x="305199" y="255908"/>
                  </a:lnTo>
                  <a:lnTo>
                    <a:pt x="308108" y="251499"/>
                  </a:lnTo>
                  <a:lnTo>
                    <a:pt x="310877" y="247000"/>
                  </a:lnTo>
                  <a:lnTo>
                    <a:pt x="313502" y="242417"/>
                  </a:lnTo>
                  <a:lnTo>
                    <a:pt x="315982" y="237752"/>
                  </a:lnTo>
                  <a:lnTo>
                    <a:pt x="318312" y="233012"/>
                  </a:lnTo>
                  <a:lnTo>
                    <a:pt x="320492" y="228200"/>
                  </a:lnTo>
                  <a:lnTo>
                    <a:pt x="322519" y="223322"/>
                  </a:lnTo>
                  <a:lnTo>
                    <a:pt x="324390" y="218383"/>
                  </a:lnTo>
                  <a:lnTo>
                    <a:pt x="326105" y="213386"/>
                  </a:lnTo>
                  <a:lnTo>
                    <a:pt x="327660" y="208338"/>
                  </a:lnTo>
                  <a:lnTo>
                    <a:pt x="329056" y="203244"/>
                  </a:lnTo>
                  <a:lnTo>
                    <a:pt x="330290" y="198107"/>
                  </a:lnTo>
                  <a:lnTo>
                    <a:pt x="331361" y="192935"/>
                  </a:lnTo>
                  <a:lnTo>
                    <a:pt x="332268" y="187731"/>
                  </a:lnTo>
                  <a:lnTo>
                    <a:pt x="333010" y="182501"/>
                  </a:lnTo>
                  <a:lnTo>
                    <a:pt x="333586" y="177250"/>
                  </a:lnTo>
                  <a:lnTo>
                    <a:pt x="333996" y="171984"/>
                  </a:lnTo>
                  <a:lnTo>
                    <a:pt x="334240" y="166707"/>
                  </a:lnTo>
                  <a:lnTo>
                    <a:pt x="334317" y="161425"/>
                  </a:lnTo>
                  <a:lnTo>
                    <a:pt x="334227" y="156144"/>
                  </a:lnTo>
                  <a:lnTo>
                    <a:pt x="333970" y="150868"/>
                  </a:lnTo>
                  <a:lnTo>
                    <a:pt x="333546" y="145602"/>
                  </a:lnTo>
                  <a:lnTo>
                    <a:pt x="332957" y="140353"/>
                  </a:lnTo>
                  <a:lnTo>
                    <a:pt x="332202" y="135125"/>
                  </a:lnTo>
                  <a:lnTo>
                    <a:pt x="331282" y="129923"/>
                  </a:lnTo>
                  <a:lnTo>
                    <a:pt x="330198" y="124753"/>
                  </a:lnTo>
                  <a:lnTo>
                    <a:pt x="328951" y="119620"/>
                  </a:lnTo>
                  <a:lnTo>
                    <a:pt x="327543" y="114529"/>
                  </a:lnTo>
                  <a:lnTo>
                    <a:pt x="325975" y="109485"/>
                  </a:lnTo>
                  <a:lnTo>
                    <a:pt x="324248" y="104493"/>
                  </a:lnTo>
                  <a:lnTo>
                    <a:pt x="322364" y="99558"/>
                  </a:lnTo>
                  <a:lnTo>
                    <a:pt x="320325" y="94685"/>
                  </a:lnTo>
                  <a:lnTo>
                    <a:pt x="318133" y="89879"/>
                  </a:lnTo>
                  <a:lnTo>
                    <a:pt x="315791" y="85144"/>
                  </a:lnTo>
                  <a:lnTo>
                    <a:pt x="313300" y="80486"/>
                  </a:lnTo>
                  <a:lnTo>
                    <a:pt x="310663" y="75909"/>
                  </a:lnTo>
                  <a:lnTo>
                    <a:pt x="307883" y="71417"/>
                  </a:lnTo>
                  <a:lnTo>
                    <a:pt x="304962" y="67016"/>
                  </a:lnTo>
                  <a:lnTo>
                    <a:pt x="301904" y="62709"/>
                  </a:lnTo>
                  <a:lnTo>
                    <a:pt x="298711" y="58501"/>
                  </a:lnTo>
                  <a:lnTo>
                    <a:pt x="295387" y="54396"/>
                  </a:lnTo>
                  <a:lnTo>
                    <a:pt x="291935" y="50398"/>
                  </a:lnTo>
                  <a:lnTo>
                    <a:pt x="288358" y="46510"/>
                  </a:lnTo>
                  <a:lnTo>
                    <a:pt x="284660" y="42738"/>
                  </a:lnTo>
                  <a:lnTo>
                    <a:pt x="280845" y="39085"/>
                  </a:lnTo>
                  <a:lnTo>
                    <a:pt x="276916" y="35554"/>
                  </a:lnTo>
                  <a:lnTo>
                    <a:pt x="272878" y="32149"/>
                  </a:lnTo>
                  <a:lnTo>
                    <a:pt x="268734" y="28873"/>
                  </a:lnTo>
                  <a:lnTo>
                    <a:pt x="264488" y="25730"/>
                  </a:lnTo>
                  <a:lnTo>
                    <a:pt x="260146" y="22722"/>
                  </a:lnTo>
                  <a:lnTo>
                    <a:pt x="255711" y="19853"/>
                  </a:lnTo>
                  <a:lnTo>
                    <a:pt x="251187" y="17126"/>
                  </a:lnTo>
                  <a:lnTo>
                    <a:pt x="167150" y="1616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423235" y="1681503"/>
              <a:ext cx="84037" cy="167167"/>
            </a:xfrm>
            <a:custGeom>
              <a:avLst/>
              <a:pathLst>
                <a:path w="84037" h="167167">
                  <a:moveTo>
                    <a:pt x="84037" y="22658"/>
                  </a:moveTo>
                  <a:lnTo>
                    <a:pt x="78911" y="19797"/>
                  </a:lnTo>
                  <a:lnTo>
                    <a:pt x="73689" y="17118"/>
                  </a:lnTo>
                  <a:lnTo>
                    <a:pt x="68375" y="14623"/>
                  </a:lnTo>
                  <a:lnTo>
                    <a:pt x="62978" y="12316"/>
                  </a:lnTo>
                  <a:lnTo>
                    <a:pt x="57502" y="10201"/>
                  </a:lnTo>
                  <a:lnTo>
                    <a:pt x="51956" y="8279"/>
                  </a:lnTo>
                  <a:lnTo>
                    <a:pt x="46346" y="6553"/>
                  </a:lnTo>
                  <a:lnTo>
                    <a:pt x="40678" y="5024"/>
                  </a:lnTo>
                  <a:lnTo>
                    <a:pt x="34961" y="3696"/>
                  </a:lnTo>
                  <a:lnTo>
                    <a:pt x="29200" y="2570"/>
                  </a:lnTo>
                  <a:lnTo>
                    <a:pt x="23403" y="1646"/>
                  </a:lnTo>
                  <a:lnTo>
                    <a:pt x="17578" y="926"/>
                  </a:lnTo>
                  <a:lnTo>
                    <a:pt x="11730" y="412"/>
                  </a:lnTo>
                  <a:lnTo>
                    <a:pt x="5868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853891" y="1322571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2" y="757"/>
                  </a:lnTo>
                  <a:lnTo>
                    <a:pt x="145978" y="1345"/>
                  </a:lnTo>
                  <a:lnTo>
                    <a:pt x="140726" y="2101"/>
                  </a:lnTo>
                  <a:lnTo>
                    <a:pt x="135500" y="3023"/>
                  </a:lnTo>
                  <a:lnTo>
                    <a:pt x="130306" y="4110"/>
                  </a:lnTo>
                  <a:lnTo>
                    <a:pt x="125149" y="5361"/>
                  </a:lnTo>
                  <a:lnTo>
                    <a:pt x="120035" y="6776"/>
                  </a:lnTo>
                  <a:lnTo>
                    <a:pt x="114968" y="8352"/>
                  </a:lnTo>
                  <a:lnTo>
                    <a:pt x="109954" y="10088"/>
                  </a:lnTo>
                  <a:lnTo>
                    <a:pt x="104997" y="11982"/>
                  </a:lnTo>
                  <a:lnTo>
                    <a:pt x="100103" y="14033"/>
                  </a:lnTo>
                  <a:lnTo>
                    <a:pt x="95276" y="16238"/>
                  </a:lnTo>
                  <a:lnTo>
                    <a:pt x="90522" y="18595"/>
                  </a:lnTo>
                  <a:lnTo>
                    <a:pt x="85845" y="21102"/>
                  </a:lnTo>
                  <a:lnTo>
                    <a:pt x="81250" y="23756"/>
                  </a:lnTo>
                  <a:lnTo>
                    <a:pt x="76742" y="26555"/>
                  </a:lnTo>
                  <a:lnTo>
                    <a:pt x="72325" y="29495"/>
                  </a:lnTo>
                  <a:lnTo>
                    <a:pt x="68003" y="32574"/>
                  </a:lnTo>
                  <a:lnTo>
                    <a:pt x="63781" y="35788"/>
                  </a:lnTo>
                  <a:lnTo>
                    <a:pt x="59663" y="39135"/>
                  </a:lnTo>
                  <a:lnTo>
                    <a:pt x="55654" y="42611"/>
                  </a:lnTo>
                  <a:lnTo>
                    <a:pt x="51757" y="46212"/>
                  </a:lnTo>
                  <a:lnTo>
                    <a:pt x="47976" y="49936"/>
                  </a:lnTo>
                  <a:lnTo>
                    <a:pt x="44315" y="53777"/>
                  </a:lnTo>
                  <a:lnTo>
                    <a:pt x="40778" y="57733"/>
                  </a:lnTo>
                  <a:lnTo>
                    <a:pt x="37369" y="61799"/>
                  </a:lnTo>
                  <a:lnTo>
                    <a:pt x="34090" y="65971"/>
                  </a:lnTo>
                  <a:lnTo>
                    <a:pt x="30945" y="70245"/>
                  </a:lnTo>
                  <a:lnTo>
                    <a:pt x="27937" y="74617"/>
                  </a:lnTo>
                  <a:lnTo>
                    <a:pt x="25070" y="79082"/>
                  </a:lnTo>
                  <a:lnTo>
                    <a:pt x="22346" y="83636"/>
                  </a:lnTo>
                  <a:lnTo>
                    <a:pt x="19768" y="88273"/>
                  </a:lnTo>
                  <a:lnTo>
                    <a:pt x="17338" y="92991"/>
                  </a:lnTo>
                  <a:lnTo>
                    <a:pt x="15059" y="97783"/>
                  </a:lnTo>
                  <a:lnTo>
                    <a:pt x="12934" y="102645"/>
                  </a:lnTo>
                  <a:lnTo>
                    <a:pt x="10963" y="107572"/>
                  </a:lnTo>
                  <a:lnTo>
                    <a:pt x="9151" y="112559"/>
                  </a:lnTo>
                  <a:lnTo>
                    <a:pt x="7497" y="117601"/>
                  </a:lnTo>
                  <a:lnTo>
                    <a:pt x="6004" y="122694"/>
                  </a:lnTo>
                  <a:lnTo>
                    <a:pt x="4674" y="127830"/>
                  </a:lnTo>
                  <a:lnTo>
                    <a:pt x="3507" y="133007"/>
                  </a:lnTo>
                  <a:lnTo>
                    <a:pt x="2506" y="138218"/>
                  </a:lnTo>
                  <a:lnTo>
                    <a:pt x="1670" y="143458"/>
                  </a:lnTo>
                  <a:lnTo>
                    <a:pt x="1001" y="148722"/>
                  </a:lnTo>
                  <a:lnTo>
                    <a:pt x="499" y="154005"/>
                  </a:lnTo>
                  <a:lnTo>
                    <a:pt x="165" y="159301"/>
                  </a:lnTo>
                  <a:lnTo>
                    <a:pt x="0" y="164604"/>
                  </a:lnTo>
                  <a:lnTo>
                    <a:pt x="2" y="169911"/>
                  </a:lnTo>
                  <a:lnTo>
                    <a:pt x="174" y="175214"/>
                  </a:lnTo>
                  <a:lnTo>
                    <a:pt x="513" y="180510"/>
                  </a:lnTo>
                  <a:lnTo>
                    <a:pt x="1021" y="185792"/>
                  </a:lnTo>
                  <a:lnTo>
                    <a:pt x="1695" y="191055"/>
                  </a:lnTo>
                  <a:lnTo>
                    <a:pt x="2537" y="196294"/>
                  </a:lnTo>
                  <a:lnTo>
                    <a:pt x="3544" y="201504"/>
                  </a:lnTo>
                  <a:lnTo>
                    <a:pt x="4717" y="206680"/>
                  </a:lnTo>
                  <a:lnTo>
                    <a:pt x="6053" y="211815"/>
                  </a:lnTo>
                  <a:lnTo>
                    <a:pt x="7551" y="216905"/>
                  </a:lnTo>
                  <a:lnTo>
                    <a:pt x="9210" y="221946"/>
                  </a:lnTo>
                  <a:lnTo>
                    <a:pt x="11028" y="226931"/>
                  </a:lnTo>
                  <a:lnTo>
                    <a:pt x="13004" y="231856"/>
                  </a:lnTo>
                  <a:lnTo>
                    <a:pt x="15134" y="236716"/>
                  </a:lnTo>
                  <a:lnTo>
                    <a:pt x="17418" y="241505"/>
                  </a:lnTo>
                  <a:lnTo>
                    <a:pt x="19853" y="246220"/>
                  </a:lnTo>
                  <a:lnTo>
                    <a:pt x="22436" y="250855"/>
                  </a:lnTo>
                  <a:lnTo>
                    <a:pt x="25166" y="255406"/>
                  </a:lnTo>
                  <a:lnTo>
                    <a:pt x="28038" y="259868"/>
                  </a:lnTo>
                  <a:lnTo>
                    <a:pt x="31050" y="264236"/>
                  </a:lnTo>
                  <a:lnTo>
                    <a:pt x="34199" y="268507"/>
                  </a:lnTo>
                  <a:lnTo>
                    <a:pt x="37483" y="272676"/>
                  </a:lnTo>
                  <a:lnTo>
                    <a:pt x="40897" y="276738"/>
                  </a:lnTo>
                  <a:lnTo>
                    <a:pt x="44438" y="280690"/>
                  </a:lnTo>
                  <a:lnTo>
                    <a:pt x="48103" y="284527"/>
                  </a:lnTo>
                  <a:lnTo>
                    <a:pt x="51888" y="288246"/>
                  </a:lnTo>
                  <a:lnTo>
                    <a:pt x="55789" y="291844"/>
                  </a:lnTo>
                  <a:lnTo>
                    <a:pt x="59802" y="295315"/>
                  </a:lnTo>
                  <a:lnTo>
                    <a:pt x="63923" y="298658"/>
                  </a:lnTo>
                  <a:lnTo>
                    <a:pt x="68149" y="301868"/>
                  </a:lnTo>
                  <a:lnTo>
                    <a:pt x="72474" y="304942"/>
                  </a:lnTo>
                  <a:lnTo>
                    <a:pt x="76895" y="307877"/>
                  </a:lnTo>
                  <a:lnTo>
                    <a:pt x="81406" y="310671"/>
                  </a:lnTo>
                  <a:lnTo>
                    <a:pt x="86004" y="313320"/>
                  </a:lnTo>
                  <a:lnTo>
                    <a:pt x="90683" y="315822"/>
                  </a:lnTo>
                  <a:lnTo>
                    <a:pt x="95440" y="318174"/>
                  </a:lnTo>
                  <a:lnTo>
                    <a:pt x="100269" y="320373"/>
                  </a:lnTo>
                  <a:lnTo>
                    <a:pt x="105165" y="322419"/>
                  </a:lnTo>
                  <a:lnTo>
                    <a:pt x="110124" y="324308"/>
                  </a:lnTo>
                  <a:lnTo>
                    <a:pt x="115140" y="326039"/>
                  </a:lnTo>
                  <a:lnTo>
                    <a:pt x="120209" y="327609"/>
                  </a:lnTo>
                  <a:lnTo>
                    <a:pt x="125325" y="329018"/>
                  </a:lnTo>
                  <a:lnTo>
                    <a:pt x="130483" y="330264"/>
                  </a:lnTo>
                  <a:lnTo>
                    <a:pt x="135678" y="331346"/>
                  </a:lnTo>
                  <a:lnTo>
                    <a:pt x="140905" y="332262"/>
                  </a:lnTo>
                  <a:lnTo>
                    <a:pt x="146158" y="333011"/>
                  </a:lnTo>
                  <a:lnTo>
                    <a:pt x="151432" y="333594"/>
                  </a:lnTo>
                  <a:lnTo>
                    <a:pt x="156722" y="334009"/>
                  </a:lnTo>
                  <a:lnTo>
                    <a:pt x="162023" y="334256"/>
                  </a:lnTo>
                  <a:lnTo>
                    <a:pt x="167328" y="334334"/>
                  </a:lnTo>
                  <a:lnTo>
                    <a:pt x="172634" y="334244"/>
                  </a:lnTo>
                  <a:lnTo>
                    <a:pt x="177934" y="333986"/>
                  </a:lnTo>
                  <a:lnTo>
                    <a:pt x="183223" y="333560"/>
                  </a:lnTo>
                  <a:lnTo>
                    <a:pt x="188496" y="332966"/>
                  </a:lnTo>
                  <a:lnTo>
                    <a:pt x="193748" y="332204"/>
                  </a:lnTo>
                  <a:lnTo>
                    <a:pt x="198973" y="331277"/>
                  </a:lnTo>
                  <a:lnTo>
                    <a:pt x="204165" y="330184"/>
                  </a:lnTo>
                  <a:lnTo>
                    <a:pt x="209321" y="328927"/>
                  </a:lnTo>
                  <a:lnTo>
                    <a:pt x="214433" y="327507"/>
                  </a:lnTo>
                  <a:lnTo>
                    <a:pt x="219499" y="325926"/>
                  </a:lnTo>
                  <a:lnTo>
                    <a:pt x="224511" y="324184"/>
                  </a:lnTo>
                  <a:lnTo>
                    <a:pt x="229466" y="322284"/>
                  </a:lnTo>
                  <a:lnTo>
                    <a:pt x="234358" y="320228"/>
                  </a:lnTo>
                  <a:lnTo>
                    <a:pt x="239182" y="318018"/>
                  </a:lnTo>
                  <a:lnTo>
                    <a:pt x="243933" y="315656"/>
                  </a:lnTo>
                  <a:lnTo>
                    <a:pt x="248607" y="313144"/>
                  </a:lnTo>
                  <a:lnTo>
                    <a:pt x="253200" y="310485"/>
                  </a:lnTo>
                  <a:lnTo>
                    <a:pt x="257705" y="307681"/>
                  </a:lnTo>
                  <a:lnTo>
                    <a:pt x="262119" y="304736"/>
                  </a:lnTo>
                  <a:lnTo>
                    <a:pt x="266437" y="301653"/>
                  </a:lnTo>
                  <a:lnTo>
                    <a:pt x="270656" y="298434"/>
                  </a:lnTo>
                  <a:lnTo>
                    <a:pt x="274770" y="295082"/>
                  </a:lnTo>
                  <a:lnTo>
                    <a:pt x="278776" y="291602"/>
                  </a:lnTo>
                  <a:lnTo>
                    <a:pt x="282669" y="287996"/>
                  </a:lnTo>
                  <a:lnTo>
                    <a:pt x="286446" y="284269"/>
                  </a:lnTo>
                  <a:lnTo>
                    <a:pt x="290102" y="280423"/>
                  </a:lnTo>
                  <a:lnTo>
                    <a:pt x="293635" y="276464"/>
                  </a:lnTo>
                  <a:lnTo>
                    <a:pt x="297040" y="272394"/>
                  </a:lnTo>
                  <a:lnTo>
                    <a:pt x="300315" y="268219"/>
                  </a:lnTo>
                  <a:lnTo>
                    <a:pt x="303455" y="263941"/>
                  </a:lnTo>
                  <a:lnTo>
                    <a:pt x="306458" y="259566"/>
                  </a:lnTo>
                  <a:lnTo>
                    <a:pt x="309320" y="255098"/>
                  </a:lnTo>
                  <a:lnTo>
                    <a:pt x="312039" y="250541"/>
                  </a:lnTo>
                  <a:lnTo>
                    <a:pt x="314612" y="245901"/>
                  </a:lnTo>
                  <a:lnTo>
                    <a:pt x="317037" y="241181"/>
                  </a:lnTo>
                  <a:lnTo>
                    <a:pt x="319311" y="236386"/>
                  </a:lnTo>
                  <a:lnTo>
                    <a:pt x="321431" y="231522"/>
                  </a:lnTo>
                  <a:lnTo>
                    <a:pt x="323396" y="226592"/>
                  </a:lnTo>
                  <a:lnTo>
                    <a:pt x="325203" y="221603"/>
                  </a:lnTo>
                  <a:lnTo>
                    <a:pt x="326851" y="216559"/>
                  </a:lnTo>
                  <a:lnTo>
                    <a:pt x="328338" y="211466"/>
                  </a:lnTo>
                  <a:lnTo>
                    <a:pt x="329663" y="206327"/>
                  </a:lnTo>
                  <a:lnTo>
                    <a:pt x="330824" y="201150"/>
                  </a:lnTo>
                  <a:lnTo>
                    <a:pt x="331820" y="195937"/>
                  </a:lnTo>
                  <a:lnTo>
                    <a:pt x="332651" y="190696"/>
                  </a:lnTo>
                  <a:lnTo>
                    <a:pt x="333314" y="185432"/>
                  </a:lnTo>
                  <a:lnTo>
                    <a:pt x="333810" y="180149"/>
                  </a:lnTo>
                  <a:lnTo>
                    <a:pt x="334138" y="174852"/>
                  </a:lnTo>
                  <a:lnTo>
                    <a:pt x="334298" y="169548"/>
                  </a:lnTo>
                  <a:lnTo>
                    <a:pt x="334289" y="164242"/>
                  </a:lnTo>
                  <a:lnTo>
                    <a:pt x="334112" y="158939"/>
                  </a:lnTo>
                  <a:lnTo>
                    <a:pt x="333767" y="153643"/>
                  </a:lnTo>
                  <a:lnTo>
                    <a:pt x="333254" y="148362"/>
                  </a:lnTo>
                  <a:lnTo>
                    <a:pt x="332573" y="143099"/>
                  </a:lnTo>
                  <a:lnTo>
                    <a:pt x="331726" y="137861"/>
                  </a:lnTo>
                  <a:lnTo>
                    <a:pt x="330713" y="132652"/>
                  </a:lnTo>
                  <a:lnTo>
                    <a:pt x="329535" y="127478"/>
                  </a:lnTo>
                  <a:lnTo>
                    <a:pt x="328194" y="122344"/>
                  </a:lnTo>
                  <a:lnTo>
                    <a:pt x="326690" y="117255"/>
                  </a:lnTo>
                  <a:lnTo>
                    <a:pt x="325025" y="112217"/>
                  </a:lnTo>
                  <a:lnTo>
                    <a:pt x="323202" y="107234"/>
                  </a:lnTo>
                  <a:lnTo>
                    <a:pt x="321221" y="102311"/>
                  </a:lnTo>
                  <a:lnTo>
                    <a:pt x="319085" y="97453"/>
                  </a:lnTo>
                  <a:lnTo>
                    <a:pt x="316796" y="92666"/>
                  </a:lnTo>
                  <a:lnTo>
                    <a:pt x="314356" y="87954"/>
                  </a:lnTo>
                  <a:lnTo>
                    <a:pt x="311767" y="83322"/>
                  </a:lnTo>
                  <a:lnTo>
                    <a:pt x="309033" y="78774"/>
                  </a:lnTo>
                  <a:lnTo>
                    <a:pt x="306156" y="74315"/>
                  </a:lnTo>
                  <a:lnTo>
                    <a:pt x="303139" y="69950"/>
                  </a:lnTo>
                  <a:lnTo>
                    <a:pt x="299985" y="65683"/>
                  </a:lnTo>
                  <a:lnTo>
                    <a:pt x="296697" y="61518"/>
                  </a:lnTo>
                  <a:lnTo>
                    <a:pt x="293279" y="57459"/>
                  </a:lnTo>
                  <a:lnTo>
                    <a:pt x="289733" y="53511"/>
                  </a:lnTo>
                  <a:lnTo>
                    <a:pt x="286064" y="49678"/>
                  </a:lnTo>
                  <a:lnTo>
                    <a:pt x="282275" y="45963"/>
                  </a:lnTo>
                  <a:lnTo>
                    <a:pt x="278370" y="42370"/>
                  </a:lnTo>
                  <a:lnTo>
                    <a:pt x="274354" y="38902"/>
                  </a:lnTo>
                  <a:lnTo>
                    <a:pt x="270229" y="35564"/>
                  </a:lnTo>
                  <a:lnTo>
                    <a:pt x="266000" y="32359"/>
                  </a:lnTo>
                  <a:lnTo>
                    <a:pt x="261671" y="29290"/>
                  </a:lnTo>
                  <a:lnTo>
                    <a:pt x="257248" y="26359"/>
                  </a:lnTo>
                  <a:lnTo>
                    <a:pt x="252733" y="2357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6142"/>
              <a:ext cx="85585" cy="143596"/>
            </a:xfrm>
            <a:custGeom>
              <a:avLst/>
              <a:pathLst>
                <a:path w="85585" h="143596">
                  <a:moveTo>
                    <a:pt x="85585" y="0"/>
                  </a:moveTo>
                  <a:lnTo>
                    <a:pt x="0" y="1435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45230"/>
              <a:ext cx="85585" cy="144508"/>
            </a:xfrm>
            <a:custGeom>
              <a:avLst/>
              <a:pathLst>
                <a:path w="85585" h="144508">
                  <a:moveTo>
                    <a:pt x="85585" y="911"/>
                  </a:moveTo>
                  <a:lnTo>
                    <a:pt x="84037" y="0"/>
                  </a:lnTo>
                  <a:lnTo>
                    <a:pt x="0" y="1445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22571"/>
              <a:ext cx="84037" cy="167167"/>
            </a:xfrm>
            <a:custGeom>
              <a:avLst/>
              <a:pathLst>
                <a:path w="84037" h="167167">
                  <a:moveTo>
                    <a:pt x="84037" y="22658"/>
                  </a:moveTo>
                  <a:lnTo>
                    <a:pt x="78911" y="19797"/>
                  </a:lnTo>
                  <a:lnTo>
                    <a:pt x="73689" y="17118"/>
                  </a:lnTo>
                  <a:lnTo>
                    <a:pt x="68375" y="14623"/>
                  </a:lnTo>
                  <a:lnTo>
                    <a:pt x="62978" y="12316"/>
                  </a:lnTo>
                  <a:lnTo>
                    <a:pt x="57502" y="10201"/>
                  </a:lnTo>
                  <a:lnTo>
                    <a:pt x="51956" y="8279"/>
                  </a:lnTo>
                  <a:lnTo>
                    <a:pt x="46346" y="6553"/>
                  </a:lnTo>
                  <a:lnTo>
                    <a:pt x="40678" y="5024"/>
                  </a:lnTo>
                  <a:lnTo>
                    <a:pt x="34961" y="3696"/>
                  </a:lnTo>
                  <a:lnTo>
                    <a:pt x="29200" y="2570"/>
                  </a:lnTo>
                  <a:lnTo>
                    <a:pt x="23403" y="1646"/>
                  </a:lnTo>
                  <a:lnTo>
                    <a:pt x="17578" y="926"/>
                  </a:lnTo>
                  <a:lnTo>
                    <a:pt x="11730" y="412"/>
                  </a:lnTo>
                  <a:lnTo>
                    <a:pt x="5868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378107" y="1071028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2" y="1348"/>
                  </a:lnTo>
                  <a:lnTo>
                    <a:pt x="140705" y="2105"/>
                  </a:lnTo>
                  <a:lnTo>
                    <a:pt x="135475" y="3028"/>
                  </a:lnTo>
                  <a:lnTo>
                    <a:pt x="130277" y="4117"/>
                  </a:lnTo>
                  <a:lnTo>
                    <a:pt x="125116" y="5371"/>
                  </a:lnTo>
                  <a:lnTo>
                    <a:pt x="119997" y="6788"/>
                  </a:lnTo>
                  <a:lnTo>
                    <a:pt x="114926" y="8367"/>
                  </a:lnTo>
                  <a:lnTo>
                    <a:pt x="109908" y="10106"/>
                  </a:lnTo>
                  <a:lnTo>
                    <a:pt x="104947" y="12004"/>
                  </a:lnTo>
                  <a:lnTo>
                    <a:pt x="100050" y="14058"/>
                  </a:lnTo>
                  <a:lnTo>
                    <a:pt x="95220" y="16267"/>
                  </a:lnTo>
                  <a:lnTo>
                    <a:pt x="90462" y="18628"/>
                  </a:lnTo>
                  <a:lnTo>
                    <a:pt x="85782" y="21139"/>
                  </a:lnTo>
                  <a:lnTo>
                    <a:pt x="81184" y="23798"/>
                  </a:lnTo>
                  <a:lnTo>
                    <a:pt x="76673" y="26601"/>
                  </a:lnTo>
                  <a:lnTo>
                    <a:pt x="72253" y="29546"/>
                  </a:lnTo>
                  <a:lnTo>
                    <a:pt x="67929" y="32630"/>
                  </a:lnTo>
                  <a:lnTo>
                    <a:pt x="63706" y="35850"/>
                  </a:lnTo>
                  <a:lnTo>
                    <a:pt x="59586" y="39203"/>
                  </a:lnTo>
                  <a:lnTo>
                    <a:pt x="55575" y="42684"/>
                  </a:lnTo>
                  <a:lnTo>
                    <a:pt x="51677" y="46292"/>
                  </a:lnTo>
                  <a:lnTo>
                    <a:pt x="47896" y="50021"/>
                  </a:lnTo>
                  <a:lnTo>
                    <a:pt x="44234" y="53868"/>
                  </a:lnTo>
                  <a:lnTo>
                    <a:pt x="40697" y="57830"/>
                  </a:lnTo>
                  <a:lnTo>
                    <a:pt x="37288" y="61903"/>
                  </a:lnTo>
                  <a:lnTo>
                    <a:pt x="34009" y="66081"/>
                  </a:lnTo>
                  <a:lnTo>
                    <a:pt x="30865" y="70362"/>
                  </a:lnTo>
                  <a:lnTo>
                    <a:pt x="27859" y="74740"/>
                  </a:lnTo>
                  <a:lnTo>
                    <a:pt x="24993" y="79212"/>
                  </a:lnTo>
                  <a:lnTo>
                    <a:pt x="22271" y="83772"/>
                  </a:lnTo>
                  <a:lnTo>
                    <a:pt x="19694" y="88417"/>
                  </a:lnTo>
                  <a:lnTo>
                    <a:pt x="17267" y="93141"/>
                  </a:lnTo>
                  <a:lnTo>
                    <a:pt x="14991" y="97939"/>
                  </a:lnTo>
                  <a:lnTo>
                    <a:pt x="12869" y="102808"/>
                  </a:lnTo>
                  <a:lnTo>
                    <a:pt x="10902" y="107742"/>
                  </a:lnTo>
                  <a:lnTo>
                    <a:pt x="9093" y="112735"/>
                  </a:lnTo>
                  <a:lnTo>
                    <a:pt x="7444" y="117784"/>
                  </a:lnTo>
                  <a:lnTo>
                    <a:pt x="5956" y="122882"/>
                  </a:lnTo>
                  <a:lnTo>
                    <a:pt x="4630" y="128025"/>
                  </a:lnTo>
                  <a:lnTo>
                    <a:pt x="3469" y="133208"/>
                  </a:lnTo>
                  <a:lnTo>
                    <a:pt x="2473" y="138425"/>
                  </a:lnTo>
                  <a:lnTo>
                    <a:pt x="1643" y="143671"/>
                  </a:lnTo>
                  <a:lnTo>
                    <a:pt x="980" y="148940"/>
                  </a:lnTo>
                  <a:lnTo>
                    <a:pt x="485" y="154228"/>
                  </a:lnTo>
                  <a:lnTo>
                    <a:pt x="158" y="159530"/>
                  </a:lnTo>
                  <a:lnTo>
                    <a:pt x="0" y="164838"/>
                  </a:lnTo>
                  <a:lnTo>
                    <a:pt x="10" y="170149"/>
                  </a:lnTo>
                  <a:lnTo>
                    <a:pt x="189" y="175458"/>
                  </a:lnTo>
                  <a:lnTo>
                    <a:pt x="537" y="180757"/>
                  </a:lnTo>
                  <a:lnTo>
                    <a:pt x="1052" y="186043"/>
                  </a:lnTo>
                  <a:lnTo>
                    <a:pt x="1736" y="191310"/>
                  </a:lnTo>
                  <a:lnTo>
                    <a:pt x="2586" y="196553"/>
                  </a:lnTo>
                  <a:lnTo>
                    <a:pt x="3603" y="201766"/>
                  </a:lnTo>
                  <a:lnTo>
                    <a:pt x="4785" y="206944"/>
                  </a:lnTo>
                  <a:lnTo>
                    <a:pt x="6130" y="212082"/>
                  </a:lnTo>
                  <a:lnTo>
                    <a:pt x="7638" y="217174"/>
                  </a:lnTo>
                  <a:lnTo>
                    <a:pt x="9307" y="222216"/>
                  </a:lnTo>
                  <a:lnTo>
                    <a:pt x="11136" y="227203"/>
                  </a:lnTo>
                  <a:lnTo>
                    <a:pt x="13122" y="232129"/>
                  </a:lnTo>
                  <a:lnTo>
                    <a:pt x="15263" y="236989"/>
                  </a:lnTo>
                  <a:lnTo>
                    <a:pt x="17558" y="241779"/>
                  </a:lnTo>
                  <a:lnTo>
                    <a:pt x="20004" y="246494"/>
                  </a:lnTo>
                  <a:lnTo>
                    <a:pt x="22598" y="251128"/>
                  </a:lnTo>
                  <a:lnTo>
                    <a:pt x="25338" y="255678"/>
                  </a:lnTo>
                  <a:lnTo>
                    <a:pt x="28221" y="260138"/>
                  </a:lnTo>
                  <a:lnTo>
                    <a:pt x="31245" y="264504"/>
                  </a:lnTo>
                  <a:lnTo>
                    <a:pt x="34406" y="268773"/>
                  </a:lnTo>
                  <a:lnTo>
                    <a:pt x="37701" y="272938"/>
                  </a:lnTo>
                  <a:lnTo>
                    <a:pt x="41126" y="276997"/>
                  </a:lnTo>
                  <a:lnTo>
                    <a:pt x="44679" y="280945"/>
                  </a:lnTo>
                  <a:lnTo>
                    <a:pt x="48355" y="284779"/>
                  </a:lnTo>
                  <a:lnTo>
                    <a:pt x="52151" y="288493"/>
                  </a:lnTo>
                  <a:lnTo>
                    <a:pt x="56063" y="292085"/>
                  </a:lnTo>
                  <a:lnTo>
                    <a:pt x="60088" y="295551"/>
                  </a:lnTo>
                  <a:lnTo>
                    <a:pt x="64220" y="298887"/>
                  </a:lnTo>
                  <a:lnTo>
                    <a:pt x="68457" y="302091"/>
                  </a:lnTo>
                  <a:lnTo>
                    <a:pt x="72793" y="305158"/>
                  </a:lnTo>
                  <a:lnTo>
                    <a:pt x="77224" y="308086"/>
                  </a:lnTo>
                  <a:lnTo>
                    <a:pt x="81746" y="310871"/>
                  </a:lnTo>
                  <a:lnTo>
                    <a:pt x="86354" y="313512"/>
                  </a:lnTo>
                  <a:lnTo>
                    <a:pt x="91044" y="316005"/>
                  </a:lnTo>
                  <a:lnTo>
                    <a:pt x="95810" y="318347"/>
                  </a:lnTo>
                  <a:lnTo>
                    <a:pt x="100649" y="320537"/>
                  </a:lnTo>
                  <a:lnTo>
                    <a:pt x="105555" y="322573"/>
                  </a:lnTo>
                  <a:lnTo>
                    <a:pt x="110523" y="324451"/>
                  </a:lnTo>
                  <a:lnTo>
                    <a:pt x="115548" y="326170"/>
                  </a:lnTo>
                  <a:lnTo>
                    <a:pt x="120625" y="327729"/>
                  </a:lnTo>
                  <a:lnTo>
                    <a:pt x="125749" y="329126"/>
                  </a:lnTo>
                  <a:lnTo>
                    <a:pt x="130915" y="330360"/>
                  </a:lnTo>
                  <a:lnTo>
                    <a:pt x="136118" y="331429"/>
                  </a:lnTo>
                  <a:lnTo>
                    <a:pt x="141351" y="332332"/>
                  </a:lnTo>
                  <a:lnTo>
                    <a:pt x="146611" y="333068"/>
                  </a:lnTo>
                  <a:lnTo>
                    <a:pt x="151892" y="333637"/>
                  </a:lnTo>
                  <a:lnTo>
                    <a:pt x="157188" y="334037"/>
                  </a:lnTo>
                  <a:lnTo>
                    <a:pt x="162494" y="334270"/>
                  </a:lnTo>
                  <a:lnTo>
                    <a:pt x="167805" y="334333"/>
                  </a:lnTo>
                  <a:lnTo>
                    <a:pt x="173115" y="334228"/>
                  </a:lnTo>
                  <a:lnTo>
                    <a:pt x="178419" y="333954"/>
                  </a:lnTo>
                  <a:lnTo>
                    <a:pt x="183712" y="333512"/>
                  </a:lnTo>
                  <a:lnTo>
                    <a:pt x="188988" y="332902"/>
                  </a:lnTo>
                  <a:lnTo>
                    <a:pt x="194242" y="332125"/>
                  </a:lnTo>
                  <a:lnTo>
                    <a:pt x="199468" y="331181"/>
                  </a:lnTo>
                  <a:lnTo>
                    <a:pt x="204662" y="330071"/>
                  </a:lnTo>
                  <a:lnTo>
                    <a:pt x="209818" y="328797"/>
                  </a:lnTo>
                  <a:lnTo>
                    <a:pt x="214931" y="327360"/>
                  </a:lnTo>
                  <a:lnTo>
                    <a:pt x="219996" y="325762"/>
                  </a:lnTo>
                  <a:lnTo>
                    <a:pt x="225008" y="324003"/>
                  </a:lnTo>
                  <a:lnTo>
                    <a:pt x="229961" y="322086"/>
                  </a:lnTo>
                  <a:lnTo>
                    <a:pt x="234850" y="320012"/>
                  </a:lnTo>
                  <a:lnTo>
                    <a:pt x="239672" y="317785"/>
                  </a:lnTo>
                  <a:lnTo>
                    <a:pt x="244420" y="315405"/>
                  </a:lnTo>
                  <a:lnTo>
                    <a:pt x="249090" y="312875"/>
                  </a:lnTo>
                  <a:lnTo>
                    <a:pt x="253677" y="310199"/>
                  </a:lnTo>
                  <a:lnTo>
                    <a:pt x="258177" y="307378"/>
                  </a:lnTo>
                  <a:lnTo>
                    <a:pt x="262586" y="304415"/>
                  </a:lnTo>
                  <a:lnTo>
                    <a:pt x="266898" y="301314"/>
                  </a:lnTo>
                  <a:lnTo>
                    <a:pt x="271109" y="298078"/>
                  </a:lnTo>
                  <a:lnTo>
                    <a:pt x="275215" y="294709"/>
                  </a:lnTo>
                  <a:lnTo>
                    <a:pt x="279212" y="291212"/>
                  </a:lnTo>
                  <a:lnTo>
                    <a:pt x="283096" y="287590"/>
                  </a:lnTo>
                  <a:lnTo>
                    <a:pt x="286863" y="283846"/>
                  </a:lnTo>
                  <a:lnTo>
                    <a:pt x="290509" y="279984"/>
                  </a:lnTo>
                  <a:lnTo>
                    <a:pt x="294031" y="276008"/>
                  </a:lnTo>
                  <a:lnTo>
                    <a:pt x="297424" y="271922"/>
                  </a:lnTo>
                  <a:lnTo>
                    <a:pt x="300687" y="267731"/>
                  </a:lnTo>
                  <a:lnTo>
                    <a:pt x="303814" y="263438"/>
                  </a:lnTo>
                  <a:lnTo>
                    <a:pt x="306803" y="259048"/>
                  </a:lnTo>
                  <a:lnTo>
                    <a:pt x="309651" y="254565"/>
                  </a:lnTo>
                  <a:lnTo>
                    <a:pt x="312356" y="249994"/>
                  </a:lnTo>
                  <a:lnTo>
                    <a:pt x="314914" y="245340"/>
                  </a:lnTo>
                  <a:lnTo>
                    <a:pt x="317323" y="240606"/>
                  </a:lnTo>
                  <a:lnTo>
                    <a:pt x="319580" y="235799"/>
                  </a:lnTo>
                  <a:lnTo>
                    <a:pt x="321683" y="230922"/>
                  </a:lnTo>
                  <a:lnTo>
                    <a:pt x="323631" y="225980"/>
                  </a:lnTo>
                  <a:lnTo>
                    <a:pt x="325420" y="220980"/>
                  </a:lnTo>
                  <a:lnTo>
                    <a:pt x="327050" y="215925"/>
                  </a:lnTo>
                  <a:lnTo>
                    <a:pt x="328518" y="210821"/>
                  </a:lnTo>
                  <a:lnTo>
                    <a:pt x="329823" y="205672"/>
                  </a:lnTo>
                  <a:lnTo>
                    <a:pt x="330964" y="200485"/>
                  </a:lnTo>
                  <a:lnTo>
                    <a:pt x="331940" y="195265"/>
                  </a:lnTo>
                  <a:lnTo>
                    <a:pt x="332749" y="190015"/>
                  </a:lnTo>
                  <a:lnTo>
                    <a:pt x="333392" y="184743"/>
                  </a:lnTo>
                  <a:lnTo>
                    <a:pt x="333866" y="179453"/>
                  </a:lnTo>
                  <a:lnTo>
                    <a:pt x="334172" y="174151"/>
                  </a:lnTo>
                  <a:lnTo>
                    <a:pt x="334310" y="168842"/>
                  </a:lnTo>
                  <a:lnTo>
                    <a:pt x="334279" y="163531"/>
                  </a:lnTo>
                  <a:lnTo>
                    <a:pt x="334079" y="158223"/>
                  </a:lnTo>
                  <a:lnTo>
                    <a:pt x="333710" y="152925"/>
                  </a:lnTo>
                  <a:lnTo>
                    <a:pt x="333174" y="147641"/>
                  </a:lnTo>
                  <a:lnTo>
                    <a:pt x="332470" y="142377"/>
                  </a:lnTo>
                  <a:lnTo>
                    <a:pt x="331599" y="137137"/>
                  </a:lnTo>
                  <a:lnTo>
                    <a:pt x="330562" y="131928"/>
                  </a:lnTo>
                  <a:lnTo>
                    <a:pt x="329360" y="126755"/>
                  </a:lnTo>
                  <a:lnTo>
                    <a:pt x="327994" y="121622"/>
                  </a:lnTo>
                  <a:lnTo>
                    <a:pt x="326466" y="11653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187565"/>
              <a:ext cx="159315" cy="50631"/>
            </a:xfrm>
            <a:custGeom>
              <a:avLst/>
              <a:pathLst>
                <a:path w="159315" h="50631">
                  <a:moveTo>
                    <a:pt x="159315" y="0"/>
                  </a:moveTo>
                  <a:lnTo>
                    <a:pt x="0" y="506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183302"/>
              <a:ext cx="159315" cy="54893"/>
            </a:xfrm>
            <a:custGeom>
              <a:avLst/>
              <a:pathLst>
                <a:path w="159315" h="54893">
                  <a:moveTo>
                    <a:pt x="159315" y="4262"/>
                  </a:moveTo>
                  <a:lnTo>
                    <a:pt x="157897" y="0"/>
                  </a:lnTo>
                  <a:lnTo>
                    <a:pt x="0" y="548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071028"/>
              <a:ext cx="157897" cy="167167"/>
            </a:xfrm>
            <a:custGeom>
              <a:avLst/>
              <a:pathLst>
                <a:path w="157897" h="167167">
                  <a:moveTo>
                    <a:pt x="157897" y="112273"/>
                  </a:moveTo>
                  <a:lnTo>
                    <a:pt x="156028" y="107166"/>
                  </a:lnTo>
                  <a:lnTo>
                    <a:pt x="153994" y="102123"/>
                  </a:lnTo>
                  <a:lnTo>
                    <a:pt x="151797" y="97149"/>
                  </a:lnTo>
                  <a:lnTo>
                    <a:pt x="149439" y="92248"/>
                  </a:lnTo>
                  <a:lnTo>
                    <a:pt x="146923" y="87427"/>
                  </a:lnTo>
                  <a:lnTo>
                    <a:pt x="144252" y="82691"/>
                  </a:lnTo>
                  <a:lnTo>
                    <a:pt x="141428" y="78043"/>
                  </a:lnTo>
                  <a:lnTo>
                    <a:pt x="138454" y="73490"/>
                  </a:lnTo>
                  <a:lnTo>
                    <a:pt x="135334" y="69037"/>
                  </a:lnTo>
                  <a:lnTo>
                    <a:pt x="132070" y="64687"/>
                  </a:lnTo>
                  <a:lnTo>
                    <a:pt x="128667" y="60445"/>
                  </a:lnTo>
                  <a:lnTo>
                    <a:pt x="125128" y="56316"/>
                  </a:lnTo>
                  <a:lnTo>
                    <a:pt x="121456" y="52305"/>
                  </a:lnTo>
                  <a:lnTo>
                    <a:pt x="117656" y="48415"/>
                  </a:lnTo>
                  <a:lnTo>
                    <a:pt x="113731" y="44651"/>
                  </a:lnTo>
                  <a:lnTo>
                    <a:pt x="109686" y="41017"/>
                  </a:lnTo>
                  <a:lnTo>
                    <a:pt x="105525" y="37516"/>
                  </a:lnTo>
                  <a:lnTo>
                    <a:pt x="101252" y="34152"/>
                  </a:lnTo>
                  <a:lnTo>
                    <a:pt x="96872" y="30929"/>
                  </a:lnTo>
                  <a:lnTo>
                    <a:pt x="92389" y="27850"/>
                  </a:lnTo>
                  <a:lnTo>
                    <a:pt x="87809" y="24919"/>
                  </a:lnTo>
                  <a:lnTo>
                    <a:pt x="83136" y="22138"/>
                  </a:lnTo>
                  <a:lnTo>
                    <a:pt x="78375" y="19511"/>
                  </a:lnTo>
                  <a:lnTo>
                    <a:pt x="73530" y="17040"/>
                  </a:lnTo>
                  <a:lnTo>
                    <a:pt x="68608" y="14728"/>
                  </a:lnTo>
                  <a:lnTo>
                    <a:pt x="63614" y="12577"/>
                  </a:lnTo>
                  <a:lnTo>
                    <a:pt x="58552" y="10589"/>
                  </a:lnTo>
                  <a:lnTo>
                    <a:pt x="53428" y="8768"/>
                  </a:lnTo>
                  <a:lnTo>
                    <a:pt x="48248" y="7114"/>
                  </a:lnTo>
                  <a:lnTo>
                    <a:pt x="43016" y="5629"/>
                  </a:lnTo>
                  <a:lnTo>
                    <a:pt x="37739" y="4315"/>
                  </a:lnTo>
                  <a:lnTo>
                    <a:pt x="32422" y="3174"/>
                  </a:lnTo>
                  <a:lnTo>
                    <a:pt x="27071" y="2206"/>
                  </a:lnTo>
                  <a:lnTo>
                    <a:pt x="21691" y="1413"/>
                  </a:lnTo>
                  <a:lnTo>
                    <a:pt x="16288" y="795"/>
                  </a:lnTo>
                  <a:lnTo>
                    <a:pt x="10868" y="353"/>
                  </a:lnTo>
                  <a:lnTo>
                    <a:pt x="543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75244" y="941493"/>
              <a:ext cx="148299" cy="167167"/>
            </a:xfrm>
            <a:custGeom>
              <a:avLst/>
              <a:pathLst>
                <a:path w="148299" h="167167">
                  <a:moveTo>
                    <a:pt x="148299" y="0"/>
                  </a:moveTo>
                  <a:lnTo>
                    <a:pt x="142773" y="91"/>
                  </a:lnTo>
                  <a:lnTo>
                    <a:pt x="137253" y="365"/>
                  </a:lnTo>
                  <a:lnTo>
                    <a:pt x="131745" y="821"/>
                  </a:lnTo>
                  <a:lnTo>
                    <a:pt x="126255" y="1459"/>
                  </a:lnTo>
                  <a:lnTo>
                    <a:pt x="120789" y="2279"/>
                  </a:lnTo>
                  <a:lnTo>
                    <a:pt x="115353" y="3278"/>
                  </a:lnTo>
                  <a:lnTo>
                    <a:pt x="109954" y="4457"/>
                  </a:lnTo>
                  <a:lnTo>
                    <a:pt x="104596" y="5813"/>
                  </a:lnTo>
                  <a:lnTo>
                    <a:pt x="99286" y="7346"/>
                  </a:lnTo>
                  <a:lnTo>
                    <a:pt x="94029" y="9054"/>
                  </a:lnTo>
                  <a:lnTo>
                    <a:pt x="88832" y="10934"/>
                  </a:lnTo>
                  <a:lnTo>
                    <a:pt x="83700" y="12985"/>
                  </a:lnTo>
                  <a:lnTo>
                    <a:pt x="78638" y="15205"/>
                  </a:lnTo>
                  <a:lnTo>
                    <a:pt x="73653" y="17591"/>
                  </a:lnTo>
                  <a:lnTo>
                    <a:pt x="68749" y="20140"/>
                  </a:lnTo>
                  <a:lnTo>
                    <a:pt x="63932" y="22850"/>
                  </a:lnTo>
                  <a:lnTo>
                    <a:pt x="59208" y="25718"/>
                  </a:lnTo>
                  <a:lnTo>
                    <a:pt x="54581" y="28741"/>
                  </a:lnTo>
                  <a:lnTo>
                    <a:pt x="50056" y="31914"/>
                  </a:lnTo>
                  <a:lnTo>
                    <a:pt x="45638" y="35236"/>
                  </a:lnTo>
                  <a:lnTo>
                    <a:pt x="41333" y="38702"/>
                  </a:lnTo>
                  <a:lnTo>
                    <a:pt x="37145" y="42308"/>
                  </a:lnTo>
                  <a:lnTo>
                    <a:pt x="33078" y="46051"/>
                  </a:lnTo>
                  <a:lnTo>
                    <a:pt x="29137" y="49926"/>
                  </a:lnTo>
                  <a:lnTo>
                    <a:pt x="25327" y="53929"/>
                  </a:lnTo>
                  <a:lnTo>
                    <a:pt x="21651" y="58056"/>
                  </a:lnTo>
                  <a:lnTo>
                    <a:pt x="18113" y="62302"/>
                  </a:lnTo>
                  <a:lnTo>
                    <a:pt x="14718" y="66663"/>
                  </a:lnTo>
                  <a:lnTo>
                    <a:pt x="11468" y="71134"/>
                  </a:lnTo>
                  <a:lnTo>
                    <a:pt x="8368" y="75710"/>
                  </a:lnTo>
                  <a:lnTo>
                    <a:pt x="5422" y="80386"/>
                  </a:lnTo>
                  <a:lnTo>
                    <a:pt x="2631" y="85156"/>
                  </a:lnTo>
                  <a:lnTo>
                    <a:pt x="0" y="90016"/>
                  </a:lnTo>
                  <a:lnTo>
                    <a:pt x="14829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875244" y="1031510"/>
              <a:ext cx="148299" cy="77150"/>
            </a:xfrm>
            <a:custGeom>
              <a:avLst/>
              <a:pathLst>
                <a:path w="148299" h="77150">
                  <a:moveTo>
                    <a:pt x="0" y="0"/>
                  </a:moveTo>
                  <a:lnTo>
                    <a:pt x="148299" y="7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856377" y="992296"/>
              <a:ext cx="334331" cy="283515"/>
            </a:xfrm>
            <a:custGeom>
              <a:avLst/>
              <a:pathLst>
                <a:path w="334331" h="283515">
                  <a:moveTo>
                    <a:pt x="18867" y="39214"/>
                  </a:moveTo>
                  <a:lnTo>
                    <a:pt x="16487" y="43971"/>
                  </a:lnTo>
                  <a:lnTo>
                    <a:pt x="14261" y="48801"/>
                  </a:lnTo>
                  <a:lnTo>
                    <a:pt x="12188" y="53700"/>
                  </a:lnTo>
                  <a:lnTo>
                    <a:pt x="10273" y="58663"/>
                  </a:lnTo>
                  <a:lnTo>
                    <a:pt x="8517" y="63683"/>
                  </a:lnTo>
                  <a:lnTo>
                    <a:pt x="6921" y="68758"/>
                  </a:lnTo>
                  <a:lnTo>
                    <a:pt x="5488" y="73880"/>
                  </a:lnTo>
                  <a:lnTo>
                    <a:pt x="4218" y="79045"/>
                  </a:lnTo>
                  <a:lnTo>
                    <a:pt x="3113" y="84248"/>
                  </a:lnTo>
                  <a:lnTo>
                    <a:pt x="2174" y="89484"/>
                  </a:lnTo>
                  <a:lnTo>
                    <a:pt x="1403" y="94747"/>
                  </a:lnTo>
                  <a:lnTo>
                    <a:pt x="799" y="100032"/>
                  </a:lnTo>
                  <a:lnTo>
                    <a:pt x="363" y="105333"/>
                  </a:lnTo>
                  <a:lnTo>
                    <a:pt x="97" y="110645"/>
                  </a:lnTo>
                  <a:lnTo>
                    <a:pt x="0" y="115964"/>
                  </a:lnTo>
                  <a:lnTo>
                    <a:pt x="71" y="121282"/>
                  </a:lnTo>
                  <a:lnTo>
                    <a:pt x="312" y="126596"/>
                  </a:lnTo>
                  <a:lnTo>
                    <a:pt x="722" y="131899"/>
                  </a:lnTo>
                  <a:lnTo>
                    <a:pt x="1301" y="137187"/>
                  </a:lnTo>
                  <a:lnTo>
                    <a:pt x="2047" y="142453"/>
                  </a:lnTo>
                  <a:lnTo>
                    <a:pt x="2961" y="147694"/>
                  </a:lnTo>
                  <a:lnTo>
                    <a:pt x="4041" y="152902"/>
                  </a:lnTo>
                  <a:lnTo>
                    <a:pt x="5286" y="158073"/>
                  </a:lnTo>
                  <a:lnTo>
                    <a:pt x="6695" y="163202"/>
                  </a:lnTo>
                  <a:lnTo>
                    <a:pt x="8266" y="168284"/>
                  </a:lnTo>
                  <a:lnTo>
                    <a:pt x="9999" y="173313"/>
                  </a:lnTo>
                  <a:lnTo>
                    <a:pt x="11890" y="178285"/>
                  </a:lnTo>
                  <a:lnTo>
                    <a:pt x="13939" y="183194"/>
                  </a:lnTo>
                  <a:lnTo>
                    <a:pt x="16142" y="188035"/>
                  </a:lnTo>
                  <a:lnTo>
                    <a:pt x="18499" y="192803"/>
                  </a:lnTo>
                  <a:lnTo>
                    <a:pt x="21006" y="197495"/>
                  </a:lnTo>
                  <a:lnTo>
                    <a:pt x="23661" y="202104"/>
                  </a:lnTo>
                  <a:lnTo>
                    <a:pt x="26462" y="206626"/>
                  </a:lnTo>
                  <a:lnTo>
                    <a:pt x="29405" y="211057"/>
                  </a:lnTo>
                  <a:lnTo>
                    <a:pt x="32487" y="215392"/>
                  </a:lnTo>
                  <a:lnTo>
                    <a:pt x="35706" y="219626"/>
                  </a:lnTo>
                  <a:lnTo>
                    <a:pt x="39058" y="223757"/>
                  </a:lnTo>
                  <a:lnTo>
                    <a:pt x="42539" y="227778"/>
                  </a:lnTo>
                  <a:lnTo>
                    <a:pt x="46147" y="231687"/>
                  </a:lnTo>
                  <a:lnTo>
                    <a:pt x="49877" y="235479"/>
                  </a:lnTo>
                  <a:lnTo>
                    <a:pt x="53726" y="239150"/>
                  </a:lnTo>
                  <a:lnTo>
                    <a:pt x="57690" y="242697"/>
                  </a:lnTo>
                  <a:lnTo>
                    <a:pt x="61765" y="246116"/>
                  </a:lnTo>
                  <a:lnTo>
                    <a:pt x="65947" y="249403"/>
                  </a:lnTo>
                  <a:lnTo>
                    <a:pt x="70230" y="252556"/>
                  </a:lnTo>
                  <a:lnTo>
                    <a:pt x="74613" y="255572"/>
                  </a:lnTo>
                  <a:lnTo>
                    <a:pt x="79088" y="258446"/>
                  </a:lnTo>
                  <a:lnTo>
                    <a:pt x="83653" y="261176"/>
                  </a:lnTo>
                  <a:lnTo>
                    <a:pt x="88303" y="263760"/>
                  </a:lnTo>
                  <a:lnTo>
                    <a:pt x="93032" y="266194"/>
                  </a:lnTo>
                  <a:lnTo>
                    <a:pt x="97836" y="268477"/>
                  </a:lnTo>
                  <a:lnTo>
                    <a:pt x="102711" y="270606"/>
                  </a:lnTo>
                  <a:lnTo>
                    <a:pt x="107651" y="272578"/>
                  </a:lnTo>
                  <a:lnTo>
                    <a:pt x="112651" y="274393"/>
                  </a:lnTo>
                  <a:lnTo>
                    <a:pt x="117706" y="276047"/>
                  </a:lnTo>
                  <a:lnTo>
                    <a:pt x="122812" y="277540"/>
                  </a:lnTo>
                  <a:lnTo>
                    <a:pt x="127962" y="278869"/>
                  </a:lnTo>
                  <a:lnTo>
                    <a:pt x="133152" y="280034"/>
                  </a:lnTo>
                  <a:lnTo>
                    <a:pt x="138376" y="281034"/>
                  </a:lnTo>
                  <a:lnTo>
                    <a:pt x="143630" y="281866"/>
                  </a:lnTo>
                  <a:lnTo>
                    <a:pt x="148907" y="282531"/>
                  </a:lnTo>
                  <a:lnTo>
                    <a:pt x="154203" y="283028"/>
                  </a:lnTo>
                  <a:lnTo>
                    <a:pt x="159512" y="283356"/>
                  </a:lnTo>
                  <a:lnTo>
                    <a:pt x="164829" y="283515"/>
                  </a:lnTo>
                  <a:lnTo>
                    <a:pt x="170148" y="283505"/>
                  </a:lnTo>
                  <a:lnTo>
                    <a:pt x="175464" y="283325"/>
                  </a:lnTo>
                  <a:lnTo>
                    <a:pt x="180772" y="282977"/>
                  </a:lnTo>
                  <a:lnTo>
                    <a:pt x="186066" y="282460"/>
                  </a:lnTo>
                  <a:lnTo>
                    <a:pt x="191341" y="281774"/>
                  </a:lnTo>
                  <a:lnTo>
                    <a:pt x="196591" y="280922"/>
                  </a:lnTo>
                  <a:lnTo>
                    <a:pt x="201812" y="279902"/>
                  </a:lnTo>
                  <a:lnTo>
                    <a:pt x="206997" y="278717"/>
                  </a:lnTo>
                  <a:lnTo>
                    <a:pt x="212142" y="277368"/>
                  </a:lnTo>
                  <a:lnTo>
                    <a:pt x="217242" y="275855"/>
                  </a:lnTo>
                  <a:lnTo>
                    <a:pt x="222291" y="274181"/>
                  </a:lnTo>
                  <a:lnTo>
                    <a:pt x="227284" y="272348"/>
                  </a:lnTo>
                  <a:lnTo>
                    <a:pt x="232216" y="270356"/>
                  </a:lnTo>
                  <a:lnTo>
                    <a:pt x="237082" y="268208"/>
                  </a:lnTo>
                  <a:lnTo>
                    <a:pt x="241878" y="265907"/>
                  </a:lnTo>
                  <a:lnTo>
                    <a:pt x="246598" y="263455"/>
                  </a:lnTo>
                  <a:lnTo>
                    <a:pt x="251237" y="260853"/>
                  </a:lnTo>
                  <a:lnTo>
                    <a:pt x="255792" y="258105"/>
                  </a:lnTo>
                  <a:lnTo>
                    <a:pt x="260256" y="255214"/>
                  </a:lnTo>
                  <a:lnTo>
                    <a:pt x="264627" y="252182"/>
                  </a:lnTo>
                  <a:lnTo>
                    <a:pt x="268899" y="249012"/>
                  </a:lnTo>
                  <a:lnTo>
                    <a:pt x="273067" y="245708"/>
                  </a:lnTo>
                  <a:lnTo>
                    <a:pt x="277129" y="242274"/>
                  </a:lnTo>
                  <a:lnTo>
                    <a:pt x="281079" y="238711"/>
                  </a:lnTo>
                  <a:lnTo>
                    <a:pt x="284914" y="235025"/>
                  </a:lnTo>
                  <a:lnTo>
                    <a:pt x="288630" y="231219"/>
                  </a:lnTo>
                  <a:lnTo>
                    <a:pt x="292222" y="227297"/>
                  </a:lnTo>
                  <a:lnTo>
                    <a:pt x="295688" y="223262"/>
                  </a:lnTo>
                  <a:lnTo>
                    <a:pt x="299024" y="219119"/>
                  </a:lnTo>
                  <a:lnTo>
                    <a:pt x="302227" y="214872"/>
                  </a:lnTo>
                  <a:lnTo>
                    <a:pt x="305292" y="210525"/>
                  </a:lnTo>
                  <a:lnTo>
                    <a:pt x="308218" y="206083"/>
                  </a:lnTo>
                  <a:lnTo>
                    <a:pt x="311001" y="201550"/>
                  </a:lnTo>
                  <a:lnTo>
                    <a:pt x="313638" y="196930"/>
                  </a:lnTo>
                  <a:lnTo>
                    <a:pt x="316127" y="192230"/>
                  </a:lnTo>
                  <a:lnTo>
                    <a:pt x="318466" y="187452"/>
                  </a:lnTo>
                  <a:lnTo>
                    <a:pt x="320651" y="182602"/>
                  </a:lnTo>
                  <a:lnTo>
                    <a:pt x="322681" y="177686"/>
                  </a:lnTo>
                  <a:lnTo>
                    <a:pt x="324553" y="172707"/>
                  </a:lnTo>
                  <a:lnTo>
                    <a:pt x="326266" y="167671"/>
                  </a:lnTo>
                  <a:lnTo>
                    <a:pt x="327817" y="162583"/>
                  </a:lnTo>
                  <a:lnTo>
                    <a:pt x="329207" y="157449"/>
                  </a:lnTo>
                  <a:lnTo>
                    <a:pt x="330432" y="152273"/>
                  </a:lnTo>
                  <a:lnTo>
                    <a:pt x="331491" y="147060"/>
                  </a:lnTo>
                  <a:lnTo>
                    <a:pt x="332385" y="141817"/>
                  </a:lnTo>
                  <a:lnTo>
                    <a:pt x="333111" y="136547"/>
                  </a:lnTo>
                  <a:lnTo>
                    <a:pt x="333669" y="131257"/>
                  </a:lnTo>
                  <a:lnTo>
                    <a:pt x="334059" y="125953"/>
                  </a:lnTo>
                  <a:lnTo>
                    <a:pt x="334279" y="120638"/>
                  </a:lnTo>
                  <a:lnTo>
                    <a:pt x="334331" y="115319"/>
                  </a:lnTo>
                  <a:lnTo>
                    <a:pt x="334213" y="110001"/>
                  </a:lnTo>
                  <a:lnTo>
                    <a:pt x="333926" y="104690"/>
                  </a:lnTo>
                  <a:lnTo>
                    <a:pt x="333470" y="99390"/>
                  </a:lnTo>
                  <a:lnTo>
                    <a:pt x="332846" y="94108"/>
                  </a:lnTo>
                  <a:lnTo>
                    <a:pt x="332054" y="88848"/>
                  </a:lnTo>
                  <a:lnTo>
                    <a:pt x="331095" y="83616"/>
                  </a:lnTo>
                  <a:lnTo>
                    <a:pt x="329970" y="78417"/>
                  </a:lnTo>
                  <a:lnTo>
                    <a:pt x="328680" y="73257"/>
                  </a:lnTo>
                  <a:lnTo>
                    <a:pt x="327227" y="68140"/>
                  </a:lnTo>
                  <a:lnTo>
                    <a:pt x="325612" y="63072"/>
                  </a:lnTo>
                  <a:lnTo>
                    <a:pt x="323836" y="58058"/>
                  </a:lnTo>
                  <a:lnTo>
                    <a:pt x="321902" y="53103"/>
                  </a:lnTo>
                  <a:lnTo>
                    <a:pt x="319811" y="48212"/>
                  </a:lnTo>
                  <a:lnTo>
                    <a:pt x="317565" y="43390"/>
                  </a:lnTo>
                  <a:lnTo>
                    <a:pt x="315167" y="38642"/>
                  </a:lnTo>
                  <a:lnTo>
                    <a:pt x="312620" y="33973"/>
                  </a:lnTo>
                  <a:lnTo>
                    <a:pt x="309925" y="29387"/>
                  </a:lnTo>
                  <a:lnTo>
                    <a:pt x="307085" y="24889"/>
                  </a:lnTo>
                  <a:lnTo>
                    <a:pt x="304104" y="20484"/>
                  </a:lnTo>
                  <a:lnTo>
                    <a:pt x="300984" y="16176"/>
                  </a:lnTo>
                  <a:lnTo>
                    <a:pt x="297729" y="11969"/>
                  </a:lnTo>
                  <a:lnTo>
                    <a:pt x="294342" y="7868"/>
                  </a:lnTo>
                  <a:lnTo>
                    <a:pt x="290826" y="3877"/>
                  </a:lnTo>
                  <a:lnTo>
                    <a:pt x="287184" y="0"/>
                  </a:lnTo>
                  <a:lnTo>
                    <a:pt x="167166" y="1163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023544" y="941493"/>
              <a:ext cx="120017" cy="167167"/>
            </a:xfrm>
            <a:custGeom>
              <a:avLst/>
              <a:pathLst>
                <a:path w="120017" h="167167">
                  <a:moveTo>
                    <a:pt x="120017" y="50802"/>
                  </a:moveTo>
                  <a:lnTo>
                    <a:pt x="116068" y="46863"/>
                  </a:lnTo>
                  <a:lnTo>
                    <a:pt x="111990" y="43058"/>
                  </a:lnTo>
                  <a:lnTo>
                    <a:pt x="107787" y="39390"/>
                  </a:lnTo>
                  <a:lnTo>
                    <a:pt x="103464" y="35866"/>
                  </a:lnTo>
                  <a:lnTo>
                    <a:pt x="99026" y="32487"/>
                  </a:lnTo>
                  <a:lnTo>
                    <a:pt x="94477" y="29258"/>
                  </a:lnTo>
                  <a:lnTo>
                    <a:pt x="89824" y="26183"/>
                  </a:lnTo>
                  <a:lnTo>
                    <a:pt x="85070" y="23264"/>
                  </a:lnTo>
                  <a:lnTo>
                    <a:pt x="80222" y="20506"/>
                  </a:lnTo>
                  <a:lnTo>
                    <a:pt x="75284" y="17912"/>
                  </a:lnTo>
                  <a:lnTo>
                    <a:pt x="70263" y="15483"/>
                  </a:lnTo>
                  <a:lnTo>
                    <a:pt x="65163" y="13223"/>
                  </a:lnTo>
                  <a:lnTo>
                    <a:pt x="59991" y="11135"/>
                  </a:lnTo>
                  <a:lnTo>
                    <a:pt x="54752" y="9220"/>
                  </a:lnTo>
                  <a:lnTo>
                    <a:pt x="49452" y="7482"/>
                  </a:lnTo>
                  <a:lnTo>
                    <a:pt x="44097" y="5921"/>
                  </a:lnTo>
                  <a:lnTo>
                    <a:pt x="38693" y="4539"/>
                  </a:lnTo>
                  <a:lnTo>
                    <a:pt x="33245" y="3339"/>
                  </a:lnTo>
                  <a:lnTo>
                    <a:pt x="27761" y="2321"/>
                  </a:lnTo>
                  <a:lnTo>
                    <a:pt x="22246" y="1486"/>
                  </a:lnTo>
                  <a:lnTo>
                    <a:pt x="16706" y="836"/>
                  </a:lnTo>
                  <a:lnTo>
                    <a:pt x="11148" y="372"/>
                  </a:lnTo>
                  <a:lnTo>
                    <a:pt x="5577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2622" y="941493"/>
              <a:ext cx="113592" cy="167167"/>
            </a:xfrm>
            <a:custGeom>
              <a:avLst/>
              <a:pathLst>
                <a:path w="113592" h="167167">
                  <a:moveTo>
                    <a:pt x="113592" y="0"/>
                  </a:moveTo>
                  <a:lnTo>
                    <a:pt x="107917" y="96"/>
                  </a:lnTo>
                  <a:lnTo>
                    <a:pt x="102247" y="385"/>
                  </a:lnTo>
                  <a:lnTo>
                    <a:pt x="96591" y="866"/>
                  </a:lnTo>
                  <a:lnTo>
                    <a:pt x="90955" y="1539"/>
                  </a:lnTo>
                  <a:lnTo>
                    <a:pt x="85344" y="2403"/>
                  </a:lnTo>
                  <a:lnTo>
                    <a:pt x="79766" y="3458"/>
                  </a:lnTo>
                  <a:lnTo>
                    <a:pt x="74228" y="4700"/>
                  </a:lnTo>
                  <a:lnTo>
                    <a:pt x="68734" y="6131"/>
                  </a:lnTo>
                  <a:lnTo>
                    <a:pt x="63292" y="7747"/>
                  </a:lnTo>
                  <a:lnTo>
                    <a:pt x="57909" y="9546"/>
                  </a:lnTo>
                  <a:lnTo>
                    <a:pt x="52589" y="11528"/>
                  </a:lnTo>
                  <a:lnTo>
                    <a:pt x="47340" y="13689"/>
                  </a:lnTo>
                  <a:lnTo>
                    <a:pt x="42167" y="16027"/>
                  </a:lnTo>
                  <a:lnTo>
                    <a:pt x="37077" y="18539"/>
                  </a:lnTo>
                  <a:lnTo>
                    <a:pt x="32074" y="21223"/>
                  </a:lnTo>
                  <a:lnTo>
                    <a:pt x="27166" y="24074"/>
                  </a:lnTo>
                  <a:lnTo>
                    <a:pt x="22358" y="27091"/>
                  </a:lnTo>
                  <a:lnTo>
                    <a:pt x="17654" y="30270"/>
                  </a:lnTo>
                  <a:lnTo>
                    <a:pt x="13062" y="33606"/>
                  </a:lnTo>
                  <a:lnTo>
                    <a:pt x="8585" y="37096"/>
                  </a:lnTo>
                  <a:lnTo>
                    <a:pt x="4229" y="40737"/>
                  </a:lnTo>
                  <a:lnTo>
                    <a:pt x="0" y="44523"/>
                  </a:lnTo>
                  <a:lnTo>
                    <a:pt x="1135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19053" y="986016"/>
              <a:ext cx="167162" cy="266010"/>
            </a:xfrm>
            <a:custGeom>
              <a:avLst/>
              <a:pathLst>
                <a:path w="167162" h="266010">
                  <a:moveTo>
                    <a:pt x="53569" y="0"/>
                  </a:moveTo>
                  <a:lnTo>
                    <a:pt x="49707" y="3693"/>
                  </a:lnTo>
                  <a:lnTo>
                    <a:pt x="45965" y="7509"/>
                  </a:lnTo>
                  <a:lnTo>
                    <a:pt x="42346" y="11442"/>
                  </a:lnTo>
                  <a:lnTo>
                    <a:pt x="38855" y="15488"/>
                  </a:lnTo>
                  <a:lnTo>
                    <a:pt x="35496" y="19644"/>
                  </a:lnTo>
                  <a:lnTo>
                    <a:pt x="32270" y="23906"/>
                  </a:lnTo>
                  <a:lnTo>
                    <a:pt x="29183" y="28268"/>
                  </a:lnTo>
                  <a:lnTo>
                    <a:pt x="26237" y="32727"/>
                  </a:lnTo>
                  <a:lnTo>
                    <a:pt x="23435" y="37278"/>
                  </a:lnTo>
                  <a:lnTo>
                    <a:pt x="20779" y="41916"/>
                  </a:lnTo>
                  <a:lnTo>
                    <a:pt x="18274" y="46636"/>
                  </a:lnTo>
                  <a:lnTo>
                    <a:pt x="15920" y="51434"/>
                  </a:lnTo>
                  <a:lnTo>
                    <a:pt x="13721" y="56305"/>
                  </a:lnTo>
                  <a:lnTo>
                    <a:pt x="11679" y="61244"/>
                  </a:lnTo>
                  <a:lnTo>
                    <a:pt x="9796" y="66245"/>
                  </a:lnTo>
                  <a:lnTo>
                    <a:pt x="8073" y="71304"/>
                  </a:lnTo>
                  <a:lnTo>
                    <a:pt x="6514" y="76416"/>
                  </a:lnTo>
                  <a:lnTo>
                    <a:pt x="5118" y="81575"/>
                  </a:lnTo>
                  <a:lnTo>
                    <a:pt x="3888" y="86776"/>
                  </a:lnTo>
                  <a:lnTo>
                    <a:pt x="2825" y="92013"/>
                  </a:lnTo>
                  <a:lnTo>
                    <a:pt x="1930" y="97282"/>
                  </a:lnTo>
                  <a:lnTo>
                    <a:pt x="1204" y="102577"/>
                  </a:lnTo>
                  <a:lnTo>
                    <a:pt x="647" y="107892"/>
                  </a:lnTo>
                  <a:lnTo>
                    <a:pt x="260" y="113222"/>
                  </a:lnTo>
                  <a:lnTo>
                    <a:pt x="45" y="118562"/>
                  </a:lnTo>
                  <a:lnTo>
                    <a:pt x="0" y="123906"/>
                  </a:lnTo>
                  <a:lnTo>
                    <a:pt x="125" y="129249"/>
                  </a:lnTo>
                  <a:lnTo>
                    <a:pt x="422" y="134585"/>
                  </a:lnTo>
                  <a:lnTo>
                    <a:pt x="889" y="139909"/>
                  </a:lnTo>
                  <a:lnTo>
                    <a:pt x="1526" y="145215"/>
                  </a:lnTo>
                  <a:lnTo>
                    <a:pt x="2332" y="150498"/>
                  </a:lnTo>
                  <a:lnTo>
                    <a:pt x="3306" y="155753"/>
                  </a:lnTo>
                  <a:lnTo>
                    <a:pt x="4448" y="160974"/>
                  </a:lnTo>
                  <a:lnTo>
                    <a:pt x="5757" y="166155"/>
                  </a:lnTo>
                  <a:lnTo>
                    <a:pt x="7230" y="171293"/>
                  </a:lnTo>
                  <a:lnTo>
                    <a:pt x="8867" y="176380"/>
                  </a:lnTo>
                  <a:lnTo>
                    <a:pt x="10666" y="181413"/>
                  </a:lnTo>
                  <a:lnTo>
                    <a:pt x="12624" y="186385"/>
                  </a:lnTo>
                  <a:lnTo>
                    <a:pt x="14741" y="191292"/>
                  </a:lnTo>
                  <a:lnTo>
                    <a:pt x="17013" y="196130"/>
                  </a:lnTo>
                  <a:lnTo>
                    <a:pt x="19439" y="200892"/>
                  </a:lnTo>
                  <a:lnTo>
                    <a:pt x="22015" y="205574"/>
                  </a:lnTo>
                  <a:lnTo>
                    <a:pt x="24741" y="210171"/>
                  </a:lnTo>
                  <a:lnTo>
                    <a:pt x="27611" y="214679"/>
                  </a:lnTo>
                  <a:lnTo>
                    <a:pt x="30624" y="219093"/>
                  </a:lnTo>
                  <a:lnTo>
                    <a:pt x="33777" y="223408"/>
                  </a:lnTo>
                  <a:lnTo>
                    <a:pt x="37066" y="227620"/>
                  </a:lnTo>
                  <a:lnTo>
                    <a:pt x="40489" y="231725"/>
                  </a:lnTo>
                  <a:lnTo>
                    <a:pt x="44040" y="235718"/>
                  </a:lnTo>
                  <a:lnTo>
                    <a:pt x="47718" y="239596"/>
                  </a:lnTo>
                  <a:lnTo>
                    <a:pt x="51517" y="243355"/>
                  </a:lnTo>
                  <a:lnTo>
                    <a:pt x="55435" y="246990"/>
                  </a:lnTo>
                  <a:lnTo>
                    <a:pt x="59467" y="250498"/>
                  </a:lnTo>
                  <a:lnTo>
                    <a:pt x="63609" y="253875"/>
                  </a:lnTo>
                  <a:lnTo>
                    <a:pt x="67856" y="257118"/>
                  </a:lnTo>
                  <a:lnTo>
                    <a:pt x="72206" y="260224"/>
                  </a:lnTo>
                  <a:lnTo>
                    <a:pt x="76652" y="263189"/>
                  </a:lnTo>
                  <a:lnTo>
                    <a:pt x="81191" y="266010"/>
                  </a:lnTo>
                  <a:lnTo>
                    <a:pt x="167162" y="1226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400244" y="941493"/>
              <a:ext cx="253118" cy="334334"/>
            </a:xfrm>
            <a:custGeom>
              <a:avLst/>
              <a:pathLst>
                <a:path w="253118" h="334334">
                  <a:moveTo>
                    <a:pt x="0" y="310533"/>
                  </a:moveTo>
                  <a:lnTo>
                    <a:pt x="4592" y="313189"/>
                  </a:lnTo>
                  <a:lnTo>
                    <a:pt x="9267" y="315698"/>
                  </a:lnTo>
                  <a:lnTo>
                    <a:pt x="14019" y="318057"/>
                  </a:lnTo>
                  <a:lnTo>
                    <a:pt x="18844" y="320265"/>
                  </a:lnTo>
                  <a:lnTo>
                    <a:pt x="23736" y="322318"/>
                  </a:lnTo>
                  <a:lnTo>
                    <a:pt x="28691" y="324215"/>
                  </a:lnTo>
                  <a:lnTo>
                    <a:pt x="33704" y="325953"/>
                  </a:lnTo>
                  <a:lnTo>
                    <a:pt x="38769" y="327532"/>
                  </a:lnTo>
                  <a:lnTo>
                    <a:pt x="43882" y="328949"/>
                  </a:lnTo>
                  <a:lnTo>
                    <a:pt x="49037" y="330203"/>
                  </a:lnTo>
                  <a:lnTo>
                    <a:pt x="54229" y="331293"/>
                  </a:lnTo>
                  <a:lnTo>
                    <a:pt x="59454" y="332218"/>
                  </a:lnTo>
                  <a:lnTo>
                    <a:pt x="64705" y="332976"/>
                  </a:lnTo>
                  <a:lnTo>
                    <a:pt x="69977" y="333568"/>
                  </a:lnTo>
                  <a:lnTo>
                    <a:pt x="75266" y="333991"/>
                  </a:lnTo>
                  <a:lnTo>
                    <a:pt x="80565" y="334247"/>
                  </a:lnTo>
                  <a:lnTo>
                    <a:pt x="85870" y="334334"/>
                  </a:lnTo>
                  <a:lnTo>
                    <a:pt x="91175" y="334253"/>
                  </a:lnTo>
                  <a:lnTo>
                    <a:pt x="96475" y="334004"/>
                  </a:lnTo>
                  <a:lnTo>
                    <a:pt x="101764" y="333587"/>
                  </a:lnTo>
                  <a:lnTo>
                    <a:pt x="107037" y="333002"/>
                  </a:lnTo>
                  <a:lnTo>
                    <a:pt x="112289" y="332250"/>
                  </a:lnTo>
                  <a:lnTo>
                    <a:pt x="117515" y="331331"/>
                  </a:lnTo>
                  <a:lnTo>
                    <a:pt x="122708" y="330248"/>
                  </a:lnTo>
                  <a:lnTo>
                    <a:pt x="127865" y="329000"/>
                  </a:lnTo>
                  <a:lnTo>
                    <a:pt x="132980" y="327589"/>
                  </a:lnTo>
                  <a:lnTo>
                    <a:pt x="138047" y="326016"/>
                  </a:lnTo>
                  <a:lnTo>
                    <a:pt x="143061" y="324284"/>
                  </a:lnTo>
                  <a:lnTo>
                    <a:pt x="148019" y="322393"/>
                  </a:lnTo>
                  <a:lnTo>
                    <a:pt x="152913" y="320345"/>
                  </a:lnTo>
                  <a:lnTo>
                    <a:pt x="157740" y="318144"/>
                  </a:lnTo>
                  <a:lnTo>
                    <a:pt x="162495" y="315790"/>
                  </a:lnTo>
                  <a:lnTo>
                    <a:pt x="167173" y="313287"/>
                  </a:lnTo>
                  <a:lnTo>
                    <a:pt x="171769" y="310637"/>
                  </a:lnTo>
                  <a:lnTo>
                    <a:pt x="176279" y="307842"/>
                  </a:lnTo>
                  <a:lnTo>
                    <a:pt x="180698" y="304905"/>
                  </a:lnTo>
                  <a:lnTo>
                    <a:pt x="185021" y="301830"/>
                  </a:lnTo>
                  <a:lnTo>
                    <a:pt x="189245" y="298618"/>
                  </a:lnTo>
                  <a:lnTo>
                    <a:pt x="193364" y="295275"/>
                  </a:lnTo>
                  <a:lnTo>
                    <a:pt x="197375" y="291802"/>
                  </a:lnTo>
                  <a:lnTo>
                    <a:pt x="201274" y="288204"/>
                  </a:lnTo>
                  <a:lnTo>
                    <a:pt x="205057" y="284484"/>
                  </a:lnTo>
                  <a:lnTo>
                    <a:pt x="208720" y="280646"/>
                  </a:lnTo>
                  <a:lnTo>
                    <a:pt x="212260" y="276694"/>
                  </a:lnTo>
                  <a:lnTo>
                    <a:pt x="215672" y="272631"/>
                  </a:lnTo>
                  <a:lnTo>
                    <a:pt x="218953" y="268462"/>
                  </a:lnTo>
                  <a:lnTo>
                    <a:pt x="222101" y="264191"/>
                  </a:lnTo>
                  <a:lnTo>
                    <a:pt x="225111" y="259822"/>
                  </a:lnTo>
                  <a:lnTo>
                    <a:pt x="227981" y="255360"/>
                  </a:lnTo>
                  <a:lnTo>
                    <a:pt x="230709" y="250809"/>
                  </a:lnTo>
                  <a:lnTo>
                    <a:pt x="233290" y="246174"/>
                  </a:lnTo>
                  <a:lnTo>
                    <a:pt x="235723" y="241459"/>
                  </a:lnTo>
                  <a:lnTo>
                    <a:pt x="238005" y="236669"/>
                  </a:lnTo>
                  <a:lnTo>
                    <a:pt x="240134" y="231809"/>
                  </a:lnTo>
                  <a:lnTo>
                    <a:pt x="242108" y="226885"/>
                  </a:lnTo>
                  <a:lnTo>
                    <a:pt x="243924" y="221900"/>
                  </a:lnTo>
                  <a:lnTo>
                    <a:pt x="245582" y="216860"/>
                  </a:lnTo>
                  <a:lnTo>
                    <a:pt x="247078" y="211770"/>
                  </a:lnTo>
                  <a:lnTo>
                    <a:pt x="248412" y="206634"/>
                  </a:lnTo>
                  <a:lnTo>
                    <a:pt x="249583" y="201460"/>
                  </a:lnTo>
                  <a:lnTo>
                    <a:pt x="250589" y="196250"/>
                  </a:lnTo>
                  <a:lnTo>
                    <a:pt x="251429" y="191012"/>
                  </a:lnTo>
                  <a:lnTo>
                    <a:pt x="252102" y="185749"/>
                  </a:lnTo>
                  <a:lnTo>
                    <a:pt x="252608" y="180468"/>
                  </a:lnTo>
                  <a:lnTo>
                    <a:pt x="252946" y="175173"/>
                  </a:lnTo>
                  <a:lnTo>
                    <a:pt x="253116" y="169870"/>
                  </a:lnTo>
                  <a:lnTo>
                    <a:pt x="253118" y="164565"/>
                  </a:lnTo>
                  <a:lnTo>
                    <a:pt x="252951" y="159262"/>
                  </a:lnTo>
                  <a:lnTo>
                    <a:pt x="252616" y="153967"/>
                  </a:lnTo>
                  <a:lnTo>
                    <a:pt x="252113" y="148685"/>
                  </a:lnTo>
                  <a:lnTo>
                    <a:pt x="251443" y="143422"/>
                  </a:lnTo>
                  <a:lnTo>
                    <a:pt x="250606" y="138183"/>
                  </a:lnTo>
                  <a:lnTo>
                    <a:pt x="249604" y="132973"/>
                  </a:lnTo>
                  <a:lnTo>
                    <a:pt x="248436" y="127797"/>
                  </a:lnTo>
                  <a:lnTo>
                    <a:pt x="247105" y="122661"/>
                  </a:lnTo>
                  <a:lnTo>
                    <a:pt x="245611" y="117570"/>
                  </a:lnTo>
                  <a:lnTo>
                    <a:pt x="243957" y="112529"/>
                  </a:lnTo>
                  <a:lnTo>
                    <a:pt x="242144" y="107543"/>
                  </a:lnTo>
                  <a:lnTo>
                    <a:pt x="240173" y="102617"/>
                  </a:lnTo>
                  <a:lnTo>
                    <a:pt x="238047" y="97756"/>
                  </a:lnTo>
                  <a:lnTo>
                    <a:pt x="235768" y="92965"/>
                  </a:lnTo>
                  <a:lnTo>
                    <a:pt x="233337" y="88249"/>
                  </a:lnTo>
                  <a:lnTo>
                    <a:pt x="230759" y="83612"/>
                  </a:lnTo>
                  <a:lnTo>
                    <a:pt x="228034" y="79060"/>
                  </a:lnTo>
                  <a:lnTo>
                    <a:pt x="225167" y="74596"/>
                  </a:lnTo>
                  <a:lnTo>
                    <a:pt x="222159" y="70225"/>
                  </a:lnTo>
                  <a:lnTo>
                    <a:pt x="219014" y="65952"/>
                  </a:lnTo>
                  <a:lnTo>
                    <a:pt x="215735" y="61781"/>
                  </a:lnTo>
                  <a:lnTo>
                    <a:pt x="212326" y="57716"/>
                  </a:lnTo>
                  <a:lnTo>
                    <a:pt x="208789" y="53762"/>
                  </a:lnTo>
                  <a:lnTo>
                    <a:pt x="205128" y="49921"/>
                  </a:lnTo>
                  <a:lnTo>
                    <a:pt x="201347" y="46199"/>
                  </a:lnTo>
                  <a:lnTo>
                    <a:pt x="197450" y="42599"/>
                  </a:lnTo>
                  <a:lnTo>
                    <a:pt x="193441" y="39124"/>
                  </a:lnTo>
                  <a:lnTo>
                    <a:pt x="189324" y="35778"/>
                  </a:lnTo>
                  <a:lnTo>
                    <a:pt x="185102" y="32564"/>
                  </a:lnTo>
                  <a:lnTo>
                    <a:pt x="180781" y="29486"/>
                  </a:lnTo>
                  <a:lnTo>
                    <a:pt x="176364" y="26547"/>
                  </a:lnTo>
                  <a:lnTo>
                    <a:pt x="171856" y="23749"/>
                  </a:lnTo>
                  <a:lnTo>
                    <a:pt x="167261" y="21096"/>
                  </a:lnTo>
                  <a:lnTo>
                    <a:pt x="162585" y="18590"/>
                  </a:lnTo>
                  <a:lnTo>
                    <a:pt x="157831" y="16233"/>
                  </a:lnTo>
                  <a:lnTo>
                    <a:pt x="153005" y="14029"/>
                  </a:lnTo>
                  <a:lnTo>
                    <a:pt x="148112" y="11979"/>
                  </a:lnTo>
                  <a:lnTo>
                    <a:pt x="143156" y="10085"/>
                  </a:lnTo>
                  <a:lnTo>
                    <a:pt x="138142" y="8349"/>
                  </a:lnTo>
                  <a:lnTo>
                    <a:pt x="133076" y="6774"/>
                  </a:lnTo>
                  <a:lnTo>
                    <a:pt x="127962" y="5359"/>
                  </a:lnTo>
                  <a:lnTo>
                    <a:pt x="122807" y="4108"/>
                  </a:lnTo>
                  <a:lnTo>
                    <a:pt x="117613" y="3022"/>
                  </a:lnTo>
                  <a:lnTo>
                    <a:pt x="112389" y="2100"/>
                  </a:lnTo>
                  <a:lnTo>
                    <a:pt x="107137" y="1345"/>
                  </a:lnTo>
                  <a:lnTo>
                    <a:pt x="101864" y="757"/>
                  </a:lnTo>
                  <a:lnTo>
                    <a:pt x="96575" y="336"/>
                  </a:lnTo>
                  <a:lnTo>
                    <a:pt x="91276" y="84"/>
                  </a:lnTo>
                  <a:lnTo>
                    <a:pt x="85971" y="0"/>
                  </a:lnTo>
                  <a:lnTo>
                    <a:pt x="859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797341" y="1071028"/>
              <a:ext cx="167159" cy="334117"/>
            </a:xfrm>
            <a:custGeom>
              <a:avLst/>
              <a:pathLst>
                <a:path w="167159" h="334117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2" y="1355"/>
                  </a:lnTo>
                  <a:lnTo>
                    <a:pt x="140641" y="2116"/>
                  </a:lnTo>
                  <a:lnTo>
                    <a:pt x="135397" y="3045"/>
                  </a:lnTo>
                  <a:lnTo>
                    <a:pt x="130185" y="4140"/>
                  </a:lnTo>
                  <a:lnTo>
                    <a:pt x="125010" y="5400"/>
                  </a:lnTo>
                  <a:lnTo>
                    <a:pt x="119878" y="6825"/>
                  </a:lnTo>
                  <a:lnTo>
                    <a:pt x="114794" y="8413"/>
                  </a:lnTo>
                  <a:lnTo>
                    <a:pt x="109764" y="10162"/>
                  </a:lnTo>
                  <a:lnTo>
                    <a:pt x="104791" y="12070"/>
                  </a:lnTo>
                  <a:lnTo>
                    <a:pt x="99882" y="14135"/>
                  </a:lnTo>
                  <a:lnTo>
                    <a:pt x="95041" y="16356"/>
                  </a:lnTo>
                  <a:lnTo>
                    <a:pt x="90274" y="18730"/>
                  </a:lnTo>
                  <a:lnTo>
                    <a:pt x="85584" y="21254"/>
                  </a:lnTo>
                  <a:lnTo>
                    <a:pt x="80977" y="23927"/>
                  </a:lnTo>
                  <a:lnTo>
                    <a:pt x="76458" y="26745"/>
                  </a:lnTo>
                  <a:lnTo>
                    <a:pt x="72031" y="29706"/>
                  </a:lnTo>
                  <a:lnTo>
                    <a:pt x="67700" y="32806"/>
                  </a:lnTo>
                  <a:lnTo>
                    <a:pt x="63471" y="36042"/>
                  </a:lnTo>
                  <a:lnTo>
                    <a:pt x="59346" y="39412"/>
                  </a:lnTo>
                  <a:lnTo>
                    <a:pt x="55331" y="42911"/>
                  </a:lnTo>
                  <a:lnTo>
                    <a:pt x="51430" y="46537"/>
                  </a:lnTo>
                  <a:lnTo>
                    <a:pt x="47646" y="50285"/>
                  </a:lnTo>
                  <a:lnTo>
                    <a:pt x="43983" y="54151"/>
                  </a:lnTo>
                  <a:lnTo>
                    <a:pt x="40445" y="58132"/>
                  </a:lnTo>
                  <a:lnTo>
                    <a:pt x="37036" y="62224"/>
                  </a:lnTo>
                  <a:lnTo>
                    <a:pt x="33759" y="66423"/>
                  </a:lnTo>
                  <a:lnTo>
                    <a:pt x="30618" y="70723"/>
                  </a:lnTo>
                  <a:lnTo>
                    <a:pt x="27615" y="75122"/>
                  </a:lnTo>
                  <a:lnTo>
                    <a:pt x="24753" y="79614"/>
                  </a:lnTo>
                  <a:lnTo>
                    <a:pt x="22037" y="84195"/>
                  </a:lnTo>
                  <a:lnTo>
                    <a:pt x="19467" y="88860"/>
                  </a:lnTo>
                  <a:lnTo>
                    <a:pt x="17047" y="93605"/>
                  </a:lnTo>
                  <a:lnTo>
                    <a:pt x="14780" y="98424"/>
                  </a:lnTo>
                  <a:lnTo>
                    <a:pt x="12668" y="103313"/>
                  </a:lnTo>
                  <a:lnTo>
                    <a:pt x="10712" y="108267"/>
                  </a:lnTo>
                  <a:lnTo>
                    <a:pt x="8915" y="113280"/>
                  </a:lnTo>
                  <a:lnTo>
                    <a:pt x="7279" y="118349"/>
                  </a:lnTo>
                  <a:lnTo>
                    <a:pt x="5805" y="123467"/>
                  </a:lnTo>
                  <a:lnTo>
                    <a:pt x="4495" y="128629"/>
                  </a:lnTo>
                  <a:lnTo>
                    <a:pt x="3350" y="133830"/>
                  </a:lnTo>
                  <a:lnTo>
                    <a:pt x="2371" y="139065"/>
                  </a:lnTo>
                  <a:lnTo>
                    <a:pt x="1559" y="144329"/>
                  </a:lnTo>
                  <a:lnTo>
                    <a:pt x="916" y="149616"/>
                  </a:lnTo>
                  <a:lnTo>
                    <a:pt x="441" y="154921"/>
                  </a:lnTo>
                  <a:lnTo>
                    <a:pt x="135" y="160238"/>
                  </a:lnTo>
                  <a:lnTo>
                    <a:pt x="0" y="165562"/>
                  </a:lnTo>
                  <a:lnTo>
                    <a:pt x="33" y="170888"/>
                  </a:lnTo>
                  <a:lnTo>
                    <a:pt x="237" y="176210"/>
                  </a:lnTo>
                  <a:lnTo>
                    <a:pt x="609" y="181523"/>
                  </a:lnTo>
                  <a:lnTo>
                    <a:pt x="1151" y="186821"/>
                  </a:lnTo>
                  <a:lnTo>
                    <a:pt x="1862" y="192100"/>
                  </a:lnTo>
                  <a:lnTo>
                    <a:pt x="2740" y="197353"/>
                  </a:lnTo>
                  <a:lnTo>
                    <a:pt x="3785" y="202575"/>
                  </a:lnTo>
                  <a:lnTo>
                    <a:pt x="4996" y="207761"/>
                  </a:lnTo>
                  <a:lnTo>
                    <a:pt x="6371" y="212907"/>
                  </a:lnTo>
                  <a:lnTo>
                    <a:pt x="7910" y="218005"/>
                  </a:lnTo>
                  <a:lnTo>
                    <a:pt x="9610" y="223053"/>
                  </a:lnTo>
                  <a:lnTo>
                    <a:pt x="11470" y="228043"/>
                  </a:lnTo>
                  <a:lnTo>
                    <a:pt x="13489" y="232972"/>
                  </a:lnTo>
                  <a:lnTo>
                    <a:pt x="15663" y="237834"/>
                  </a:lnTo>
                  <a:lnTo>
                    <a:pt x="17991" y="242624"/>
                  </a:lnTo>
                  <a:lnTo>
                    <a:pt x="20470" y="247337"/>
                  </a:lnTo>
                  <a:lnTo>
                    <a:pt x="23099" y="251970"/>
                  </a:lnTo>
                  <a:lnTo>
                    <a:pt x="25873" y="256516"/>
                  </a:lnTo>
                  <a:lnTo>
                    <a:pt x="28791" y="260971"/>
                  </a:lnTo>
                  <a:lnTo>
                    <a:pt x="31850" y="265331"/>
                  </a:lnTo>
                  <a:lnTo>
                    <a:pt x="35045" y="269592"/>
                  </a:lnTo>
                  <a:lnTo>
                    <a:pt x="38375" y="273749"/>
                  </a:lnTo>
                  <a:lnTo>
                    <a:pt x="41836" y="277797"/>
                  </a:lnTo>
                  <a:lnTo>
                    <a:pt x="45424" y="281733"/>
                  </a:lnTo>
                  <a:lnTo>
                    <a:pt x="49135" y="285553"/>
                  </a:lnTo>
                  <a:lnTo>
                    <a:pt x="52966" y="289253"/>
                  </a:lnTo>
                  <a:lnTo>
                    <a:pt x="56913" y="292828"/>
                  </a:lnTo>
                  <a:lnTo>
                    <a:pt x="60972" y="296277"/>
                  </a:lnTo>
                  <a:lnTo>
                    <a:pt x="65139" y="299594"/>
                  </a:lnTo>
                  <a:lnTo>
                    <a:pt x="69409" y="302776"/>
                  </a:lnTo>
                  <a:lnTo>
                    <a:pt x="73779" y="305821"/>
                  </a:lnTo>
                  <a:lnTo>
                    <a:pt x="78243" y="308726"/>
                  </a:lnTo>
                  <a:lnTo>
                    <a:pt x="82798" y="311486"/>
                  </a:lnTo>
                  <a:lnTo>
                    <a:pt x="87438" y="314101"/>
                  </a:lnTo>
                  <a:lnTo>
                    <a:pt x="92159" y="316566"/>
                  </a:lnTo>
                  <a:lnTo>
                    <a:pt x="96957" y="318879"/>
                  </a:lnTo>
                  <a:lnTo>
                    <a:pt x="101825" y="321038"/>
                  </a:lnTo>
                  <a:lnTo>
                    <a:pt x="106760" y="323042"/>
                  </a:lnTo>
                  <a:lnTo>
                    <a:pt x="111756" y="324886"/>
                  </a:lnTo>
                  <a:lnTo>
                    <a:pt x="116809" y="326571"/>
                  </a:lnTo>
                  <a:lnTo>
                    <a:pt x="121912" y="328094"/>
                  </a:lnTo>
                  <a:lnTo>
                    <a:pt x="127061" y="329454"/>
                  </a:lnTo>
                  <a:lnTo>
                    <a:pt x="132252" y="330649"/>
                  </a:lnTo>
                  <a:lnTo>
                    <a:pt x="137477" y="331678"/>
                  </a:lnTo>
                  <a:lnTo>
                    <a:pt x="142733" y="332540"/>
                  </a:lnTo>
                  <a:lnTo>
                    <a:pt x="148013" y="333234"/>
                  </a:lnTo>
                  <a:lnTo>
                    <a:pt x="153313" y="333760"/>
                  </a:lnTo>
                  <a:lnTo>
                    <a:pt x="158627" y="33411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55969" y="1238196"/>
              <a:ext cx="8532" cy="166949"/>
            </a:xfrm>
            <a:custGeom>
              <a:avLst/>
              <a:pathLst>
                <a:path w="8532" h="166949">
                  <a:moveTo>
                    <a:pt x="0" y="166949"/>
                  </a:moveTo>
                  <a:lnTo>
                    <a:pt x="85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55969" y="1079933"/>
              <a:ext cx="175699" cy="325416"/>
            </a:xfrm>
            <a:custGeom>
              <a:avLst/>
              <a:pathLst>
                <a:path w="175699" h="325416">
                  <a:moveTo>
                    <a:pt x="0" y="325212"/>
                  </a:moveTo>
                  <a:lnTo>
                    <a:pt x="5317" y="325399"/>
                  </a:lnTo>
                  <a:lnTo>
                    <a:pt x="10638" y="325416"/>
                  </a:lnTo>
                  <a:lnTo>
                    <a:pt x="15957" y="325265"/>
                  </a:lnTo>
                  <a:lnTo>
                    <a:pt x="21268" y="324944"/>
                  </a:lnTo>
                  <a:lnTo>
                    <a:pt x="26566" y="324454"/>
                  </a:lnTo>
                  <a:lnTo>
                    <a:pt x="31846" y="323796"/>
                  </a:lnTo>
                  <a:lnTo>
                    <a:pt x="37103" y="322970"/>
                  </a:lnTo>
                  <a:lnTo>
                    <a:pt x="42330" y="321977"/>
                  </a:lnTo>
                  <a:lnTo>
                    <a:pt x="47523" y="320819"/>
                  </a:lnTo>
                  <a:lnTo>
                    <a:pt x="52677" y="319495"/>
                  </a:lnTo>
                  <a:lnTo>
                    <a:pt x="57786" y="318009"/>
                  </a:lnTo>
                  <a:lnTo>
                    <a:pt x="62845" y="316360"/>
                  </a:lnTo>
                  <a:lnTo>
                    <a:pt x="67849" y="314552"/>
                  </a:lnTo>
                  <a:lnTo>
                    <a:pt x="72793" y="312585"/>
                  </a:lnTo>
                  <a:lnTo>
                    <a:pt x="77672" y="310461"/>
                  </a:lnTo>
                  <a:lnTo>
                    <a:pt x="82481" y="308184"/>
                  </a:lnTo>
                  <a:lnTo>
                    <a:pt x="87215" y="305754"/>
                  </a:lnTo>
                  <a:lnTo>
                    <a:pt x="91869" y="303176"/>
                  </a:lnTo>
                  <a:lnTo>
                    <a:pt x="96438" y="300450"/>
                  </a:lnTo>
                  <a:lnTo>
                    <a:pt x="100919" y="297580"/>
                  </a:lnTo>
                  <a:lnTo>
                    <a:pt x="105306" y="294569"/>
                  </a:lnTo>
                  <a:lnTo>
                    <a:pt x="109595" y="291420"/>
                  </a:lnTo>
                  <a:lnTo>
                    <a:pt x="113782" y="288136"/>
                  </a:lnTo>
                  <a:lnTo>
                    <a:pt x="117862" y="284721"/>
                  </a:lnTo>
                  <a:lnTo>
                    <a:pt x="121831" y="281177"/>
                  </a:lnTo>
                  <a:lnTo>
                    <a:pt x="125686" y="277509"/>
                  </a:lnTo>
                  <a:lnTo>
                    <a:pt x="129421" y="273720"/>
                  </a:lnTo>
                  <a:lnTo>
                    <a:pt x="133035" y="269815"/>
                  </a:lnTo>
                  <a:lnTo>
                    <a:pt x="136522" y="265796"/>
                  </a:lnTo>
                  <a:lnTo>
                    <a:pt x="139879" y="261668"/>
                  </a:lnTo>
                  <a:lnTo>
                    <a:pt x="143104" y="257435"/>
                  </a:lnTo>
                  <a:lnTo>
                    <a:pt x="146192" y="253102"/>
                  </a:lnTo>
                  <a:lnTo>
                    <a:pt x="149140" y="248673"/>
                  </a:lnTo>
                  <a:lnTo>
                    <a:pt x="151947" y="244152"/>
                  </a:lnTo>
                  <a:lnTo>
                    <a:pt x="154607" y="239544"/>
                  </a:lnTo>
                  <a:lnTo>
                    <a:pt x="157120" y="234854"/>
                  </a:lnTo>
                  <a:lnTo>
                    <a:pt x="159483" y="230087"/>
                  </a:lnTo>
                  <a:lnTo>
                    <a:pt x="161692" y="225246"/>
                  </a:lnTo>
                  <a:lnTo>
                    <a:pt x="163746" y="220338"/>
                  </a:lnTo>
                  <a:lnTo>
                    <a:pt x="165643" y="215367"/>
                  </a:lnTo>
                  <a:lnTo>
                    <a:pt x="167381" y="210337"/>
                  </a:lnTo>
                  <a:lnTo>
                    <a:pt x="168958" y="205256"/>
                  </a:lnTo>
                  <a:lnTo>
                    <a:pt x="170372" y="200126"/>
                  </a:lnTo>
                  <a:lnTo>
                    <a:pt x="171622" y="194954"/>
                  </a:lnTo>
                  <a:lnTo>
                    <a:pt x="172708" y="189745"/>
                  </a:lnTo>
                  <a:lnTo>
                    <a:pt x="173626" y="184504"/>
                  </a:lnTo>
                  <a:lnTo>
                    <a:pt x="174378" y="179237"/>
                  </a:lnTo>
                  <a:lnTo>
                    <a:pt x="174961" y="173948"/>
                  </a:lnTo>
                  <a:lnTo>
                    <a:pt x="175376" y="168643"/>
                  </a:lnTo>
                  <a:lnTo>
                    <a:pt x="175622" y="163328"/>
                  </a:lnTo>
                  <a:lnTo>
                    <a:pt x="175699" y="158008"/>
                  </a:lnTo>
                  <a:lnTo>
                    <a:pt x="175606" y="152688"/>
                  </a:lnTo>
                  <a:lnTo>
                    <a:pt x="175344" y="147373"/>
                  </a:lnTo>
                  <a:lnTo>
                    <a:pt x="174913" y="142070"/>
                  </a:lnTo>
                  <a:lnTo>
                    <a:pt x="174313" y="136783"/>
                  </a:lnTo>
                  <a:lnTo>
                    <a:pt x="173546" y="131518"/>
                  </a:lnTo>
                  <a:lnTo>
                    <a:pt x="172611" y="126279"/>
                  </a:lnTo>
                  <a:lnTo>
                    <a:pt x="171510" y="121074"/>
                  </a:lnTo>
                  <a:lnTo>
                    <a:pt x="170244" y="115906"/>
                  </a:lnTo>
                  <a:lnTo>
                    <a:pt x="168814" y="110781"/>
                  </a:lnTo>
                  <a:lnTo>
                    <a:pt x="167222" y="105704"/>
                  </a:lnTo>
                  <a:lnTo>
                    <a:pt x="165468" y="100680"/>
                  </a:lnTo>
                  <a:lnTo>
                    <a:pt x="163556" y="95714"/>
                  </a:lnTo>
                  <a:lnTo>
                    <a:pt x="161487" y="90812"/>
                  </a:lnTo>
                  <a:lnTo>
                    <a:pt x="159263" y="85978"/>
                  </a:lnTo>
                  <a:lnTo>
                    <a:pt x="156886" y="81218"/>
                  </a:lnTo>
                  <a:lnTo>
                    <a:pt x="154359" y="76536"/>
                  </a:lnTo>
                  <a:lnTo>
                    <a:pt x="151684" y="71936"/>
                  </a:lnTo>
                  <a:lnTo>
                    <a:pt x="148864" y="67424"/>
                  </a:lnTo>
                  <a:lnTo>
                    <a:pt x="145902" y="63004"/>
                  </a:lnTo>
                  <a:lnTo>
                    <a:pt x="142801" y="58680"/>
                  </a:lnTo>
                  <a:lnTo>
                    <a:pt x="139564" y="54457"/>
                  </a:lnTo>
                  <a:lnTo>
                    <a:pt x="136194" y="50339"/>
                  </a:lnTo>
                  <a:lnTo>
                    <a:pt x="132694" y="46331"/>
                  </a:lnTo>
                  <a:lnTo>
                    <a:pt x="129069" y="42436"/>
                  </a:lnTo>
                  <a:lnTo>
                    <a:pt x="125322" y="38659"/>
                  </a:lnTo>
                  <a:lnTo>
                    <a:pt x="121456" y="35003"/>
                  </a:lnTo>
                  <a:lnTo>
                    <a:pt x="117476" y="31471"/>
                  </a:lnTo>
                  <a:lnTo>
                    <a:pt x="113386" y="28068"/>
                  </a:lnTo>
                  <a:lnTo>
                    <a:pt x="109189" y="24797"/>
                  </a:lnTo>
                  <a:lnTo>
                    <a:pt x="104891" y="21661"/>
                  </a:lnTo>
                  <a:lnTo>
                    <a:pt x="100494" y="18664"/>
                  </a:lnTo>
                  <a:lnTo>
                    <a:pt x="96005" y="15808"/>
                  </a:lnTo>
                  <a:lnTo>
                    <a:pt x="91427" y="13096"/>
                  </a:lnTo>
                  <a:lnTo>
                    <a:pt x="86765" y="10531"/>
                  </a:lnTo>
                  <a:lnTo>
                    <a:pt x="82024" y="8116"/>
                  </a:lnTo>
                  <a:lnTo>
                    <a:pt x="77208" y="5853"/>
                  </a:lnTo>
                  <a:lnTo>
                    <a:pt x="72323" y="3745"/>
                  </a:lnTo>
                  <a:lnTo>
                    <a:pt x="67373" y="1793"/>
                  </a:lnTo>
                  <a:lnTo>
                    <a:pt x="62363" y="0"/>
                  </a:lnTo>
                  <a:lnTo>
                    <a:pt x="8532" y="1582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071028"/>
              <a:ext cx="53831" cy="167167"/>
            </a:xfrm>
            <a:custGeom>
              <a:avLst/>
              <a:pathLst>
                <a:path w="53831" h="167167">
                  <a:moveTo>
                    <a:pt x="53831" y="8904"/>
                  </a:moveTo>
                  <a:lnTo>
                    <a:pt x="48031" y="7049"/>
                  </a:lnTo>
                  <a:lnTo>
                    <a:pt x="42168" y="5405"/>
                  </a:lnTo>
                  <a:lnTo>
                    <a:pt x="36248" y="3977"/>
                  </a:lnTo>
                  <a:lnTo>
                    <a:pt x="30281" y="2765"/>
                  </a:lnTo>
                  <a:lnTo>
                    <a:pt x="24273" y="1771"/>
                  </a:lnTo>
                  <a:lnTo>
                    <a:pt x="18233" y="997"/>
                  </a:lnTo>
                  <a:lnTo>
                    <a:pt x="12168" y="443"/>
                  </a:lnTo>
                  <a:lnTo>
                    <a:pt x="6088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9721" y="1322571"/>
              <a:ext cx="128999" cy="167167"/>
            </a:xfrm>
            <a:custGeom>
              <a:avLst/>
              <a:pathLst>
                <a:path w="128999" h="167167">
                  <a:moveTo>
                    <a:pt x="128999" y="0"/>
                  </a:moveTo>
                  <a:lnTo>
                    <a:pt x="123542" y="89"/>
                  </a:lnTo>
                  <a:lnTo>
                    <a:pt x="118091" y="356"/>
                  </a:lnTo>
                  <a:lnTo>
                    <a:pt x="112652" y="801"/>
                  </a:lnTo>
                  <a:lnTo>
                    <a:pt x="107231" y="1423"/>
                  </a:lnTo>
                  <a:lnTo>
                    <a:pt x="101832" y="2222"/>
                  </a:lnTo>
                  <a:lnTo>
                    <a:pt x="96462" y="3196"/>
                  </a:lnTo>
                  <a:lnTo>
                    <a:pt x="91128" y="4346"/>
                  </a:lnTo>
                  <a:lnTo>
                    <a:pt x="85833" y="5669"/>
                  </a:lnTo>
                  <a:lnTo>
                    <a:pt x="80585" y="7164"/>
                  </a:lnTo>
                  <a:lnTo>
                    <a:pt x="75388" y="8829"/>
                  </a:lnTo>
                  <a:lnTo>
                    <a:pt x="70248" y="10664"/>
                  </a:lnTo>
                  <a:lnTo>
                    <a:pt x="65171" y="12665"/>
                  </a:lnTo>
                  <a:lnTo>
                    <a:pt x="60162" y="14831"/>
                  </a:lnTo>
                  <a:lnTo>
                    <a:pt x="55226" y="17159"/>
                  </a:lnTo>
                  <a:lnTo>
                    <a:pt x="50369" y="19647"/>
                  </a:lnTo>
                  <a:lnTo>
                    <a:pt x="45595" y="22292"/>
                  </a:lnTo>
                  <a:lnTo>
                    <a:pt x="40911" y="25091"/>
                  </a:lnTo>
                  <a:lnTo>
                    <a:pt x="36320" y="28042"/>
                  </a:lnTo>
                  <a:lnTo>
                    <a:pt x="31828" y="31142"/>
                  </a:lnTo>
                  <a:lnTo>
                    <a:pt x="27440" y="34386"/>
                  </a:lnTo>
                  <a:lnTo>
                    <a:pt x="23160" y="37772"/>
                  </a:lnTo>
                  <a:lnTo>
                    <a:pt x="18993" y="41295"/>
                  </a:lnTo>
                  <a:lnTo>
                    <a:pt x="14943" y="44953"/>
                  </a:lnTo>
                  <a:lnTo>
                    <a:pt x="11014" y="48741"/>
                  </a:lnTo>
                  <a:lnTo>
                    <a:pt x="7212" y="52656"/>
                  </a:lnTo>
                  <a:lnTo>
                    <a:pt x="3539" y="56692"/>
                  </a:lnTo>
                  <a:lnTo>
                    <a:pt x="0" y="60846"/>
                  </a:lnTo>
                  <a:lnTo>
                    <a:pt x="12899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59721" y="1383418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21562" y="1340924"/>
              <a:ext cx="334306" cy="315981"/>
            </a:xfrm>
            <a:custGeom>
              <a:avLst/>
              <a:pathLst>
                <a:path w="334306" h="315981">
                  <a:moveTo>
                    <a:pt x="38159" y="42493"/>
                  </a:moveTo>
                  <a:lnTo>
                    <a:pt x="34844" y="46648"/>
                  </a:lnTo>
                  <a:lnTo>
                    <a:pt x="31663" y="50906"/>
                  </a:lnTo>
                  <a:lnTo>
                    <a:pt x="28618" y="55264"/>
                  </a:lnTo>
                  <a:lnTo>
                    <a:pt x="25714" y="59715"/>
                  </a:lnTo>
                  <a:lnTo>
                    <a:pt x="22953" y="64257"/>
                  </a:lnTo>
                  <a:lnTo>
                    <a:pt x="20338" y="68885"/>
                  </a:lnTo>
                  <a:lnTo>
                    <a:pt x="17871" y="73593"/>
                  </a:lnTo>
                  <a:lnTo>
                    <a:pt x="15555" y="78377"/>
                  </a:lnTo>
                  <a:lnTo>
                    <a:pt x="13392" y="83233"/>
                  </a:lnTo>
                  <a:lnTo>
                    <a:pt x="11385" y="88155"/>
                  </a:lnTo>
                  <a:lnTo>
                    <a:pt x="9535" y="93138"/>
                  </a:lnTo>
                  <a:lnTo>
                    <a:pt x="7844" y="98177"/>
                  </a:lnTo>
                  <a:lnTo>
                    <a:pt x="6315" y="103268"/>
                  </a:lnTo>
                  <a:lnTo>
                    <a:pt x="4948" y="108405"/>
                  </a:lnTo>
                  <a:lnTo>
                    <a:pt x="3746" y="113582"/>
                  </a:lnTo>
                  <a:lnTo>
                    <a:pt x="2708" y="118795"/>
                  </a:lnTo>
                  <a:lnTo>
                    <a:pt x="1837" y="124039"/>
                  </a:lnTo>
                  <a:lnTo>
                    <a:pt x="1133" y="129308"/>
                  </a:lnTo>
                  <a:lnTo>
                    <a:pt x="596" y="134596"/>
                  </a:lnTo>
                  <a:lnTo>
                    <a:pt x="229" y="139898"/>
                  </a:lnTo>
                  <a:lnTo>
                    <a:pt x="30" y="145210"/>
                  </a:lnTo>
                  <a:lnTo>
                    <a:pt x="0" y="150525"/>
                  </a:lnTo>
                  <a:lnTo>
                    <a:pt x="138" y="155839"/>
                  </a:lnTo>
                  <a:lnTo>
                    <a:pt x="446" y="161146"/>
                  </a:lnTo>
                  <a:lnTo>
                    <a:pt x="923" y="166440"/>
                  </a:lnTo>
                  <a:lnTo>
                    <a:pt x="1567" y="171716"/>
                  </a:lnTo>
                  <a:lnTo>
                    <a:pt x="2379" y="176969"/>
                  </a:lnTo>
                  <a:lnTo>
                    <a:pt x="3357" y="182193"/>
                  </a:lnTo>
                  <a:lnTo>
                    <a:pt x="4501" y="187384"/>
                  </a:lnTo>
                  <a:lnTo>
                    <a:pt x="5810" y="192536"/>
                  </a:lnTo>
                  <a:lnTo>
                    <a:pt x="7281" y="197644"/>
                  </a:lnTo>
                  <a:lnTo>
                    <a:pt x="8915" y="202702"/>
                  </a:lnTo>
                  <a:lnTo>
                    <a:pt x="10708" y="207706"/>
                  </a:lnTo>
                  <a:lnTo>
                    <a:pt x="12659" y="212650"/>
                  </a:lnTo>
                  <a:lnTo>
                    <a:pt x="14767" y="217530"/>
                  </a:lnTo>
                  <a:lnTo>
                    <a:pt x="17029" y="222340"/>
                  </a:lnTo>
                  <a:lnTo>
                    <a:pt x="19442" y="227076"/>
                  </a:lnTo>
                  <a:lnTo>
                    <a:pt x="22005" y="231732"/>
                  </a:lnTo>
                  <a:lnTo>
                    <a:pt x="24714" y="236305"/>
                  </a:lnTo>
                  <a:lnTo>
                    <a:pt x="27568" y="240790"/>
                  </a:lnTo>
                  <a:lnTo>
                    <a:pt x="30563" y="245181"/>
                  </a:lnTo>
                  <a:lnTo>
                    <a:pt x="33696" y="249475"/>
                  </a:lnTo>
                  <a:lnTo>
                    <a:pt x="36963" y="253668"/>
                  </a:lnTo>
                  <a:lnTo>
                    <a:pt x="40363" y="257754"/>
                  </a:lnTo>
                  <a:lnTo>
                    <a:pt x="43891" y="261730"/>
                  </a:lnTo>
                  <a:lnTo>
                    <a:pt x="47543" y="265592"/>
                  </a:lnTo>
                  <a:lnTo>
                    <a:pt x="51316" y="269336"/>
                  </a:lnTo>
                  <a:lnTo>
                    <a:pt x="55206" y="272958"/>
                  </a:lnTo>
                  <a:lnTo>
                    <a:pt x="59210" y="276454"/>
                  </a:lnTo>
                  <a:lnTo>
                    <a:pt x="63322" y="279822"/>
                  </a:lnTo>
                  <a:lnTo>
                    <a:pt x="67540" y="283057"/>
                  </a:lnTo>
                  <a:lnTo>
                    <a:pt x="71858" y="286156"/>
                  </a:lnTo>
                  <a:lnTo>
                    <a:pt x="76273" y="289117"/>
                  </a:lnTo>
                  <a:lnTo>
                    <a:pt x="80780" y="291935"/>
                  </a:lnTo>
                  <a:lnTo>
                    <a:pt x="85373" y="294609"/>
                  </a:lnTo>
                  <a:lnTo>
                    <a:pt x="90050" y="297136"/>
                  </a:lnTo>
                  <a:lnTo>
                    <a:pt x="94805" y="299512"/>
                  </a:lnTo>
                  <a:lnTo>
                    <a:pt x="99632" y="301736"/>
                  </a:lnTo>
                  <a:lnTo>
                    <a:pt x="104528" y="303806"/>
                  </a:lnTo>
                  <a:lnTo>
                    <a:pt x="109488" y="305719"/>
                  </a:lnTo>
                  <a:lnTo>
                    <a:pt x="114505" y="307473"/>
                  </a:lnTo>
                  <a:lnTo>
                    <a:pt x="119576" y="309067"/>
                  </a:lnTo>
                  <a:lnTo>
                    <a:pt x="124695" y="310498"/>
                  </a:lnTo>
                  <a:lnTo>
                    <a:pt x="129857" y="311767"/>
                  </a:lnTo>
                  <a:lnTo>
                    <a:pt x="135056" y="312870"/>
                  </a:lnTo>
                  <a:lnTo>
                    <a:pt x="140288" y="313808"/>
                  </a:lnTo>
                  <a:lnTo>
                    <a:pt x="145548" y="314579"/>
                  </a:lnTo>
                  <a:lnTo>
                    <a:pt x="150829" y="315182"/>
                  </a:lnTo>
                  <a:lnTo>
                    <a:pt x="156126" y="315617"/>
                  </a:lnTo>
                  <a:lnTo>
                    <a:pt x="161435" y="315883"/>
                  </a:lnTo>
                  <a:lnTo>
                    <a:pt x="166750" y="315981"/>
                  </a:lnTo>
                  <a:lnTo>
                    <a:pt x="172064" y="315909"/>
                  </a:lnTo>
                  <a:lnTo>
                    <a:pt x="177374" y="315669"/>
                  </a:lnTo>
                  <a:lnTo>
                    <a:pt x="182674" y="315260"/>
                  </a:lnTo>
                  <a:lnTo>
                    <a:pt x="187958" y="314682"/>
                  </a:lnTo>
                  <a:lnTo>
                    <a:pt x="193221" y="313937"/>
                  </a:lnTo>
                  <a:lnTo>
                    <a:pt x="198457" y="313025"/>
                  </a:lnTo>
                  <a:lnTo>
                    <a:pt x="203662" y="311947"/>
                  </a:lnTo>
                  <a:lnTo>
                    <a:pt x="208830" y="310704"/>
                  </a:lnTo>
                  <a:lnTo>
                    <a:pt x="213956" y="309297"/>
                  </a:lnTo>
                  <a:lnTo>
                    <a:pt x="219035" y="307728"/>
                  </a:lnTo>
                  <a:lnTo>
                    <a:pt x="224061" y="305999"/>
                  </a:lnTo>
                  <a:lnTo>
                    <a:pt x="229030" y="304110"/>
                  </a:lnTo>
                  <a:lnTo>
                    <a:pt x="233936" y="302065"/>
                  </a:lnTo>
                  <a:lnTo>
                    <a:pt x="238774" y="299864"/>
                  </a:lnTo>
                  <a:lnTo>
                    <a:pt x="243540" y="297511"/>
                  </a:lnTo>
                  <a:lnTo>
                    <a:pt x="248229" y="295007"/>
                  </a:lnTo>
                  <a:lnTo>
                    <a:pt x="252836" y="292356"/>
                  </a:lnTo>
                  <a:lnTo>
                    <a:pt x="257356" y="289559"/>
                  </a:lnTo>
                  <a:lnTo>
                    <a:pt x="261785" y="286621"/>
                  </a:lnTo>
                  <a:lnTo>
                    <a:pt x="266119" y="283542"/>
                  </a:lnTo>
                  <a:lnTo>
                    <a:pt x="270352" y="280328"/>
                  </a:lnTo>
                  <a:lnTo>
                    <a:pt x="274481" y="276981"/>
                  </a:lnTo>
                  <a:lnTo>
                    <a:pt x="278502" y="273504"/>
                  </a:lnTo>
                  <a:lnTo>
                    <a:pt x="282410" y="269901"/>
                  </a:lnTo>
                  <a:lnTo>
                    <a:pt x="286201" y="266175"/>
                  </a:lnTo>
                  <a:lnTo>
                    <a:pt x="289872" y="262331"/>
                  </a:lnTo>
                  <a:lnTo>
                    <a:pt x="293419" y="258373"/>
                  </a:lnTo>
                  <a:lnTo>
                    <a:pt x="296839" y="254303"/>
                  </a:lnTo>
                  <a:lnTo>
                    <a:pt x="300127" y="250127"/>
                  </a:lnTo>
                  <a:lnTo>
                    <a:pt x="303281" y="245848"/>
                  </a:lnTo>
                  <a:lnTo>
                    <a:pt x="306297" y="241471"/>
                  </a:lnTo>
                  <a:lnTo>
                    <a:pt x="309172" y="237001"/>
                  </a:lnTo>
                  <a:lnTo>
                    <a:pt x="311904" y="232441"/>
                  </a:lnTo>
                  <a:lnTo>
                    <a:pt x="314490" y="227797"/>
                  </a:lnTo>
                  <a:lnTo>
                    <a:pt x="316927" y="223073"/>
                  </a:lnTo>
                  <a:lnTo>
                    <a:pt x="319212" y="218274"/>
                  </a:lnTo>
                  <a:lnTo>
                    <a:pt x="321343" y="213405"/>
                  </a:lnTo>
                  <a:lnTo>
                    <a:pt x="323319" y="208470"/>
                  </a:lnTo>
                  <a:lnTo>
                    <a:pt x="325136" y="203475"/>
                  </a:lnTo>
                  <a:lnTo>
                    <a:pt x="326794" y="198425"/>
                  </a:lnTo>
                  <a:lnTo>
                    <a:pt x="328291" y="193324"/>
                  </a:lnTo>
                  <a:lnTo>
                    <a:pt x="329625" y="188179"/>
                  </a:lnTo>
                  <a:lnTo>
                    <a:pt x="330794" y="182994"/>
                  </a:lnTo>
                  <a:lnTo>
                    <a:pt x="331798" y="177774"/>
                  </a:lnTo>
                  <a:lnTo>
                    <a:pt x="332635" y="172525"/>
                  </a:lnTo>
                  <a:lnTo>
                    <a:pt x="333306" y="167252"/>
                  </a:lnTo>
                  <a:lnTo>
                    <a:pt x="333808" y="161960"/>
                  </a:lnTo>
                  <a:lnTo>
                    <a:pt x="334142" y="156656"/>
                  </a:lnTo>
                  <a:lnTo>
                    <a:pt x="334306" y="151343"/>
                  </a:lnTo>
                  <a:lnTo>
                    <a:pt x="334302" y="146027"/>
                  </a:lnTo>
                  <a:lnTo>
                    <a:pt x="334129" y="140715"/>
                  </a:lnTo>
                  <a:lnTo>
                    <a:pt x="333787" y="135410"/>
                  </a:lnTo>
                  <a:lnTo>
                    <a:pt x="333277" y="130119"/>
                  </a:lnTo>
                  <a:lnTo>
                    <a:pt x="332599" y="124848"/>
                  </a:lnTo>
                  <a:lnTo>
                    <a:pt x="331753" y="119600"/>
                  </a:lnTo>
                  <a:lnTo>
                    <a:pt x="330741" y="114382"/>
                  </a:lnTo>
                  <a:lnTo>
                    <a:pt x="329564" y="109198"/>
                  </a:lnTo>
                  <a:lnTo>
                    <a:pt x="328222" y="104055"/>
                  </a:lnTo>
                  <a:lnTo>
                    <a:pt x="326718" y="98957"/>
                  </a:lnTo>
                  <a:lnTo>
                    <a:pt x="325052" y="93909"/>
                  </a:lnTo>
                  <a:lnTo>
                    <a:pt x="323227" y="88917"/>
                  </a:lnTo>
                  <a:lnTo>
                    <a:pt x="321243" y="83986"/>
                  </a:lnTo>
                  <a:lnTo>
                    <a:pt x="319104" y="79120"/>
                  </a:lnTo>
                  <a:lnTo>
                    <a:pt x="316812" y="74324"/>
                  </a:lnTo>
                  <a:lnTo>
                    <a:pt x="314368" y="69604"/>
                  </a:lnTo>
                  <a:lnTo>
                    <a:pt x="311775" y="64964"/>
                  </a:lnTo>
                  <a:lnTo>
                    <a:pt x="309036" y="60408"/>
                  </a:lnTo>
                  <a:lnTo>
                    <a:pt x="306154" y="55942"/>
                  </a:lnTo>
                  <a:lnTo>
                    <a:pt x="303131" y="51570"/>
                  </a:lnTo>
                  <a:lnTo>
                    <a:pt x="299970" y="47296"/>
                  </a:lnTo>
                  <a:lnTo>
                    <a:pt x="296676" y="43125"/>
                  </a:lnTo>
                  <a:lnTo>
                    <a:pt x="293250" y="39061"/>
                  </a:lnTo>
                  <a:lnTo>
                    <a:pt x="289697" y="35107"/>
                  </a:lnTo>
                  <a:lnTo>
                    <a:pt x="286020" y="31269"/>
                  </a:lnTo>
                  <a:lnTo>
                    <a:pt x="282223" y="27549"/>
                  </a:lnTo>
                  <a:lnTo>
                    <a:pt x="278309" y="23953"/>
                  </a:lnTo>
                  <a:lnTo>
                    <a:pt x="274283" y="20482"/>
                  </a:lnTo>
                  <a:lnTo>
                    <a:pt x="270149" y="17141"/>
                  </a:lnTo>
                  <a:lnTo>
                    <a:pt x="265911" y="13933"/>
                  </a:lnTo>
                  <a:lnTo>
                    <a:pt x="261573" y="10862"/>
                  </a:lnTo>
                  <a:lnTo>
                    <a:pt x="257139" y="7930"/>
                  </a:lnTo>
                  <a:lnTo>
                    <a:pt x="252614" y="5140"/>
                  </a:lnTo>
                  <a:lnTo>
                    <a:pt x="248003" y="2496"/>
                  </a:lnTo>
                  <a:lnTo>
                    <a:pt x="243311" y="0"/>
                  </a:lnTo>
                  <a:lnTo>
                    <a:pt x="167158" y="1488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488720" y="1322571"/>
              <a:ext cx="76152" cy="167167"/>
            </a:xfrm>
            <a:custGeom>
              <a:avLst/>
              <a:pathLst>
                <a:path w="76152" h="167167">
                  <a:moveTo>
                    <a:pt x="76152" y="18352"/>
                  </a:moveTo>
                  <a:lnTo>
                    <a:pt x="71082" y="15865"/>
                  </a:lnTo>
                  <a:lnTo>
                    <a:pt x="65931" y="13550"/>
                  </a:lnTo>
                  <a:lnTo>
                    <a:pt x="60704" y="11411"/>
                  </a:lnTo>
                  <a:lnTo>
                    <a:pt x="55408" y="9449"/>
                  </a:lnTo>
                  <a:lnTo>
                    <a:pt x="50049" y="7668"/>
                  </a:lnTo>
                  <a:lnTo>
                    <a:pt x="44633" y="6068"/>
                  </a:lnTo>
                  <a:lnTo>
                    <a:pt x="39166" y="4652"/>
                  </a:lnTo>
                  <a:lnTo>
                    <a:pt x="33654" y="3422"/>
                  </a:lnTo>
                  <a:lnTo>
                    <a:pt x="28104" y="2379"/>
                  </a:lnTo>
                  <a:lnTo>
                    <a:pt x="22522" y="1524"/>
                  </a:lnTo>
                  <a:lnTo>
                    <a:pt x="16914" y="857"/>
                  </a:lnTo>
                  <a:lnTo>
                    <a:pt x="11286" y="381"/>
                  </a:lnTo>
                  <a:lnTo>
                    <a:pt x="564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69677" y="1681503"/>
              <a:ext cx="116847" cy="167167"/>
            </a:xfrm>
            <a:custGeom>
              <a:avLst/>
              <a:pathLst>
                <a:path w="116847" h="167167">
                  <a:moveTo>
                    <a:pt x="116847" y="0"/>
                  </a:moveTo>
                  <a:lnTo>
                    <a:pt x="111223" y="94"/>
                  </a:lnTo>
                  <a:lnTo>
                    <a:pt x="105605" y="378"/>
                  </a:lnTo>
                  <a:lnTo>
                    <a:pt x="99999" y="851"/>
                  </a:lnTo>
                  <a:lnTo>
                    <a:pt x="94413" y="1512"/>
                  </a:lnTo>
                  <a:lnTo>
                    <a:pt x="88853" y="2360"/>
                  </a:lnTo>
                  <a:lnTo>
                    <a:pt x="83324" y="3395"/>
                  </a:lnTo>
                  <a:lnTo>
                    <a:pt x="77832" y="4616"/>
                  </a:lnTo>
                  <a:lnTo>
                    <a:pt x="72386" y="6021"/>
                  </a:lnTo>
                  <a:lnTo>
                    <a:pt x="66989" y="7608"/>
                  </a:lnTo>
                  <a:lnTo>
                    <a:pt x="61649" y="9376"/>
                  </a:lnTo>
                  <a:lnTo>
                    <a:pt x="56371" y="11322"/>
                  </a:lnTo>
                  <a:lnTo>
                    <a:pt x="51162" y="13445"/>
                  </a:lnTo>
                  <a:lnTo>
                    <a:pt x="46027" y="15742"/>
                  </a:lnTo>
                  <a:lnTo>
                    <a:pt x="40973" y="18210"/>
                  </a:lnTo>
                  <a:lnTo>
                    <a:pt x="36004" y="20847"/>
                  </a:lnTo>
                  <a:lnTo>
                    <a:pt x="31127" y="23650"/>
                  </a:lnTo>
                  <a:lnTo>
                    <a:pt x="26347" y="26616"/>
                  </a:lnTo>
                  <a:lnTo>
                    <a:pt x="21669" y="29740"/>
                  </a:lnTo>
                  <a:lnTo>
                    <a:pt x="17100" y="33020"/>
                  </a:lnTo>
                  <a:lnTo>
                    <a:pt x="12643" y="36452"/>
                  </a:lnTo>
                  <a:lnTo>
                    <a:pt x="8304" y="40032"/>
                  </a:lnTo>
                  <a:lnTo>
                    <a:pt x="4088" y="43756"/>
                  </a:lnTo>
                  <a:lnTo>
                    <a:pt x="0" y="47619"/>
                  </a:lnTo>
                  <a:lnTo>
                    <a:pt x="1168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69677" y="172912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68399" y="1729123"/>
              <a:ext cx="118125" cy="119547"/>
            </a:xfrm>
            <a:custGeom>
              <a:avLst/>
              <a:pathLst>
                <a:path w="118125" h="119547">
                  <a:moveTo>
                    <a:pt x="1278" y="0"/>
                  </a:moveTo>
                  <a:lnTo>
                    <a:pt x="0" y="1262"/>
                  </a:lnTo>
                  <a:lnTo>
                    <a:pt x="118125" y="1195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19358" y="1681503"/>
              <a:ext cx="334326" cy="334320"/>
            </a:xfrm>
            <a:custGeom>
              <a:avLst/>
              <a:pathLst>
                <a:path w="334326" h="334320">
                  <a:moveTo>
                    <a:pt x="49040" y="48882"/>
                  </a:moveTo>
                  <a:lnTo>
                    <a:pt x="45362" y="52674"/>
                  </a:lnTo>
                  <a:lnTo>
                    <a:pt x="41805" y="56579"/>
                  </a:lnTo>
                  <a:lnTo>
                    <a:pt x="38374" y="60595"/>
                  </a:lnTo>
                  <a:lnTo>
                    <a:pt x="35071" y="64718"/>
                  </a:lnTo>
                  <a:lnTo>
                    <a:pt x="31900" y="68942"/>
                  </a:lnTo>
                  <a:lnTo>
                    <a:pt x="28864" y="73265"/>
                  </a:lnTo>
                  <a:lnTo>
                    <a:pt x="25966" y="77682"/>
                  </a:lnTo>
                  <a:lnTo>
                    <a:pt x="23209" y="82187"/>
                  </a:lnTo>
                  <a:lnTo>
                    <a:pt x="20596" y="86778"/>
                  </a:lnTo>
                  <a:lnTo>
                    <a:pt x="18129" y="91449"/>
                  </a:lnTo>
                  <a:lnTo>
                    <a:pt x="15812" y="96196"/>
                  </a:lnTo>
                  <a:lnTo>
                    <a:pt x="13645" y="101013"/>
                  </a:lnTo>
                  <a:lnTo>
                    <a:pt x="11631" y="105897"/>
                  </a:lnTo>
                  <a:lnTo>
                    <a:pt x="9773" y="110841"/>
                  </a:lnTo>
                  <a:lnTo>
                    <a:pt x="8072" y="115842"/>
                  </a:lnTo>
                  <a:lnTo>
                    <a:pt x="6530" y="120895"/>
                  </a:lnTo>
                  <a:lnTo>
                    <a:pt x="5148" y="125993"/>
                  </a:lnTo>
                  <a:lnTo>
                    <a:pt x="3928" y="131133"/>
                  </a:lnTo>
                  <a:lnTo>
                    <a:pt x="2871" y="136308"/>
                  </a:lnTo>
                  <a:lnTo>
                    <a:pt x="1978" y="141514"/>
                  </a:lnTo>
                  <a:lnTo>
                    <a:pt x="1250" y="146746"/>
                  </a:lnTo>
                  <a:lnTo>
                    <a:pt x="688" y="151999"/>
                  </a:lnTo>
                  <a:lnTo>
                    <a:pt x="292" y="157266"/>
                  </a:lnTo>
                  <a:lnTo>
                    <a:pt x="62" y="162543"/>
                  </a:lnTo>
                  <a:lnTo>
                    <a:pt x="0" y="167825"/>
                  </a:lnTo>
                  <a:lnTo>
                    <a:pt x="104" y="173107"/>
                  </a:lnTo>
                  <a:lnTo>
                    <a:pt x="375" y="178382"/>
                  </a:lnTo>
                  <a:lnTo>
                    <a:pt x="812" y="183646"/>
                  </a:lnTo>
                  <a:lnTo>
                    <a:pt x="1416" y="188894"/>
                  </a:lnTo>
                  <a:lnTo>
                    <a:pt x="2185" y="194120"/>
                  </a:lnTo>
                  <a:lnTo>
                    <a:pt x="3119" y="199319"/>
                  </a:lnTo>
                  <a:lnTo>
                    <a:pt x="4217" y="204486"/>
                  </a:lnTo>
                  <a:lnTo>
                    <a:pt x="5478" y="209616"/>
                  </a:lnTo>
                  <a:lnTo>
                    <a:pt x="6899" y="214703"/>
                  </a:lnTo>
                  <a:lnTo>
                    <a:pt x="8481" y="219743"/>
                  </a:lnTo>
                  <a:lnTo>
                    <a:pt x="10222" y="224730"/>
                  </a:lnTo>
                  <a:lnTo>
                    <a:pt x="12119" y="229660"/>
                  </a:lnTo>
                  <a:lnTo>
                    <a:pt x="14171" y="234528"/>
                  </a:lnTo>
                  <a:lnTo>
                    <a:pt x="16375" y="239328"/>
                  </a:lnTo>
                  <a:lnTo>
                    <a:pt x="18731" y="244056"/>
                  </a:lnTo>
                  <a:lnTo>
                    <a:pt x="21234" y="248708"/>
                  </a:lnTo>
                  <a:lnTo>
                    <a:pt x="23883" y="253278"/>
                  </a:lnTo>
                  <a:lnTo>
                    <a:pt x="26675" y="257762"/>
                  </a:lnTo>
                  <a:lnTo>
                    <a:pt x="29608" y="262155"/>
                  </a:lnTo>
                  <a:lnTo>
                    <a:pt x="32678" y="266454"/>
                  </a:lnTo>
                  <a:lnTo>
                    <a:pt x="35882" y="270654"/>
                  </a:lnTo>
                  <a:lnTo>
                    <a:pt x="39217" y="274750"/>
                  </a:lnTo>
                  <a:lnTo>
                    <a:pt x="42680" y="278739"/>
                  </a:lnTo>
                  <a:lnTo>
                    <a:pt x="46267" y="282616"/>
                  </a:lnTo>
                  <a:lnTo>
                    <a:pt x="49975" y="286378"/>
                  </a:lnTo>
                  <a:lnTo>
                    <a:pt x="53800" y="290021"/>
                  </a:lnTo>
                  <a:lnTo>
                    <a:pt x="57738" y="293542"/>
                  </a:lnTo>
                  <a:lnTo>
                    <a:pt x="61786" y="296936"/>
                  </a:lnTo>
                  <a:lnTo>
                    <a:pt x="65939" y="300201"/>
                  </a:lnTo>
                  <a:lnTo>
                    <a:pt x="70192" y="303333"/>
                  </a:lnTo>
                  <a:lnTo>
                    <a:pt x="74543" y="306329"/>
                  </a:lnTo>
                  <a:lnTo>
                    <a:pt x="78986" y="309186"/>
                  </a:lnTo>
                  <a:lnTo>
                    <a:pt x="83517" y="311901"/>
                  </a:lnTo>
                  <a:lnTo>
                    <a:pt x="88132" y="314471"/>
                  </a:lnTo>
                  <a:lnTo>
                    <a:pt x="92825" y="316895"/>
                  </a:lnTo>
                  <a:lnTo>
                    <a:pt x="97593" y="319169"/>
                  </a:lnTo>
                  <a:lnTo>
                    <a:pt x="102430" y="321291"/>
                  </a:lnTo>
                  <a:lnTo>
                    <a:pt x="107332" y="323260"/>
                  </a:lnTo>
                  <a:lnTo>
                    <a:pt x="112294" y="325072"/>
                  </a:lnTo>
                  <a:lnTo>
                    <a:pt x="117310" y="326727"/>
                  </a:lnTo>
                  <a:lnTo>
                    <a:pt x="122376" y="328222"/>
                  </a:lnTo>
                  <a:lnTo>
                    <a:pt x="127487" y="329557"/>
                  </a:lnTo>
                  <a:lnTo>
                    <a:pt x="132638" y="330730"/>
                  </a:lnTo>
                  <a:lnTo>
                    <a:pt x="137823" y="331739"/>
                  </a:lnTo>
                  <a:lnTo>
                    <a:pt x="143037" y="332584"/>
                  </a:lnTo>
                  <a:lnTo>
                    <a:pt x="148276" y="333264"/>
                  </a:lnTo>
                  <a:lnTo>
                    <a:pt x="153533" y="333778"/>
                  </a:lnTo>
                  <a:lnTo>
                    <a:pt x="158804" y="334125"/>
                  </a:lnTo>
                  <a:lnTo>
                    <a:pt x="164083" y="334306"/>
                  </a:lnTo>
                  <a:lnTo>
                    <a:pt x="169365" y="334320"/>
                  </a:lnTo>
                  <a:lnTo>
                    <a:pt x="174645" y="334167"/>
                  </a:lnTo>
                  <a:lnTo>
                    <a:pt x="179918" y="333847"/>
                  </a:lnTo>
                  <a:lnTo>
                    <a:pt x="185178" y="333361"/>
                  </a:lnTo>
                  <a:lnTo>
                    <a:pt x="190420" y="332709"/>
                  </a:lnTo>
                  <a:lnTo>
                    <a:pt x="195639" y="331892"/>
                  </a:lnTo>
                  <a:lnTo>
                    <a:pt x="200829" y="330910"/>
                  </a:lnTo>
                  <a:lnTo>
                    <a:pt x="205986" y="329764"/>
                  </a:lnTo>
                  <a:lnTo>
                    <a:pt x="211103" y="328457"/>
                  </a:lnTo>
                  <a:lnTo>
                    <a:pt x="216178" y="326988"/>
                  </a:lnTo>
                  <a:lnTo>
                    <a:pt x="221203" y="325360"/>
                  </a:lnTo>
                  <a:lnTo>
                    <a:pt x="226174" y="323573"/>
                  </a:lnTo>
                  <a:lnTo>
                    <a:pt x="231086" y="321631"/>
                  </a:lnTo>
                  <a:lnTo>
                    <a:pt x="235934" y="319534"/>
                  </a:lnTo>
                  <a:lnTo>
                    <a:pt x="240714" y="317285"/>
                  </a:lnTo>
                  <a:lnTo>
                    <a:pt x="245420" y="314887"/>
                  </a:lnTo>
                  <a:lnTo>
                    <a:pt x="250049" y="312341"/>
                  </a:lnTo>
                  <a:lnTo>
                    <a:pt x="254594" y="309649"/>
                  </a:lnTo>
                  <a:lnTo>
                    <a:pt x="259052" y="306816"/>
                  </a:lnTo>
                  <a:lnTo>
                    <a:pt x="263418" y="303843"/>
                  </a:lnTo>
                  <a:lnTo>
                    <a:pt x="267689" y="300734"/>
                  </a:lnTo>
                  <a:lnTo>
                    <a:pt x="271858" y="297491"/>
                  </a:lnTo>
                  <a:lnTo>
                    <a:pt x="275924" y="294118"/>
                  </a:lnTo>
                  <a:lnTo>
                    <a:pt x="279881" y="290619"/>
                  </a:lnTo>
                  <a:lnTo>
                    <a:pt x="283725" y="286996"/>
                  </a:lnTo>
                  <a:lnTo>
                    <a:pt x="287453" y="283253"/>
                  </a:lnTo>
                  <a:lnTo>
                    <a:pt x="291060" y="279395"/>
                  </a:lnTo>
                  <a:lnTo>
                    <a:pt x="294544" y="275424"/>
                  </a:lnTo>
                  <a:lnTo>
                    <a:pt x="297901" y="271346"/>
                  </a:lnTo>
                  <a:lnTo>
                    <a:pt x="301127" y="267163"/>
                  </a:lnTo>
                  <a:lnTo>
                    <a:pt x="304220" y="262881"/>
                  </a:lnTo>
                  <a:lnTo>
                    <a:pt x="307175" y="258503"/>
                  </a:lnTo>
                  <a:lnTo>
                    <a:pt x="309991" y="254033"/>
                  </a:lnTo>
                  <a:lnTo>
                    <a:pt x="312665" y="249477"/>
                  </a:lnTo>
                  <a:lnTo>
                    <a:pt x="315193" y="244839"/>
                  </a:lnTo>
                  <a:lnTo>
                    <a:pt x="317573" y="240124"/>
                  </a:lnTo>
                  <a:lnTo>
                    <a:pt x="319803" y="235335"/>
                  </a:lnTo>
                  <a:lnTo>
                    <a:pt x="321880" y="230478"/>
                  </a:lnTo>
                  <a:lnTo>
                    <a:pt x="323803" y="225559"/>
                  </a:lnTo>
                  <a:lnTo>
                    <a:pt x="325570" y="220580"/>
                  </a:lnTo>
                  <a:lnTo>
                    <a:pt x="327179" y="215549"/>
                  </a:lnTo>
                  <a:lnTo>
                    <a:pt x="328627" y="210469"/>
                  </a:lnTo>
                  <a:lnTo>
                    <a:pt x="329915" y="205346"/>
                  </a:lnTo>
                  <a:lnTo>
                    <a:pt x="331040" y="200185"/>
                  </a:lnTo>
                  <a:lnTo>
                    <a:pt x="332001" y="194991"/>
                  </a:lnTo>
                  <a:lnTo>
                    <a:pt x="332798" y="189769"/>
                  </a:lnTo>
                  <a:lnTo>
                    <a:pt x="333429" y="184525"/>
                  </a:lnTo>
                  <a:lnTo>
                    <a:pt x="333895" y="179263"/>
                  </a:lnTo>
                  <a:lnTo>
                    <a:pt x="334194" y="173989"/>
                  </a:lnTo>
                  <a:lnTo>
                    <a:pt x="334326" y="168708"/>
                  </a:lnTo>
                  <a:lnTo>
                    <a:pt x="334291" y="163426"/>
                  </a:lnTo>
                  <a:lnTo>
                    <a:pt x="334090" y="158148"/>
                  </a:lnTo>
                  <a:lnTo>
                    <a:pt x="333721" y="152878"/>
                  </a:lnTo>
                  <a:lnTo>
                    <a:pt x="333187" y="147623"/>
                  </a:lnTo>
                  <a:lnTo>
                    <a:pt x="332486" y="142387"/>
                  </a:lnTo>
                  <a:lnTo>
                    <a:pt x="331621" y="137176"/>
                  </a:lnTo>
                  <a:lnTo>
                    <a:pt x="330591" y="131995"/>
                  </a:lnTo>
                  <a:lnTo>
                    <a:pt x="329398" y="126849"/>
                  </a:lnTo>
                  <a:lnTo>
                    <a:pt x="328044" y="121744"/>
                  </a:lnTo>
                  <a:lnTo>
                    <a:pt x="326528" y="116684"/>
                  </a:lnTo>
                  <a:lnTo>
                    <a:pt x="324853" y="111674"/>
                  </a:lnTo>
                  <a:lnTo>
                    <a:pt x="323021" y="106719"/>
                  </a:lnTo>
                  <a:lnTo>
                    <a:pt x="321034" y="101825"/>
                  </a:lnTo>
                  <a:lnTo>
                    <a:pt x="318892" y="96996"/>
                  </a:lnTo>
                  <a:lnTo>
                    <a:pt x="316600" y="92237"/>
                  </a:lnTo>
                  <a:lnTo>
                    <a:pt x="314158" y="87553"/>
                  </a:lnTo>
                  <a:lnTo>
                    <a:pt x="311569" y="82949"/>
                  </a:lnTo>
                  <a:lnTo>
                    <a:pt x="308836" y="78429"/>
                  </a:lnTo>
                  <a:lnTo>
                    <a:pt x="305961" y="73997"/>
                  </a:lnTo>
                  <a:lnTo>
                    <a:pt x="302948" y="69658"/>
                  </a:lnTo>
                  <a:lnTo>
                    <a:pt x="299800" y="65417"/>
                  </a:lnTo>
                  <a:lnTo>
                    <a:pt x="296519" y="61277"/>
                  </a:lnTo>
                  <a:lnTo>
                    <a:pt x="293109" y="57243"/>
                  </a:lnTo>
                  <a:lnTo>
                    <a:pt x="289573" y="53319"/>
                  </a:lnTo>
                  <a:lnTo>
                    <a:pt x="285915" y="49508"/>
                  </a:lnTo>
                  <a:lnTo>
                    <a:pt x="282138" y="45815"/>
                  </a:lnTo>
                  <a:lnTo>
                    <a:pt x="278246" y="42243"/>
                  </a:lnTo>
                  <a:lnTo>
                    <a:pt x="274244" y="38796"/>
                  </a:lnTo>
                  <a:lnTo>
                    <a:pt x="270135" y="35477"/>
                  </a:lnTo>
                  <a:lnTo>
                    <a:pt x="265922" y="32289"/>
                  </a:lnTo>
                  <a:lnTo>
                    <a:pt x="261612" y="29236"/>
                  </a:lnTo>
                  <a:lnTo>
                    <a:pt x="257206" y="26321"/>
                  </a:lnTo>
                  <a:lnTo>
                    <a:pt x="252711" y="23546"/>
                  </a:lnTo>
                  <a:lnTo>
                    <a:pt x="248131" y="20915"/>
                  </a:lnTo>
                  <a:lnTo>
                    <a:pt x="243470" y="18430"/>
                  </a:lnTo>
                  <a:lnTo>
                    <a:pt x="238732" y="16094"/>
                  </a:lnTo>
                  <a:lnTo>
                    <a:pt x="233923" y="13908"/>
                  </a:lnTo>
                  <a:lnTo>
                    <a:pt x="229048" y="11875"/>
                  </a:lnTo>
                  <a:lnTo>
                    <a:pt x="224111" y="9998"/>
                  </a:lnTo>
                  <a:lnTo>
                    <a:pt x="219116" y="8277"/>
                  </a:lnTo>
                  <a:lnTo>
                    <a:pt x="214070" y="6715"/>
                  </a:lnTo>
                  <a:lnTo>
                    <a:pt x="208977" y="5313"/>
                  </a:lnTo>
                  <a:lnTo>
                    <a:pt x="203843" y="4073"/>
                  </a:lnTo>
                  <a:lnTo>
                    <a:pt x="198671" y="2995"/>
                  </a:lnTo>
                  <a:lnTo>
                    <a:pt x="193469" y="2082"/>
                  </a:lnTo>
                  <a:lnTo>
                    <a:pt x="188240" y="1333"/>
                  </a:lnTo>
                  <a:lnTo>
                    <a:pt x="182990" y="750"/>
                  </a:lnTo>
                  <a:lnTo>
                    <a:pt x="177724" y="333"/>
                  </a:lnTo>
                  <a:lnTo>
                    <a:pt x="172447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65084" y="2126963"/>
              <a:ext cx="116203" cy="167167"/>
            </a:xfrm>
            <a:custGeom>
              <a:avLst/>
              <a:pathLst>
                <a:path w="116203" h="167167">
                  <a:moveTo>
                    <a:pt x="116203" y="0"/>
                  </a:moveTo>
                  <a:lnTo>
                    <a:pt x="110617" y="93"/>
                  </a:lnTo>
                  <a:lnTo>
                    <a:pt x="105038" y="373"/>
                  </a:lnTo>
                  <a:lnTo>
                    <a:pt x="99472" y="839"/>
                  </a:lnTo>
                  <a:lnTo>
                    <a:pt x="93924" y="1491"/>
                  </a:lnTo>
                  <a:lnTo>
                    <a:pt x="88401" y="2328"/>
                  </a:lnTo>
                  <a:lnTo>
                    <a:pt x="82909" y="3349"/>
                  </a:lnTo>
                  <a:lnTo>
                    <a:pt x="77454" y="4552"/>
                  </a:lnTo>
                  <a:lnTo>
                    <a:pt x="72043" y="5938"/>
                  </a:lnTo>
                  <a:lnTo>
                    <a:pt x="66680" y="7503"/>
                  </a:lnTo>
                  <a:lnTo>
                    <a:pt x="61374" y="9247"/>
                  </a:lnTo>
                  <a:lnTo>
                    <a:pt x="56128" y="11167"/>
                  </a:lnTo>
                  <a:lnTo>
                    <a:pt x="50949" y="13261"/>
                  </a:lnTo>
                  <a:lnTo>
                    <a:pt x="45843" y="15527"/>
                  </a:lnTo>
                  <a:lnTo>
                    <a:pt x="40816" y="17963"/>
                  </a:lnTo>
                  <a:lnTo>
                    <a:pt x="35873" y="20565"/>
                  </a:lnTo>
                  <a:lnTo>
                    <a:pt x="31020" y="23331"/>
                  </a:lnTo>
                  <a:lnTo>
                    <a:pt x="26262" y="26257"/>
                  </a:lnTo>
                  <a:lnTo>
                    <a:pt x="21604" y="29341"/>
                  </a:lnTo>
                  <a:lnTo>
                    <a:pt x="17052" y="32578"/>
                  </a:lnTo>
                  <a:lnTo>
                    <a:pt x="12611" y="35966"/>
                  </a:lnTo>
                  <a:lnTo>
                    <a:pt x="8285" y="39501"/>
                  </a:lnTo>
                  <a:lnTo>
                    <a:pt x="4080" y="43178"/>
                  </a:lnTo>
                  <a:lnTo>
                    <a:pt x="0" y="46993"/>
                  </a:lnTo>
                  <a:lnTo>
                    <a:pt x="1162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65084" y="2173957"/>
              <a:ext cx="116203" cy="120173"/>
            </a:xfrm>
            <a:custGeom>
              <a:avLst/>
              <a:pathLst>
                <a:path w="116203" h="120173">
                  <a:moveTo>
                    <a:pt x="0" y="0"/>
                  </a:moveTo>
                  <a:lnTo>
                    <a:pt x="116203" y="1201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14128" y="2127311"/>
              <a:ext cx="334308" cy="333986"/>
            </a:xfrm>
            <a:custGeom>
              <a:avLst/>
              <a:pathLst>
                <a:path w="334308" h="333986">
                  <a:moveTo>
                    <a:pt x="50955" y="46645"/>
                  </a:moveTo>
                  <a:lnTo>
                    <a:pt x="47206" y="50387"/>
                  </a:lnTo>
                  <a:lnTo>
                    <a:pt x="43578" y="54246"/>
                  </a:lnTo>
                  <a:lnTo>
                    <a:pt x="40073" y="58218"/>
                  </a:lnTo>
                  <a:lnTo>
                    <a:pt x="36697" y="62298"/>
                  </a:lnTo>
                  <a:lnTo>
                    <a:pt x="33451" y="66484"/>
                  </a:lnTo>
                  <a:lnTo>
                    <a:pt x="30339" y="70770"/>
                  </a:lnTo>
                  <a:lnTo>
                    <a:pt x="27365" y="75153"/>
                  </a:lnTo>
                  <a:lnTo>
                    <a:pt x="24531" y="79628"/>
                  </a:lnTo>
                  <a:lnTo>
                    <a:pt x="21840" y="84190"/>
                  </a:lnTo>
                  <a:lnTo>
                    <a:pt x="19295" y="88836"/>
                  </a:lnTo>
                  <a:lnTo>
                    <a:pt x="16899" y="93559"/>
                  </a:lnTo>
                  <a:lnTo>
                    <a:pt x="14653" y="98357"/>
                  </a:lnTo>
                  <a:lnTo>
                    <a:pt x="12561" y="103223"/>
                  </a:lnTo>
                  <a:lnTo>
                    <a:pt x="10624" y="108152"/>
                  </a:lnTo>
                  <a:lnTo>
                    <a:pt x="8844" y="113141"/>
                  </a:lnTo>
                  <a:lnTo>
                    <a:pt x="7223" y="118184"/>
                  </a:lnTo>
                  <a:lnTo>
                    <a:pt x="5762" y="123275"/>
                  </a:lnTo>
                  <a:lnTo>
                    <a:pt x="4463" y="128410"/>
                  </a:lnTo>
                  <a:lnTo>
                    <a:pt x="3328" y="133584"/>
                  </a:lnTo>
                  <a:lnTo>
                    <a:pt x="2358" y="138791"/>
                  </a:lnTo>
                  <a:lnTo>
                    <a:pt x="1552" y="144026"/>
                  </a:lnTo>
                  <a:lnTo>
                    <a:pt x="913" y="149284"/>
                  </a:lnTo>
                  <a:lnTo>
                    <a:pt x="441" y="154560"/>
                  </a:lnTo>
                  <a:lnTo>
                    <a:pt x="137" y="159848"/>
                  </a:lnTo>
                  <a:lnTo>
                    <a:pt x="0" y="165143"/>
                  </a:lnTo>
                  <a:lnTo>
                    <a:pt x="30" y="170439"/>
                  </a:lnTo>
                  <a:lnTo>
                    <a:pt x="229" y="175732"/>
                  </a:lnTo>
                  <a:lnTo>
                    <a:pt x="595" y="181016"/>
                  </a:lnTo>
                  <a:lnTo>
                    <a:pt x="1128" y="186286"/>
                  </a:lnTo>
                  <a:lnTo>
                    <a:pt x="1828" y="191536"/>
                  </a:lnTo>
                  <a:lnTo>
                    <a:pt x="2695" y="196762"/>
                  </a:lnTo>
                  <a:lnTo>
                    <a:pt x="3726" y="201957"/>
                  </a:lnTo>
                  <a:lnTo>
                    <a:pt x="4921" y="207117"/>
                  </a:lnTo>
                  <a:lnTo>
                    <a:pt x="6279" y="212237"/>
                  </a:lnTo>
                  <a:lnTo>
                    <a:pt x="7799" y="217311"/>
                  </a:lnTo>
                  <a:lnTo>
                    <a:pt x="9478" y="222334"/>
                  </a:lnTo>
                  <a:lnTo>
                    <a:pt x="11316" y="227302"/>
                  </a:lnTo>
                  <a:lnTo>
                    <a:pt x="13311" y="232209"/>
                  </a:lnTo>
                  <a:lnTo>
                    <a:pt x="15460" y="237050"/>
                  </a:lnTo>
                  <a:lnTo>
                    <a:pt x="17761" y="241821"/>
                  </a:lnTo>
                  <a:lnTo>
                    <a:pt x="20212" y="246516"/>
                  </a:lnTo>
                  <a:lnTo>
                    <a:pt x="22811" y="251132"/>
                  </a:lnTo>
                  <a:lnTo>
                    <a:pt x="25554" y="255663"/>
                  </a:lnTo>
                  <a:lnTo>
                    <a:pt x="28440" y="260104"/>
                  </a:lnTo>
                  <a:lnTo>
                    <a:pt x="31465" y="264452"/>
                  </a:lnTo>
                  <a:lnTo>
                    <a:pt x="34626" y="268702"/>
                  </a:lnTo>
                  <a:lnTo>
                    <a:pt x="37920" y="272850"/>
                  </a:lnTo>
                  <a:lnTo>
                    <a:pt x="41344" y="276891"/>
                  </a:lnTo>
                  <a:lnTo>
                    <a:pt x="44895" y="280822"/>
                  </a:lnTo>
                  <a:lnTo>
                    <a:pt x="48568" y="284638"/>
                  </a:lnTo>
                  <a:lnTo>
                    <a:pt x="52360" y="288336"/>
                  </a:lnTo>
                  <a:lnTo>
                    <a:pt x="56268" y="291912"/>
                  </a:lnTo>
                  <a:lnTo>
                    <a:pt x="60286" y="295362"/>
                  </a:lnTo>
                  <a:lnTo>
                    <a:pt x="64412" y="298684"/>
                  </a:lnTo>
                  <a:lnTo>
                    <a:pt x="68642" y="301872"/>
                  </a:lnTo>
                  <a:lnTo>
                    <a:pt x="72970" y="304926"/>
                  </a:lnTo>
                  <a:lnTo>
                    <a:pt x="77392" y="307841"/>
                  </a:lnTo>
                  <a:lnTo>
                    <a:pt x="81905" y="310614"/>
                  </a:lnTo>
                  <a:lnTo>
                    <a:pt x="86503" y="313242"/>
                  </a:lnTo>
                  <a:lnTo>
                    <a:pt x="91183" y="315724"/>
                  </a:lnTo>
                  <a:lnTo>
                    <a:pt x="95938" y="318056"/>
                  </a:lnTo>
                  <a:lnTo>
                    <a:pt x="100766" y="320237"/>
                  </a:lnTo>
                  <a:lnTo>
                    <a:pt x="105659" y="322263"/>
                  </a:lnTo>
                  <a:lnTo>
                    <a:pt x="110615" y="324134"/>
                  </a:lnTo>
                  <a:lnTo>
                    <a:pt x="115627" y="325846"/>
                  </a:lnTo>
                  <a:lnTo>
                    <a:pt x="120691" y="327399"/>
                  </a:lnTo>
                  <a:lnTo>
                    <a:pt x="125802" y="328790"/>
                  </a:lnTo>
                  <a:lnTo>
                    <a:pt x="130954" y="330019"/>
                  </a:lnTo>
                  <a:lnTo>
                    <a:pt x="136143" y="331084"/>
                  </a:lnTo>
                  <a:lnTo>
                    <a:pt x="141362" y="331984"/>
                  </a:lnTo>
                  <a:lnTo>
                    <a:pt x="146608" y="332719"/>
                  </a:lnTo>
                  <a:lnTo>
                    <a:pt x="151874" y="333287"/>
                  </a:lnTo>
                  <a:lnTo>
                    <a:pt x="157156" y="333687"/>
                  </a:lnTo>
                  <a:lnTo>
                    <a:pt x="162447" y="333920"/>
                  </a:lnTo>
                  <a:lnTo>
                    <a:pt x="167744" y="333986"/>
                  </a:lnTo>
                  <a:lnTo>
                    <a:pt x="173039" y="333883"/>
                  </a:lnTo>
                  <a:lnTo>
                    <a:pt x="178329" y="333613"/>
                  </a:lnTo>
                  <a:lnTo>
                    <a:pt x="183608" y="333176"/>
                  </a:lnTo>
                  <a:lnTo>
                    <a:pt x="188870" y="332571"/>
                  </a:lnTo>
                  <a:lnTo>
                    <a:pt x="194110" y="331800"/>
                  </a:lnTo>
                  <a:lnTo>
                    <a:pt x="199323" y="330863"/>
                  </a:lnTo>
                  <a:lnTo>
                    <a:pt x="204504" y="329762"/>
                  </a:lnTo>
                  <a:lnTo>
                    <a:pt x="209648" y="328497"/>
                  </a:lnTo>
                  <a:lnTo>
                    <a:pt x="214749" y="327070"/>
                  </a:lnTo>
                  <a:lnTo>
                    <a:pt x="219802" y="325481"/>
                  </a:lnTo>
                  <a:lnTo>
                    <a:pt x="224802" y="323734"/>
                  </a:lnTo>
                  <a:lnTo>
                    <a:pt x="229744" y="321829"/>
                  </a:lnTo>
                  <a:lnTo>
                    <a:pt x="234624" y="319768"/>
                  </a:lnTo>
                  <a:lnTo>
                    <a:pt x="239436" y="317554"/>
                  </a:lnTo>
                  <a:lnTo>
                    <a:pt x="244175" y="315189"/>
                  </a:lnTo>
                  <a:lnTo>
                    <a:pt x="248837" y="312674"/>
                  </a:lnTo>
                  <a:lnTo>
                    <a:pt x="253416" y="310013"/>
                  </a:lnTo>
                  <a:lnTo>
                    <a:pt x="257910" y="307209"/>
                  </a:lnTo>
                  <a:lnTo>
                    <a:pt x="262312" y="304263"/>
                  </a:lnTo>
                  <a:lnTo>
                    <a:pt x="266618" y="301180"/>
                  </a:lnTo>
                  <a:lnTo>
                    <a:pt x="270825" y="297961"/>
                  </a:lnTo>
                  <a:lnTo>
                    <a:pt x="274928" y="294611"/>
                  </a:lnTo>
                  <a:lnTo>
                    <a:pt x="278922" y="291133"/>
                  </a:lnTo>
                  <a:lnTo>
                    <a:pt x="282805" y="287529"/>
                  </a:lnTo>
                  <a:lnTo>
                    <a:pt x="286571" y="283805"/>
                  </a:lnTo>
                  <a:lnTo>
                    <a:pt x="290217" y="279963"/>
                  </a:lnTo>
                  <a:lnTo>
                    <a:pt x="293740" y="276008"/>
                  </a:lnTo>
                  <a:lnTo>
                    <a:pt x="297136" y="271943"/>
                  </a:lnTo>
                  <a:lnTo>
                    <a:pt x="300401" y="267772"/>
                  </a:lnTo>
                  <a:lnTo>
                    <a:pt x="303532" y="263500"/>
                  </a:lnTo>
                  <a:lnTo>
                    <a:pt x="306527" y="259131"/>
                  </a:lnTo>
                  <a:lnTo>
                    <a:pt x="309381" y="254669"/>
                  </a:lnTo>
                  <a:lnTo>
                    <a:pt x="312093" y="250119"/>
                  </a:lnTo>
                  <a:lnTo>
                    <a:pt x="314659" y="245486"/>
                  </a:lnTo>
                  <a:lnTo>
                    <a:pt x="317078" y="240773"/>
                  </a:lnTo>
                  <a:lnTo>
                    <a:pt x="319345" y="235987"/>
                  </a:lnTo>
                  <a:lnTo>
                    <a:pt x="321460" y="231130"/>
                  </a:lnTo>
                  <a:lnTo>
                    <a:pt x="323420" y="226210"/>
                  </a:lnTo>
                  <a:lnTo>
                    <a:pt x="325223" y="221229"/>
                  </a:lnTo>
                  <a:lnTo>
                    <a:pt x="326868" y="216194"/>
                  </a:lnTo>
                  <a:lnTo>
                    <a:pt x="328352" y="211110"/>
                  </a:lnTo>
                  <a:lnTo>
                    <a:pt x="329674" y="205981"/>
                  </a:lnTo>
                  <a:lnTo>
                    <a:pt x="330833" y="200812"/>
                  </a:lnTo>
                  <a:lnTo>
                    <a:pt x="331828" y="195610"/>
                  </a:lnTo>
                  <a:lnTo>
                    <a:pt x="332658" y="190378"/>
                  </a:lnTo>
                  <a:lnTo>
                    <a:pt x="333321" y="185123"/>
                  </a:lnTo>
                  <a:lnTo>
                    <a:pt x="333817" y="179850"/>
                  </a:lnTo>
                  <a:lnTo>
                    <a:pt x="334147" y="174564"/>
                  </a:lnTo>
                  <a:lnTo>
                    <a:pt x="334308" y="169269"/>
                  </a:lnTo>
                  <a:lnTo>
                    <a:pt x="334302" y="163973"/>
                  </a:lnTo>
                  <a:lnTo>
                    <a:pt x="334128" y="158679"/>
                  </a:lnTo>
                  <a:lnTo>
                    <a:pt x="333786" y="153393"/>
                  </a:lnTo>
                  <a:lnTo>
                    <a:pt x="333277" y="148121"/>
                  </a:lnTo>
                  <a:lnTo>
                    <a:pt x="332601" y="142867"/>
                  </a:lnTo>
                  <a:lnTo>
                    <a:pt x="331759" y="137638"/>
                  </a:lnTo>
                  <a:lnTo>
                    <a:pt x="330752" y="132438"/>
                  </a:lnTo>
                  <a:lnTo>
                    <a:pt x="329581" y="127272"/>
                  </a:lnTo>
                  <a:lnTo>
                    <a:pt x="328246" y="122146"/>
                  </a:lnTo>
                  <a:lnTo>
                    <a:pt x="326750" y="117065"/>
                  </a:lnTo>
                  <a:lnTo>
                    <a:pt x="325094" y="112034"/>
                  </a:lnTo>
                  <a:lnTo>
                    <a:pt x="323279" y="107058"/>
                  </a:lnTo>
                  <a:lnTo>
                    <a:pt x="321307" y="102142"/>
                  </a:lnTo>
                  <a:lnTo>
                    <a:pt x="319181" y="97291"/>
                  </a:lnTo>
                  <a:lnTo>
                    <a:pt x="316902" y="92509"/>
                  </a:lnTo>
                  <a:lnTo>
                    <a:pt x="314472" y="87803"/>
                  </a:lnTo>
                  <a:lnTo>
                    <a:pt x="311895" y="83175"/>
                  </a:lnTo>
                  <a:lnTo>
                    <a:pt x="309172" y="78632"/>
                  </a:lnTo>
                  <a:lnTo>
                    <a:pt x="306307" y="74177"/>
                  </a:lnTo>
                  <a:lnTo>
                    <a:pt x="303302" y="69815"/>
                  </a:lnTo>
                  <a:lnTo>
                    <a:pt x="300161" y="65551"/>
                  </a:lnTo>
                  <a:lnTo>
                    <a:pt x="296886" y="61388"/>
                  </a:lnTo>
                  <a:lnTo>
                    <a:pt x="293480" y="57331"/>
                  </a:lnTo>
                  <a:lnTo>
                    <a:pt x="289948" y="53384"/>
                  </a:lnTo>
                  <a:lnTo>
                    <a:pt x="286293" y="49550"/>
                  </a:lnTo>
                  <a:lnTo>
                    <a:pt x="282518" y="45835"/>
                  </a:lnTo>
                  <a:lnTo>
                    <a:pt x="278627" y="42241"/>
                  </a:lnTo>
                  <a:lnTo>
                    <a:pt x="274624" y="38772"/>
                  </a:lnTo>
                  <a:lnTo>
                    <a:pt x="270514" y="35432"/>
                  </a:lnTo>
                  <a:lnTo>
                    <a:pt x="266299" y="32223"/>
                  </a:lnTo>
                  <a:lnTo>
                    <a:pt x="261985" y="29150"/>
                  </a:lnTo>
                  <a:lnTo>
                    <a:pt x="257576" y="26215"/>
                  </a:lnTo>
                  <a:lnTo>
                    <a:pt x="253076" y="23421"/>
                  </a:lnTo>
                  <a:lnTo>
                    <a:pt x="248490" y="20771"/>
                  </a:lnTo>
                  <a:lnTo>
                    <a:pt x="243822" y="18268"/>
                  </a:lnTo>
                  <a:lnTo>
                    <a:pt x="239077" y="15913"/>
                  </a:lnTo>
                  <a:lnTo>
                    <a:pt x="234260" y="13711"/>
                  </a:lnTo>
                  <a:lnTo>
                    <a:pt x="229376" y="11662"/>
                  </a:lnTo>
                  <a:lnTo>
                    <a:pt x="224429" y="9768"/>
                  </a:lnTo>
                  <a:lnTo>
                    <a:pt x="219425" y="8033"/>
                  </a:lnTo>
                  <a:lnTo>
                    <a:pt x="214368" y="6457"/>
                  </a:lnTo>
                  <a:lnTo>
                    <a:pt x="209264" y="5041"/>
                  </a:lnTo>
                  <a:lnTo>
                    <a:pt x="204117" y="3789"/>
                  </a:lnTo>
                  <a:lnTo>
                    <a:pt x="198934" y="2700"/>
                  </a:lnTo>
                  <a:lnTo>
                    <a:pt x="193718" y="1775"/>
                  </a:lnTo>
                  <a:lnTo>
                    <a:pt x="188476" y="1017"/>
                  </a:lnTo>
                  <a:lnTo>
                    <a:pt x="183213" y="425"/>
                  </a:lnTo>
                  <a:lnTo>
                    <a:pt x="177933" y="0"/>
                  </a:lnTo>
                  <a:lnTo>
                    <a:pt x="167159" y="166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781287" y="2126963"/>
              <a:ext cx="10774" cy="167167"/>
            </a:xfrm>
            <a:custGeom>
              <a:avLst/>
              <a:pathLst>
                <a:path w="10774" h="167167">
                  <a:moveTo>
                    <a:pt x="10774" y="3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423595" y="2633064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2"/>
                  </a:lnTo>
                  <a:lnTo>
                    <a:pt x="135574" y="3009"/>
                  </a:lnTo>
                  <a:lnTo>
                    <a:pt x="130391" y="4092"/>
                  </a:lnTo>
                  <a:lnTo>
                    <a:pt x="125245" y="5338"/>
                  </a:lnTo>
                  <a:lnTo>
                    <a:pt x="120142" y="6746"/>
                  </a:lnTo>
                  <a:lnTo>
                    <a:pt x="115085" y="8315"/>
                  </a:lnTo>
                  <a:lnTo>
                    <a:pt x="110080" y="10044"/>
                  </a:lnTo>
                  <a:lnTo>
                    <a:pt x="105133" y="11930"/>
                  </a:lnTo>
                  <a:lnTo>
                    <a:pt x="100248" y="13972"/>
                  </a:lnTo>
                  <a:lnTo>
                    <a:pt x="95430" y="16168"/>
                  </a:lnTo>
                  <a:lnTo>
                    <a:pt x="90684" y="18515"/>
                  </a:lnTo>
                  <a:lnTo>
                    <a:pt x="86014" y="21011"/>
                  </a:lnTo>
                  <a:lnTo>
                    <a:pt x="81427" y="23654"/>
                  </a:lnTo>
                  <a:lnTo>
                    <a:pt x="76925" y="26441"/>
                  </a:lnTo>
                  <a:lnTo>
                    <a:pt x="72513" y="29369"/>
                  </a:lnTo>
                  <a:lnTo>
                    <a:pt x="68197" y="32435"/>
                  </a:lnTo>
                  <a:lnTo>
                    <a:pt x="63980" y="35637"/>
                  </a:lnTo>
                  <a:lnTo>
                    <a:pt x="59866" y="38970"/>
                  </a:lnTo>
                  <a:lnTo>
                    <a:pt x="55860" y="42432"/>
                  </a:lnTo>
                  <a:lnTo>
                    <a:pt x="51965" y="46019"/>
                  </a:lnTo>
                  <a:lnTo>
                    <a:pt x="48187" y="49728"/>
                  </a:lnTo>
                  <a:lnTo>
                    <a:pt x="44527" y="53554"/>
                  </a:lnTo>
                  <a:lnTo>
                    <a:pt x="40991" y="57495"/>
                  </a:lnTo>
                  <a:lnTo>
                    <a:pt x="37581" y="61545"/>
                  </a:lnTo>
                  <a:lnTo>
                    <a:pt x="34301" y="65702"/>
                  </a:lnTo>
                  <a:lnTo>
                    <a:pt x="31154" y="69960"/>
                  </a:lnTo>
                  <a:lnTo>
                    <a:pt x="28144" y="74316"/>
                  </a:lnTo>
                  <a:lnTo>
                    <a:pt x="25273" y="78764"/>
                  </a:lnTo>
                  <a:lnTo>
                    <a:pt x="22544" y="83302"/>
                  </a:lnTo>
                  <a:lnTo>
                    <a:pt x="19961" y="87924"/>
                  </a:lnTo>
                  <a:lnTo>
                    <a:pt x="17525" y="92625"/>
                  </a:lnTo>
                  <a:lnTo>
                    <a:pt x="15240" y="97401"/>
                  </a:lnTo>
                  <a:lnTo>
                    <a:pt x="13106" y="102247"/>
                  </a:lnTo>
                  <a:lnTo>
                    <a:pt x="11128" y="107158"/>
                  </a:lnTo>
                  <a:lnTo>
                    <a:pt x="9306" y="112129"/>
                  </a:lnTo>
                  <a:lnTo>
                    <a:pt x="7642" y="117156"/>
                  </a:lnTo>
                  <a:lnTo>
                    <a:pt x="6138" y="122232"/>
                  </a:lnTo>
                  <a:lnTo>
                    <a:pt x="4796" y="127354"/>
                  </a:lnTo>
                  <a:lnTo>
                    <a:pt x="3616" y="132516"/>
                  </a:lnTo>
                  <a:lnTo>
                    <a:pt x="2601" y="137712"/>
                  </a:lnTo>
                  <a:lnTo>
                    <a:pt x="1751" y="142938"/>
                  </a:lnTo>
                  <a:lnTo>
                    <a:pt x="1066" y="148188"/>
                  </a:lnTo>
                  <a:lnTo>
                    <a:pt x="549" y="153458"/>
                  </a:lnTo>
                  <a:lnTo>
                    <a:pt x="198" y="158741"/>
                  </a:lnTo>
                  <a:lnTo>
                    <a:pt x="15" y="164032"/>
                  </a:lnTo>
                  <a:lnTo>
                    <a:pt x="0" y="169327"/>
                  </a:lnTo>
                  <a:lnTo>
                    <a:pt x="152" y="174619"/>
                  </a:lnTo>
                  <a:lnTo>
                    <a:pt x="472" y="179904"/>
                  </a:lnTo>
                  <a:lnTo>
                    <a:pt x="959" y="185177"/>
                  </a:lnTo>
                  <a:lnTo>
                    <a:pt x="1612" y="190431"/>
                  </a:lnTo>
                  <a:lnTo>
                    <a:pt x="2432" y="195662"/>
                  </a:lnTo>
                  <a:lnTo>
                    <a:pt x="3417" y="200864"/>
                  </a:lnTo>
                  <a:lnTo>
                    <a:pt x="4566" y="206033"/>
                  </a:lnTo>
                  <a:lnTo>
                    <a:pt x="5879" y="211162"/>
                  </a:lnTo>
                  <a:lnTo>
                    <a:pt x="7353" y="216247"/>
                  </a:lnTo>
                  <a:lnTo>
                    <a:pt x="8987" y="221283"/>
                  </a:lnTo>
                  <a:lnTo>
                    <a:pt x="10781" y="226265"/>
                  </a:lnTo>
                  <a:lnTo>
                    <a:pt x="12731" y="231188"/>
                  </a:lnTo>
                  <a:lnTo>
                    <a:pt x="14835" y="236046"/>
                  </a:lnTo>
                  <a:lnTo>
                    <a:pt x="17093" y="240835"/>
                  </a:lnTo>
                  <a:lnTo>
                    <a:pt x="19502" y="245551"/>
                  </a:lnTo>
                  <a:lnTo>
                    <a:pt x="22058" y="250187"/>
                  </a:lnTo>
                  <a:lnTo>
                    <a:pt x="24760" y="254741"/>
                  </a:lnTo>
                  <a:lnTo>
                    <a:pt x="27605" y="259206"/>
                  </a:lnTo>
                  <a:lnTo>
                    <a:pt x="30589" y="263579"/>
                  </a:lnTo>
                  <a:lnTo>
                    <a:pt x="33711" y="267856"/>
                  </a:lnTo>
                  <a:lnTo>
                    <a:pt x="36967" y="272031"/>
                  </a:lnTo>
                  <a:lnTo>
                    <a:pt x="40353" y="276102"/>
                  </a:lnTo>
                  <a:lnTo>
                    <a:pt x="43867" y="280063"/>
                  </a:lnTo>
                  <a:lnTo>
                    <a:pt x="47504" y="283910"/>
                  </a:lnTo>
                  <a:lnTo>
                    <a:pt x="51261" y="287641"/>
                  </a:lnTo>
                  <a:lnTo>
                    <a:pt x="55134" y="291251"/>
                  </a:lnTo>
                  <a:lnTo>
                    <a:pt x="59120" y="294736"/>
                  </a:lnTo>
                  <a:lnTo>
                    <a:pt x="63214" y="298093"/>
                  </a:lnTo>
                  <a:lnTo>
                    <a:pt x="67413" y="301319"/>
                  </a:lnTo>
                  <a:lnTo>
                    <a:pt x="71711" y="304411"/>
                  </a:lnTo>
                  <a:lnTo>
                    <a:pt x="76106" y="307364"/>
                  </a:lnTo>
                  <a:lnTo>
                    <a:pt x="80591" y="310177"/>
                  </a:lnTo>
                  <a:lnTo>
                    <a:pt x="85164" y="312847"/>
                  </a:lnTo>
                  <a:lnTo>
                    <a:pt x="89818" y="315370"/>
                  </a:lnTo>
                  <a:lnTo>
                    <a:pt x="94550" y="317745"/>
                  </a:lnTo>
                  <a:lnTo>
                    <a:pt x="99356" y="319969"/>
                  </a:lnTo>
                  <a:lnTo>
                    <a:pt x="104229" y="322039"/>
                  </a:lnTo>
                  <a:lnTo>
                    <a:pt x="109165" y="323954"/>
                  </a:lnTo>
                  <a:lnTo>
                    <a:pt x="114159" y="325712"/>
                  </a:lnTo>
                  <a:lnTo>
                    <a:pt x="119207" y="327311"/>
                  </a:lnTo>
                  <a:lnTo>
                    <a:pt x="124303" y="328749"/>
                  </a:lnTo>
                  <a:lnTo>
                    <a:pt x="129441" y="330025"/>
                  </a:lnTo>
                  <a:lnTo>
                    <a:pt x="134618" y="331138"/>
                  </a:lnTo>
                  <a:lnTo>
                    <a:pt x="139827" y="332086"/>
                  </a:lnTo>
                  <a:lnTo>
                    <a:pt x="145063" y="332868"/>
                  </a:lnTo>
                  <a:lnTo>
                    <a:pt x="150322" y="333485"/>
                  </a:lnTo>
                  <a:lnTo>
                    <a:pt x="155598" y="333935"/>
                  </a:lnTo>
                  <a:lnTo>
                    <a:pt x="160885" y="334217"/>
                  </a:lnTo>
                  <a:lnTo>
                    <a:pt x="166178" y="334332"/>
                  </a:lnTo>
                  <a:lnTo>
                    <a:pt x="171473" y="334279"/>
                  </a:lnTo>
                  <a:lnTo>
                    <a:pt x="176763" y="334058"/>
                  </a:lnTo>
                  <a:lnTo>
                    <a:pt x="182043" y="333670"/>
                  </a:lnTo>
                  <a:lnTo>
                    <a:pt x="187309" y="333115"/>
                  </a:lnTo>
                  <a:lnTo>
                    <a:pt x="192554" y="332393"/>
                  </a:lnTo>
                  <a:lnTo>
                    <a:pt x="197774" y="331506"/>
                  </a:lnTo>
                  <a:lnTo>
                    <a:pt x="202963" y="330454"/>
                  </a:lnTo>
                  <a:lnTo>
                    <a:pt x="208116" y="329238"/>
                  </a:lnTo>
                  <a:lnTo>
                    <a:pt x="213228" y="327859"/>
                  </a:lnTo>
                  <a:lnTo>
                    <a:pt x="218294" y="326320"/>
                  </a:lnTo>
                  <a:lnTo>
                    <a:pt x="223309" y="324620"/>
                  </a:lnTo>
                  <a:lnTo>
                    <a:pt x="228267" y="322763"/>
                  </a:lnTo>
                  <a:lnTo>
                    <a:pt x="233164" y="320749"/>
                  </a:lnTo>
                  <a:lnTo>
                    <a:pt x="237994" y="318582"/>
                  </a:lnTo>
                  <a:lnTo>
                    <a:pt x="242754" y="316262"/>
                  </a:lnTo>
                  <a:lnTo>
                    <a:pt x="247438" y="313793"/>
                  </a:lnTo>
                  <a:lnTo>
                    <a:pt x="252041" y="311177"/>
                  </a:lnTo>
                  <a:lnTo>
                    <a:pt x="256559" y="308417"/>
                  </a:lnTo>
                  <a:lnTo>
                    <a:pt x="260988" y="305514"/>
                  </a:lnTo>
                  <a:lnTo>
                    <a:pt x="265322" y="302473"/>
                  </a:lnTo>
                  <a:lnTo>
                    <a:pt x="269558" y="299297"/>
                  </a:lnTo>
                  <a:lnTo>
                    <a:pt x="273691" y="295987"/>
                  </a:lnTo>
                  <a:lnTo>
                    <a:pt x="277717" y="292549"/>
                  </a:lnTo>
                  <a:lnTo>
                    <a:pt x="281632" y="288984"/>
                  </a:lnTo>
                  <a:lnTo>
                    <a:pt x="285433" y="285298"/>
                  </a:lnTo>
                  <a:lnTo>
                    <a:pt x="289114" y="281493"/>
                  </a:lnTo>
                  <a:lnTo>
                    <a:pt x="292674" y="277573"/>
                  </a:lnTo>
                  <a:lnTo>
                    <a:pt x="296107" y="273542"/>
                  </a:lnTo>
                  <a:lnTo>
                    <a:pt x="299411" y="269405"/>
                  </a:lnTo>
                  <a:lnTo>
                    <a:pt x="302583" y="265165"/>
                  </a:lnTo>
                  <a:lnTo>
                    <a:pt x="305618" y="260827"/>
                  </a:lnTo>
                  <a:lnTo>
                    <a:pt x="308515" y="256395"/>
                  </a:lnTo>
                  <a:lnTo>
                    <a:pt x="311270" y="251874"/>
                  </a:lnTo>
                  <a:lnTo>
                    <a:pt x="313880" y="247267"/>
                  </a:lnTo>
                  <a:lnTo>
                    <a:pt x="316343" y="242580"/>
                  </a:lnTo>
                  <a:lnTo>
                    <a:pt x="318657" y="237818"/>
                  </a:lnTo>
                  <a:lnTo>
                    <a:pt x="320818" y="232984"/>
                  </a:lnTo>
                  <a:lnTo>
                    <a:pt x="322826" y="228085"/>
                  </a:lnTo>
                  <a:lnTo>
                    <a:pt x="324677" y="223124"/>
                  </a:lnTo>
                  <a:lnTo>
                    <a:pt x="326370" y="218108"/>
                  </a:lnTo>
                  <a:lnTo>
                    <a:pt x="327903" y="213040"/>
                  </a:lnTo>
                  <a:lnTo>
                    <a:pt x="329275" y="207926"/>
                  </a:lnTo>
                  <a:lnTo>
                    <a:pt x="330485" y="202771"/>
                  </a:lnTo>
                  <a:lnTo>
                    <a:pt x="331530" y="197581"/>
                  </a:lnTo>
                  <a:lnTo>
                    <a:pt x="332411" y="192360"/>
                  </a:lnTo>
                  <a:lnTo>
                    <a:pt x="333126" y="187114"/>
                  </a:lnTo>
                  <a:lnTo>
                    <a:pt x="333675" y="181847"/>
                  </a:lnTo>
                  <a:lnTo>
                    <a:pt x="334056" y="176567"/>
                  </a:lnTo>
                  <a:lnTo>
                    <a:pt x="334270" y="171276"/>
                  </a:lnTo>
                  <a:lnTo>
                    <a:pt x="334316" y="165982"/>
                  </a:lnTo>
                  <a:lnTo>
                    <a:pt x="334195" y="160688"/>
                  </a:lnTo>
                  <a:lnTo>
                    <a:pt x="333906" y="155402"/>
                  </a:lnTo>
                  <a:lnTo>
                    <a:pt x="333450" y="150127"/>
                  </a:lnTo>
                  <a:lnTo>
                    <a:pt x="332827" y="144869"/>
                  </a:lnTo>
                  <a:lnTo>
                    <a:pt x="332037" y="139633"/>
                  </a:lnTo>
                  <a:lnTo>
                    <a:pt x="331083" y="134425"/>
                  </a:lnTo>
                  <a:lnTo>
                    <a:pt x="329964" y="129250"/>
                  </a:lnTo>
                  <a:lnTo>
                    <a:pt x="328681" y="124113"/>
                  </a:lnTo>
                  <a:lnTo>
                    <a:pt x="327237" y="119019"/>
                  </a:lnTo>
                  <a:lnTo>
                    <a:pt x="325631" y="113974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47038"/>
              <a:ext cx="158478" cy="53193"/>
            </a:xfrm>
            <a:custGeom>
              <a:avLst/>
              <a:pathLst>
                <a:path w="158478" h="53193">
                  <a:moveTo>
                    <a:pt x="158478" y="0"/>
                  </a:moveTo>
                  <a:lnTo>
                    <a:pt x="0" y="531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49039"/>
              <a:ext cx="158478" cy="151192"/>
            </a:xfrm>
            <a:custGeom>
              <a:avLst/>
              <a:pathLst>
                <a:path w="158478" h="151192">
                  <a:moveTo>
                    <a:pt x="158478" y="97999"/>
                  </a:moveTo>
                  <a:lnTo>
                    <a:pt x="156602" y="92706"/>
                  </a:lnTo>
                  <a:lnTo>
                    <a:pt x="154549" y="87479"/>
                  </a:lnTo>
                  <a:lnTo>
                    <a:pt x="152322" y="82324"/>
                  </a:lnTo>
                  <a:lnTo>
                    <a:pt x="149923" y="77247"/>
                  </a:lnTo>
                  <a:lnTo>
                    <a:pt x="147355" y="72254"/>
                  </a:lnTo>
                  <a:lnTo>
                    <a:pt x="144621" y="67349"/>
                  </a:lnTo>
                  <a:lnTo>
                    <a:pt x="141723" y="62539"/>
                  </a:lnTo>
                  <a:lnTo>
                    <a:pt x="138666" y="57829"/>
                  </a:lnTo>
                  <a:lnTo>
                    <a:pt x="135452" y="53224"/>
                  </a:lnTo>
                  <a:lnTo>
                    <a:pt x="132085" y="48730"/>
                  </a:lnTo>
                  <a:lnTo>
                    <a:pt x="128569" y="44352"/>
                  </a:lnTo>
                  <a:lnTo>
                    <a:pt x="124908" y="40094"/>
                  </a:lnTo>
                  <a:lnTo>
                    <a:pt x="121106" y="35961"/>
                  </a:lnTo>
                  <a:lnTo>
                    <a:pt x="117168" y="31959"/>
                  </a:lnTo>
                  <a:lnTo>
                    <a:pt x="113097" y="28091"/>
                  </a:lnTo>
                  <a:lnTo>
                    <a:pt x="108899" y="24362"/>
                  </a:lnTo>
                  <a:lnTo>
                    <a:pt x="104578" y="20776"/>
                  </a:lnTo>
                  <a:lnTo>
                    <a:pt x="100138" y="17337"/>
                  </a:lnTo>
                  <a:lnTo>
                    <a:pt x="95586" y="14049"/>
                  </a:lnTo>
                  <a:lnTo>
                    <a:pt x="90926" y="10916"/>
                  </a:lnTo>
                  <a:lnTo>
                    <a:pt x="86163" y="7941"/>
                  </a:lnTo>
                  <a:lnTo>
                    <a:pt x="81304" y="5128"/>
                  </a:lnTo>
                  <a:lnTo>
                    <a:pt x="76352" y="2480"/>
                  </a:lnTo>
                  <a:lnTo>
                    <a:pt x="71314" y="0"/>
                  </a:lnTo>
                  <a:lnTo>
                    <a:pt x="0" y="151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633064"/>
              <a:ext cx="71314" cy="167167"/>
            </a:xfrm>
            <a:custGeom>
              <a:avLst/>
              <a:pathLst>
                <a:path w="71314" h="167167">
                  <a:moveTo>
                    <a:pt x="71314" y="15974"/>
                  </a:moveTo>
                  <a:lnTo>
                    <a:pt x="66148" y="13644"/>
                  </a:lnTo>
                  <a:lnTo>
                    <a:pt x="60906" y="11490"/>
                  </a:lnTo>
                  <a:lnTo>
                    <a:pt x="55595" y="9515"/>
                  </a:lnTo>
                  <a:lnTo>
                    <a:pt x="50219" y="7721"/>
                  </a:lnTo>
                  <a:lnTo>
                    <a:pt x="44785" y="6110"/>
                  </a:lnTo>
                  <a:lnTo>
                    <a:pt x="39300" y="4685"/>
                  </a:lnTo>
                  <a:lnTo>
                    <a:pt x="33770" y="3446"/>
                  </a:lnTo>
                  <a:lnTo>
                    <a:pt x="28201" y="2396"/>
                  </a:lnTo>
                  <a:lnTo>
                    <a:pt x="22600" y="1534"/>
                  </a:lnTo>
                  <a:lnTo>
                    <a:pt x="16973" y="863"/>
                  </a:lnTo>
                  <a:lnTo>
                    <a:pt x="11326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358830" y="3170392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0" y="3015"/>
                  </a:lnTo>
                  <a:lnTo>
                    <a:pt x="130352" y="4100"/>
                  </a:lnTo>
                  <a:lnTo>
                    <a:pt x="125202" y="5348"/>
                  </a:lnTo>
                  <a:lnTo>
                    <a:pt x="120093" y="6759"/>
                  </a:lnTo>
                  <a:lnTo>
                    <a:pt x="115032" y="8332"/>
                  </a:lnTo>
                  <a:lnTo>
                    <a:pt x="110023" y="10063"/>
                  </a:lnTo>
                  <a:lnTo>
                    <a:pt x="105071" y="11953"/>
                  </a:lnTo>
                  <a:lnTo>
                    <a:pt x="100182" y="13999"/>
                  </a:lnTo>
                  <a:lnTo>
                    <a:pt x="95360" y="16199"/>
                  </a:lnTo>
                  <a:lnTo>
                    <a:pt x="90611" y="18551"/>
                  </a:lnTo>
                  <a:lnTo>
                    <a:pt x="85938" y="21052"/>
                  </a:lnTo>
                  <a:lnTo>
                    <a:pt x="81347" y="23700"/>
                  </a:lnTo>
                  <a:lnTo>
                    <a:pt x="76842" y="26492"/>
                  </a:lnTo>
                  <a:lnTo>
                    <a:pt x="72428" y="29425"/>
                  </a:lnTo>
                  <a:lnTo>
                    <a:pt x="68109" y="32497"/>
                  </a:lnTo>
                  <a:lnTo>
                    <a:pt x="63890" y="35704"/>
                  </a:lnTo>
                  <a:lnTo>
                    <a:pt x="59774" y="39044"/>
                  </a:lnTo>
                  <a:lnTo>
                    <a:pt x="55767" y="42512"/>
                  </a:lnTo>
                  <a:lnTo>
                    <a:pt x="51871" y="46105"/>
                  </a:lnTo>
                  <a:lnTo>
                    <a:pt x="48092" y="49821"/>
                  </a:lnTo>
                  <a:lnTo>
                    <a:pt x="44431" y="53654"/>
                  </a:lnTo>
                  <a:lnTo>
                    <a:pt x="40895" y="57601"/>
                  </a:lnTo>
                  <a:lnTo>
                    <a:pt x="37485" y="61658"/>
                  </a:lnTo>
                  <a:lnTo>
                    <a:pt x="34205" y="65822"/>
                  </a:lnTo>
                  <a:lnTo>
                    <a:pt x="31060" y="70087"/>
                  </a:lnTo>
                  <a:lnTo>
                    <a:pt x="28051" y="74450"/>
                  </a:lnTo>
                  <a:lnTo>
                    <a:pt x="25181" y="78906"/>
                  </a:lnTo>
                  <a:lnTo>
                    <a:pt x="22455" y="83451"/>
                  </a:lnTo>
                  <a:lnTo>
                    <a:pt x="19874" y="88080"/>
                  </a:lnTo>
                  <a:lnTo>
                    <a:pt x="17441" y="92788"/>
                  </a:lnTo>
                  <a:lnTo>
                    <a:pt x="15158" y="97571"/>
                  </a:lnTo>
                  <a:lnTo>
                    <a:pt x="13028" y="102424"/>
                  </a:lnTo>
                  <a:lnTo>
                    <a:pt x="11053" y="107343"/>
                  </a:lnTo>
                  <a:lnTo>
                    <a:pt x="9235" y="112321"/>
                  </a:lnTo>
                  <a:lnTo>
                    <a:pt x="7576" y="117354"/>
                  </a:lnTo>
                  <a:lnTo>
                    <a:pt x="6077" y="122438"/>
                  </a:lnTo>
                  <a:lnTo>
                    <a:pt x="4740" y="127566"/>
                  </a:lnTo>
                  <a:lnTo>
                    <a:pt x="3566" y="132735"/>
                  </a:lnTo>
                  <a:lnTo>
                    <a:pt x="2557" y="137938"/>
                  </a:lnTo>
                  <a:lnTo>
                    <a:pt x="1713" y="143170"/>
                  </a:lnTo>
                  <a:lnTo>
                    <a:pt x="1036" y="148426"/>
                  </a:lnTo>
                  <a:lnTo>
                    <a:pt x="525" y="153702"/>
                  </a:lnTo>
                  <a:lnTo>
                    <a:pt x="182" y="158990"/>
                  </a:lnTo>
                  <a:lnTo>
                    <a:pt x="7" y="164287"/>
                  </a:lnTo>
                  <a:lnTo>
                    <a:pt x="0" y="169587"/>
                  </a:lnTo>
                  <a:lnTo>
                    <a:pt x="160" y="174885"/>
                  </a:lnTo>
                  <a:lnTo>
                    <a:pt x="489" y="180174"/>
                  </a:lnTo>
                  <a:lnTo>
                    <a:pt x="985" y="185451"/>
                  </a:lnTo>
                  <a:lnTo>
                    <a:pt x="1648" y="190709"/>
                  </a:lnTo>
                  <a:lnTo>
                    <a:pt x="2478" y="195944"/>
                  </a:lnTo>
                  <a:lnTo>
                    <a:pt x="3473" y="201150"/>
                  </a:lnTo>
                  <a:lnTo>
                    <a:pt x="4632" y="206321"/>
                  </a:lnTo>
                  <a:lnTo>
                    <a:pt x="5955" y="211453"/>
                  </a:lnTo>
                  <a:lnTo>
                    <a:pt x="7440" y="216541"/>
                  </a:lnTo>
                  <a:lnTo>
                    <a:pt x="9085" y="221579"/>
                  </a:lnTo>
                  <a:lnTo>
                    <a:pt x="10890" y="226562"/>
                  </a:lnTo>
                  <a:lnTo>
                    <a:pt x="12851" y="231486"/>
                  </a:lnTo>
                  <a:lnTo>
                    <a:pt x="14967" y="236345"/>
                  </a:lnTo>
                  <a:lnTo>
                    <a:pt x="17237" y="241134"/>
                  </a:lnTo>
                  <a:lnTo>
                    <a:pt x="19657" y="245849"/>
                  </a:lnTo>
                  <a:lnTo>
                    <a:pt x="22225" y="250485"/>
                  </a:lnTo>
                  <a:lnTo>
                    <a:pt x="24939" y="255038"/>
                  </a:lnTo>
                  <a:lnTo>
                    <a:pt x="27796" y="259501"/>
                  </a:lnTo>
                  <a:lnTo>
                    <a:pt x="30793" y="263873"/>
                  </a:lnTo>
                  <a:lnTo>
                    <a:pt x="33928" y="268147"/>
                  </a:lnTo>
                  <a:lnTo>
                    <a:pt x="37196" y="272319"/>
                  </a:lnTo>
                  <a:lnTo>
                    <a:pt x="40594" y="276386"/>
                  </a:lnTo>
                  <a:lnTo>
                    <a:pt x="44120" y="280343"/>
                  </a:lnTo>
                  <a:lnTo>
                    <a:pt x="47770" y="284186"/>
                  </a:lnTo>
                  <a:lnTo>
                    <a:pt x="51539" y="287911"/>
                  </a:lnTo>
                  <a:lnTo>
                    <a:pt x="55425" y="291515"/>
                  </a:lnTo>
                  <a:lnTo>
                    <a:pt x="59423" y="294995"/>
                  </a:lnTo>
                  <a:lnTo>
                    <a:pt x="63529" y="298345"/>
                  </a:lnTo>
                  <a:lnTo>
                    <a:pt x="67740" y="301564"/>
                  </a:lnTo>
                  <a:lnTo>
                    <a:pt x="72050" y="304648"/>
                  </a:lnTo>
                  <a:lnTo>
                    <a:pt x="76456" y="307594"/>
                  </a:lnTo>
                  <a:lnTo>
                    <a:pt x="80953" y="310398"/>
                  </a:lnTo>
                  <a:lnTo>
                    <a:pt x="85537" y="313058"/>
                  </a:lnTo>
                  <a:lnTo>
                    <a:pt x="90203" y="315572"/>
                  </a:lnTo>
                  <a:lnTo>
                    <a:pt x="94946" y="317937"/>
                  </a:lnTo>
                  <a:lnTo>
                    <a:pt x="99762" y="320150"/>
                  </a:lnTo>
                  <a:lnTo>
                    <a:pt x="104645" y="322209"/>
                  </a:lnTo>
                  <a:lnTo>
                    <a:pt x="109591" y="324113"/>
                  </a:lnTo>
                  <a:lnTo>
                    <a:pt x="114595" y="325859"/>
                  </a:lnTo>
                  <a:lnTo>
                    <a:pt x="119652" y="327445"/>
                  </a:lnTo>
                  <a:lnTo>
                    <a:pt x="124757" y="328870"/>
                  </a:lnTo>
                  <a:lnTo>
                    <a:pt x="129904" y="330132"/>
                  </a:lnTo>
                  <a:lnTo>
                    <a:pt x="135089" y="331231"/>
                  </a:lnTo>
                  <a:lnTo>
                    <a:pt x="140306" y="332165"/>
                  </a:lnTo>
                  <a:lnTo>
                    <a:pt x="145550" y="332933"/>
                  </a:lnTo>
                  <a:lnTo>
                    <a:pt x="150816" y="333535"/>
                  </a:lnTo>
                  <a:lnTo>
                    <a:pt x="156098" y="333969"/>
                  </a:lnTo>
                  <a:lnTo>
                    <a:pt x="161391" y="334235"/>
                  </a:lnTo>
                  <a:lnTo>
                    <a:pt x="166690" y="334334"/>
                  </a:lnTo>
                  <a:lnTo>
                    <a:pt x="171990" y="334264"/>
                  </a:lnTo>
                  <a:lnTo>
                    <a:pt x="177284" y="334027"/>
                  </a:lnTo>
                  <a:lnTo>
                    <a:pt x="182569" y="333622"/>
                  </a:lnTo>
                  <a:lnTo>
                    <a:pt x="187837" y="333049"/>
                  </a:lnTo>
                  <a:lnTo>
                    <a:pt x="193086" y="332310"/>
                  </a:lnTo>
                  <a:lnTo>
                    <a:pt x="198308" y="331405"/>
                  </a:lnTo>
                  <a:lnTo>
                    <a:pt x="203498" y="330335"/>
                  </a:lnTo>
                  <a:lnTo>
                    <a:pt x="208652" y="329100"/>
                  </a:lnTo>
                  <a:lnTo>
                    <a:pt x="213765" y="327703"/>
                  </a:lnTo>
                  <a:lnTo>
                    <a:pt x="218831" y="326145"/>
                  </a:lnTo>
                  <a:lnTo>
                    <a:pt x="223844" y="324427"/>
                  </a:lnTo>
                  <a:lnTo>
                    <a:pt x="228801" y="322551"/>
                  </a:lnTo>
                  <a:lnTo>
                    <a:pt x="233696" y="320518"/>
                  </a:lnTo>
                  <a:lnTo>
                    <a:pt x="238523" y="318331"/>
                  </a:lnTo>
                  <a:lnTo>
                    <a:pt x="243279" y="315993"/>
                  </a:lnTo>
                  <a:lnTo>
                    <a:pt x="247959" y="313505"/>
                  </a:lnTo>
                  <a:lnTo>
                    <a:pt x="252557" y="310870"/>
                  </a:lnTo>
                  <a:lnTo>
                    <a:pt x="257070" y="308090"/>
                  </a:lnTo>
                  <a:lnTo>
                    <a:pt x="261492" y="305169"/>
                  </a:lnTo>
                  <a:lnTo>
                    <a:pt x="265819" y="302109"/>
                  </a:lnTo>
                  <a:lnTo>
                    <a:pt x="270047" y="298913"/>
                  </a:lnTo>
                  <a:lnTo>
                    <a:pt x="274172" y="295585"/>
                  </a:lnTo>
                  <a:lnTo>
                    <a:pt x="278189" y="292128"/>
                  </a:lnTo>
                  <a:lnTo>
                    <a:pt x="282094" y="288545"/>
                  </a:lnTo>
                  <a:lnTo>
                    <a:pt x="285884" y="284840"/>
                  </a:lnTo>
                  <a:lnTo>
                    <a:pt x="289555" y="281017"/>
                  </a:lnTo>
                  <a:lnTo>
                    <a:pt x="293103" y="277079"/>
                  </a:lnTo>
                  <a:lnTo>
                    <a:pt x="296523" y="273032"/>
                  </a:lnTo>
                  <a:lnTo>
                    <a:pt x="299814" y="268877"/>
                  </a:lnTo>
                  <a:lnTo>
                    <a:pt x="302972" y="264621"/>
                  </a:lnTo>
                  <a:lnTo>
                    <a:pt x="305993" y="260266"/>
                  </a:lnTo>
                  <a:lnTo>
                    <a:pt x="308874" y="255818"/>
                  </a:lnTo>
                  <a:lnTo>
                    <a:pt x="311613" y="251281"/>
                  </a:lnTo>
                  <a:lnTo>
                    <a:pt x="314207" y="246659"/>
                  </a:lnTo>
                  <a:lnTo>
                    <a:pt x="316653" y="241957"/>
                  </a:lnTo>
                  <a:lnTo>
                    <a:pt x="318949" y="237180"/>
                  </a:lnTo>
                  <a:lnTo>
                    <a:pt x="321092" y="232333"/>
                  </a:lnTo>
                  <a:lnTo>
                    <a:pt x="323081" y="227420"/>
                  </a:lnTo>
                  <a:lnTo>
                    <a:pt x="324912" y="222447"/>
                  </a:lnTo>
                  <a:lnTo>
                    <a:pt x="326585" y="217418"/>
                  </a:lnTo>
                  <a:lnTo>
                    <a:pt x="328098" y="212338"/>
                  </a:lnTo>
                  <a:lnTo>
                    <a:pt x="329449" y="207214"/>
                  </a:lnTo>
                  <a:lnTo>
                    <a:pt x="330637" y="202049"/>
                  </a:lnTo>
                  <a:lnTo>
                    <a:pt x="331661" y="196848"/>
                  </a:lnTo>
                  <a:lnTo>
                    <a:pt x="332519" y="191618"/>
                  </a:lnTo>
                  <a:lnTo>
                    <a:pt x="333211" y="186364"/>
                  </a:lnTo>
                  <a:lnTo>
                    <a:pt x="333736" y="181090"/>
                  </a:lnTo>
                  <a:lnTo>
                    <a:pt x="334094" y="175802"/>
                  </a:lnTo>
                  <a:lnTo>
                    <a:pt x="334284" y="170506"/>
                  </a:lnTo>
                  <a:lnTo>
                    <a:pt x="334305" y="165206"/>
                  </a:lnTo>
                  <a:lnTo>
                    <a:pt x="334159" y="159908"/>
                  </a:lnTo>
                  <a:lnTo>
                    <a:pt x="333845" y="154617"/>
                  </a:lnTo>
                  <a:lnTo>
                    <a:pt x="333364" y="149339"/>
                  </a:lnTo>
                  <a:lnTo>
                    <a:pt x="332715" y="144079"/>
                  </a:lnTo>
                  <a:lnTo>
                    <a:pt x="331900" y="138843"/>
                  </a:lnTo>
                  <a:lnTo>
                    <a:pt x="330919" y="133634"/>
                  </a:lnTo>
                  <a:lnTo>
                    <a:pt x="329774" y="128460"/>
                  </a:lnTo>
                  <a:lnTo>
                    <a:pt x="328465" y="123324"/>
                  </a:lnTo>
                  <a:lnTo>
                    <a:pt x="326994" y="118232"/>
                  </a:lnTo>
                  <a:lnTo>
                    <a:pt x="325363" y="113190"/>
                  </a:lnTo>
                  <a:lnTo>
                    <a:pt x="323572" y="108201"/>
                  </a:lnTo>
                  <a:lnTo>
                    <a:pt x="321624" y="103272"/>
                  </a:lnTo>
                  <a:lnTo>
                    <a:pt x="319521" y="98408"/>
                  </a:lnTo>
                  <a:lnTo>
                    <a:pt x="317265" y="93612"/>
                  </a:lnTo>
                  <a:lnTo>
                    <a:pt x="314858" y="88890"/>
                  </a:lnTo>
                  <a:lnTo>
                    <a:pt x="312302" y="84247"/>
                  </a:lnTo>
                  <a:lnTo>
                    <a:pt x="309600" y="79687"/>
                  </a:lnTo>
                  <a:lnTo>
                    <a:pt x="306756" y="75216"/>
                  </a:lnTo>
                  <a:lnTo>
                    <a:pt x="303771" y="70836"/>
                  </a:lnTo>
                  <a:lnTo>
                    <a:pt x="300648" y="66554"/>
                  </a:lnTo>
                  <a:lnTo>
                    <a:pt x="297392" y="62372"/>
                  </a:lnTo>
                  <a:lnTo>
                    <a:pt x="294004" y="58296"/>
                  </a:lnTo>
                  <a:lnTo>
                    <a:pt x="290489" y="54330"/>
                  </a:lnTo>
                  <a:lnTo>
                    <a:pt x="286850" y="50477"/>
                  </a:lnTo>
                  <a:lnTo>
                    <a:pt x="283091" y="46741"/>
                  </a:lnTo>
                  <a:lnTo>
                    <a:pt x="279215" y="43126"/>
                  </a:lnTo>
                  <a:lnTo>
                    <a:pt x="275227" y="39636"/>
                  </a:lnTo>
                  <a:lnTo>
                    <a:pt x="271130" y="36274"/>
                  </a:lnTo>
                  <a:lnTo>
                    <a:pt x="266928" y="3304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3436"/>
              <a:ext cx="99778" cy="134123"/>
            </a:xfrm>
            <a:custGeom>
              <a:avLst/>
              <a:pathLst>
                <a:path w="99778" h="134123">
                  <a:moveTo>
                    <a:pt x="99778" y="0"/>
                  </a:moveTo>
                  <a:lnTo>
                    <a:pt x="0" y="134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197774"/>
              <a:ext cx="99778" cy="139785"/>
            </a:xfrm>
            <a:custGeom>
              <a:avLst/>
              <a:pathLst>
                <a:path w="99778" h="139785">
                  <a:moveTo>
                    <a:pt x="99778" y="5661"/>
                  </a:moveTo>
                  <a:lnTo>
                    <a:pt x="91679" y="0"/>
                  </a:lnTo>
                  <a:lnTo>
                    <a:pt x="0" y="1397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170392"/>
              <a:ext cx="91679" cy="167167"/>
            </a:xfrm>
            <a:custGeom>
              <a:avLst/>
              <a:pathLst>
                <a:path w="91679" h="167167">
                  <a:moveTo>
                    <a:pt x="91679" y="27382"/>
                  </a:moveTo>
                  <a:lnTo>
                    <a:pt x="86853" y="24333"/>
                  </a:lnTo>
                  <a:lnTo>
                    <a:pt x="81926" y="21452"/>
                  </a:lnTo>
                  <a:lnTo>
                    <a:pt x="76904" y="18740"/>
                  </a:lnTo>
                  <a:lnTo>
                    <a:pt x="71792" y="16201"/>
                  </a:lnTo>
                  <a:lnTo>
                    <a:pt x="66596" y="13838"/>
                  </a:lnTo>
                  <a:lnTo>
                    <a:pt x="61323" y="11654"/>
                  </a:lnTo>
                  <a:lnTo>
                    <a:pt x="55978" y="9651"/>
                  </a:lnTo>
                  <a:lnTo>
                    <a:pt x="50568" y="7831"/>
                  </a:lnTo>
                  <a:lnTo>
                    <a:pt x="45099" y="6198"/>
                  </a:lnTo>
                  <a:lnTo>
                    <a:pt x="39577" y="4752"/>
                  </a:lnTo>
                  <a:lnTo>
                    <a:pt x="34009" y="3496"/>
                  </a:lnTo>
                  <a:lnTo>
                    <a:pt x="28402" y="2430"/>
                  </a:lnTo>
                  <a:lnTo>
                    <a:pt x="22761" y="1556"/>
                  </a:lnTo>
                  <a:lnTo>
                    <a:pt x="17094" y="876"/>
                  </a:lnTo>
                  <a:lnTo>
                    <a:pt x="11407" y="389"/>
                  </a:lnTo>
                  <a:lnTo>
                    <a:pt x="570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423590" y="3707720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5" y="5321"/>
                  </a:lnTo>
                  <a:lnTo>
                    <a:pt x="120218" y="6725"/>
                  </a:lnTo>
                  <a:lnTo>
                    <a:pt x="115168" y="8289"/>
                  </a:lnTo>
                  <a:lnTo>
                    <a:pt x="110171" y="10013"/>
                  </a:lnTo>
                  <a:lnTo>
                    <a:pt x="105230" y="11893"/>
                  </a:lnTo>
                  <a:lnTo>
                    <a:pt x="100352" y="13929"/>
                  </a:lnTo>
                  <a:lnTo>
                    <a:pt x="95540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3" y="23582"/>
                  </a:lnTo>
                  <a:lnTo>
                    <a:pt x="77055" y="26360"/>
                  </a:lnTo>
                  <a:lnTo>
                    <a:pt x="72648" y="29280"/>
                  </a:lnTo>
                  <a:lnTo>
                    <a:pt x="68336" y="32337"/>
                  </a:lnTo>
                  <a:lnTo>
                    <a:pt x="64122" y="35529"/>
                  </a:lnTo>
                  <a:lnTo>
                    <a:pt x="60011" y="38853"/>
                  </a:lnTo>
                  <a:lnTo>
                    <a:pt x="56007" y="42305"/>
                  </a:lnTo>
                  <a:lnTo>
                    <a:pt x="52115" y="45882"/>
                  </a:lnTo>
                  <a:lnTo>
                    <a:pt x="48337" y="49580"/>
                  </a:lnTo>
                  <a:lnTo>
                    <a:pt x="44679" y="53396"/>
                  </a:lnTo>
                  <a:lnTo>
                    <a:pt x="41143" y="57326"/>
                  </a:lnTo>
                  <a:lnTo>
                    <a:pt x="37732" y="61365"/>
                  </a:lnTo>
                  <a:lnTo>
                    <a:pt x="34452" y="65510"/>
                  </a:lnTo>
                  <a:lnTo>
                    <a:pt x="31304" y="69757"/>
                  </a:lnTo>
                  <a:lnTo>
                    <a:pt x="28292" y="74102"/>
                  </a:lnTo>
                  <a:lnTo>
                    <a:pt x="25419" y="78539"/>
                  </a:lnTo>
                  <a:lnTo>
                    <a:pt x="22687" y="83065"/>
                  </a:lnTo>
                  <a:lnTo>
                    <a:pt x="20100" y="87675"/>
                  </a:lnTo>
                  <a:lnTo>
                    <a:pt x="17660" y="92365"/>
                  </a:lnTo>
                  <a:lnTo>
                    <a:pt x="15370" y="97129"/>
                  </a:lnTo>
                  <a:lnTo>
                    <a:pt x="13231" y="101964"/>
                  </a:lnTo>
                  <a:lnTo>
                    <a:pt x="11246" y="106863"/>
                  </a:lnTo>
                  <a:lnTo>
                    <a:pt x="9417" y="111823"/>
                  </a:lnTo>
                  <a:lnTo>
                    <a:pt x="7746" y="116839"/>
                  </a:lnTo>
                  <a:lnTo>
                    <a:pt x="6235" y="121904"/>
                  </a:lnTo>
                  <a:lnTo>
                    <a:pt x="4884" y="127015"/>
                  </a:lnTo>
                  <a:lnTo>
                    <a:pt x="3696" y="132166"/>
                  </a:lnTo>
                  <a:lnTo>
                    <a:pt x="2671" y="137352"/>
                  </a:lnTo>
                  <a:lnTo>
                    <a:pt x="1810" y="142568"/>
                  </a:lnTo>
                  <a:lnTo>
                    <a:pt x="1115" y="147809"/>
                  </a:lnTo>
                  <a:lnTo>
                    <a:pt x="586" y="153069"/>
                  </a:lnTo>
                  <a:lnTo>
                    <a:pt x="223" y="158343"/>
                  </a:lnTo>
                  <a:lnTo>
                    <a:pt x="28" y="163625"/>
                  </a:lnTo>
                  <a:lnTo>
                    <a:pt x="0" y="168912"/>
                  </a:lnTo>
                  <a:lnTo>
                    <a:pt x="138" y="174196"/>
                  </a:lnTo>
                  <a:lnTo>
                    <a:pt x="444" y="179474"/>
                  </a:lnTo>
                  <a:lnTo>
                    <a:pt x="917" y="184739"/>
                  </a:lnTo>
                  <a:lnTo>
                    <a:pt x="1555" y="189987"/>
                  </a:lnTo>
                  <a:lnTo>
                    <a:pt x="2360" y="195212"/>
                  </a:lnTo>
                  <a:lnTo>
                    <a:pt x="3329" y="200408"/>
                  </a:lnTo>
                  <a:lnTo>
                    <a:pt x="4462" y="205572"/>
                  </a:lnTo>
                  <a:lnTo>
                    <a:pt x="5757" y="210697"/>
                  </a:lnTo>
                  <a:lnTo>
                    <a:pt x="7215" y="215779"/>
                  </a:lnTo>
                  <a:lnTo>
                    <a:pt x="8832" y="220812"/>
                  </a:lnTo>
                  <a:lnTo>
                    <a:pt x="10607" y="225791"/>
                  </a:lnTo>
                  <a:lnTo>
                    <a:pt x="12539" y="230712"/>
                  </a:lnTo>
                  <a:lnTo>
                    <a:pt x="14625" y="235569"/>
                  </a:lnTo>
                  <a:lnTo>
                    <a:pt x="16865" y="240358"/>
                  </a:lnTo>
                  <a:lnTo>
                    <a:pt x="19254" y="245073"/>
                  </a:lnTo>
                  <a:lnTo>
                    <a:pt x="21791" y="249711"/>
                  </a:lnTo>
                  <a:lnTo>
                    <a:pt x="24474" y="254266"/>
                  </a:lnTo>
                  <a:lnTo>
                    <a:pt x="27299" y="258734"/>
                  </a:lnTo>
                  <a:lnTo>
                    <a:pt x="30265" y="263111"/>
                  </a:lnTo>
                  <a:lnTo>
                    <a:pt x="33367" y="267391"/>
                  </a:lnTo>
                  <a:lnTo>
                    <a:pt x="36603" y="271571"/>
                  </a:lnTo>
                  <a:lnTo>
                    <a:pt x="39969" y="275647"/>
                  </a:lnTo>
                  <a:lnTo>
                    <a:pt x="43463" y="279615"/>
                  </a:lnTo>
                  <a:lnTo>
                    <a:pt x="47080" y="283470"/>
                  </a:lnTo>
                  <a:lnTo>
                    <a:pt x="50818" y="287208"/>
                  </a:lnTo>
                  <a:lnTo>
                    <a:pt x="54671" y="290827"/>
                  </a:lnTo>
                  <a:lnTo>
                    <a:pt x="58638" y="294322"/>
                  </a:lnTo>
                  <a:lnTo>
                    <a:pt x="62713" y="297690"/>
                  </a:lnTo>
                  <a:lnTo>
                    <a:pt x="66892" y="300927"/>
                  </a:lnTo>
                  <a:lnTo>
                    <a:pt x="71171" y="304030"/>
                  </a:lnTo>
                  <a:lnTo>
                    <a:pt x="75547" y="306997"/>
                  </a:lnTo>
                  <a:lnTo>
                    <a:pt x="80014" y="309824"/>
                  </a:lnTo>
                  <a:lnTo>
                    <a:pt x="84568" y="312508"/>
                  </a:lnTo>
                  <a:lnTo>
                    <a:pt x="89205" y="315046"/>
                  </a:lnTo>
                  <a:lnTo>
                    <a:pt x="93920" y="317437"/>
                  </a:lnTo>
                  <a:lnTo>
                    <a:pt x="98708" y="319678"/>
                  </a:lnTo>
                  <a:lnTo>
                    <a:pt x="103565" y="321766"/>
                  </a:lnTo>
                  <a:lnTo>
                    <a:pt x="108485" y="323699"/>
                  </a:lnTo>
                  <a:lnTo>
                    <a:pt x="113464" y="325476"/>
                  </a:lnTo>
                  <a:lnTo>
                    <a:pt x="118496" y="327095"/>
                  </a:lnTo>
                  <a:lnTo>
                    <a:pt x="123577" y="328554"/>
                  </a:lnTo>
                  <a:lnTo>
                    <a:pt x="128702" y="329851"/>
                  </a:lnTo>
                  <a:lnTo>
                    <a:pt x="133865" y="330986"/>
                  </a:lnTo>
                  <a:lnTo>
                    <a:pt x="139062" y="331956"/>
                  </a:lnTo>
                  <a:lnTo>
                    <a:pt x="144286" y="332762"/>
                  </a:lnTo>
                  <a:lnTo>
                    <a:pt x="149534" y="333403"/>
                  </a:lnTo>
                  <a:lnTo>
                    <a:pt x="154799" y="333877"/>
                  </a:lnTo>
                  <a:lnTo>
                    <a:pt x="160076" y="334184"/>
                  </a:lnTo>
                  <a:lnTo>
                    <a:pt x="165361" y="334325"/>
                  </a:lnTo>
                  <a:lnTo>
                    <a:pt x="170647" y="334298"/>
                  </a:lnTo>
                  <a:lnTo>
                    <a:pt x="175930" y="334104"/>
                  </a:lnTo>
                  <a:lnTo>
                    <a:pt x="181204" y="333743"/>
                  </a:lnTo>
                  <a:lnTo>
                    <a:pt x="186464" y="333216"/>
                  </a:lnTo>
                  <a:lnTo>
                    <a:pt x="191705" y="332522"/>
                  </a:lnTo>
                  <a:lnTo>
                    <a:pt x="196921" y="331663"/>
                  </a:lnTo>
                  <a:lnTo>
                    <a:pt x="202107" y="330640"/>
                  </a:lnTo>
                  <a:lnTo>
                    <a:pt x="207259" y="329453"/>
                  </a:lnTo>
                  <a:lnTo>
                    <a:pt x="212370" y="328104"/>
                  </a:lnTo>
                  <a:lnTo>
                    <a:pt x="217436" y="326594"/>
                  </a:lnTo>
                  <a:lnTo>
                    <a:pt x="222452" y="324925"/>
                  </a:lnTo>
                  <a:lnTo>
                    <a:pt x="227413" y="323097"/>
                  </a:lnTo>
                  <a:lnTo>
                    <a:pt x="232313" y="321114"/>
                  </a:lnTo>
                  <a:lnTo>
                    <a:pt x="237148" y="318977"/>
                  </a:lnTo>
                  <a:lnTo>
                    <a:pt x="241913" y="316688"/>
                  </a:lnTo>
                  <a:lnTo>
                    <a:pt x="246604" y="314250"/>
                  </a:lnTo>
                  <a:lnTo>
                    <a:pt x="251215" y="311664"/>
                  </a:lnTo>
                  <a:lnTo>
                    <a:pt x="255742" y="308934"/>
                  </a:lnTo>
                  <a:lnTo>
                    <a:pt x="260180" y="306062"/>
                  </a:lnTo>
                  <a:lnTo>
                    <a:pt x="264525" y="303051"/>
                  </a:lnTo>
                  <a:lnTo>
                    <a:pt x="268773" y="299905"/>
                  </a:lnTo>
                  <a:lnTo>
                    <a:pt x="272919" y="296625"/>
                  </a:lnTo>
                  <a:lnTo>
                    <a:pt x="276960" y="293216"/>
                  </a:lnTo>
                  <a:lnTo>
                    <a:pt x="280891" y="289682"/>
                  </a:lnTo>
                  <a:lnTo>
                    <a:pt x="284707" y="286024"/>
                  </a:lnTo>
                  <a:lnTo>
                    <a:pt x="288407" y="282248"/>
                  </a:lnTo>
                  <a:lnTo>
                    <a:pt x="291985" y="278357"/>
                  </a:lnTo>
                  <a:lnTo>
                    <a:pt x="295438" y="274354"/>
                  </a:lnTo>
                  <a:lnTo>
                    <a:pt x="298763" y="270244"/>
                  </a:lnTo>
                  <a:lnTo>
                    <a:pt x="301957" y="266031"/>
                  </a:lnTo>
                  <a:lnTo>
                    <a:pt x="305016" y="261720"/>
                  </a:lnTo>
                  <a:lnTo>
                    <a:pt x="307936" y="257313"/>
                  </a:lnTo>
                  <a:lnTo>
                    <a:pt x="310716" y="252817"/>
                  </a:lnTo>
                  <a:lnTo>
                    <a:pt x="313353" y="248235"/>
                  </a:lnTo>
                  <a:lnTo>
                    <a:pt x="315843" y="243572"/>
                  </a:lnTo>
                  <a:lnTo>
                    <a:pt x="318184" y="238832"/>
                  </a:lnTo>
                  <a:lnTo>
                    <a:pt x="320375" y="234021"/>
                  </a:lnTo>
                  <a:lnTo>
                    <a:pt x="322412" y="229143"/>
                  </a:lnTo>
                  <a:lnTo>
                    <a:pt x="324294" y="224203"/>
                  </a:lnTo>
                  <a:lnTo>
                    <a:pt x="326019" y="219206"/>
                  </a:lnTo>
                  <a:lnTo>
                    <a:pt x="327585" y="214157"/>
                  </a:lnTo>
                  <a:lnTo>
                    <a:pt x="328991" y="209061"/>
                  </a:lnTo>
                  <a:lnTo>
                    <a:pt x="330234" y="203923"/>
                  </a:lnTo>
                  <a:lnTo>
                    <a:pt x="331315" y="198748"/>
                  </a:lnTo>
                  <a:lnTo>
                    <a:pt x="332232" y="193542"/>
                  </a:lnTo>
                  <a:lnTo>
                    <a:pt x="332983" y="188309"/>
                  </a:lnTo>
                  <a:lnTo>
                    <a:pt x="333569" y="183055"/>
                  </a:lnTo>
                  <a:lnTo>
                    <a:pt x="333988" y="177785"/>
                  </a:lnTo>
                  <a:lnTo>
                    <a:pt x="334240" y="172505"/>
                  </a:lnTo>
                  <a:lnTo>
                    <a:pt x="334325" y="167219"/>
                  </a:lnTo>
                  <a:lnTo>
                    <a:pt x="334243" y="161933"/>
                  </a:lnTo>
                  <a:lnTo>
                    <a:pt x="333994" y="156653"/>
                  </a:lnTo>
                  <a:lnTo>
                    <a:pt x="333578" y="151383"/>
                  </a:lnTo>
                  <a:lnTo>
                    <a:pt x="332996" y="146129"/>
                  </a:lnTo>
                  <a:lnTo>
                    <a:pt x="332248" y="140895"/>
                  </a:lnTo>
                  <a:lnTo>
                    <a:pt x="331335" y="135688"/>
                  </a:lnTo>
                  <a:lnTo>
                    <a:pt x="330257" y="130513"/>
                  </a:lnTo>
                  <a:lnTo>
                    <a:pt x="329017" y="125374"/>
                  </a:lnTo>
                  <a:lnTo>
                    <a:pt x="327614" y="120277"/>
                  </a:lnTo>
                  <a:lnTo>
                    <a:pt x="326052" y="115227"/>
                  </a:lnTo>
                  <a:lnTo>
                    <a:pt x="324330" y="110229"/>
                  </a:lnTo>
                  <a:lnTo>
                    <a:pt x="322451" y="105288"/>
                  </a:lnTo>
                  <a:lnTo>
                    <a:pt x="320417" y="100408"/>
                  </a:lnTo>
                  <a:lnTo>
                    <a:pt x="318229" y="95596"/>
                  </a:lnTo>
                  <a:lnTo>
                    <a:pt x="315891" y="90855"/>
                  </a:lnTo>
                  <a:lnTo>
                    <a:pt x="313403" y="86190"/>
                  </a:lnTo>
                  <a:lnTo>
                    <a:pt x="310770" y="81607"/>
                  </a:lnTo>
                  <a:lnTo>
                    <a:pt x="307993" y="77108"/>
                  </a:lnTo>
                  <a:lnTo>
                    <a:pt x="305075" y="72700"/>
                  </a:lnTo>
                  <a:lnTo>
                    <a:pt x="302019" y="68387"/>
                  </a:lnTo>
                  <a:lnTo>
                    <a:pt x="298828" y="64172"/>
                  </a:lnTo>
                  <a:lnTo>
                    <a:pt x="295505" y="60060"/>
                  </a:lnTo>
                  <a:lnTo>
                    <a:pt x="292054" y="56055"/>
                  </a:lnTo>
                  <a:lnTo>
                    <a:pt x="288479" y="52162"/>
                  </a:lnTo>
                  <a:lnTo>
                    <a:pt x="284782" y="48383"/>
                  </a:lnTo>
                  <a:lnTo>
                    <a:pt x="280967" y="44723"/>
                  </a:lnTo>
                  <a:lnTo>
                    <a:pt x="277038" y="41186"/>
                  </a:lnTo>
                  <a:lnTo>
                    <a:pt x="273000" y="37775"/>
                  </a:lnTo>
                  <a:lnTo>
                    <a:pt x="268856" y="34493"/>
                  </a:lnTo>
                  <a:lnTo>
                    <a:pt x="264610" y="31343"/>
                  </a:lnTo>
                  <a:lnTo>
                    <a:pt x="260267" y="28330"/>
                  </a:lnTo>
                  <a:lnTo>
                    <a:pt x="255830" y="25455"/>
                  </a:lnTo>
                  <a:lnTo>
                    <a:pt x="251305" y="22722"/>
                  </a:lnTo>
                  <a:lnTo>
                    <a:pt x="246696" y="20134"/>
                  </a:lnTo>
                  <a:lnTo>
                    <a:pt x="242007" y="17693"/>
                  </a:lnTo>
                  <a:lnTo>
                    <a:pt x="237243" y="15401"/>
                  </a:lnTo>
                  <a:lnTo>
                    <a:pt x="232409" y="13260"/>
                  </a:lnTo>
                  <a:lnTo>
                    <a:pt x="227510" y="11274"/>
                  </a:lnTo>
                  <a:lnTo>
                    <a:pt x="222551" y="9444"/>
                  </a:lnTo>
                  <a:lnTo>
                    <a:pt x="217536" y="7771"/>
                  </a:lnTo>
                  <a:lnTo>
                    <a:pt x="212471" y="6258"/>
                  </a:lnTo>
                  <a:lnTo>
                    <a:pt x="207360" y="4906"/>
                  </a:lnTo>
                  <a:lnTo>
                    <a:pt x="202209" y="3716"/>
                  </a:lnTo>
                  <a:lnTo>
                    <a:pt x="197024" y="2689"/>
                  </a:lnTo>
                  <a:lnTo>
                    <a:pt x="191808" y="1827"/>
                  </a:lnTo>
                  <a:lnTo>
                    <a:pt x="186568" y="1130"/>
                  </a:lnTo>
                  <a:lnTo>
                    <a:pt x="181308" y="599"/>
                  </a:lnTo>
                  <a:lnTo>
                    <a:pt x="176034" y="235"/>
                  </a:lnTo>
                  <a:lnTo>
                    <a:pt x="170752" y="3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07720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14129" y="421382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5" y="5321"/>
                  </a:lnTo>
                  <a:lnTo>
                    <a:pt x="120218" y="6725"/>
                  </a:lnTo>
                  <a:lnTo>
                    <a:pt x="115168" y="8289"/>
                  </a:lnTo>
                  <a:lnTo>
                    <a:pt x="110171" y="10013"/>
                  </a:lnTo>
                  <a:lnTo>
                    <a:pt x="105230" y="11893"/>
                  </a:lnTo>
                  <a:lnTo>
                    <a:pt x="100352" y="13929"/>
                  </a:lnTo>
                  <a:lnTo>
                    <a:pt x="95540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3" y="23582"/>
                  </a:lnTo>
                  <a:lnTo>
                    <a:pt x="77055" y="26360"/>
                  </a:lnTo>
                  <a:lnTo>
                    <a:pt x="72648" y="29280"/>
                  </a:lnTo>
                  <a:lnTo>
                    <a:pt x="68336" y="32337"/>
                  </a:lnTo>
                  <a:lnTo>
                    <a:pt x="64122" y="35529"/>
                  </a:lnTo>
                  <a:lnTo>
                    <a:pt x="60011" y="38853"/>
                  </a:lnTo>
                  <a:lnTo>
                    <a:pt x="56007" y="42305"/>
                  </a:lnTo>
                  <a:lnTo>
                    <a:pt x="52115" y="45882"/>
                  </a:lnTo>
                  <a:lnTo>
                    <a:pt x="48337" y="49580"/>
                  </a:lnTo>
                  <a:lnTo>
                    <a:pt x="44679" y="53396"/>
                  </a:lnTo>
                  <a:lnTo>
                    <a:pt x="41143" y="57326"/>
                  </a:lnTo>
                  <a:lnTo>
                    <a:pt x="37732" y="61365"/>
                  </a:lnTo>
                  <a:lnTo>
                    <a:pt x="34452" y="65510"/>
                  </a:lnTo>
                  <a:lnTo>
                    <a:pt x="31304" y="69757"/>
                  </a:lnTo>
                  <a:lnTo>
                    <a:pt x="28292" y="74102"/>
                  </a:lnTo>
                  <a:lnTo>
                    <a:pt x="25419" y="78539"/>
                  </a:lnTo>
                  <a:lnTo>
                    <a:pt x="22687" y="83065"/>
                  </a:lnTo>
                  <a:lnTo>
                    <a:pt x="20100" y="87675"/>
                  </a:lnTo>
                  <a:lnTo>
                    <a:pt x="17660" y="92365"/>
                  </a:lnTo>
                  <a:lnTo>
                    <a:pt x="15370" y="97129"/>
                  </a:lnTo>
                  <a:lnTo>
                    <a:pt x="13231" y="101964"/>
                  </a:lnTo>
                  <a:lnTo>
                    <a:pt x="11246" y="106863"/>
                  </a:lnTo>
                  <a:lnTo>
                    <a:pt x="9417" y="111823"/>
                  </a:lnTo>
                  <a:lnTo>
                    <a:pt x="7746" y="116839"/>
                  </a:lnTo>
                  <a:lnTo>
                    <a:pt x="6235" y="121904"/>
                  </a:lnTo>
                  <a:lnTo>
                    <a:pt x="4884" y="127015"/>
                  </a:lnTo>
                  <a:lnTo>
                    <a:pt x="3696" y="132166"/>
                  </a:lnTo>
                  <a:lnTo>
                    <a:pt x="2671" y="137352"/>
                  </a:lnTo>
                  <a:lnTo>
                    <a:pt x="1810" y="142568"/>
                  </a:lnTo>
                  <a:lnTo>
                    <a:pt x="1115" y="147809"/>
                  </a:lnTo>
                  <a:lnTo>
                    <a:pt x="586" y="153069"/>
                  </a:lnTo>
                  <a:lnTo>
                    <a:pt x="223" y="158343"/>
                  </a:lnTo>
                  <a:lnTo>
                    <a:pt x="28" y="163625"/>
                  </a:lnTo>
                  <a:lnTo>
                    <a:pt x="0" y="168912"/>
                  </a:lnTo>
                  <a:lnTo>
                    <a:pt x="138" y="174196"/>
                  </a:lnTo>
                  <a:lnTo>
                    <a:pt x="444" y="179474"/>
                  </a:lnTo>
                  <a:lnTo>
                    <a:pt x="917" y="184739"/>
                  </a:lnTo>
                  <a:lnTo>
                    <a:pt x="1555" y="189987"/>
                  </a:lnTo>
                  <a:lnTo>
                    <a:pt x="2360" y="195212"/>
                  </a:lnTo>
                  <a:lnTo>
                    <a:pt x="3329" y="200408"/>
                  </a:lnTo>
                  <a:lnTo>
                    <a:pt x="4462" y="205572"/>
                  </a:lnTo>
                  <a:lnTo>
                    <a:pt x="5757" y="210697"/>
                  </a:lnTo>
                  <a:lnTo>
                    <a:pt x="7215" y="215779"/>
                  </a:lnTo>
                  <a:lnTo>
                    <a:pt x="8832" y="220812"/>
                  </a:lnTo>
                  <a:lnTo>
                    <a:pt x="10607" y="225791"/>
                  </a:lnTo>
                  <a:lnTo>
                    <a:pt x="12539" y="230712"/>
                  </a:lnTo>
                  <a:lnTo>
                    <a:pt x="14625" y="235569"/>
                  </a:lnTo>
                  <a:lnTo>
                    <a:pt x="16865" y="240358"/>
                  </a:lnTo>
                  <a:lnTo>
                    <a:pt x="19254" y="245073"/>
                  </a:lnTo>
                  <a:lnTo>
                    <a:pt x="21791" y="249711"/>
                  </a:lnTo>
                  <a:lnTo>
                    <a:pt x="24474" y="254266"/>
                  </a:lnTo>
                  <a:lnTo>
                    <a:pt x="27299" y="258734"/>
                  </a:lnTo>
                  <a:lnTo>
                    <a:pt x="30265" y="263111"/>
                  </a:lnTo>
                  <a:lnTo>
                    <a:pt x="33367" y="267391"/>
                  </a:lnTo>
                  <a:lnTo>
                    <a:pt x="36603" y="271571"/>
                  </a:lnTo>
                  <a:lnTo>
                    <a:pt x="39969" y="275647"/>
                  </a:lnTo>
                  <a:lnTo>
                    <a:pt x="43463" y="279615"/>
                  </a:lnTo>
                  <a:lnTo>
                    <a:pt x="47080" y="283470"/>
                  </a:lnTo>
                  <a:lnTo>
                    <a:pt x="50818" y="287208"/>
                  </a:lnTo>
                  <a:lnTo>
                    <a:pt x="54671" y="290827"/>
                  </a:lnTo>
                  <a:lnTo>
                    <a:pt x="58638" y="294322"/>
                  </a:lnTo>
                  <a:lnTo>
                    <a:pt x="62713" y="297690"/>
                  </a:lnTo>
                  <a:lnTo>
                    <a:pt x="66892" y="300927"/>
                  </a:lnTo>
                  <a:lnTo>
                    <a:pt x="71171" y="304030"/>
                  </a:lnTo>
                  <a:lnTo>
                    <a:pt x="75547" y="306997"/>
                  </a:lnTo>
                  <a:lnTo>
                    <a:pt x="80014" y="309824"/>
                  </a:lnTo>
                  <a:lnTo>
                    <a:pt x="84568" y="312508"/>
                  </a:lnTo>
                  <a:lnTo>
                    <a:pt x="89205" y="315046"/>
                  </a:lnTo>
                  <a:lnTo>
                    <a:pt x="93920" y="317437"/>
                  </a:lnTo>
                  <a:lnTo>
                    <a:pt x="98708" y="319678"/>
                  </a:lnTo>
                  <a:lnTo>
                    <a:pt x="103565" y="321766"/>
                  </a:lnTo>
                  <a:lnTo>
                    <a:pt x="108485" y="323699"/>
                  </a:lnTo>
                  <a:lnTo>
                    <a:pt x="113464" y="325476"/>
                  </a:lnTo>
                  <a:lnTo>
                    <a:pt x="118496" y="327095"/>
                  </a:lnTo>
                  <a:lnTo>
                    <a:pt x="123577" y="328554"/>
                  </a:lnTo>
                  <a:lnTo>
                    <a:pt x="128702" y="329851"/>
                  </a:lnTo>
                  <a:lnTo>
                    <a:pt x="133865" y="330986"/>
                  </a:lnTo>
                  <a:lnTo>
                    <a:pt x="139062" y="331956"/>
                  </a:lnTo>
                  <a:lnTo>
                    <a:pt x="144286" y="332762"/>
                  </a:lnTo>
                  <a:lnTo>
                    <a:pt x="149534" y="333403"/>
                  </a:lnTo>
                  <a:lnTo>
                    <a:pt x="154799" y="333877"/>
                  </a:lnTo>
                  <a:lnTo>
                    <a:pt x="160076" y="334184"/>
                  </a:lnTo>
                  <a:lnTo>
                    <a:pt x="165361" y="334325"/>
                  </a:lnTo>
                  <a:lnTo>
                    <a:pt x="170647" y="334298"/>
                  </a:lnTo>
                  <a:lnTo>
                    <a:pt x="175930" y="334104"/>
                  </a:lnTo>
                  <a:lnTo>
                    <a:pt x="181204" y="333743"/>
                  </a:lnTo>
                  <a:lnTo>
                    <a:pt x="186464" y="333216"/>
                  </a:lnTo>
                  <a:lnTo>
                    <a:pt x="191705" y="332522"/>
                  </a:lnTo>
                  <a:lnTo>
                    <a:pt x="196921" y="331663"/>
                  </a:lnTo>
                  <a:lnTo>
                    <a:pt x="202107" y="330640"/>
                  </a:lnTo>
                  <a:lnTo>
                    <a:pt x="207259" y="329453"/>
                  </a:lnTo>
                  <a:lnTo>
                    <a:pt x="212370" y="328104"/>
                  </a:lnTo>
                  <a:lnTo>
                    <a:pt x="217436" y="326594"/>
                  </a:lnTo>
                  <a:lnTo>
                    <a:pt x="222452" y="324925"/>
                  </a:lnTo>
                  <a:lnTo>
                    <a:pt x="227413" y="323097"/>
                  </a:lnTo>
                  <a:lnTo>
                    <a:pt x="232313" y="321114"/>
                  </a:lnTo>
                  <a:lnTo>
                    <a:pt x="237148" y="318977"/>
                  </a:lnTo>
                  <a:lnTo>
                    <a:pt x="241913" y="316688"/>
                  </a:lnTo>
                  <a:lnTo>
                    <a:pt x="246604" y="314250"/>
                  </a:lnTo>
                  <a:lnTo>
                    <a:pt x="251215" y="311664"/>
                  </a:lnTo>
                  <a:lnTo>
                    <a:pt x="255742" y="308934"/>
                  </a:lnTo>
                  <a:lnTo>
                    <a:pt x="260180" y="306062"/>
                  </a:lnTo>
                  <a:lnTo>
                    <a:pt x="264525" y="303051"/>
                  </a:lnTo>
                  <a:lnTo>
                    <a:pt x="268773" y="299905"/>
                  </a:lnTo>
                  <a:lnTo>
                    <a:pt x="272919" y="296625"/>
                  </a:lnTo>
                  <a:lnTo>
                    <a:pt x="276960" y="293216"/>
                  </a:lnTo>
                  <a:lnTo>
                    <a:pt x="280891" y="289682"/>
                  </a:lnTo>
                  <a:lnTo>
                    <a:pt x="284707" y="286024"/>
                  </a:lnTo>
                  <a:lnTo>
                    <a:pt x="288407" y="282248"/>
                  </a:lnTo>
                  <a:lnTo>
                    <a:pt x="291985" y="278357"/>
                  </a:lnTo>
                  <a:lnTo>
                    <a:pt x="295438" y="274354"/>
                  </a:lnTo>
                  <a:lnTo>
                    <a:pt x="298763" y="270244"/>
                  </a:lnTo>
                  <a:lnTo>
                    <a:pt x="301957" y="266031"/>
                  </a:lnTo>
                  <a:lnTo>
                    <a:pt x="305016" y="261720"/>
                  </a:lnTo>
                  <a:lnTo>
                    <a:pt x="307936" y="257313"/>
                  </a:lnTo>
                  <a:lnTo>
                    <a:pt x="310716" y="252817"/>
                  </a:lnTo>
                  <a:lnTo>
                    <a:pt x="313353" y="248235"/>
                  </a:lnTo>
                  <a:lnTo>
                    <a:pt x="315843" y="243572"/>
                  </a:lnTo>
                  <a:lnTo>
                    <a:pt x="318184" y="238832"/>
                  </a:lnTo>
                  <a:lnTo>
                    <a:pt x="320375" y="234021"/>
                  </a:lnTo>
                  <a:lnTo>
                    <a:pt x="322412" y="229143"/>
                  </a:lnTo>
                  <a:lnTo>
                    <a:pt x="324294" y="224203"/>
                  </a:lnTo>
                  <a:lnTo>
                    <a:pt x="326019" y="219206"/>
                  </a:lnTo>
                  <a:lnTo>
                    <a:pt x="327585" y="214157"/>
                  </a:lnTo>
                  <a:lnTo>
                    <a:pt x="328991" y="209061"/>
                  </a:lnTo>
                  <a:lnTo>
                    <a:pt x="330234" y="203923"/>
                  </a:lnTo>
                  <a:lnTo>
                    <a:pt x="331315" y="198748"/>
                  </a:lnTo>
                  <a:lnTo>
                    <a:pt x="332232" y="193542"/>
                  </a:lnTo>
                  <a:lnTo>
                    <a:pt x="332983" y="188309"/>
                  </a:lnTo>
                  <a:lnTo>
                    <a:pt x="333569" y="183055"/>
                  </a:lnTo>
                  <a:lnTo>
                    <a:pt x="333988" y="177785"/>
                  </a:lnTo>
                  <a:lnTo>
                    <a:pt x="334240" y="172505"/>
                  </a:lnTo>
                  <a:lnTo>
                    <a:pt x="334325" y="167219"/>
                  </a:lnTo>
                  <a:lnTo>
                    <a:pt x="334243" y="161933"/>
                  </a:lnTo>
                  <a:lnTo>
                    <a:pt x="333994" y="156653"/>
                  </a:lnTo>
                  <a:lnTo>
                    <a:pt x="333578" y="151383"/>
                  </a:lnTo>
                  <a:lnTo>
                    <a:pt x="332996" y="146129"/>
                  </a:lnTo>
                  <a:lnTo>
                    <a:pt x="332248" y="140895"/>
                  </a:lnTo>
                  <a:lnTo>
                    <a:pt x="331335" y="135688"/>
                  </a:lnTo>
                  <a:lnTo>
                    <a:pt x="330257" y="130513"/>
                  </a:lnTo>
                  <a:lnTo>
                    <a:pt x="329017" y="125374"/>
                  </a:lnTo>
                  <a:lnTo>
                    <a:pt x="327614" y="120277"/>
                  </a:lnTo>
                  <a:lnTo>
                    <a:pt x="326052" y="115227"/>
                  </a:lnTo>
                  <a:lnTo>
                    <a:pt x="324330" y="110229"/>
                  </a:lnTo>
                  <a:lnTo>
                    <a:pt x="322451" y="105288"/>
                  </a:lnTo>
                  <a:lnTo>
                    <a:pt x="320417" y="100408"/>
                  </a:lnTo>
                  <a:lnTo>
                    <a:pt x="318229" y="95596"/>
                  </a:lnTo>
                  <a:lnTo>
                    <a:pt x="315891" y="90855"/>
                  </a:lnTo>
                  <a:lnTo>
                    <a:pt x="313403" y="86190"/>
                  </a:lnTo>
                  <a:lnTo>
                    <a:pt x="310770" y="81607"/>
                  </a:lnTo>
                  <a:lnTo>
                    <a:pt x="307993" y="77108"/>
                  </a:lnTo>
                  <a:lnTo>
                    <a:pt x="305075" y="72700"/>
                  </a:lnTo>
                  <a:lnTo>
                    <a:pt x="302019" y="68387"/>
                  </a:lnTo>
                  <a:lnTo>
                    <a:pt x="298828" y="64172"/>
                  </a:lnTo>
                  <a:lnTo>
                    <a:pt x="295505" y="60060"/>
                  </a:lnTo>
                  <a:lnTo>
                    <a:pt x="292054" y="56055"/>
                  </a:lnTo>
                  <a:lnTo>
                    <a:pt x="288479" y="52162"/>
                  </a:lnTo>
                  <a:lnTo>
                    <a:pt x="284782" y="48383"/>
                  </a:lnTo>
                  <a:lnTo>
                    <a:pt x="280967" y="44723"/>
                  </a:lnTo>
                  <a:lnTo>
                    <a:pt x="277038" y="41186"/>
                  </a:lnTo>
                  <a:lnTo>
                    <a:pt x="273000" y="37775"/>
                  </a:lnTo>
                  <a:lnTo>
                    <a:pt x="268856" y="34493"/>
                  </a:lnTo>
                  <a:lnTo>
                    <a:pt x="264610" y="31343"/>
                  </a:lnTo>
                  <a:lnTo>
                    <a:pt x="260267" y="28330"/>
                  </a:lnTo>
                  <a:lnTo>
                    <a:pt x="255830" y="25455"/>
                  </a:lnTo>
                  <a:lnTo>
                    <a:pt x="251305" y="22722"/>
                  </a:lnTo>
                  <a:lnTo>
                    <a:pt x="246696" y="20134"/>
                  </a:lnTo>
                  <a:lnTo>
                    <a:pt x="242007" y="17693"/>
                  </a:lnTo>
                  <a:lnTo>
                    <a:pt x="237243" y="15401"/>
                  </a:lnTo>
                  <a:lnTo>
                    <a:pt x="232409" y="13260"/>
                  </a:lnTo>
                  <a:lnTo>
                    <a:pt x="227510" y="11274"/>
                  </a:lnTo>
                  <a:lnTo>
                    <a:pt x="222551" y="9444"/>
                  </a:lnTo>
                  <a:lnTo>
                    <a:pt x="217536" y="7771"/>
                  </a:lnTo>
                  <a:lnTo>
                    <a:pt x="212471" y="6258"/>
                  </a:lnTo>
                  <a:lnTo>
                    <a:pt x="207360" y="4906"/>
                  </a:lnTo>
                  <a:lnTo>
                    <a:pt x="202209" y="3716"/>
                  </a:lnTo>
                  <a:lnTo>
                    <a:pt x="197024" y="2689"/>
                  </a:lnTo>
                  <a:lnTo>
                    <a:pt x="191808" y="1827"/>
                  </a:lnTo>
                  <a:lnTo>
                    <a:pt x="186568" y="1130"/>
                  </a:lnTo>
                  <a:lnTo>
                    <a:pt x="181308" y="599"/>
                  </a:lnTo>
                  <a:lnTo>
                    <a:pt x="176034" y="235"/>
                  </a:lnTo>
                  <a:lnTo>
                    <a:pt x="170752" y="3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3821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357" y="4659281"/>
              <a:ext cx="167167" cy="271043"/>
            </a:xfrm>
            <a:custGeom>
              <a:avLst/>
              <a:pathLst>
                <a:path w="167167" h="271043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4" y="770"/>
                  </a:lnTo>
                  <a:lnTo>
                    <a:pt x="145815" y="1369"/>
                  </a:lnTo>
                  <a:lnTo>
                    <a:pt x="140518" y="2137"/>
                  </a:lnTo>
                  <a:lnTo>
                    <a:pt x="135249" y="3075"/>
                  </a:lnTo>
                  <a:lnTo>
                    <a:pt x="130012" y="4181"/>
                  </a:lnTo>
                  <a:lnTo>
                    <a:pt x="124814" y="5454"/>
                  </a:lnTo>
                  <a:lnTo>
                    <a:pt x="119658" y="6892"/>
                  </a:lnTo>
                  <a:lnTo>
                    <a:pt x="114552" y="8496"/>
                  </a:lnTo>
                  <a:lnTo>
                    <a:pt x="109499" y="10261"/>
                  </a:lnTo>
                  <a:lnTo>
                    <a:pt x="104506" y="12188"/>
                  </a:lnTo>
                  <a:lnTo>
                    <a:pt x="99576" y="14273"/>
                  </a:lnTo>
                  <a:lnTo>
                    <a:pt x="94716" y="16515"/>
                  </a:lnTo>
                  <a:lnTo>
                    <a:pt x="89931" y="18912"/>
                  </a:lnTo>
                  <a:lnTo>
                    <a:pt x="85224" y="21460"/>
                  </a:lnTo>
                  <a:lnTo>
                    <a:pt x="80602" y="24158"/>
                  </a:lnTo>
                  <a:lnTo>
                    <a:pt x="76068" y="27003"/>
                  </a:lnTo>
                  <a:lnTo>
                    <a:pt x="71627" y="29991"/>
                  </a:lnTo>
                  <a:lnTo>
                    <a:pt x="67285" y="33120"/>
                  </a:lnTo>
                  <a:lnTo>
                    <a:pt x="63045" y="36386"/>
                  </a:lnTo>
                  <a:lnTo>
                    <a:pt x="58912" y="39786"/>
                  </a:lnTo>
                  <a:lnTo>
                    <a:pt x="54889" y="43317"/>
                  </a:lnTo>
                  <a:lnTo>
                    <a:pt x="50982" y="46975"/>
                  </a:lnTo>
                  <a:lnTo>
                    <a:pt x="47194" y="50756"/>
                  </a:lnTo>
                  <a:lnTo>
                    <a:pt x="43529" y="54657"/>
                  </a:lnTo>
                  <a:lnTo>
                    <a:pt x="39990" y="58672"/>
                  </a:lnTo>
                  <a:lnTo>
                    <a:pt x="36582" y="62799"/>
                  </a:lnTo>
                  <a:lnTo>
                    <a:pt x="33308" y="67033"/>
                  </a:lnTo>
                  <a:lnTo>
                    <a:pt x="30171" y="71370"/>
                  </a:lnTo>
                  <a:lnTo>
                    <a:pt x="27174" y="75805"/>
                  </a:lnTo>
                  <a:lnTo>
                    <a:pt x="24321" y="80333"/>
                  </a:lnTo>
                  <a:lnTo>
                    <a:pt x="21615" y="84950"/>
                  </a:lnTo>
                  <a:lnTo>
                    <a:pt x="19057" y="89652"/>
                  </a:lnTo>
                  <a:lnTo>
                    <a:pt x="16652" y="94433"/>
                  </a:lnTo>
                  <a:lnTo>
                    <a:pt x="14400" y="99289"/>
                  </a:lnTo>
                  <a:lnTo>
                    <a:pt x="12306" y="104214"/>
                  </a:lnTo>
                  <a:lnTo>
                    <a:pt x="10370" y="109204"/>
                  </a:lnTo>
                  <a:lnTo>
                    <a:pt x="8594" y="114254"/>
                  </a:lnTo>
                  <a:lnTo>
                    <a:pt x="6982" y="119357"/>
                  </a:lnTo>
                  <a:lnTo>
                    <a:pt x="5533" y="124510"/>
                  </a:lnTo>
                  <a:lnTo>
                    <a:pt x="4251" y="129706"/>
                  </a:lnTo>
                  <a:lnTo>
                    <a:pt x="3135" y="134941"/>
                  </a:lnTo>
                  <a:lnTo>
                    <a:pt x="2187" y="140208"/>
                  </a:lnTo>
                  <a:lnTo>
                    <a:pt x="1409" y="145504"/>
                  </a:lnTo>
                  <a:lnTo>
                    <a:pt x="800" y="150821"/>
                  </a:lnTo>
                  <a:lnTo>
                    <a:pt x="362" y="156155"/>
                  </a:lnTo>
                  <a:lnTo>
                    <a:pt x="95" y="161501"/>
                  </a:lnTo>
                  <a:lnTo>
                    <a:pt x="0" y="166852"/>
                  </a:lnTo>
                  <a:lnTo>
                    <a:pt x="75" y="172204"/>
                  </a:lnTo>
                  <a:lnTo>
                    <a:pt x="322" y="177551"/>
                  </a:lnTo>
                  <a:lnTo>
                    <a:pt x="740" y="182887"/>
                  </a:lnTo>
                  <a:lnTo>
                    <a:pt x="1328" y="188206"/>
                  </a:lnTo>
                  <a:lnTo>
                    <a:pt x="2087" y="193505"/>
                  </a:lnTo>
                  <a:lnTo>
                    <a:pt x="3015" y="198776"/>
                  </a:lnTo>
                  <a:lnTo>
                    <a:pt x="4111" y="204015"/>
                  </a:lnTo>
                  <a:lnTo>
                    <a:pt x="5374" y="209216"/>
                  </a:lnTo>
                  <a:lnTo>
                    <a:pt x="6803" y="214374"/>
                  </a:lnTo>
                  <a:lnTo>
                    <a:pt x="8397" y="219483"/>
                  </a:lnTo>
                  <a:lnTo>
                    <a:pt x="10153" y="224539"/>
                  </a:lnTo>
                  <a:lnTo>
                    <a:pt x="12070" y="229536"/>
                  </a:lnTo>
                  <a:lnTo>
                    <a:pt x="14146" y="234469"/>
                  </a:lnTo>
                  <a:lnTo>
                    <a:pt x="16379" y="239334"/>
                  </a:lnTo>
                  <a:lnTo>
                    <a:pt x="18767" y="244124"/>
                  </a:lnTo>
                  <a:lnTo>
                    <a:pt x="21306" y="248835"/>
                  </a:lnTo>
                  <a:lnTo>
                    <a:pt x="23995" y="253463"/>
                  </a:lnTo>
                  <a:lnTo>
                    <a:pt x="26831" y="258002"/>
                  </a:lnTo>
                  <a:lnTo>
                    <a:pt x="29811" y="262448"/>
                  </a:lnTo>
                  <a:lnTo>
                    <a:pt x="32932" y="266796"/>
                  </a:lnTo>
                  <a:lnTo>
                    <a:pt x="36190" y="27104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55548" y="4826449"/>
              <a:ext cx="130976" cy="103875"/>
            </a:xfrm>
            <a:custGeom>
              <a:avLst/>
              <a:pathLst>
                <a:path w="130976" h="103875">
                  <a:moveTo>
                    <a:pt x="0" y="103875"/>
                  </a:moveTo>
                  <a:lnTo>
                    <a:pt x="13097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55548" y="4826449"/>
              <a:ext cx="130976" cy="128856"/>
            </a:xfrm>
            <a:custGeom>
              <a:avLst/>
              <a:pathLst>
                <a:path w="130976" h="128856">
                  <a:moveTo>
                    <a:pt x="0" y="103875"/>
                  </a:moveTo>
                  <a:lnTo>
                    <a:pt x="4468" y="109273"/>
                  </a:lnTo>
                  <a:lnTo>
                    <a:pt x="9159" y="114479"/>
                  </a:lnTo>
                  <a:lnTo>
                    <a:pt x="14064" y="119484"/>
                  </a:lnTo>
                  <a:lnTo>
                    <a:pt x="19175" y="124279"/>
                  </a:lnTo>
                  <a:lnTo>
                    <a:pt x="24482" y="128856"/>
                  </a:lnTo>
                  <a:lnTo>
                    <a:pt x="1309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80030" y="4659281"/>
              <a:ext cx="273658" cy="334323"/>
            </a:xfrm>
            <a:custGeom>
              <a:avLst/>
              <a:pathLst>
                <a:path w="273658" h="334323">
                  <a:moveTo>
                    <a:pt x="0" y="296023"/>
                  </a:moveTo>
                  <a:lnTo>
                    <a:pt x="4168" y="299358"/>
                  </a:lnTo>
                  <a:lnTo>
                    <a:pt x="8441" y="302558"/>
                  </a:lnTo>
                  <a:lnTo>
                    <a:pt x="12814" y="305620"/>
                  </a:lnTo>
                  <a:lnTo>
                    <a:pt x="17283" y="308540"/>
                  </a:lnTo>
                  <a:lnTo>
                    <a:pt x="21842" y="311317"/>
                  </a:lnTo>
                  <a:lnTo>
                    <a:pt x="26488" y="313946"/>
                  </a:lnTo>
                  <a:lnTo>
                    <a:pt x="31216" y="316426"/>
                  </a:lnTo>
                  <a:lnTo>
                    <a:pt x="36020" y="318753"/>
                  </a:lnTo>
                  <a:lnTo>
                    <a:pt x="40896" y="320926"/>
                  </a:lnTo>
                  <a:lnTo>
                    <a:pt x="45839" y="322942"/>
                  </a:lnTo>
                  <a:lnTo>
                    <a:pt x="50844" y="324800"/>
                  </a:lnTo>
                  <a:lnTo>
                    <a:pt x="55905" y="326496"/>
                  </a:lnTo>
                  <a:lnTo>
                    <a:pt x="61019" y="328030"/>
                  </a:lnTo>
                  <a:lnTo>
                    <a:pt x="66178" y="329400"/>
                  </a:lnTo>
                  <a:lnTo>
                    <a:pt x="71379" y="330605"/>
                  </a:lnTo>
                  <a:lnTo>
                    <a:pt x="76615" y="331643"/>
                  </a:lnTo>
                  <a:lnTo>
                    <a:pt x="81882" y="332513"/>
                  </a:lnTo>
                  <a:lnTo>
                    <a:pt x="87174" y="333214"/>
                  </a:lnTo>
                  <a:lnTo>
                    <a:pt x="92486" y="333746"/>
                  </a:lnTo>
                  <a:lnTo>
                    <a:pt x="97812" y="334109"/>
                  </a:lnTo>
                  <a:lnTo>
                    <a:pt x="103147" y="334301"/>
                  </a:lnTo>
                  <a:lnTo>
                    <a:pt x="108485" y="334323"/>
                  </a:lnTo>
                  <a:lnTo>
                    <a:pt x="113822" y="334174"/>
                  </a:lnTo>
                  <a:lnTo>
                    <a:pt x="119150" y="333855"/>
                  </a:lnTo>
                  <a:lnTo>
                    <a:pt x="124466" y="333365"/>
                  </a:lnTo>
                  <a:lnTo>
                    <a:pt x="129764" y="332707"/>
                  </a:lnTo>
                  <a:lnTo>
                    <a:pt x="135038" y="331879"/>
                  </a:lnTo>
                  <a:lnTo>
                    <a:pt x="140282" y="330884"/>
                  </a:lnTo>
                  <a:lnTo>
                    <a:pt x="145493" y="329722"/>
                  </a:lnTo>
                  <a:lnTo>
                    <a:pt x="150663" y="328394"/>
                  </a:lnTo>
                  <a:lnTo>
                    <a:pt x="155789" y="326901"/>
                  </a:lnTo>
                  <a:lnTo>
                    <a:pt x="160864" y="325246"/>
                  </a:lnTo>
                  <a:lnTo>
                    <a:pt x="165884" y="323429"/>
                  </a:lnTo>
                  <a:lnTo>
                    <a:pt x="170843" y="321453"/>
                  </a:lnTo>
                  <a:lnTo>
                    <a:pt x="175736" y="319320"/>
                  </a:lnTo>
                  <a:lnTo>
                    <a:pt x="180559" y="317031"/>
                  </a:lnTo>
                  <a:lnTo>
                    <a:pt x="185307" y="314590"/>
                  </a:lnTo>
                  <a:lnTo>
                    <a:pt x="189974" y="311998"/>
                  </a:lnTo>
                  <a:lnTo>
                    <a:pt x="194556" y="309259"/>
                  </a:lnTo>
                  <a:lnTo>
                    <a:pt x="199048" y="306374"/>
                  </a:lnTo>
                  <a:lnTo>
                    <a:pt x="203445" y="303348"/>
                  </a:lnTo>
                  <a:lnTo>
                    <a:pt x="207744" y="300183"/>
                  </a:lnTo>
                  <a:lnTo>
                    <a:pt x="211940" y="296882"/>
                  </a:lnTo>
                  <a:lnTo>
                    <a:pt x="216028" y="293449"/>
                  </a:lnTo>
                  <a:lnTo>
                    <a:pt x="220004" y="289887"/>
                  </a:lnTo>
                  <a:lnTo>
                    <a:pt x="223865" y="286200"/>
                  </a:lnTo>
                  <a:lnTo>
                    <a:pt x="227606" y="282392"/>
                  </a:lnTo>
                  <a:lnTo>
                    <a:pt x="231223" y="278466"/>
                  </a:lnTo>
                  <a:lnTo>
                    <a:pt x="234713" y="274427"/>
                  </a:lnTo>
                  <a:lnTo>
                    <a:pt x="238073" y="270278"/>
                  </a:lnTo>
                  <a:lnTo>
                    <a:pt x="241298" y="266024"/>
                  </a:lnTo>
                  <a:lnTo>
                    <a:pt x="244386" y="261670"/>
                  </a:lnTo>
                  <a:lnTo>
                    <a:pt x="247333" y="257218"/>
                  </a:lnTo>
                  <a:lnTo>
                    <a:pt x="250136" y="252675"/>
                  </a:lnTo>
                  <a:lnTo>
                    <a:pt x="252794" y="248045"/>
                  </a:lnTo>
                  <a:lnTo>
                    <a:pt x="255301" y="243333"/>
                  </a:lnTo>
                  <a:lnTo>
                    <a:pt x="257657" y="238542"/>
                  </a:lnTo>
                  <a:lnTo>
                    <a:pt x="259859" y="233679"/>
                  </a:lnTo>
                  <a:lnTo>
                    <a:pt x="261905" y="228749"/>
                  </a:lnTo>
                  <a:lnTo>
                    <a:pt x="263792" y="223755"/>
                  </a:lnTo>
                  <a:lnTo>
                    <a:pt x="265519" y="218703"/>
                  </a:lnTo>
                  <a:lnTo>
                    <a:pt x="267083" y="213599"/>
                  </a:lnTo>
                  <a:lnTo>
                    <a:pt x="268484" y="208448"/>
                  </a:lnTo>
                  <a:lnTo>
                    <a:pt x="269719" y="203255"/>
                  </a:lnTo>
                  <a:lnTo>
                    <a:pt x="270788" y="198025"/>
                  </a:lnTo>
                  <a:lnTo>
                    <a:pt x="271690" y="192763"/>
                  </a:lnTo>
                  <a:lnTo>
                    <a:pt x="272423" y="187475"/>
                  </a:lnTo>
                  <a:lnTo>
                    <a:pt x="272987" y="182167"/>
                  </a:lnTo>
                  <a:lnTo>
                    <a:pt x="273381" y="176843"/>
                  </a:lnTo>
                  <a:lnTo>
                    <a:pt x="273605" y="171509"/>
                  </a:lnTo>
                  <a:lnTo>
                    <a:pt x="273658" y="166171"/>
                  </a:lnTo>
                  <a:lnTo>
                    <a:pt x="273541" y="160834"/>
                  </a:lnTo>
                  <a:lnTo>
                    <a:pt x="273254" y="155503"/>
                  </a:lnTo>
                  <a:lnTo>
                    <a:pt x="272796" y="150185"/>
                  </a:lnTo>
                  <a:lnTo>
                    <a:pt x="272169" y="144883"/>
                  </a:lnTo>
                  <a:lnTo>
                    <a:pt x="271373" y="139605"/>
                  </a:lnTo>
                  <a:lnTo>
                    <a:pt x="270409" y="134354"/>
                  </a:lnTo>
                  <a:lnTo>
                    <a:pt x="269278" y="129137"/>
                  </a:lnTo>
                  <a:lnTo>
                    <a:pt x="267981" y="123959"/>
                  </a:lnTo>
                  <a:lnTo>
                    <a:pt x="266519" y="118824"/>
                  </a:lnTo>
                  <a:lnTo>
                    <a:pt x="264893" y="113739"/>
                  </a:lnTo>
                  <a:lnTo>
                    <a:pt x="263107" y="108709"/>
                  </a:lnTo>
                  <a:lnTo>
                    <a:pt x="261160" y="103738"/>
                  </a:lnTo>
                  <a:lnTo>
                    <a:pt x="259056" y="98832"/>
                  </a:lnTo>
                  <a:lnTo>
                    <a:pt x="256796" y="93995"/>
                  </a:lnTo>
                  <a:lnTo>
                    <a:pt x="254383" y="89234"/>
                  </a:lnTo>
                  <a:lnTo>
                    <a:pt x="251820" y="84551"/>
                  </a:lnTo>
                  <a:lnTo>
                    <a:pt x="249108" y="79953"/>
                  </a:lnTo>
                  <a:lnTo>
                    <a:pt x="246250" y="75444"/>
                  </a:lnTo>
                  <a:lnTo>
                    <a:pt x="243250" y="71028"/>
                  </a:lnTo>
                  <a:lnTo>
                    <a:pt x="240111" y="66711"/>
                  </a:lnTo>
                  <a:lnTo>
                    <a:pt x="236835" y="62495"/>
                  </a:lnTo>
                  <a:lnTo>
                    <a:pt x="233426" y="58387"/>
                  </a:lnTo>
                  <a:lnTo>
                    <a:pt x="229888" y="54390"/>
                  </a:lnTo>
                  <a:lnTo>
                    <a:pt x="226224" y="50507"/>
                  </a:lnTo>
                  <a:lnTo>
                    <a:pt x="222438" y="46744"/>
                  </a:lnTo>
                  <a:lnTo>
                    <a:pt x="218534" y="43103"/>
                  </a:lnTo>
                  <a:lnTo>
                    <a:pt x="214516" y="39589"/>
                  </a:lnTo>
                  <a:lnTo>
                    <a:pt x="210387" y="36205"/>
                  </a:lnTo>
                  <a:lnTo>
                    <a:pt x="206152" y="32954"/>
                  </a:lnTo>
                  <a:lnTo>
                    <a:pt x="201816" y="29840"/>
                  </a:lnTo>
                  <a:lnTo>
                    <a:pt x="197383" y="26867"/>
                  </a:lnTo>
                  <a:lnTo>
                    <a:pt x="192856" y="24036"/>
                  </a:lnTo>
                  <a:lnTo>
                    <a:pt x="188242" y="21352"/>
                  </a:lnTo>
                  <a:lnTo>
                    <a:pt x="183545" y="18816"/>
                  </a:lnTo>
                  <a:lnTo>
                    <a:pt x="178769" y="16431"/>
                  </a:lnTo>
                  <a:lnTo>
                    <a:pt x="173919" y="14200"/>
                  </a:lnTo>
                  <a:lnTo>
                    <a:pt x="169000" y="12125"/>
                  </a:lnTo>
                  <a:lnTo>
                    <a:pt x="164018" y="10209"/>
                  </a:lnTo>
                  <a:lnTo>
                    <a:pt x="158977" y="8452"/>
                  </a:lnTo>
                  <a:lnTo>
                    <a:pt x="153882" y="6857"/>
                  </a:lnTo>
                  <a:lnTo>
                    <a:pt x="148739" y="5426"/>
                  </a:lnTo>
                  <a:lnTo>
                    <a:pt x="143553" y="4159"/>
                  </a:lnTo>
                  <a:lnTo>
                    <a:pt x="138330" y="3059"/>
                  </a:lnTo>
                  <a:lnTo>
                    <a:pt x="133073" y="2126"/>
                  </a:lnTo>
                  <a:lnTo>
                    <a:pt x="127790" y="1362"/>
                  </a:lnTo>
                  <a:lnTo>
                    <a:pt x="122485" y="766"/>
                  </a:lnTo>
                  <a:lnTo>
                    <a:pt x="117164" y="340"/>
                  </a:lnTo>
                  <a:lnTo>
                    <a:pt x="111831" y="85"/>
                  </a:lnTo>
                  <a:lnTo>
                    <a:pt x="106494" y="0"/>
                  </a:lnTo>
                  <a:lnTo>
                    <a:pt x="1064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321570" y="5018213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2" y="2095"/>
                  </a:lnTo>
                  <a:lnTo>
                    <a:pt x="135542" y="3015"/>
                  </a:lnTo>
                  <a:lnTo>
                    <a:pt x="130355" y="4099"/>
                  </a:lnTo>
                  <a:lnTo>
                    <a:pt x="125205" y="5347"/>
                  </a:lnTo>
                  <a:lnTo>
                    <a:pt x="120096" y="6758"/>
                  </a:lnTo>
                  <a:lnTo>
                    <a:pt x="115035" y="8330"/>
                  </a:lnTo>
                  <a:lnTo>
                    <a:pt x="110027" y="10062"/>
                  </a:lnTo>
                  <a:lnTo>
                    <a:pt x="105076" y="11952"/>
                  </a:lnTo>
                  <a:lnTo>
                    <a:pt x="100187" y="13997"/>
                  </a:lnTo>
                  <a:lnTo>
                    <a:pt x="95365" y="16197"/>
                  </a:lnTo>
                  <a:lnTo>
                    <a:pt x="90616" y="18548"/>
                  </a:lnTo>
                  <a:lnTo>
                    <a:pt x="85943" y="21049"/>
                  </a:lnTo>
                  <a:lnTo>
                    <a:pt x="81352" y="23696"/>
                  </a:lnTo>
                  <a:lnTo>
                    <a:pt x="76848" y="26488"/>
                  </a:lnTo>
                  <a:lnTo>
                    <a:pt x="72434" y="29421"/>
                  </a:lnTo>
                  <a:lnTo>
                    <a:pt x="68115" y="32493"/>
                  </a:lnTo>
                  <a:lnTo>
                    <a:pt x="63896" y="35700"/>
                  </a:lnTo>
                  <a:lnTo>
                    <a:pt x="59781" y="39039"/>
                  </a:lnTo>
                  <a:lnTo>
                    <a:pt x="55773" y="42506"/>
                  </a:lnTo>
                  <a:lnTo>
                    <a:pt x="51878" y="46099"/>
                  </a:lnTo>
                  <a:lnTo>
                    <a:pt x="48098" y="49814"/>
                  </a:lnTo>
                  <a:lnTo>
                    <a:pt x="44438" y="53647"/>
                  </a:lnTo>
                  <a:lnTo>
                    <a:pt x="40901" y="57594"/>
                  </a:lnTo>
                  <a:lnTo>
                    <a:pt x="37492" y="61650"/>
                  </a:lnTo>
                  <a:lnTo>
                    <a:pt x="34212" y="65813"/>
                  </a:lnTo>
                  <a:lnTo>
                    <a:pt x="31066" y="70078"/>
                  </a:lnTo>
                  <a:lnTo>
                    <a:pt x="28057" y="74441"/>
                  </a:lnTo>
                  <a:lnTo>
                    <a:pt x="25188" y="78896"/>
                  </a:lnTo>
                  <a:lnTo>
                    <a:pt x="22461" y="83440"/>
                  </a:lnTo>
                  <a:lnTo>
                    <a:pt x="19880" y="88069"/>
                  </a:lnTo>
                  <a:lnTo>
                    <a:pt x="17446" y="92777"/>
                  </a:lnTo>
                  <a:lnTo>
                    <a:pt x="15164" y="97559"/>
                  </a:lnTo>
                  <a:lnTo>
                    <a:pt x="13034" y="102412"/>
                  </a:lnTo>
                  <a:lnTo>
                    <a:pt x="11058" y="107330"/>
                  </a:lnTo>
                  <a:lnTo>
                    <a:pt x="9240" y="112308"/>
                  </a:lnTo>
                  <a:lnTo>
                    <a:pt x="7581" y="117341"/>
                  </a:lnTo>
                  <a:lnTo>
                    <a:pt x="6081" y="122424"/>
                  </a:lnTo>
                  <a:lnTo>
                    <a:pt x="4744" y="127552"/>
                  </a:lnTo>
                  <a:lnTo>
                    <a:pt x="3570" y="132720"/>
                  </a:lnTo>
                  <a:lnTo>
                    <a:pt x="2560" y="137922"/>
                  </a:lnTo>
                  <a:lnTo>
                    <a:pt x="1716" y="143154"/>
                  </a:lnTo>
                  <a:lnTo>
                    <a:pt x="1038" y="148410"/>
                  </a:lnTo>
                  <a:lnTo>
                    <a:pt x="527" y="153685"/>
                  </a:lnTo>
                  <a:lnTo>
                    <a:pt x="183" y="158973"/>
                  </a:lnTo>
                  <a:lnTo>
                    <a:pt x="7" y="164270"/>
                  </a:lnTo>
                  <a:lnTo>
                    <a:pt x="0" y="169569"/>
                  </a:lnTo>
                  <a:lnTo>
                    <a:pt x="160" y="174866"/>
                  </a:lnTo>
                  <a:lnTo>
                    <a:pt x="488" y="180156"/>
                  </a:lnTo>
                  <a:lnTo>
                    <a:pt x="983" y="185432"/>
                  </a:lnTo>
                  <a:lnTo>
                    <a:pt x="1646" y="190690"/>
                  </a:lnTo>
                  <a:lnTo>
                    <a:pt x="2474" y="195924"/>
                  </a:lnTo>
                  <a:lnTo>
                    <a:pt x="3469" y="201130"/>
                  </a:lnTo>
                  <a:lnTo>
                    <a:pt x="4627" y="206301"/>
                  </a:lnTo>
                  <a:lnTo>
                    <a:pt x="5950" y="211433"/>
                  </a:lnTo>
                  <a:lnTo>
                    <a:pt x="7434" y="216521"/>
                  </a:lnTo>
                  <a:lnTo>
                    <a:pt x="9078" y="221559"/>
                  </a:lnTo>
                  <a:lnTo>
                    <a:pt x="10882" y="226542"/>
                  </a:lnTo>
                  <a:lnTo>
                    <a:pt x="12843" y="231465"/>
                  </a:lnTo>
                  <a:lnTo>
                    <a:pt x="14958" y="236324"/>
                  </a:lnTo>
                  <a:lnTo>
                    <a:pt x="17227" y="241114"/>
                  </a:lnTo>
                  <a:lnTo>
                    <a:pt x="19646" y="245829"/>
                  </a:lnTo>
                  <a:lnTo>
                    <a:pt x="22214" y="250465"/>
                  </a:lnTo>
                  <a:lnTo>
                    <a:pt x="24927" y="255017"/>
                  </a:lnTo>
                  <a:lnTo>
                    <a:pt x="27783" y="259481"/>
                  </a:lnTo>
                  <a:lnTo>
                    <a:pt x="30779" y="263852"/>
                  </a:lnTo>
                  <a:lnTo>
                    <a:pt x="33913" y="268127"/>
                  </a:lnTo>
                  <a:lnTo>
                    <a:pt x="37180" y="272299"/>
                  </a:lnTo>
                  <a:lnTo>
                    <a:pt x="40578" y="276366"/>
                  </a:lnTo>
                  <a:lnTo>
                    <a:pt x="44103" y="280323"/>
                  </a:lnTo>
                  <a:lnTo>
                    <a:pt x="47751" y="284167"/>
                  </a:lnTo>
                  <a:lnTo>
                    <a:pt x="51520" y="287893"/>
                  </a:lnTo>
                  <a:lnTo>
                    <a:pt x="55405" y="291497"/>
                  </a:lnTo>
                  <a:lnTo>
                    <a:pt x="59402" y="294977"/>
                  </a:lnTo>
                  <a:lnTo>
                    <a:pt x="63507" y="298328"/>
                  </a:lnTo>
                  <a:lnTo>
                    <a:pt x="67717" y="301547"/>
                  </a:lnTo>
                  <a:lnTo>
                    <a:pt x="72027" y="304632"/>
                  </a:lnTo>
                  <a:lnTo>
                    <a:pt x="76432" y="307578"/>
                  </a:lnTo>
                  <a:lnTo>
                    <a:pt x="80928" y="310383"/>
                  </a:lnTo>
                  <a:lnTo>
                    <a:pt x="85511" y="313044"/>
                  </a:lnTo>
                  <a:lnTo>
                    <a:pt x="90176" y="315558"/>
                  </a:lnTo>
                  <a:lnTo>
                    <a:pt x="94919" y="317924"/>
                  </a:lnTo>
                  <a:lnTo>
                    <a:pt x="99734" y="320138"/>
                  </a:lnTo>
                  <a:lnTo>
                    <a:pt x="104616" y="322198"/>
                  </a:lnTo>
                  <a:lnTo>
                    <a:pt x="109562" y="324102"/>
                  </a:lnTo>
                  <a:lnTo>
                    <a:pt x="114565" y="325849"/>
                  </a:lnTo>
                  <a:lnTo>
                    <a:pt x="119622" y="327436"/>
                  </a:lnTo>
                  <a:lnTo>
                    <a:pt x="124726" y="328862"/>
                  </a:lnTo>
                  <a:lnTo>
                    <a:pt x="129873" y="330125"/>
                  </a:lnTo>
                  <a:lnTo>
                    <a:pt x="135057" y="331225"/>
                  </a:lnTo>
                  <a:lnTo>
                    <a:pt x="140273" y="332160"/>
                  </a:lnTo>
                  <a:lnTo>
                    <a:pt x="145517" y="332929"/>
                  </a:lnTo>
                  <a:lnTo>
                    <a:pt x="150782" y="333531"/>
                  </a:lnTo>
                  <a:lnTo>
                    <a:pt x="156063" y="333966"/>
                  </a:lnTo>
                  <a:lnTo>
                    <a:pt x="161356" y="334234"/>
                  </a:lnTo>
                  <a:lnTo>
                    <a:pt x="166655" y="334334"/>
                  </a:lnTo>
                  <a:lnTo>
                    <a:pt x="171954" y="334265"/>
                  </a:lnTo>
                  <a:lnTo>
                    <a:pt x="177248" y="334029"/>
                  </a:lnTo>
                  <a:lnTo>
                    <a:pt x="182532" y="333625"/>
                  </a:lnTo>
                  <a:lnTo>
                    <a:pt x="187801" y="333054"/>
                  </a:lnTo>
                  <a:lnTo>
                    <a:pt x="193049" y="332316"/>
                  </a:lnTo>
                  <a:lnTo>
                    <a:pt x="198271" y="331412"/>
                  </a:lnTo>
                  <a:lnTo>
                    <a:pt x="203461" y="330343"/>
                  </a:lnTo>
                  <a:lnTo>
                    <a:pt x="208616" y="329110"/>
                  </a:lnTo>
                  <a:lnTo>
                    <a:pt x="213728" y="327714"/>
                  </a:lnTo>
                  <a:lnTo>
                    <a:pt x="218794" y="326157"/>
                  </a:lnTo>
                  <a:lnTo>
                    <a:pt x="223807" y="324440"/>
                  </a:lnTo>
                  <a:lnTo>
                    <a:pt x="228764" y="322565"/>
                  </a:lnTo>
                  <a:lnTo>
                    <a:pt x="233659" y="320534"/>
                  </a:lnTo>
                  <a:lnTo>
                    <a:pt x="238487" y="318349"/>
                  </a:lnTo>
                  <a:lnTo>
                    <a:pt x="243243" y="316012"/>
                  </a:lnTo>
                  <a:lnTo>
                    <a:pt x="247923" y="313525"/>
                  </a:lnTo>
                  <a:lnTo>
                    <a:pt x="252522" y="310891"/>
                  </a:lnTo>
                  <a:lnTo>
                    <a:pt x="257035" y="308112"/>
                  </a:lnTo>
                  <a:lnTo>
                    <a:pt x="261457" y="305192"/>
                  </a:lnTo>
                  <a:lnTo>
                    <a:pt x="265785" y="302134"/>
                  </a:lnTo>
                  <a:lnTo>
                    <a:pt x="270014" y="298939"/>
                  </a:lnTo>
                  <a:lnTo>
                    <a:pt x="274139" y="295613"/>
                  </a:lnTo>
                  <a:lnTo>
                    <a:pt x="278157" y="292157"/>
                  </a:lnTo>
                  <a:lnTo>
                    <a:pt x="282063" y="288575"/>
                  </a:lnTo>
                  <a:lnTo>
                    <a:pt x="285853" y="284872"/>
                  </a:lnTo>
                  <a:lnTo>
                    <a:pt x="289525" y="281050"/>
                  </a:lnTo>
                  <a:lnTo>
                    <a:pt x="293073" y="277114"/>
                  </a:lnTo>
                  <a:lnTo>
                    <a:pt x="296495" y="273067"/>
                  </a:lnTo>
                  <a:lnTo>
                    <a:pt x="299787" y="268914"/>
                  </a:lnTo>
                  <a:lnTo>
                    <a:pt x="302945" y="264658"/>
                  </a:lnTo>
                  <a:lnTo>
                    <a:pt x="305967" y="260305"/>
                  </a:lnTo>
                  <a:lnTo>
                    <a:pt x="308850" y="255858"/>
                  </a:lnTo>
                  <a:lnTo>
                    <a:pt x="311590" y="251321"/>
                  </a:lnTo>
                  <a:lnTo>
                    <a:pt x="314185" y="246701"/>
                  </a:lnTo>
                  <a:lnTo>
                    <a:pt x="316632" y="242000"/>
                  </a:lnTo>
                  <a:lnTo>
                    <a:pt x="318929" y="237224"/>
                  </a:lnTo>
                  <a:lnTo>
                    <a:pt x="321073" y="232378"/>
                  </a:lnTo>
                  <a:lnTo>
                    <a:pt x="323063" y="227466"/>
                  </a:lnTo>
                  <a:lnTo>
                    <a:pt x="324896" y="222493"/>
                  </a:lnTo>
                  <a:lnTo>
                    <a:pt x="326571" y="217465"/>
                  </a:lnTo>
                  <a:lnTo>
                    <a:pt x="328085" y="212387"/>
                  </a:lnTo>
                  <a:lnTo>
                    <a:pt x="329437" y="207263"/>
                  </a:lnTo>
                  <a:lnTo>
                    <a:pt x="330627" y="202098"/>
                  </a:lnTo>
                  <a:lnTo>
                    <a:pt x="331652" y="196899"/>
                  </a:lnTo>
                  <a:lnTo>
                    <a:pt x="332512" y="191670"/>
                  </a:lnTo>
                  <a:lnTo>
                    <a:pt x="333205" y="186416"/>
                  </a:lnTo>
                  <a:lnTo>
                    <a:pt x="333732" y="181142"/>
                  </a:lnTo>
                  <a:lnTo>
                    <a:pt x="334091" y="175855"/>
                  </a:lnTo>
                  <a:lnTo>
                    <a:pt x="334283" y="170559"/>
                  </a:lnTo>
                  <a:lnTo>
                    <a:pt x="334306" y="165259"/>
                  </a:lnTo>
                  <a:lnTo>
                    <a:pt x="334162" y="159962"/>
                  </a:lnTo>
                  <a:lnTo>
                    <a:pt x="333849" y="154671"/>
                  </a:lnTo>
                  <a:lnTo>
                    <a:pt x="333370" y="149394"/>
                  </a:lnTo>
                  <a:lnTo>
                    <a:pt x="332723" y="144134"/>
                  </a:lnTo>
                  <a:lnTo>
                    <a:pt x="331909" y="138897"/>
                  </a:lnTo>
                  <a:lnTo>
                    <a:pt x="330931" y="133689"/>
                  </a:lnTo>
                  <a:lnTo>
                    <a:pt x="329787" y="128514"/>
                  </a:lnTo>
                  <a:lnTo>
                    <a:pt x="328480" y="123378"/>
                  </a:lnTo>
                  <a:lnTo>
                    <a:pt x="327011" y="118286"/>
                  </a:lnTo>
                  <a:lnTo>
                    <a:pt x="325381" y="113244"/>
                  </a:lnTo>
                  <a:lnTo>
                    <a:pt x="323592" y="108255"/>
                  </a:lnTo>
                  <a:lnTo>
                    <a:pt x="321646" y="103326"/>
                  </a:lnTo>
                  <a:lnTo>
                    <a:pt x="319545" y="98460"/>
                  </a:lnTo>
                  <a:lnTo>
                    <a:pt x="317291" y="93664"/>
                  </a:lnTo>
                  <a:lnTo>
                    <a:pt x="314885" y="88942"/>
                  </a:lnTo>
                  <a:lnTo>
                    <a:pt x="312332" y="84299"/>
                  </a:lnTo>
                  <a:lnTo>
                    <a:pt x="309632" y="79738"/>
                  </a:lnTo>
                  <a:lnTo>
                    <a:pt x="306789" y="75266"/>
                  </a:lnTo>
                  <a:lnTo>
                    <a:pt x="303806" y="70886"/>
                  </a:lnTo>
                  <a:lnTo>
                    <a:pt x="300685" y="66602"/>
                  </a:lnTo>
                  <a:lnTo>
                    <a:pt x="297430" y="62420"/>
                  </a:lnTo>
                  <a:lnTo>
                    <a:pt x="294044" y="58343"/>
                  </a:lnTo>
                  <a:lnTo>
                    <a:pt x="290531" y="54375"/>
                  </a:lnTo>
                  <a:lnTo>
                    <a:pt x="286894" y="50521"/>
                  </a:lnTo>
                  <a:lnTo>
                    <a:pt x="283136" y="46784"/>
                  </a:lnTo>
                  <a:lnTo>
                    <a:pt x="279262" y="43168"/>
                  </a:lnTo>
                  <a:lnTo>
                    <a:pt x="275275" y="39677"/>
                  </a:lnTo>
                  <a:lnTo>
                    <a:pt x="271180" y="36313"/>
                  </a:lnTo>
                  <a:lnTo>
                    <a:pt x="266980" y="33081"/>
                  </a:lnTo>
                  <a:lnTo>
                    <a:pt x="262679" y="29984"/>
                  </a:lnTo>
                  <a:lnTo>
                    <a:pt x="258283" y="27025"/>
                  </a:lnTo>
                  <a:lnTo>
                    <a:pt x="253795" y="24207"/>
                  </a:lnTo>
                  <a:lnTo>
                    <a:pt x="249220" y="21532"/>
                  </a:lnTo>
                  <a:lnTo>
                    <a:pt x="244562" y="19004"/>
                  </a:lnTo>
                  <a:lnTo>
                    <a:pt x="239827" y="16625"/>
                  </a:lnTo>
                  <a:lnTo>
                    <a:pt x="235018" y="14397"/>
                  </a:lnTo>
                  <a:lnTo>
                    <a:pt x="230142" y="12322"/>
                  </a:lnTo>
                  <a:lnTo>
                    <a:pt x="225202" y="10403"/>
                  </a:lnTo>
                  <a:lnTo>
                    <a:pt x="220203" y="8642"/>
                  </a:lnTo>
                  <a:lnTo>
                    <a:pt x="215152" y="7040"/>
                  </a:lnTo>
                  <a:lnTo>
                    <a:pt x="210052" y="5599"/>
                  </a:lnTo>
                  <a:lnTo>
                    <a:pt x="204909" y="4320"/>
                  </a:lnTo>
                  <a:lnTo>
                    <a:pt x="199728" y="3205"/>
                  </a:lnTo>
                  <a:lnTo>
                    <a:pt x="194515" y="2254"/>
                  </a:lnTo>
                  <a:lnTo>
                    <a:pt x="189273" y="1470"/>
                  </a:lnTo>
                  <a:lnTo>
                    <a:pt x="184010" y="852"/>
                  </a:lnTo>
                  <a:lnTo>
                    <a:pt x="178730" y="401"/>
                  </a:lnTo>
                  <a:lnTo>
                    <a:pt x="173438" y="118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8720" y="5018213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797334" y="5269756"/>
              <a:ext cx="167167" cy="294289"/>
            </a:xfrm>
            <a:custGeom>
              <a:avLst/>
              <a:pathLst>
                <a:path w="167167" h="294289">
                  <a:moveTo>
                    <a:pt x="167167" y="0"/>
                  </a:moveTo>
                  <a:lnTo>
                    <a:pt x="161812" y="85"/>
                  </a:lnTo>
                  <a:lnTo>
                    <a:pt x="156463" y="343"/>
                  </a:lnTo>
                  <a:lnTo>
                    <a:pt x="151125" y="771"/>
                  </a:lnTo>
                  <a:lnTo>
                    <a:pt x="145803" y="1370"/>
                  </a:lnTo>
                  <a:lnTo>
                    <a:pt x="140504" y="2140"/>
                  </a:lnTo>
                  <a:lnTo>
                    <a:pt x="135231" y="3078"/>
                  </a:lnTo>
                  <a:lnTo>
                    <a:pt x="129992" y="4185"/>
                  </a:lnTo>
                  <a:lnTo>
                    <a:pt x="124790" y="5460"/>
                  </a:lnTo>
                  <a:lnTo>
                    <a:pt x="119632" y="6900"/>
                  </a:lnTo>
                  <a:lnTo>
                    <a:pt x="114523" y="8505"/>
                  </a:lnTo>
                  <a:lnTo>
                    <a:pt x="109468" y="10273"/>
                  </a:lnTo>
                  <a:lnTo>
                    <a:pt x="104472" y="12201"/>
                  </a:lnTo>
                  <a:lnTo>
                    <a:pt x="99540" y="14289"/>
                  </a:lnTo>
                  <a:lnTo>
                    <a:pt x="94678" y="16534"/>
                  </a:lnTo>
                  <a:lnTo>
                    <a:pt x="89890" y="18933"/>
                  </a:lnTo>
                  <a:lnTo>
                    <a:pt x="85182" y="21484"/>
                  </a:lnTo>
                  <a:lnTo>
                    <a:pt x="80558" y="24185"/>
                  </a:lnTo>
                  <a:lnTo>
                    <a:pt x="76022" y="27033"/>
                  </a:lnTo>
                  <a:lnTo>
                    <a:pt x="71580" y="30024"/>
                  </a:lnTo>
                  <a:lnTo>
                    <a:pt x="67236" y="33156"/>
                  </a:lnTo>
                  <a:lnTo>
                    <a:pt x="62995" y="36426"/>
                  </a:lnTo>
                  <a:lnTo>
                    <a:pt x="58861" y="39830"/>
                  </a:lnTo>
                  <a:lnTo>
                    <a:pt x="54838" y="43364"/>
                  </a:lnTo>
                  <a:lnTo>
                    <a:pt x="50930" y="47026"/>
                  </a:lnTo>
                  <a:lnTo>
                    <a:pt x="47141" y="50811"/>
                  </a:lnTo>
                  <a:lnTo>
                    <a:pt x="43476" y="54715"/>
                  </a:lnTo>
                  <a:lnTo>
                    <a:pt x="39937" y="58735"/>
                  </a:lnTo>
                  <a:lnTo>
                    <a:pt x="36529" y="62866"/>
                  </a:lnTo>
                  <a:lnTo>
                    <a:pt x="33255" y="67104"/>
                  </a:lnTo>
                  <a:lnTo>
                    <a:pt x="30119" y="71445"/>
                  </a:lnTo>
                  <a:lnTo>
                    <a:pt x="27123" y="75884"/>
                  </a:lnTo>
                  <a:lnTo>
                    <a:pt x="24271" y="80416"/>
                  </a:lnTo>
                  <a:lnTo>
                    <a:pt x="21565" y="85038"/>
                  </a:lnTo>
                  <a:lnTo>
                    <a:pt x="19009" y="89744"/>
                  </a:lnTo>
                  <a:lnTo>
                    <a:pt x="16606" y="94529"/>
                  </a:lnTo>
                  <a:lnTo>
                    <a:pt x="14356" y="99389"/>
                  </a:lnTo>
                  <a:lnTo>
                    <a:pt x="12264" y="104319"/>
                  </a:lnTo>
                  <a:lnTo>
                    <a:pt x="10330" y="109313"/>
                  </a:lnTo>
                  <a:lnTo>
                    <a:pt x="8557" y="114366"/>
                  </a:lnTo>
                  <a:lnTo>
                    <a:pt x="6947" y="119474"/>
                  </a:lnTo>
                  <a:lnTo>
                    <a:pt x="5502" y="124630"/>
                  </a:lnTo>
                  <a:lnTo>
                    <a:pt x="4222" y="129830"/>
                  </a:lnTo>
                  <a:lnTo>
                    <a:pt x="3110" y="135069"/>
                  </a:lnTo>
                  <a:lnTo>
                    <a:pt x="2166" y="140340"/>
                  </a:lnTo>
                  <a:lnTo>
                    <a:pt x="1391" y="145639"/>
                  </a:lnTo>
                  <a:lnTo>
                    <a:pt x="787" y="150960"/>
                  </a:lnTo>
                  <a:lnTo>
                    <a:pt x="353" y="156298"/>
                  </a:lnTo>
                  <a:lnTo>
                    <a:pt x="91" y="161647"/>
                  </a:lnTo>
                  <a:lnTo>
                    <a:pt x="0" y="167001"/>
                  </a:lnTo>
                  <a:lnTo>
                    <a:pt x="80" y="172356"/>
                  </a:lnTo>
                  <a:lnTo>
                    <a:pt x="332" y="177705"/>
                  </a:lnTo>
                  <a:lnTo>
                    <a:pt x="755" y="183044"/>
                  </a:lnTo>
                  <a:lnTo>
                    <a:pt x="1349" y="188366"/>
                  </a:lnTo>
                  <a:lnTo>
                    <a:pt x="2113" y="193667"/>
                  </a:lnTo>
                  <a:lnTo>
                    <a:pt x="3047" y="198940"/>
                  </a:lnTo>
                  <a:lnTo>
                    <a:pt x="4149" y="204181"/>
                  </a:lnTo>
                  <a:lnTo>
                    <a:pt x="5418" y="209383"/>
                  </a:lnTo>
                  <a:lnTo>
                    <a:pt x="6853" y="214543"/>
                  </a:lnTo>
                  <a:lnTo>
                    <a:pt x="8453" y="219654"/>
                  </a:lnTo>
                  <a:lnTo>
                    <a:pt x="10216" y="224710"/>
                  </a:lnTo>
                  <a:lnTo>
                    <a:pt x="12139" y="229708"/>
                  </a:lnTo>
                  <a:lnTo>
                    <a:pt x="14222" y="234642"/>
                  </a:lnTo>
                  <a:lnTo>
                    <a:pt x="16462" y="239506"/>
                  </a:lnTo>
                  <a:lnTo>
                    <a:pt x="18856" y="244297"/>
                  </a:lnTo>
                  <a:lnTo>
                    <a:pt x="21403" y="249008"/>
                  </a:lnTo>
                  <a:lnTo>
                    <a:pt x="24099" y="253635"/>
                  </a:lnTo>
                  <a:lnTo>
                    <a:pt x="26942" y="258173"/>
                  </a:lnTo>
                  <a:lnTo>
                    <a:pt x="29929" y="262618"/>
                  </a:lnTo>
                  <a:lnTo>
                    <a:pt x="33057" y="266965"/>
                  </a:lnTo>
                  <a:lnTo>
                    <a:pt x="36323" y="271209"/>
                  </a:lnTo>
                  <a:lnTo>
                    <a:pt x="39723" y="275347"/>
                  </a:lnTo>
                  <a:lnTo>
                    <a:pt x="43253" y="279374"/>
                  </a:lnTo>
                  <a:lnTo>
                    <a:pt x="46911" y="283285"/>
                  </a:lnTo>
                  <a:lnTo>
                    <a:pt x="50692" y="287078"/>
                  </a:lnTo>
                  <a:lnTo>
                    <a:pt x="54593" y="290747"/>
                  </a:lnTo>
                  <a:lnTo>
                    <a:pt x="58609" y="29428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855943" y="5269756"/>
              <a:ext cx="275712" cy="334330"/>
            </a:xfrm>
            <a:custGeom>
              <a:avLst/>
              <a:pathLst>
                <a:path w="275712" h="334330">
                  <a:moveTo>
                    <a:pt x="0" y="294289"/>
                  </a:moveTo>
                  <a:lnTo>
                    <a:pt x="4097" y="297677"/>
                  </a:lnTo>
                  <a:lnTo>
                    <a:pt x="8300" y="300933"/>
                  </a:lnTo>
                  <a:lnTo>
                    <a:pt x="12604" y="304053"/>
                  </a:lnTo>
                  <a:lnTo>
                    <a:pt x="17006" y="307035"/>
                  </a:lnTo>
                  <a:lnTo>
                    <a:pt x="21500" y="309876"/>
                  </a:lnTo>
                  <a:lnTo>
                    <a:pt x="26082" y="312572"/>
                  </a:lnTo>
                  <a:lnTo>
                    <a:pt x="30747" y="315121"/>
                  </a:lnTo>
                  <a:lnTo>
                    <a:pt x="35492" y="317521"/>
                  </a:lnTo>
                  <a:lnTo>
                    <a:pt x="40310" y="319768"/>
                  </a:lnTo>
                  <a:lnTo>
                    <a:pt x="45197" y="321861"/>
                  </a:lnTo>
                  <a:lnTo>
                    <a:pt x="50148" y="323798"/>
                  </a:lnTo>
                  <a:lnTo>
                    <a:pt x="55158" y="325576"/>
                  </a:lnTo>
                  <a:lnTo>
                    <a:pt x="60223" y="327194"/>
                  </a:lnTo>
                  <a:lnTo>
                    <a:pt x="65336" y="328650"/>
                  </a:lnTo>
                  <a:lnTo>
                    <a:pt x="70493" y="329943"/>
                  </a:lnTo>
                  <a:lnTo>
                    <a:pt x="75688" y="331071"/>
                  </a:lnTo>
                  <a:lnTo>
                    <a:pt x="80917" y="332033"/>
                  </a:lnTo>
                  <a:lnTo>
                    <a:pt x="86174" y="332829"/>
                  </a:lnTo>
                  <a:lnTo>
                    <a:pt x="91453" y="333457"/>
                  </a:lnTo>
                  <a:lnTo>
                    <a:pt x="96750" y="333917"/>
                  </a:lnTo>
                  <a:lnTo>
                    <a:pt x="102058" y="334208"/>
                  </a:lnTo>
                  <a:lnTo>
                    <a:pt x="107373" y="334330"/>
                  </a:lnTo>
                  <a:lnTo>
                    <a:pt x="112689" y="334283"/>
                  </a:lnTo>
                  <a:lnTo>
                    <a:pt x="118002" y="334067"/>
                  </a:lnTo>
                  <a:lnTo>
                    <a:pt x="123304" y="333683"/>
                  </a:lnTo>
                  <a:lnTo>
                    <a:pt x="128592" y="333130"/>
                  </a:lnTo>
                  <a:lnTo>
                    <a:pt x="133859" y="332409"/>
                  </a:lnTo>
                  <a:lnTo>
                    <a:pt x="139101" y="331520"/>
                  </a:lnTo>
                  <a:lnTo>
                    <a:pt x="144312" y="330466"/>
                  </a:lnTo>
                  <a:lnTo>
                    <a:pt x="149487" y="329246"/>
                  </a:lnTo>
                  <a:lnTo>
                    <a:pt x="154620" y="327863"/>
                  </a:lnTo>
                  <a:lnTo>
                    <a:pt x="159707" y="326317"/>
                  </a:lnTo>
                  <a:lnTo>
                    <a:pt x="164742" y="324610"/>
                  </a:lnTo>
                  <a:lnTo>
                    <a:pt x="169720" y="322744"/>
                  </a:lnTo>
                  <a:lnTo>
                    <a:pt x="174636" y="320720"/>
                  </a:lnTo>
                  <a:lnTo>
                    <a:pt x="179486" y="318541"/>
                  </a:lnTo>
                  <a:lnTo>
                    <a:pt x="184263" y="316209"/>
                  </a:lnTo>
                  <a:lnTo>
                    <a:pt x="188965" y="313726"/>
                  </a:lnTo>
                  <a:lnTo>
                    <a:pt x="193585" y="311095"/>
                  </a:lnTo>
                  <a:lnTo>
                    <a:pt x="198118" y="308319"/>
                  </a:lnTo>
                  <a:lnTo>
                    <a:pt x="202562" y="305399"/>
                  </a:lnTo>
                  <a:lnTo>
                    <a:pt x="206910" y="302340"/>
                  </a:lnTo>
                  <a:lnTo>
                    <a:pt x="211158" y="299144"/>
                  </a:lnTo>
                  <a:lnTo>
                    <a:pt x="215303" y="295815"/>
                  </a:lnTo>
                  <a:lnTo>
                    <a:pt x="219340" y="292355"/>
                  </a:lnTo>
                  <a:lnTo>
                    <a:pt x="223265" y="288769"/>
                  </a:lnTo>
                  <a:lnTo>
                    <a:pt x="227074" y="285060"/>
                  </a:lnTo>
                  <a:lnTo>
                    <a:pt x="230763" y="281232"/>
                  </a:lnTo>
                  <a:lnTo>
                    <a:pt x="234328" y="277288"/>
                  </a:lnTo>
                  <a:lnTo>
                    <a:pt x="237767" y="273233"/>
                  </a:lnTo>
                  <a:lnTo>
                    <a:pt x="241074" y="269070"/>
                  </a:lnTo>
                  <a:lnTo>
                    <a:pt x="244248" y="264805"/>
                  </a:lnTo>
                  <a:lnTo>
                    <a:pt x="247284" y="260441"/>
                  </a:lnTo>
                  <a:lnTo>
                    <a:pt x="250180" y="255982"/>
                  </a:lnTo>
                  <a:lnTo>
                    <a:pt x="252932" y="251434"/>
                  </a:lnTo>
                  <a:lnTo>
                    <a:pt x="255539" y="246800"/>
                  </a:lnTo>
                  <a:lnTo>
                    <a:pt x="257997" y="242086"/>
                  </a:lnTo>
                  <a:lnTo>
                    <a:pt x="260304" y="237296"/>
                  </a:lnTo>
                  <a:lnTo>
                    <a:pt x="262457" y="232435"/>
                  </a:lnTo>
                  <a:lnTo>
                    <a:pt x="264455" y="227508"/>
                  </a:lnTo>
                  <a:lnTo>
                    <a:pt x="266295" y="222520"/>
                  </a:lnTo>
                  <a:lnTo>
                    <a:pt x="267975" y="217476"/>
                  </a:lnTo>
                  <a:lnTo>
                    <a:pt x="269494" y="212381"/>
                  </a:lnTo>
                  <a:lnTo>
                    <a:pt x="270851" y="207241"/>
                  </a:lnTo>
                  <a:lnTo>
                    <a:pt x="272043" y="202059"/>
                  </a:lnTo>
                  <a:lnTo>
                    <a:pt x="273070" y="196843"/>
                  </a:lnTo>
                  <a:lnTo>
                    <a:pt x="273930" y="191597"/>
                  </a:lnTo>
                  <a:lnTo>
                    <a:pt x="274623" y="186326"/>
                  </a:lnTo>
                  <a:lnTo>
                    <a:pt x="275149" y="181035"/>
                  </a:lnTo>
                  <a:lnTo>
                    <a:pt x="275505" y="175730"/>
                  </a:lnTo>
                  <a:lnTo>
                    <a:pt x="275693" y="170417"/>
                  </a:lnTo>
                  <a:lnTo>
                    <a:pt x="275712" y="165101"/>
                  </a:lnTo>
                  <a:lnTo>
                    <a:pt x="275562" y="159786"/>
                  </a:lnTo>
                  <a:lnTo>
                    <a:pt x="275243" y="154480"/>
                  </a:lnTo>
                  <a:lnTo>
                    <a:pt x="274755" y="149185"/>
                  </a:lnTo>
                  <a:lnTo>
                    <a:pt x="274099" y="143910"/>
                  </a:lnTo>
                  <a:lnTo>
                    <a:pt x="273276" y="138657"/>
                  </a:lnTo>
                  <a:lnTo>
                    <a:pt x="272286" y="133434"/>
                  </a:lnTo>
                  <a:lnTo>
                    <a:pt x="271131" y="128244"/>
                  </a:lnTo>
                  <a:lnTo>
                    <a:pt x="269811" y="123094"/>
                  </a:lnTo>
                  <a:lnTo>
                    <a:pt x="268328" y="117989"/>
                  </a:lnTo>
                  <a:lnTo>
                    <a:pt x="266683" y="112933"/>
                  </a:lnTo>
                  <a:lnTo>
                    <a:pt x="264878" y="107932"/>
                  </a:lnTo>
                  <a:lnTo>
                    <a:pt x="262916" y="102991"/>
                  </a:lnTo>
                  <a:lnTo>
                    <a:pt x="260797" y="98115"/>
                  </a:lnTo>
                  <a:lnTo>
                    <a:pt x="258524" y="93309"/>
                  </a:lnTo>
                  <a:lnTo>
                    <a:pt x="256099" y="88577"/>
                  </a:lnTo>
                  <a:lnTo>
                    <a:pt x="253526" y="83925"/>
                  </a:lnTo>
                  <a:lnTo>
                    <a:pt x="250805" y="79358"/>
                  </a:lnTo>
                  <a:lnTo>
                    <a:pt x="247941" y="74879"/>
                  </a:lnTo>
                  <a:lnTo>
                    <a:pt x="244936" y="70493"/>
                  </a:lnTo>
                  <a:lnTo>
                    <a:pt x="241793" y="66205"/>
                  </a:lnTo>
                  <a:lnTo>
                    <a:pt x="238515" y="62019"/>
                  </a:lnTo>
                  <a:lnTo>
                    <a:pt x="235106" y="57940"/>
                  </a:lnTo>
                  <a:lnTo>
                    <a:pt x="231568" y="53971"/>
                  </a:lnTo>
                  <a:lnTo>
                    <a:pt x="227906" y="50117"/>
                  </a:lnTo>
                  <a:lnTo>
                    <a:pt x="224124" y="46380"/>
                  </a:lnTo>
                  <a:lnTo>
                    <a:pt x="220225" y="42767"/>
                  </a:lnTo>
                  <a:lnTo>
                    <a:pt x="216212" y="39279"/>
                  </a:lnTo>
                  <a:lnTo>
                    <a:pt x="212091" y="35920"/>
                  </a:lnTo>
                  <a:lnTo>
                    <a:pt x="207865" y="32694"/>
                  </a:lnTo>
                  <a:lnTo>
                    <a:pt x="203539" y="29604"/>
                  </a:lnTo>
                  <a:lnTo>
                    <a:pt x="199116" y="26653"/>
                  </a:lnTo>
                  <a:lnTo>
                    <a:pt x="194602" y="23845"/>
                  </a:lnTo>
                  <a:lnTo>
                    <a:pt x="190001" y="21181"/>
                  </a:lnTo>
                  <a:lnTo>
                    <a:pt x="185318" y="18665"/>
                  </a:lnTo>
                  <a:lnTo>
                    <a:pt x="180556" y="16299"/>
                  </a:lnTo>
                  <a:lnTo>
                    <a:pt x="175723" y="14086"/>
                  </a:lnTo>
                  <a:lnTo>
                    <a:pt x="170821" y="12027"/>
                  </a:lnTo>
                  <a:lnTo>
                    <a:pt x="165856" y="10126"/>
                  </a:lnTo>
                  <a:lnTo>
                    <a:pt x="160833" y="8383"/>
                  </a:lnTo>
                  <a:lnTo>
                    <a:pt x="155757" y="6801"/>
                  </a:lnTo>
                  <a:lnTo>
                    <a:pt x="150634" y="5381"/>
                  </a:lnTo>
                  <a:lnTo>
                    <a:pt x="145468" y="4125"/>
                  </a:lnTo>
                  <a:lnTo>
                    <a:pt x="140265" y="3034"/>
                  </a:lnTo>
                  <a:lnTo>
                    <a:pt x="135029" y="2109"/>
                  </a:lnTo>
                  <a:lnTo>
                    <a:pt x="129767" y="1350"/>
                  </a:lnTo>
                  <a:lnTo>
                    <a:pt x="124484" y="760"/>
                  </a:lnTo>
                  <a:lnTo>
                    <a:pt x="119184" y="338"/>
                  </a:lnTo>
                  <a:lnTo>
                    <a:pt x="113873" y="84"/>
                  </a:lnTo>
                  <a:lnTo>
                    <a:pt x="108558" y="0"/>
                  </a:lnTo>
                  <a:lnTo>
                    <a:pt x="1085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59377" y="5399291"/>
              <a:ext cx="26838" cy="167167"/>
            </a:xfrm>
            <a:custGeom>
              <a:avLst/>
              <a:pathLst>
                <a:path w="26838" h="167167">
                  <a:moveTo>
                    <a:pt x="26838" y="0"/>
                  </a:moveTo>
                  <a:lnTo>
                    <a:pt x="20101" y="135"/>
                  </a:lnTo>
                  <a:lnTo>
                    <a:pt x="13375" y="542"/>
                  </a:lnTo>
                  <a:lnTo>
                    <a:pt x="6671" y="1220"/>
                  </a:lnTo>
                  <a:lnTo>
                    <a:pt x="0" y="2168"/>
                  </a:lnTo>
                  <a:lnTo>
                    <a:pt x="268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319068" y="5400162"/>
              <a:ext cx="334304" cy="333463"/>
            </a:xfrm>
            <a:custGeom>
              <a:avLst/>
              <a:pathLst>
                <a:path w="334304" h="333463">
                  <a:moveTo>
                    <a:pt x="140309" y="1297"/>
                  </a:moveTo>
                  <a:lnTo>
                    <a:pt x="135095" y="2230"/>
                  </a:lnTo>
                  <a:lnTo>
                    <a:pt x="129914" y="3328"/>
                  </a:lnTo>
                  <a:lnTo>
                    <a:pt x="124770" y="4589"/>
                  </a:lnTo>
                  <a:lnTo>
                    <a:pt x="119669" y="6013"/>
                  </a:lnTo>
                  <a:lnTo>
                    <a:pt x="114615" y="7597"/>
                  </a:lnTo>
                  <a:lnTo>
                    <a:pt x="109614" y="9341"/>
                  </a:lnTo>
                  <a:lnTo>
                    <a:pt x="104671" y="11242"/>
                  </a:lnTo>
                  <a:lnTo>
                    <a:pt x="99791" y="13299"/>
                  </a:lnTo>
                  <a:lnTo>
                    <a:pt x="94978" y="15509"/>
                  </a:lnTo>
                  <a:lnTo>
                    <a:pt x="90238" y="17871"/>
                  </a:lnTo>
                  <a:lnTo>
                    <a:pt x="85574" y="20382"/>
                  </a:lnTo>
                  <a:lnTo>
                    <a:pt x="80993" y="23039"/>
                  </a:lnTo>
                  <a:lnTo>
                    <a:pt x="76498" y="25840"/>
                  </a:lnTo>
                  <a:lnTo>
                    <a:pt x="72094" y="28782"/>
                  </a:lnTo>
                  <a:lnTo>
                    <a:pt x="67786" y="31863"/>
                  </a:lnTo>
                  <a:lnTo>
                    <a:pt x="63577" y="35078"/>
                  </a:lnTo>
                  <a:lnTo>
                    <a:pt x="59473" y="38424"/>
                  </a:lnTo>
                  <a:lnTo>
                    <a:pt x="55476" y="41899"/>
                  </a:lnTo>
                  <a:lnTo>
                    <a:pt x="51591" y="45499"/>
                  </a:lnTo>
                  <a:lnTo>
                    <a:pt x="47823" y="49220"/>
                  </a:lnTo>
                  <a:lnTo>
                    <a:pt x="44174" y="53059"/>
                  </a:lnTo>
                  <a:lnTo>
                    <a:pt x="40648" y="57012"/>
                  </a:lnTo>
                  <a:lnTo>
                    <a:pt x="37250" y="61074"/>
                  </a:lnTo>
                  <a:lnTo>
                    <a:pt x="33982" y="65241"/>
                  </a:lnTo>
                  <a:lnTo>
                    <a:pt x="30848" y="69510"/>
                  </a:lnTo>
                  <a:lnTo>
                    <a:pt x="27850" y="73877"/>
                  </a:lnTo>
                  <a:lnTo>
                    <a:pt x="24992" y="78336"/>
                  </a:lnTo>
                  <a:lnTo>
                    <a:pt x="22277" y="82883"/>
                  </a:lnTo>
                  <a:lnTo>
                    <a:pt x="19708" y="87514"/>
                  </a:lnTo>
                  <a:lnTo>
                    <a:pt x="17286" y="92224"/>
                  </a:lnTo>
                  <a:lnTo>
                    <a:pt x="15015" y="97009"/>
                  </a:lnTo>
                  <a:lnTo>
                    <a:pt x="12896" y="101863"/>
                  </a:lnTo>
                  <a:lnTo>
                    <a:pt x="10932" y="106781"/>
                  </a:lnTo>
                  <a:lnTo>
                    <a:pt x="9126" y="111760"/>
                  </a:lnTo>
                  <a:lnTo>
                    <a:pt x="7477" y="116793"/>
                  </a:lnTo>
                  <a:lnTo>
                    <a:pt x="5989" y="121876"/>
                  </a:lnTo>
                  <a:lnTo>
                    <a:pt x="4663" y="127003"/>
                  </a:lnTo>
                  <a:lnTo>
                    <a:pt x="3500" y="132170"/>
                  </a:lnTo>
                  <a:lnTo>
                    <a:pt x="2501" y="137371"/>
                  </a:lnTo>
                  <a:lnTo>
                    <a:pt x="1667" y="142601"/>
                  </a:lnTo>
                  <a:lnTo>
                    <a:pt x="1000" y="147855"/>
                  </a:lnTo>
                  <a:lnTo>
                    <a:pt x="499" y="153128"/>
                  </a:lnTo>
                  <a:lnTo>
                    <a:pt x="165" y="158413"/>
                  </a:lnTo>
                  <a:lnTo>
                    <a:pt x="0" y="163707"/>
                  </a:lnTo>
                  <a:lnTo>
                    <a:pt x="1" y="169003"/>
                  </a:lnTo>
                  <a:lnTo>
                    <a:pt x="171" y="174297"/>
                  </a:lnTo>
                  <a:lnTo>
                    <a:pt x="508" y="179582"/>
                  </a:lnTo>
                  <a:lnTo>
                    <a:pt x="1013" y="184854"/>
                  </a:lnTo>
                  <a:lnTo>
                    <a:pt x="1684" y="190108"/>
                  </a:lnTo>
                  <a:lnTo>
                    <a:pt x="2521" y="195337"/>
                  </a:lnTo>
                  <a:lnTo>
                    <a:pt x="3524" y="200538"/>
                  </a:lnTo>
                  <a:lnTo>
                    <a:pt x="4691" y="205704"/>
                  </a:lnTo>
                  <a:lnTo>
                    <a:pt x="6021" y="210830"/>
                  </a:lnTo>
                  <a:lnTo>
                    <a:pt x="7512" y="215912"/>
                  </a:lnTo>
                  <a:lnTo>
                    <a:pt x="9164" y="220944"/>
                  </a:lnTo>
                  <a:lnTo>
                    <a:pt x="10975" y="225921"/>
                  </a:lnTo>
                  <a:lnTo>
                    <a:pt x="12942" y="230838"/>
                  </a:lnTo>
                  <a:lnTo>
                    <a:pt x="15064" y="235691"/>
                  </a:lnTo>
                  <a:lnTo>
                    <a:pt x="17338" y="240474"/>
                  </a:lnTo>
                  <a:lnTo>
                    <a:pt x="19763" y="245182"/>
                  </a:lnTo>
                  <a:lnTo>
                    <a:pt x="22336" y="249811"/>
                  </a:lnTo>
                  <a:lnTo>
                    <a:pt x="25055" y="254357"/>
                  </a:lnTo>
                  <a:lnTo>
                    <a:pt x="27915" y="258814"/>
                  </a:lnTo>
                  <a:lnTo>
                    <a:pt x="30916" y="263178"/>
                  </a:lnTo>
                  <a:lnTo>
                    <a:pt x="34053" y="267445"/>
                  </a:lnTo>
                  <a:lnTo>
                    <a:pt x="37324" y="271610"/>
                  </a:lnTo>
                  <a:lnTo>
                    <a:pt x="40726" y="275670"/>
                  </a:lnTo>
                  <a:lnTo>
                    <a:pt x="44254" y="279620"/>
                  </a:lnTo>
                  <a:lnTo>
                    <a:pt x="47905" y="283456"/>
                  </a:lnTo>
                  <a:lnTo>
                    <a:pt x="51677" y="287174"/>
                  </a:lnTo>
                  <a:lnTo>
                    <a:pt x="55564" y="290772"/>
                  </a:lnTo>
                  <a:lnTo>
                    <a:pt x="59563" y="294244"/>
                  </a:lnTo>
                  <a:lnTo>
                    <a:pt x="63670" y="297588"/>
                  </a:lnTo>
                  <a:lnTo>
                    <a:pt x="67881" y="300800"/>
                  </a:lnTo>
                  <a:lnTo>
                    <a:pt x="72192" y="303877"/>
                  </a:lnTo>
                  <a:lnTo>
                    <a:pt x="76598" y="306816"/>
                  </a:lnTo>
                  <a:lnTo>
                    <a:pt x="81094" y="309614"/>
                  </a:lnTo>
                  <a:lnTo>
                    <a:pt x="85678" y="312268"/>
                  </a:lnTo>
                  <a:lnTo>
                    <a:pt x="90343" y="314775"/>
                  </a:lnTo>
                  <a:lnTo>
                    <a:pt x="95085" y="317134"/>
                  </a:lnTo>
                  <a:lnTo>
                    <a:pt x="99899" y="319341"/>
                  </a:lnTo>
                  <a:lnTo>
                    <a:pt x="104781" y="321394"/>
                  </a:lnTo>
                  <a:lnTo>
                    <a:pt x="109725" y="323292"/>
                  </a:lnTo>
                  <a:lnTo>
                    <a:pt x="114728" y="325032"/>
                  </a:lnTo>
                  <a:lnTo>
                    <a:pt x="119782" y="326613"/>
                  </a:lnTo>
                  <a:lnTo>
                    <a:pt x="124885" y="328033"/>
                  </a:lnTo>
                  <a:lnTo>
                    <a:pt x="130029" y="329291"/>
                  </a:lnTo>
                  <a:lnTo>
                    <a:pt x="135211" y="330385"/>
                  </a:lnTo>
                  <a:lnTo>
                    <a:pt x="140425" y="331314"/>
                  </a:lnTo>
                  <a:lnTo>
                    <a:pt x="145666" y="332078"/>
                  </a:lnTo>
                  <a:lnTo>
                    <a:pt x="150929" y="332675"/>
                  </a:lnTo>
                  <a:lnTo>
                    <a:pt x="156207" y="333105"/>
                  </a:lnTo>
                  <a:lnTo>
                    <a:pt x="161497" y="333368"/>
                  </a:lnTo>
                  <a:lnTo>
                    <a:pt x="166792" y="333463"/>
                  </a:lnTo>
                  <a:lnTo>
                    <a:pt x="172088" y="333390"/>
                  </a:lnTo>
                  <a:lnTo>
                    <a:pt x="177379" y="333150"/>
                  </a:lnTo>
                  <a:lnTo>
                    <a:pt x="182659" y="332742"/>
                  </a:lnTo>
                  <a:lnTo>
                    <a:pt x="187924" y="332167"/>
                  </a:lnTo>
                  <a:lnTo>
                    <a:pt x="193168" y="331426"/>
                  </a:lnTo>
                  <a:lnTo>
                    <a:pt x="198386" y="330519"/>
                  </a:lnTo>
                  <a:lnTo>
                    <a:pt x="203572" y="329447"/>
                  </a:lnTo>
                  <a:lnTo>
                    <a:pt x="208722" y="328211"/>
                  </a:lnTo>
                  <a:lnTo>
                    <a:pt x="213831" y="326813"/>
                  </a:lnTo>
                  <a:lnTo>
                    <a:pt x="218892" y="325253"/>
                  </a:lnTo>
                  <a:lnTo>
                    <a:pt x="223902" y="323534"/>
                  </a:lnTo>
                  <a:lnTo>
                    <a:pt x="228854" y="321657"/>
                  </a:lnTo>
                  <a:lnTo>
                    <a:pt x="233745" y="319625"/>
                  </a:lnTo>
                  <a:lnTo>
                    <a:pt x="238568" y="317438"/>
                  </a:lnTo>
                  <a:lnTo>
                    <a:pt x="243320" y="315100"/>
                  </a:lnTo>
                  <a:lnTo>
                    <a:pt x="247996" y="312612"/>
                  </a:lnTo>
                  <a:lnTo>
                    <a:pt x="252590" y="309977"/>
                  </a:lnTo>
                  <a:lnTo>
                    <a:pt x="257099" y="307199"/>
                  </a:lnTo>
                  <a:lnTo>
                    <a:pt x="261517" y="304278"/>
                  </a:lnTo>
                  <a:lnTo>
                    <a:pt x="265841" y="301220"/>
                  </a:lnTo>
                  <a:lnTo>
                    <a:pt x="270066" y="298026"/>
                  </a:lnTo>
                  <a:lnTo>
                    <a:pt x="274187" y="294699"/>
                  </a:lnTo>
                  <a:lnTo>
                    <a:pt x="278201" y="291244"/>
                  </a:lnTo>
                  <a:lnTo>
                    <a:pt x="282103" y="287663"/>
                  </a:lnTo>
                  <a:lnTo>
                    <a:pt x="285890" y="283961"/>
                  </a:lnTo>
                  <a:lnTo>
                    <a:pt x="289558" y="280140"/>
                  </a:lnTo>
                  <a:lnTo>
                    <a:pt x="293103" y="276205"/>
                  </a:lnTo>
                  <a:lnTo>
                    <a:pt x="296521" y="272160"/>
                  </a:lnTo>
                  <a:lnTo>
                    <a:pt x="299810" y="268009"/>
                  </a:lnTo>
                  <a:lnTo>
                    <a:pt x="302965" y="263755"/>
                  </a:lnTo>
                  <a:lnTo>
                    <a:pt x="305985" y="259404"/>
                  </a:lnTo>
                  <a:lnTo>
                    <a:pt x="308864" y="254959"/>
                  </a:lnTo>
                  <a:lnTo>
                    <a:pt x="311602" y="250425"/>
                  </a:lnTo>
                  <a:lnTo>
                    <a:pt x="314194" y="245807"/>
                  </a:lnTo>
                  <a:lnTo>
                    <a:pt x="316639" y="241109"/>
                  </a:lnTo>
                  <a:lnTo>
                    <a:pt x="318934" y="236336"/>
                  </a:lnTo>
                  <a:lnTo>
                    <a:pt x="321077" y="231492"/>
                  </a:lnTo>
                  <a:lnTo>
                    <a:pt x="323065" y="226583"/>
                  </a:lnTo>
                  <a:lnTo>
                    <a:pt x="324896" y="221614"/>
                  </a:lnTo>
                  <a:lnTo>
                    <a:pt x="326570" y="216589"/>
                  </a:lnTo>
                  <a:lnTo>
                    <a:pt x="328083" y="211514"/>
                  </a:lnTo>
                  <a:lnTo>
                    <a:pt x="329434" y="206393"/>
                  </a:lnTo>
                  <a:lnTo>
                    <a:pt x="330623" y="201232"/>
                  </a:lnTo>
                  <a:lnTo>
                    <a:pt x="331648" y="196036"/>
                  </a:lnTo>
                  <a:lnTo>
                    <a:pt x="332507" y="190810"/>
                  </a:lnTo>
                  <a:lnTo>
                    <a:pt x="333201" y="185559"/>
                  </a:lnTo>
                  <a:lnTo>
                    <a:pt x="333728" y="180289"/>
                  </a:lnTo>
                  <a:lnTo>
                    <a:pt x="334087" y="175005"/>
                  </a:lnTo>
                  <a:lnTo>
                    <a:pt x="334279" y="169712"/>
                  </a:lnTo>
                  <a:lnTo>
                    <a:pt x="334304" y="164416"/>
                  </a:lnTo>
                  <a:lnTo>
                    <a:pt x="334160" y="159122"/>
                  </a:lnTo>
                  <a:lnTo>
                    <a:pt x="333849" y="153835"/>
                  </a:lnTo>
                  <a:lnTo>
                    <a:pt x="333371" y="148560"/>
                  </a:lnTo>
                  <a:lnTo>
                    <a:pt x="332726" y="143304"/>
                  </a:lnTo>
                  <a:lnTo>
                    <a:pt x="331914" y="138070"/>
                  </a:lnTo>
                  <a:lnTo>
                    <a:pt x="330937" y="132865"/>
                  </a:lnTo>
                  <a:lnTo>
                    <a:pt x="329796" y="127693"/>
                  </a:lnTo>
                  <a:lnTo>
                    <a:pt x="328492" y="122560"/>
                  </a:lnTo>
                  <a:lnTo>
                    <a:pt x="327025" y="117471"/>
                  </a:lnTo>
                  <a:lnTo>
                    <a:pt x="325398" y="112431"/>
                  </a:lnTo>
                  <a:lnTo>
                    <a:pt x="323612" y="107445"/>
                  </a:lnTo>
                  <a:lnTo>
                    <a:pt x="321670" y="102518"/>
                  </a:lnTo>
                  <a:lnTo>
                    <a:pt x="319572" y="97655"/>
                  </a:lnTo>
                  <a:lnTo>
                    <a:pt x="317321" y="92861"/>
                  </a:lnTo>
                  <a:lnTo>
                    <a:pt x="314919" y="88140"/>
                  </a:lnTo>
                  <a:lnTo>
                    <a:pt x="312369" y="83498"/>
                  </a:lnTo>
                  <a:lnTo>
                    <a:pt x="309673" y="78940"/>
                  </a:lnTo>
                  <a:lnTo>
                    <a:pt x="306835" y="74469"/>
                  </a:lnTo>
                  <a:lnTo>
                    <a:pt x="303856" y="70090"/>
                  </a:lnTo>
                  <a:lnTo>
                    <a:pt x="300739" y="65807"/>
                  </a:lnTo>
                  <a:lnTo>
                    <a:pt x="297489" y="61626"/>
                  </a:lnTo>
                  <a:lnTo>
                    <a:pt x="294108" y="57549"/>
                  </a:lnTo>
                  <a:lnTo>
                    <a:pt x="290599" y="53582"/>
                  </a:lnTo>
                  <a:lnTo>
                    <a:pt x="286967" y="49728"/>
                  </a:lnTo>
                  <a:lnTo>
                    <a:pt x="283214" y="45991"/>
                  </a:lnTo>
                  <a:lnTo>
                    <a:pt x="279345" y="42374"/>
                  </a:lnTo>
                  <a:lnTo>
                    <a:pt x="275363" y="38882"/>
                  </a:lnTo>
                  <a:lnTo>
                    <a:pt x="271272" y="35518"/>
                  </a:lnTo>
                  <a:lnTo>
                    <a:pt x="267077" y="32285"/>
                  </a:lnTo>
                  <a:lnTo>
                    <a:pt x="262782" y="29187"/>
                  </a:lnTo>
                  <a:lnTo>
                    <a:pt x="258391" y="26226"/>
                  </a:lnTo>
                  <a:lnTo>
                    <a:pt x="253908" y="23406"/>
                  </a:lnTo>
                  <a:lnTo>
                    <a:pt x="249338" y="20729"/>
                  </a:lnTo>
                  <a:lnTo>
                    <a:pt x="244685" y="18199"/>
                  </a:lnTo>
                  <a:lnTo>
                    <a:pt x="239955" y="15817"/>
                  </a:lnTo>
                  <a:lnTo>
                    <a:pt x="235152" y="13586"/>
                  </a:lnTo>
                  <a:lnTo>
                    <a:pt x="230280" y="11508"/>
                  </a:lnTo>
                  <a:lnTo>
                    <a:pt x="225345" y="9586"/>
                  </a:lnTo>
                  <a:lnTo>
                    <a:pt x="220351" y="7821"/>
                  </a:lnTo>
                  <a:lnTo>
                    <a:pt x="215305" y="6215"/>
                  </a:lnTo>
                  <a:lnTo>
                    <a:pt x="210209" y="4770"/>
                  </a:lnTo>
                  <a:lnTo>
                    <a:pt x="205071" y="3487"/>
                  </a:lnTo>
                  <a:lnTo>
                    <a:pt x="199894" y="2368"/>
                  </a:lnTo>
                  <a:lnTo>
                    <a:pt x="194685" y="1412"/>
                  </a:lnTo>
                  <a:lnTo>
                    <a:pt x="189448" y="623"/>
                  </a:lnTo>
                  <a:lnTo>
                    <a:pt x="184189" y="0"/>
                  </a:lnTo>
                  <a:lnTo>
                    <a:pt x="167147" y="166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86215" y="5399291"/>
              <a:ext cx="17041" cy="167167"/>
            </a:xfrm>
            <a:custGeom>
              <a:avLst/>
              <a:pathLst>
                <a:path w="17041" h="167167">
                  <a:moveTo>
                    <a:pt x="17041" y="870"/>
                  </a:moveTo>
                  <a:lnTo>
                    <a:pt x="8532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856379" y="5399291"/>
              <a:ext cx="167164" cy="325284"/>
            </a:xfrm>
            <a:custGeom>
              <a:avLst/>
              <a:pathLst>
                <a:path w="167164" h="325284">
                  <a:moveTo>
                    <a:pt x="167164" y="0"/>
                  </a:moveTo>
                  <a:lnTo>
                    <a:pt x="161825" y="85"/>
                  </a:lnTo>
                  <a:lnTo>
                    <a:pt x="156492" y="341"/>
                  </a:lnTo>
                  <a:lnTo>
                    <a:pt x="151169" y="767"/>
                  </a:lnTo>
                  <a:lnTo>
                    <a:pt x="145863" y="1362"/>
                  </a:lnTo>
                  <a:lnTo>
                    <a:pt x="140578" y="2127"/>
                  </a:lnTo>
                  <a:lnTo>
                    <a:pt x="135321" y="3060"/>
                  </a:lnTo>
                  <a:lnTo>
                    <a:pt x="130096" y="4161"/>
                  </a:lnTo>
                  <a:lnTo>
                    <a:pt x="124908" y="5428"/>
                  </a:lnTo>
                  <a:lnTo>
                    <a:pt x="119764" y="6860"/>
                  </a:lnTo>
                  <a:lnTo>
                    <a:pt x="114669" y="8456"/>
                  </a:lnTo>
                  <a:lnTo>
                    <a:pt x="109626" y="10214"/>
                  </a:lnTo>
                  <a:lnTo>
                    <a:pt x="104643" y="12131"/>
                  </a:lnTo>
                  <a:lnTo>
                    <a:pt x="99723" y="14207"/>
                  </a:lnTo>
                  <a:lnTo>
                    <a:pt x="94872" y="16439"/>
                  </a:lnTo>
                  <a:lnTo>
                    <a:pt x="90095" y="18825"/>
                  </a:lnTo>
                  <a:lnTo>
                    <a:pt x="85397" y="21362"/>
                  </a:lnTo>
                  <a:lnTo>
                    <a:pt x="80782" y="24048"/>
                  </a:lnTo>
                  <a:lnTo>
                    <a:pt x="76255" y="26880"/>
                  </a:lnTo>
                  <a:lnTo>
                    <a:pt x="71821" y="29855"/>
                  </a:lnTo>
                  <a:lnTo>
                    <a:pt x="67484" y="32970"/>
                  </a:lnTo>
                  <a:lnTo>
                    <a:pt x="63249" y="36222"/>
                  </a:lnTo>
                  <a:lnTo>
                    <a:pt x="59120" y="39608"/>
                  </a:lnTo>
                  <a:lnTo>
                    <a:pt x="55101" y="43124"/>
                  </a:lnTo>
                  <a:lnTo>
                    <a:pt x="51196" y="46766"/>
                  </a:lnTo>
                  <a:lnTo>
                    <a:pt x="47410" y="50531"/>
                  </a:lnTo>
                  <a:lnTo>
                    <a:pt x="43746" y="54416"/>
                  </a:lnTo>
                  <a:lnTo>
                    <a:pt x="40208" y="58415"/>
                  </a:lnTo>
                  <a:lnTo>
                    <a:pt x="36799" y="62525"/>
                  </a:lnTo>
                  <a:lnTo>
                    <a:pt x="33524" y="66742"/>
                  </a:lnTo>
                  <a:lnTo>
                    <a:pt x="30385" y="71062"/>
                  </a:lnTo>
                  <a:lnTo>
                    <a:pt x="27385" y="75479"/>
                  </a:lnTo>
                  <a:lnTo>
                    <a:pt x="24528" y="79990"/>
                  </a:lnTo>
                  <a:lnTo>
                    <a:pt x="21816" y="84590"/>
                  </a:lnTo>
                  <a:lnTo>
                    <a:pt x="19253" y="89275"/>
                  </a:lnTo>
                  <a:lnTo>
                    <a:pt x="16841" y="94038"/>
                  </a:lnTo>
                  <a:lnTo>
                    <a:pt x="14582" y="98877"/>
                  </a:lnTo>
                  <a:lnTo>
                    <a:pt x="12479" y="103785"/>
                  </a:lnTo>
                  <a:lnTo>
                    <a:pt x="10533" y="108757"/>
                  </a:lnTo>
                  <a:lnTo>
                    <a:pt x="8748" y="113790"/>
                  </a:lnTo>
                  <a:lnTo>
                    <a:pt x="7124" y="118877"/>
                  </a:lnTo>
                  <a:lnTo>
                    <a:pt x="5663" y="124013"/>
                  </a:lnTo>
                  <a:lnTo>
                    <a:pt x="4367" y="129193"/>
                  </a:lnTo>
                  <a:lnTo>
                    <a:pt x="3237" y="134412"/>
                  </a:lnTo>
                  <a:lnTo>
                    <a:pt x="2275" y="139664"/>
                  </a:lnTo>
                  <a:lnTo>
                    <a:pt x="1481" y="144944"/>
                  </a:lnTo>
                  <a:lnTo>
                    <a:pt x="855" y="150247"/>
                  </a:lnTo>
                  <a:lnTo>
                    <a:pt x="400" y="155567"/>
                  </a:lnTo>
                  <a:lnTo>
                    <a:pt x="114" y="160899"/>
                  </a:lnTo>
                  <a:lnTo>
                    <a:pt x="0" y="166238"/>
                  </a:lnTo>
                  <a:lnTo>
                    <a:pt x="55" y="171577"/>
                  </a:lnTo>
                  <a:lnTo>
                    <a:pt x="281" y="176912"/>
                  </a:lnTo>
                  <a:lnTo>
                    <a:pt x="678" y="182237"/>
                  </a:lnTo>
                  <a:lnTo>
                    <a:pt x="1244" y="187547"/>
                  </a:lnTo>
                  <a:lnTo>
                    <a:pt x="1979" y="192836"/>
                  </a:lnTo>
                  <a:lnTo>
                    <a:pt x="2883" y="198098"/>
                  </a:lnTo>
                  <a:lnTo>
                    <a:pt x="3955" y="203329"/>
                  </a:lnTo>
                  <a:lnTo>
                    <a:pt x="5193" y="208523"/>
                  </a:lnTo>
                  <a:lnTo>
                    <a:pt x="6597" y="213675"/>
                  </a:lnTo>
                  <a:lnTo>
                    <a:pt x="8164" y="218780"/>
                  </a:lnTo>
                  <a:lnTo>
                    <a:pt x="9894" y="223832"/>
                  </a:lnTo>
                  <a:lnTo>
                    <a:pt x="11784" y="228826"/>
                  </a:lnTo>
                  <a:lnTo>
                    <a:pt x="13832" y="233757"/>
                  </a:lnTo>
                  <a:lnTo>
                    <a:pt x="16037" y="238620"/>
                  </a:lnTo>
                  <a:lnTo>
                    <a:pt x="18396" y="243410"/>
                  </a:lnTo>
                  <a:lnTo>
                    <a:pt x="20907" y="248123"/>
                  </a:lnTo>
                  <a:lnTo>
                    <a:pt x="23568" y="252753"/>
                  </a:lnTo>
                  <a:lnTo>
                    <a:pt x="26374" y="257295"/>
                  </a:lnTo>
                  <a:lnTo>
                    <a:pt x="29325" y="261746"/>
                  </a:lnTo>
                  <a:lnTo>
                    <a:pt x="32416" y="266100"/>
                  </a:lnTo>
                  <a:lnTo>
                    <a:pt x="35644" y="270353"/>
                  </a:lnTo>
                  <a:lnTo>
                    <a:pt x="39007" y="274501"/>
                  </a:lnTo>
                  <a:lnTo>
                    <a:pt x="42500" y="278539"/>
                  </a:lnTo>
                  <a:lnTo>
                    <a:pt x="46121" y="282464"/>
                  </a:lnTo>
                  <a:lnTo>
                    <a:pt x="49865" y="286271"/>
                  </a:lnTo>
                  <a:lnTo>
                    <a:pt x="53729" y="289957"/>
                  </a:lnTo>
                  <a:lnTo>
                    <a:pt x="57708" y="293517"/>
                  </a:lnTo>
                  <a:lnTo>
                    <a:pt x="61800" y="296948"/>
                  </a:lnTo>
                  <a:lnTo>
                    <a:pt x="65998" y="300247"/>
                  </a:lnTo>
                  <a:lnTo>
                    <a:pt x="70300" y="303411"/>
                  </a:lnTo>
                  <a:lnTo>
                    <a:pt x="74701" y="306435"/>
                  </a:lnTo>
                  <a:lnTo>
                    <a:pt x="79196" y="309317"/>
                  </a:lnTo>
                  <a:lnTo>
                    <a:pt x="83781" y="312054"/>
                  </a:lnTo>
                  <a:lnTo>
                    <a:pt x="88451" y="314643"/>
                  </a:lnTo>
                  <a:lnTo>
                    <a:pt x="93201" y="317082"/>
                  </a:lnTo>
                  <a:lnTo>
                    <a:pt x="98027" y="319367"/>
                  </a:lnTo>
                  <a:lnTo>
                    <a:pt x="102923" y="321498"/>
                  </a:lnTo>
                  <a:lnTo>
                    <a:pt x="107885" y="323471"/>
                  </a:lnTo>
                  <a:lnTo>
                    <a:pt x="112908" y="325284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69287" y="5566459"/>
              <a:ext cx="54256" cy="158117"/>
            </a:xfrm>
            <a:custGeom>
              <a:avLst/>
              <a:pathLst>
                <a:path w="54256" h="158117">
                  <a:moveTo>
                    <a:pt x="0" y="158117"/>
                  </a:moveTo>
                  <a:lnTo>
                    <a:pt x="542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69287" y="5566459"/>
              <a:ext cx="54256" cy="158117"/>
            </a:xfrm>
            <a:custGeom>
              <a:avLst/>
              <a:pathLst>
                <a:path w="54256" h="158117">
                  <a:moveTo>
                    <a:pt x="0" y="158117"/>
                  </a:moveTo>
                  <a:lnTo>
                    <a:pt x="542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69287" y="5566459"/>
              <a:ext cx="54256" cy="158117"/>
            </a:xfrm>
            <a:custGeom>
              <a:avLst/>
              <a:pathLst>
                <a:path w="54256" h="158117">
                  <a:moveTo>
                    <a:pt x="0" y="158117"/>
                  </a:moveTo>
                  <a:lnTo>
                    <a:pt x="542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69287" y="5566459"/>
              <a:ext cx="54256" cy="158117"/>
            </a:xfrm>
            <a:custGeom>
              <a:avLst/>
              <a:pathLst>
                <a:path w="54256" h="158117">
                  <a:moveTo>
                    <a:pt x="0" y="158117"/>
                  </a:moveTo>
                  <a:lnTo>
                    <a:pt x="5425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4969287" y="5566459"/>
              <a:ext cx="54256" cy="158117"/>
            </a:xfrm>
            <a:custGeom>
              <a:avLst/>
              <a:pathLst>
                <a:path w="54256" h="158117">
                  <a:moveTo>
                    <a:pt x="0" y="158117"/>
                  </a:moveTo>
                  <a:lnTo>
                    <a:pt x="5425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969287" y="5566459"/>
              <a:ext cx="162814" cy="167164"/>
            </a:xfrm>
            <a:custGeom>
              <a:avLst/>
              <a:pathLst>
                <a:path w="162814" h="167164">
                  <a:moveTo>
                    <a:pt x="0" y="158117"/>
                  </a:moveTo>
                  <a:lnTo>
                    <a:pt x="5153" y="159792"/>
                  </a:lnTo>
                  <a:lnTo>
                    <a:pt x="10358" y="161300"/>
                  </a:lnTo>
                  <a:lnTo>
                    <a:pt x="15609" y="162638"/>
                  </a:lnTo>
                  <a:lnTo>
                    <a:pt x="20900" y="163805"/>
                  </a:lnTo>
                  <a:lnTo>
                    <a:pt x="26227" y="164800"/>
                  </a:lnTo>
                  <a:lnTo>
                    <a:pt x="31583" y="165622"/>
                  </a:lnTo>
                  <a:lnTo>
                    <a:pt x="36963" y="166270"/>
                  </a:lnTo>
                  <a:lnTo>
                    <a:pt x="42361" y="166743"/>
                  </a:lnTo>
                  <a:lnTo>
                    <a:pt x="47772" y="167041"/>
                  </a:lnTo>
                  <a:lnTo>
                    <a:pt x="53189" y="167164"/>
                  </a:lnTo>
                  <a:lnTo>
                    <a:pt x="58608" y="167110"/>
                  </a:lnTo>
                  <a:lnTo>
                    <a:pt x="64022" y="166881"/>
                  </a:lnTo>
                  <a:lnTo>
                    <a:pt x="69426" y="166477"/>
                  </a:lnTo>
                  <a:lnTo>
                    <a:pt x="74813" y="165898"/>
                  </a:lnTo>
                  <a:lnTo>
                    <a:pt x="80180" y="165145"/>
                  </a:lnTo>
                  <a:lnTo>
                    <a:pt x="85519" y="164218"/>
                  </a:lnTo>
                  <a:lnTo>
                    <a:pt x="90825" y="163118"/>
                  </a:lnTo>
                  <a:lnTo>
                    <a:pt x="96092" y="161847"/>
                  </a:lnTo>
                  <a:lnTo>
                    <a:pt x="101316" y="160406"/>
                  </a:lnTo>
                  <a:lnTo>
                    <a:pt x="106490" y="158797"/>
                  </a:lnTo>
                  <a:lnTo>
                    <a:pt x="111610" y="157020"/>
                  </a:lnTo>
                  <a:lnTo>
                    <a:pt x="116669" y="155079"/>
                  </a:lnTo>
                  <a:lnTo>
                    <a:pt x="121662" y="152975"/>
                  </a:lnTo>
                  <a:lnTo>
                    <a:pt x="126585" y="150709"/>
                  </a:lnTo>
                  <a:lnTo>
                    <a:pt x="131432" y="148286"/>
                  </a:lnTo>
                  <a:lnTo>
                    <a:pt x="136197" y="145707"/>
                  </a:lnTo>
                  <a:lnTo>
                    <a:pt x="140877" y="142974"/>
                  </a:lnTo>
                  <a:lnTo>
                    <a:pt x="145465" y="140092"/>
                  </a:lnTo>
                  <a:lnTo>
                    <a:pt x="149958" y="137062"/>
                  </a:lnTo>
                  <a:lnTo>
                    <a:pt x="154350" y="133888"/>
                  </a:lnTo>
                  <a:lnTo>
                    <a:pt x="158637" y="130574"/>
                  </a:lnTo>
                  <a:lnTo>
                    <a:pt x="162814" y="127122"/>
                  </a:lnTo>
                  <a:lnTo>
                    <a:pt x="5425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23544" y="5399291"/>
              <a:ext cx="167167" cy="294289"/>
            </a:xfrm>
            <a:custGeom>
              <a:avLst/>
              <a:pathLst>
                <a:path w="167167" h="294289">
                  <a:moveTo>
                    <a:pt x="108558" y="294289"/>
                  </a:moveTo>
                  <a:lnTo>
                    <a:pt x="112574" y="290747"/>
                  </a:lnTo>
                  <a:lnTo>
                    <a:pt x="116474" y="287078"/>
                  </a:lnTo>
                  <a:lnTo>
                    <a:pt x="120256" y="283285"/>
                  </a:lnTo>
                  <a:lnTo>
                    <a:pt x="123913" y="279374"/>
                  </a:lnTo>
                  <a:lnTo>
                    <a:pt x="127444" y="275347"/>
                  </a:lnTo>
                  <a:lnTo>
                    <a:pt x="130844" y="271209"/>
                  </a:lnTo>
                  <a:lnTo>
                    <a:pt x="134109" y="266965"/>
                  </a:lnTo>
                  <a:lnTo>
                    <a:pt x="137237" y="262618"/>
                  </a:lnTo>
                  <a:lnTo>
                    <a:pt x="140224" y="258173"/>
                  </a:lnTo>
                  <a:lnTo>
                    <a:pt x="143067" y="253635"/>
                  </a:lnTo>
                  <a:lnTo>
                    <a:pt x="145763" y="249008"/>
                  </a:lnTo>
                  <a:lnTo>
                    <a:pt x="148310" y="244297"/>
                  </a:lnTo>
                  <a:lnTo>
                    <a:pt x="150704" y="239506"/>
                  </a:lnTo>
                  <a:lnTo>
                    <a:pt x="152944" y="234642"/>
                  </a:lnTo>
                  <a:lnTo>
                    <a:pt x="155027" y="229708"/>
                  </a:lnTo>
                  <a:lnTo>
                    <a:pt x="156951" y="224710"/>
                  </a:lnTo>
                  <a:lnTo>
                    <a:pt x="158713" y="219654"/>
                  </a:lnTo>
                  <a:lnTo>
                    <a:pt x="160313" y="214543"/>
                  </a:lnTo>
                  <a:lnTo>
                    <a:pt x="161748" y="209383"/>
                  </a:lnTo>
                  <a:lnTo>
                    <a:pt x="163018" y="204181"/>
                  </a:lnTo>
                  <a:lnTo>
                    <a:pt x="164120" y="198940"/>
                  </a:lnTo>
                  <a:lnTo>
                    <a:pt x="165053" y="193667"/>
                  </a:lnTo>
                  <a:lnTo>
                    <a:pt x="165817" y="188366"/>
                  </a:lnTo>
                  <a:lnTo>
                    <a:pt x="166411" y="183044"/>
                  </a:lnTo>
                  <a:lnTo>
                    <a:pt x="166834" y="177705"/>
                  </a:lnTo>
                  <a:lnTo>
                    <a:pt x="167086" y="172356"/>
                  </a:lnTo>
                  <a:lnTo>
                    <a:pt x="167167" y="167001"/>
                  </a:lnTo>
                  <a:lnTo>
                    <a:pt x="167076" y="161647"/>
                  </a:lnTo>
                  <a:lnTo>
                    <a:pt x="166813" y="156298"/>
                  </a:lnTo>
                  <a:lnTo>
                    <a:pt x="166379" y="150960"/>
                  </a:lnTo>
                  <a:lnTo>
                    <a:pt x="165775" y="145639"/>
                  </a:lnTo>
                  <a:lnTo>
                    <a:pt x="165000" y="140340"/>
                  </a:lnTo>
                  <a:lnTo>
                    <a:pt x="164056" y="135069"/>
                  </a:lnTo>
                  <a:lnTo>
                    <a:pt x="162944" y="129830"/>
                  </a:lnTo>
                  <a:lnTo>
                    <a:pt x="161665" y="124630"/>
                  </a:lnTo>
                  <a:lnTo>
                    <a:pt x="160219" y="119474"/>
                  </a:lnTo>
                  <a:lnTo>
                    <a:pt x="158609" y="114366"/>
                  </a:lnTo>
                  <a:lnTo>
                    <a:pt x="156836" y="109313"/>
                  </a:lnTo>
                  <a:lnTo>
                    <a:pt x="154903" y="104319"/>
                  </a:lnTo>
                  <a:lnTo>
                    <a:pt x="152810" y="99389"/>
                  </a:lnTo>
                  <a:lnTo>
                    <a:pt x="150561" y="94529"/>
                  </a:lnTo>
                  <a:lnTo>
                    <a:pt x="148157" y="89744"/>
                  </a:lnTo>
                  <a:lnTo>
                    <a:pt x="145601" y="85038"/>
                  </a:lnTo>
                  <a:lnTo>
                    <a:pt x="142895" y="80416"/>
                  </a:lnTo>
                  <a:lnTo>
                    <a:pt x="140043" y="75884"/>
                  </a:lnTo>
                  <a:lnTo>
                    <a:pt x="137048" y="71445"/>
                  </a:lnTo>
                  <a:lnTo>
                    <a:pt x="133911" y="67104"/>
                  </a:lnTo>
                  <a:lnTo>
                    <a:pt x="130637" y="62866"/>
                  </a:lnTo>
                  <a:lnTo>
                    <a:pt x="127229" y="58735"/>
                  </a:lnTo>
                  <a:lnTo>
                    <a:pt x="123691" y="54715"/>
                  </a:lnTo>
                  <a:lnTo>
                    <a:pt x="120025" y="50811"/>
                  </a:lnTo>
                  <a:lnTo>
                    <a:pt x="116237" y="47026"/>
                  </a:lnTo>
                  <a:lnTo>
                    <a:pt x="112329" y="43364"/>
                  </a:lnTo>
                  <a:lnTo>
                    <a:pt x="108306" y="39830"/>
                  </a:lnTo>
                  <a:lnTo>
                    <a:pt x="104171" y="36426"/>
                  </a:lnTo>
                  <a:lnTo>
                    <a:pt x="99930" y="33156"/>
                  </a:lnTo>
                  <a:lnTo>
                    <a:pt x="95586" y="30024"/>
                  </a:lnTo>
                  <a:lnTo>
                    <a:pt x="91144" y="27033"/>
                  </a:lnTo>
                  <a:lnTo>
                    <a:pt x="86609" y="24185"/>
                  </a:lnTo>
                  <a:lnTo>
                    <a:pt x="81984" y="21484"/>
                  </a:lnTo>
                  <a:lnTo>
                    <a:pt x="77276" y="18933"/>
                  </a:lnTo>
                  <a:lnTo>
                    <a:pt x="72488" y="16534"/>
                  </a:lnTo>
                  <a:lnTo>
                    <a:pt x="67626" y="14289"/>
                  </a:lnTo>
                  <a:lnTo>
                    <a:pt x="62694" y="12201"/>
                  </a:lnTo>
                  <a:lnTo>
                    <a:pt x="57698" y="10273"/>
                  </a:lnTo>
                  <a:lnTo>
                    <a:pt x="52643" y="8505"/>
                  </a:lnTo>
                  <a:lnTo>
                    <a:pt x="47534" y="6900"/>
                  </a:lnTo>
                  <a:lnTo>
                    <a:pt x="42376" y="5460"/>
                  </a:lnTo>
                  <a:lnTo>
                    <a:pt x="37175" y="4185"/>
                  </a:lnTo>
                  <a:lnTo>
                    <a:pt x="31935" y="3078"/>
                  </a:lnTo>
                  <a:lnTo>
                    <a:pt x="26663" y="2140"/>
                  </a:lnTo>
                  <a:lnTo>
                    <a:pt x="21363" y="1370"/>
                  </a:lnTo>
                  <a:lnTo>
                    <a:pt x="16041" y="771"/>
                  </a:lnTo>
                  <a:lnTo>
                    <a:pt x="10703" y="343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97796" y="5269756"/>
              <a:ext cx="147461" cy="167167"/>
            </a:xfrm>
            <a:custGeom>
              <a:avLst/>
              <a:pathLst>
                <a:path w="147461" h="167167">
                  <a:moveTo>
                    <a:pt x="147461" y="0"/>
                  </a:moveTo>
                  <a:lnTo>
                    <a:pt x="141989" y="89"/>
                  </a:lnTo>
                  <a:lnTo>
                    <a:pt x="136524" y="358"/>
                  </a:lnTo>
                  <a:lnTo>
                    <a:pt x="131069" y="805"/>
                  </a:lnTo>
                  <a:lnTo>
                    <a:pt x="125633" y="1431"/>
                  </a:lnTo>
                  <a:lnTo>
                    <a:pt x="120220" y="2234"/>
                  </a:lnTo>
                  <a:lnTo>
                    <a:pt x="114836" y="3214"/>
                  </a:lnTo>
                  <a:lnTo>
                    <a:pt x="109487" y="4370"/>
                  </a:lnTo>
                  <a:lnTo>
                    <a:pt x="104179" y="5700"/>
                  </a:lnTo>
                  <a:lnTo>
                    <a:pt x="98917" y="7203"/>
                  </a:lnTo>
                  <a:lnTo>
                    <a:pt x="93707" y="8878"/>
                  </a:lnTo>
                  <a:lnTo>
                    <a:pt x="88554" y="10722"/>
                  </a:lnTo>
                  <a:lnTo>
                    <a:pt x="83465" y="12734"/>
                  </a:lnTo>
                  <a:lnTo>
                    <a:pt x="78445" y="14912"/>
                  </a:lnTo>
                  <a:lnTo>
                    <a:pt x="73498" y="17252"/>
                  </a:lnTo>
                  <a:lnTo>
                    <a:pt x="68631" y="19753"/>
                  </a:lnTo>
                  <a:lnTo>
                    <a:pt x="63848" y="22413"/>
                  </a:lnTo>
                  <a:lnTo>
                    <a:pt x="59155" y="25227"/>
                  </a:lnTo>
                  <a:lnTo>
                    <a:pt x="54556" y="28194"/>
                  </a:lnTo>
                  <a:lnTo>
                    <a:pt x="50057" y="31309"/>
                  </a:lnTo>
                  <a:lnTo>
                    <a:pt x="45662" y="34570"/>
                  </a:lnTo>
                  <a:lnTo>
                    <a:pt x="41377" y="37973"/>
                  </a:lnTo>
                  <a:lnTo>
                    <a:pt x="37205" y="41515"/>
                  </a:lnTo>
                  <a:lnTo>
                    <a:pt x="33151" y="45191"/>
                  </a:lnTo>
                  <a:lnTo>
                    <a:pt x="29220" y="48998"/>
                  </a:lnTo>
                  <a:lnTo>
                    <a:pt x="25415" y="52931"/>
                  </a:lnTo>
                  <a:lnTo>
                    <a:pt x="21742" y="56987"/>
                  </a:lnTo>
                  <a:lnTo>
                    <a:pt x="18202" y="61161"/>
                  </a:lnTo>
                  <a:lnTo>
                    <a:pt x="14802" y="65449"/>
                  </a:lnTo>
                  <a:lnTo>
                    <a:pt x="11544" y="69846"/>
                  </a:lnTo>
                  <a:lnTo>
                    <a:pt x="8431" y="74347"/>
                  </a:lnTo>
                  <a:lnTo>
                    <a:pt x="5467" y="78947"/>
                  </a:lnTo>
                  <a:lnTo>
                    <a:pt x="2656" y="83642"/>
                  </a:lnTo>
                  <a:lnTo>
                    <a:pt x="0" y="88427"/>
                  </a:lnTo>
                  <a:lnTo>
                    <a:pt x="1474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397796" y="5358183"/>
              <a:ext cx="147461" cy="78740"/>
            </a:xfrm>
            <a:custGeom>
              <a:avLst/>
              <a:pathLst>
                <a:path w="147461" h="78740">
                  <a:moveTo>
                    <a:pt x="0" y="0"/>
                  </a:moveTo>
                  <a:lnTo>
                    <a:pt x="147461" y="78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397796" y="5358183"/>
              <a:ext cx="147461" cy="78740"/>
            </a:xfrm>
            <a:custGeom>
              <a:avLst/>
              <a:pathLst>
                <a:path w="147461" h="78740">
                  <a:moveTo>
                    <a:pt x="0" y="0"/>
                  </a:moveTo>
                  <a:lnTo>
                    <a:pt x="147461" y="78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397796" y="5358183"/>
              <a:ext cx="147461" cy="78740"/>
            </a:xfrm>
            <a:custGeom>
              <a:avLst/>
              <a:pathLst>
                <a:path w="147461" h="78740">
                  <a:moveTo>
                    <a:pt x="0" y="0"/>
                  </a:moveTo>
                  <a:lnTo>
                    <a:pt x="147461" y="787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97796" y="5358183"/>
              <a:ext cx="147461" cy="78740"/>
            </a:xfrm>
            <a:custGeom>
              <a:avLst/>
              <a:pathLst>
                <a:path w="147461" h="78740">
                  <a:moveTo>
                    <a:pt x="0" y="0"/>
                  </a:moveTo>
                  <a:lnTo>
                    <a:pt x="147461" y="787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78344" y="5358183"/>
              <a:ext cx="166913" cy="78740"/>
            </a:xfrm>
            <a:custGeom>
              <a:avLst/>
              <a:pathLst>
                <a:path w="166913" h="78740">
                  <a:moveTo>
                    <a:pt x="19452" y="0"/>
                  </a:moveTo>
                  <a:lnTo>
                    <a:pt x="16693" y="5400"/>
                  </a:lnTo>
                  <a:lnTo>
                    <a:pt x="14131" y="10897"/>
                  </a:lnTo>
                  <a:lnTo>
                    <a:pt x="11771" y="16484"/>
                  </a:lnTo>
                  <a:lnTo>
                    <a:pt x="9615" y="22152"/>
                  </a:lnTo>
                  <a:lnTo>
                    <a:pt x="7666" y="27895"/>
                  </a:lnTo>
                  <a:lnTo>
                    <a:pt x="5926" y="33704"/>
                  </a:lnTo>
                  <a:lnTo>
                    <a:pt x="4399" y="39573"/>
                  </a:lnTo>
                  <a:lnTo>
                    <a:pt x="3085" y="45494"/>
                  </a:lnTo>
                  <a:lnTo>
                    <a:pt x="1987" y="51458"/>
                  </a:lnTo>
                  <a:lnTo>
                    <a:pt x="1106" y="57458"/>
                  </a:lnTo>
                  <a:lnTo>
                    <a:pt x="443" y="63487"/>
                  </a:lnTo>
                  <a:lnTo>
                    <a:pt x="0" y="69535"/>
                  </a:lnTo>
                  <a:lnTo>
                    <a:pt x="166913" y="787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378097" y="5269756"/>
              <a:ext cx="334313" cy="334332"/>
            </a:xfrm>
            <a:custGeom>
              <a:avLst/>
              <a:pathLst>
                <a:path w="334313" h="334332">
                  <a:moveTo>
                    <a:pt x="247" y="157962"/>
                  </a:moveTo>
                  <a:lnTo>
                    <a:pt x="39" y="163271"/>
                  </a:lnTo>
                  <a:lnTo>
                    <a:pt x="0" y="168584"/>
                  </a:lnTo>
                  <a:lnTo>
                    <a:pt x="129" y="173895"/>
                  </a:lnTo>
                  <a:lnTo>
                    <a:pt x="427" y="179199"/>
                  </a:lnTo>
                  <a:lnTo>
                    <a:pt x="894" y="184492"/>
                  </a:lnTo>
                  <a:lnTo>
                    <a:pt x="1528" y="189767"/>
                  </a:lnTo>
                  <a:lnTo>
                    <a:pt x="2330" y="195019"/>
                  </a:lnTo>
                  <a:lnTo>
                    <a:pt x="3298" y="200243"/>
                  </a:lnTo>
                  <a:lnTo>
                    <a:pt x="4432" y="205433"/>
                  </a:lnTo>
                  <a:lnTo>
                    <a:pt x="5730" y="210585"/>
                  </a:lnTo>
                  <a:lnTo>
                    <a:pt x="7192" y="215693"/>
                  </a:lnTo>
                  <a:lnTo>
                    <a:pt x="8814" y="220752"/>
                  </a:lnTo>
                  <a:lnTo>
                    <a:pt x="10597" y="225757"/>
                  </a:lnTo>
                  <a:lnTo>
                    <a:pt x="12538" y="230702"/>
                  </a:lnTo>
                  <a:lnTo>
                    <a:pt x="14635" y="235584"/>
                  </a:lnTo>
                  <a:lnTo>
                    <a:pt x="16886" y="240396"/>
                  </a:lnTo>
                  <a:lnTo>
                    <a:pt x="19289" y="245135"/>
                  </a:lnTo>
                  <a:lnTo>
                    <a:pt x="21842" y="249794"/>
                  </a:lnTo>
                  <a:lnTo>
                    <a:pt x="24541" y="254371"/>
                  </a:lnTo>
                  <a:lnTo>
                    <a:pt x="27384" y="258859"/>
                  </a:lnTo>
                  <a:lnTo>
                    <a:pt x="30368" y="263254"/>
                  </a:lnTo>
                  <a:lnTo>
                    <a:pt x="33491" y="267553"/>
                  </a:lnTo>
                  <a:lnTo>
                    <a:pt x="36748" y="271750"/>
                  </a:lnTo>
                  <a:lnTo>
                    <a:pt x="40138" y="275841"/>
                  </a:lnTo>
                  <a:lnTo>
                    <a:pt x="43655" y="279823"/>
                  </a:lnTo>
                  <a:lnTo>
                    <a:pt x="47298" y="283691"/>
                  </a:lnTo>
                  <a:lnTo>
                    <a:pt x="51061" y="287441"/>
                  </a:lnTo>
                  <a:lnTo>
                    <a:pt x="54942" y="291069"/>
                  </a:lnTo>
                  <a:lnTo>
                    <a:pt x="58936" y="294573"/>
                  </a:lnTo>
                  <a:lnTo>
                    <a:pt x="63039" y="297948"/>
                  </a:lnTo>
                  <a:lnTo>
                    <a:pt x="67248" y="301190"/>
                  </a:lnTo>
                  <a:lnTo>
                    <a:pt x="71557" y="304298"/>
                  </a:lnTo>
                  <a:lnTo>
                    <a:pt x="75963" y="307267"/>
                  </a:lnTo>
                  <a:lnTo>
                    <a:pt x="80461" y="310094"/>
                  </a:lnTo>
                  <a:lnTo>
                    <a:pt x="85047" y="312777"/>
                  </a:lnTo>
                  <a:lnTo>
                    <a:pt x="89716" y="315313"/>
                  </a:lnTo>
                  <a:lnTo>
                    <a:pt x="94462" y="317699"/>
                  </a:lnTo>
                  <a:lnTo>
                    <a:pt x="99283" y="319933"/>
                  </a:lnTo>
                  <a:lnTo>
                    <a:pt x="104172" y="322013"/>
                  </a:lnTo>
                  <a:lnTo>
                    <a:pt x="109124" y="323936"/>
                  </a:lnTo>
                  <a:lnTo>
                    <a:pt x="114135" y="325702"/>
                  </a:lnTo>
                  <a:lnTo>
                    <a:pt x="119200" y="327307"/>
                  </a:lnTo>
                  <a:lnTo>
                    <a:pt x="124313" y="328750"/>
                  </a:lnTo>
                  <a:lnTo>
                    <a:pt x="129469" y="330030"/>
                  </a:lnTo>
                  <a:lnTo>
                    <a:pt x="134664" y="331145"/>
                  </a:lnTo>
                  <a:lnTo>
                    <a:pt x="139891" y="332095"/>
                  </a:lnTo>
                  <a:lnTo>
                    <a:pt x="145146" y="332878"/>
                  </a:lnTo>
                  <a:lnTo>
                    <a:pt x="150423" y="333494"/>
                  </a:lnTo>
                  <a:lnTo>
                    <a:pt x="155717" y="333942"/>
                  </a:lnTo>
                  <a:lnTo>
                    <a:pt x="161023" y="334222"/>
                  </a:lnTo>
                  <a:lnTo>
                    <a:pt x="166334" y="334332"/>
                  </a:lnTo>
                  <a:lnTo>
                    <a:pt x="171647" y="334274"/>
                  </a:lnTo>
                  <a:lnTo>
                    <a:pt x="176955" y="334047"/>
                  </a:lnTo>
                  <a:lnTo>
                    <a:pt x="182253" y="333652"/>
                  </a:lnTo>
                  <a:lnTo>
                    <a:pt x="187536" y="333088"/>
                  </a:lnTo>
                  <a:lnTo>
                    <a:pt x="192798" y="332357"/>
                  </a:lnTo>
                  <a:lnTo>
                    <a:pt x="198035" y="331459"/>
                  </a:lnTo>
                  <a:lnTo>
                    <a:pt x="203240" y="330395"/>
                  </a:lnTo>
                  <a:lnTo>
                    <a:pt x="208409" y="329166"/>
                  </a:lnTo>
                  <a:lnTo>
                    <a:pt x="213536" y="327773"/>
                  </a:lnTo>
                  <a:lnTo>
                    <a:pt x="218616" y="326218"/>
                  </a:lnTo>
                  <a:lnTo>
                    <a:pt x="223645" y="324503"/>
                  </a:lnTo>
                  <a:lnTo>
                    <a:pt x="228616" y="322628"/>
                  </a:lnTo>
                  <a:lnTo>
                    <a:pt x="233525" y="320597"/>
                  </a:lnTo>
                  <a:lnTo>
                    <a:pt x="238367" y="318411"/>
                  </a:lnTo>
                  <a:lnTo>
                    <a:pt x="243137" y="316071"/>
                  </a:lnTo>
                  <a:lnTo>
                    <a:pt x="247831" y="313582"/>
                  </a:lnTo>
                  <a:lnTo>
                    <a:pt x="252443" y="310944"/>
                  </a:lnTo>
                  <a:lnTo>
                    <a:pt x="256969" y="308162"/>
                  </a:lnTo>
                  <a:lnTo>
                    <a:pt x="261404" y="305237"/>
                  </a:lnTo>
                  <a:lnTo>
                    <a:pt x="265744" y="302172"/>
                  </a:lnTo>
                  <a:lnTo>
                    <a:pt x="269984" y="298971"/>
                  </a:lnTo>
                  <a:lnTo>
                    <a:pt x="274121" y="295637"/>
                  </a:lnTo>
                  <a:lnTo>
                    <a:pt x="278149" y="292173"/>
                  </a:lnTo>
                  <a:lnTo>
                    <a:pt x="282066" y="288583"/>
                  </a:lnTo>
                  <a:lnTo>
                    <a:pt x="285866" y="284870"/>
                  </a:lnTo>
                  <a:lnTo>
                    <a:pt x="289546" y="281039"/>
                  </a:lnTo>
                  <a:lnTo>
                    <a:pt x="293103" y="277092"/>
                  </a:lnTo>
                  <a:lnTo>
                    <a:pt x="296533" y="273034"/>
                  </a:lnTo>
                  <a:lnTo>
                    <a:pt x="299832" y="268870"/>
                  </a:lnTo>
                  <a:lnTo>
                    <a:pt x="302997" y="264602"/>
                  </a:lnTo>
                  <a:lnTo>
                    <a:pt x="306024" y="260237"/>
                  </a:lnTo>
                  <a:lnTo>
                    <a:pt x="308912" y="255777"/>
                  </a:lnTo>
                  <a:lnTo>
                    <a:pt x="311656" y="251227"/>
                  </a:lnTo>
                  <a:lnTo>
                    <a:pt x="314254" y="246593"/>
                  </a:lnTo>
                  <a:lnTo>
                    <a:pt x="316704" y="241879"/>
                  </a:lnTo>
                  <a:lnTo>
                    <a:pt x="319003" y="237089"/>
                  </a:lnTo>
                  <a:lnTo>
                    <a:pt x="321148" y="232228"/>
                  </a:lnTo>
                  <a:lnTo>
                    <a:pt x="323138" y="227302"/>
                  </a:lnTo>
                  <a:lnTo>
                    <a:pt x="324970" y="222315"/>
                  </a:lnTo>
                  <a:lnTo>
                    <a:pt x="326643" y="217273"/>
                  </a:lnTo>
                  <a:lnTo>
                    <a:pt x="328154" y="212179"/>
                  </a:lnTo>
                  <a:lnTo>
                    <a:pt x="329503" y="207041"/>
                  </a:lnTo>
                  <a:lnTo>
                    <a:pt x="330688" y="201861"/>
                  </a:lnTo>
                  <a:lnTo>
                    <a:pt x="331708" y="196647"/>
                  </a:lnTo>
                  <a:lnTo>
                    <a:pt x="332562" y="191404"/>
                  </a:lnTo>
                  <a:lnTo>
                    <a:pt x="333249" y="186135"/>
                  </a:lnTo>
                  <a:lnTo>
                    <a:pt x="333768" y="180848"/>
                  </a:lnTo>
                  <a:lnTo>
                    <a:pt x="334118" y="175546"/>
                  </a:lnTo>
                  <a:lnTo>
                    <a:pt x="334300" y="170237"/>
                  </a:lnTo>
                  <a:lnTo>
                    <a:pt x="334313" y="164924"/>
                  </a:lnTo>
                  <a:lnTo>
                    <a:pt x="334158" y="159613"/>
                  </a:lnTo>
                  <a:lnTo>
                    <a:pt x="333833" y="154310"/>
                  </a:lnTo>
                  <a:lnTo>
                    <a:pt x="333341" y="149020"/>
                  </a:lnTo>
                  <a:lnTo>
                    <a:pt x="332680" y="143749"/>
                  </a:lnTo>
                  <a:lnTo>
                    <a:pt x="331852" y="138500"/>
                  </a:lnTo>
                  <a:lnTo>
                    <a:pt x="330858" y="133281"/>
                  </a:lnTo>
                  <a:lnTo>
                    <a:pt x="329699" y="128097"/>
                  </a:lnTo>
                  <a:lnTo>
                    <a:pt x="328375" y="122951"/>
                  </a:lnTo>
                  <a:lnTo>
                    <a:pt x="326888" y="117851"/>
                  </a:lnTo>
                  <a:lnTo>
                    <a:pt x="325241" y="112800"/>
                  </a:lnTo>
                  <a:lnTo>
                    <a:pt x="323433" y="107804"/>
                  </a:lnTo>
                  <a:lnTo>
                    <a:pt x="321468" y="102868"/>
                  </a:lnTo>
                  <a:lnTo>
                    <a:pt x="319346" y="97997"/>
                  </a:lnTo>
                  <a:lnTo>
                    <a:pt x="317071" y="93195"/>
                  </a:lnTo>
                  <a:lnTo>
                    <a:pt x="314645" y="88469"/>
                  </a:lnTo>
                  <a:lnTo>
                    <a:pt x="312070" y="83822"/>
                  </a:lnTo>
                  <a:lnTo>
                    <a:pt x="309348" y="79259"/>
                  </a:lnTo>
                  <a:lnTo>
                    <a:pt x="306483" y="74785"/>
                  </a:lnTo>
                  <a:lnTo>
                    <a:pt x="303477" y="70404"/>
                  </a:lnTo>
                  <a:lnTo>
                    <a:pt x="300333" y="66122"/>
                  </a:lnTo>
                  <a:lnTo>
                    <a:pt x="297055" y="61941"/>
                  </a:lnTo>
                  <a:lnTo>
                    <a:pt x="293645" y="57866"/>
                  </a:lnTo>
                  <a:lnTo>
                    <a:pt x="290108" y="53902"/>
                  </a:lnTo>
                  <a:lnTo>
                    <a:pt x="286447" y="50052"/>
                  </a:lnTo>
                  <a:lnTo>
                    <a:pt x="282665" y="46321"/>
                  </a:lnTo>
                  <a:lnTo>
                    <a:pt x="278766" y="42711"/>
                  </a:lnTo>
                  <a:lnTo>
                    <a:pt x="274755" y="39227"/>
                  </a:lnTo>
                  <a:lnTo>
                    <a:pt x="270635" y="35873"/>
                  </a:lnTo>
                  <a:lnTo>
                    <a:pt x="266410" y="32651"/>
                  </a:lnTo>
                  <a:lnTo>
                    <a:pt x="262086" y="29565"/>
                  </a:lnTo>
                  <a:lnTo>
                    <a:pt x="257665" y="26618"/>
                  </a:lnTo>
                  <a:lnTo>
                    <a:pt x="253153" y="23813"/>
                  </a:lnTo>
                  <a:lnTo>
                    <a:pt x="248554" y="21153"/>
                  </a:lnTo>
                  <a:lnTo>
                    <a:pt x="243873" y="18640"/>
                  </a:lnTo>
                  <a:lnTo>
                    <a:pt x="239114" y="16277"/>
                  </a:lnTo>
                  <a:lnTo>
                    <a:pt x="234283" y="14067"/>
                  </a:lnTo>
                  <a:lnTo>
                    <a:pt x="229384" y="12011"/>
                  </a:lnTo>
                  <a:lnTo>
                    <a:pt x="224422" y="10112"/>
                  </a:lnTo>
                  <a:lnTo>
                    <a:pt x="219402" y="8372"/>
                  </a:lnTo>
                  <a:lnTo>
                    <a:pt x="214330" y="6792"/>
                  </a:lnTo>
                  <a:lnTo>
                    <a:pt x="209209" y="5374"/>
                  </a:lnTo>
                  <a:lnTo>
                    <a:pt x="204047" y="4120"/>
                  </a:lnTo>
                  <a:lnTo>
                    <a:pt x="198847" y="3030"/>
                  </a:lnTo>
                  <a:lnTo>
                    <a:pt x="193615" y="2106"/>
                  </a:lnTo>
                  <a:lnTo>
                    <a:pt x="188356" y="1349"/>
                  </a:lnTo>
                  <a:lnTo>
                    <a:pt x="183076" y="759"/>
                  </a:lnTo>
                  <a:lnTo>
                    <a:pt x="177780" y="337"/>
                  </a:lnTo>
                  <a:lnTo>
                    <a:pt x="172473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5661" y="5018213"/>
              <a:ext cx="165377" cy="167167"/>
            </a:xfrm>
            <a:custGeom>
              <a:avLst/>
              <a:pathLst>
                <a:path w="165377" h="167167">
                  <a:moveTo>
                    <a:pt x="165377" y="0"/>
                  </a:moveTo>
                  <a:lnTo>
                    <a:pt x="159967" y="87"/>
                  </a:lnTo>
                  <a:lnTo>
                    <a:pt x="154562" y="350"/>
                  </a:lnTo>
                  <a:lnTo>
                    <a:pt x="149168" y="787"/>
                  </a:lnTo>
                  <a:lnTo>
                    <a:pt x="143792" y="1399"/>
                  </a:lnTo>
                  <a:lnTo>
                    <a:pt x="138438" y="2184"/>
                  </a:lnTo>
                  <a:lnTo>
                    <a:pt x="133112" y="3143"/>
                  </a:lnTo>
                  <a:lnTo>
                    <a:pt x="127821" y="4273"/>
                  </a:lnTo>
                  <a:lnTo>
                    <a:pt x="122568" y="5574"/>
                  </a:lnTo>
                  <a:lnTo>
                    <a:pt x="117361" y="7044"/>
                  </a:lnTo>
                  <a:lnTo>
                    <a:pt x="112203" y="8682"/>
                  </a:lnTo>
                  <a:lnTo>
                    <a:pt x="107102" y="10486"/>
                  </a:lnTo>
                  <a:lnTo>
                    <a:pt x="102061" y="12454"/>
                  </a:lnTo>
                  <a:lnTo>
                    <a:pt x="97087" y="14585"/>
                  </a:lnTo>
                  <a:lnTo>
                    <a:pt x="92184" y="16875"/>
                  </a:lnTo>
                  <a:lnTo>
                    <a:pt x="87358" y="19322"/>
                  </a:lnTo>
                  <a:lnTo>
                    <a:pt x="82614" y="21925"/>
                  </a:lnTo>
                  <a:lnTo>
                    <a:pt x="77957" y="24680"/>
                  </a:lnTo>
                  <a:lnTo>
                    <a:pt x="73391" y="27584"/>
                  </a:lnTo>
                  <a:lnTo>
                    <a:pt x="68921" y="30634"/>
                  </a:lnTo>
                  <a:lnTo>
                    <a:pt x="64553" y="33827"/>
                  </a:lnTo>
                  <a:lnTo>
                    <a:pt x="60290" y="37161"/>
                  </a:lnTo>
                  <a:lnTo>
                    <a:pt x="56137" y="40630"/>
                  </a:lnTo>
                  <a:lnTo>
                    <a:pt x="52099" y="44232"/>
                  </a:lnTo>
                  <a:lnTo>
                    <a:pt x="48180" y="47962"/>
                  </a:lnTo>
                  <a:lnTo>
                    <a:pt x="44383" y="51818"/>
                  </a:lnTo>
                  <a:lnTo>
                    <a:pt x="40713" y="55795"/>
                  </a:lnTo>
                  <a:lnTo>
                    <a:pt x="37174" y="59888"/>
                  </a:lnTo>
                  <a:lnTo>
                    <a:pt x="33769" y="64093"/>
                  </a:lnTo>
                  <a:lnTo>
                    <a:pt x="30502" y="68407"/>
                  </a:lnTo>
                  <a:lnTo>
                    <a:pt x="27376" y="72824"/>
                  </a:lnTo>
                  <a:lnTo>
                    <a:pt x="24395" y="77340"/>
                  </a:lnTo>
                  <a:lnTo>
                    <a:pt x="21561" y="81950"/>
                  </a:lnTo>
                  <a:lnTo>
                    <a:pt x="18879" y="86649"/>
                  </a:lnTo>
                  <a:lnTo>
                    <a:pt x="16349" y="91433"/>
                  </a:lnTo>
                  <a:lnTo>
                    <a:pt x="13976" y="96296"/>
                  </a:lnTo>
                  <a:lnTo>
                    <a:pt x="11762" y="101233"/>
                  </a:lnTo>
                  <a:lnTo>
                    <a:pt x="9708" y="106240"/>
                  </a:lnTo>
                  <a:lnTo>
                    <a:pt x="7818" y="111310"/>
                  </a:lnTo>
                  <a:lnTo>
                    <a:pt x="6093" y="116439"/>
                  </a:lnTo>
                  <a:lnTo>
                    <a:pt x="4534" y="121620"/>
                  </a:lnTo>
                  <a:lnTo>
                    <a:pt x="3144" y="126850"/>
                  </a:lnTo>
                  <a:lnTo>
                    <a:pt x="1924" y="132122"/>
                  </a:lnTo>
                  <a:lnTo>
                    <a:pt x="876" y="137431"/>
                  </a:lnTo>
                  <a:lnTo>
                    <a:pt x="0" y="142770"/>
                  </a:lnTo>
                  <a:lnTo>
                    <a:pt x="1653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5661" y="5160984"/>
              <a:ext cx="165377" cy="24396"/>
            </a:xfrm>
            <a:custGeom>
              <a:avLst/>
              <a:pathLst>
                <a:path w="165377" h="24396">
                  <a:moveTo>
                    <a:pt x="0" y="0"/>
                  </a:moveTo>
                  <a:lnTo>
                    <a:pt x="165377" y="24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5661" y="5160984"/>
              <a:ext cx="165377" cy="24396"/>
            </a:xfrm>
            <a:custGeom>
              <a:avLst/>
              <a:pathLst>
                <a:path w="165377" h="24396">
                  <a:moveTo>
                    <a:pt x="0" y="0"/>
                  </a:moveTo>
                  <a:lnTo>
                    <a:pt x="165377" y="243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55661" y="5160984"/>
              <a:ext cx="165377" cy="24396"/>
            </a:xfrm>
            <a:custGeom>
              <a:avLst/>
              <a:pathLst>
                <a:path w="165377" h="24396">
                  <a:moveTo>
                    <a:pt x="0" y="0"/>
                  </a:moveTo>
                  <a:lnTo>
                    <a:pt x="165377" y="243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53881" y="5160984"/>
              <a:ext cx="167157" cy="109015"/>
            </a:xfrm>
            <a:custGeom>
              <a:avLst/>
              <a:pathLst>
                <a:path w="167157" h="109015">
                  <a:moveTo>
                    <a:pt x="1779" y="0"/>
                  </a:moveTo>
                  <a:lnTo>
                    <a:pt x="1048" y="5612"/>
                  </a:lnTo>
                  <a:lnTo>
                    <a:pt x="507" y="11247"/>
                  </a:lnTo>
                  <a:lnTo>
                    <a:pt x="158" y="16896"/>
                  </a:lnTo>
                  <a:lnTo>
                    <a:pt x="0" y="22554"/>
                  </a:lnTo>
                  <a:lnTo>
                    <a:pt x="33" y="28214"/>
                  </a:lnTo>
                  <a:lnTo>
                    <a:pt x="258" y="33870"/>
                  </a:lnTo>
                  <a:lnTo>
                    <a:pt x="674" y="39515"/>
                  </a:lnTo>
                  <a:lnTo>
                    <a:pt x="1282" y="45143"/>
                  </a:lnTo>
                  <a:lnTo>
                    <a:pt x="2079" y="50747"/>
                  </a:lnTo>
                  <a:lnTo>
                    <a:pt x="3066" y="56320"/>
                  </a:lnTo>
                  <a:lnTo>
                    <a:pt x="4241" y="61857"/>
                  </a:lnTo>
                  <a:lnTo>
                    <a:pt x="5602" y="67351"/>
                  </a:lnTo>
                  <a:lnTo>
                    <a:pt x="7149" y="72796"/>
                  </a:lnTo>
                  <a:lnTo>
                    <a:pt x="8880" y="78185"/>
                  </a:lnTo>
                  <a:lnTo>
                    <a:pt x="10791" y="83513"/>
                  </a:lnTo>
                  <a:lnTo>
                    <a:pt x="12882" y="88773"/>
                  </a:lnTo>
                  <a:lnTo>
                    <a:pt x="15150" y="93959"/>
                  </a:lnTo>
                  <a:lnTo>
                    <a:pt x="17592" y="99065"/>
                  </a:lnTo>
                  <a:lnTo>
                    <a:pt x="20206" y="104086"/>
                  </a:lnTo>
                  <a:lnTo>
                    <a:pt x="22988" y="109015"/>
                  </a:lnTo>
                  <a:lnTo>
                    <a:pt x="167157" y="243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76870" y="5018213"/>
              <a:ext cx="311321" cy="334332"/>
            </a:xfrm>
            <a:custGeom>
              <a:avLst/>
              <a:pathLst>
                <a:path w="311321" h="334332">
                  <a:moveTo>
                    <a:pt x="0" y="251786"/>
                  </a:moveTo>
                  <a:lnTo>
                    <a:pt x="2752" y="256310"/>
                  </a:lnTo>
                  <a:lnTo>
                    <a:pt x="5646" y="260744"/>
                  </a:lnTo>
                  <a:lnTo>
                    <a:pt x="8680" y="265085"/>
                  </a:lnTo>
                  <a:lnTo>
                    <a:pt x="11849" y="269327"/>
                  </a:lnTo>
                  <a:lnTo>
                    <a:pt x="15151" y="273467"/>
                  </a:lnTo>
                  <a:lnTo>
                    <a:pt x="18583" y="277500"/>
                  </a:lnTo>
                  <a:lnTo>
                    <a:pt x="22141" y="281422"/>
                  </a:lnTo>
                  <a:lnTo>
                    <a:pt x="25821" y="285230"/>
                  </a:lnTo>
                  <a:lnTo>
                    <a:pt x="29620" y="288919"/>
                  </a:lnTo>
                  <a:lnTo>
                    <a:pt x="33534" y="292486"/>
                  </a:lnTo>
                  <a:lnTo>
                    <a:pt x="37558" y="295928"/>
                  </a:lnTo>
                  <a:lnTo>
                    <a:pt x="41690" y="299240"/>
                  </a:lnTo>
                  <a:lnTo>
                    <a:pt x="45925" y="302419"/>
                  </a:lnTo>
                  <a:lnTo>
                    <a:pt x="50258" y="305463"/>
                  </a:lnTo>
                  <a:lnTo>
                    <a:pt x="54686" y="308368"/>
                  </a:lnTo>
                  <a:lnTo>
                    <a:pt x="59203" y="311132"/>
                  </a:lnTo>
                  <a:lnTo>
                    <a:pt x="63805" y="313751"/>
                  </a:lnTo>
                  <a:lnTo>
                    <a:pt x="68489" y="316223"/>
                  </a:lnTo>
                  <a:lnTo>
                    <a:pt x="73248" y="318545"/>
                  </a:lnTo>
                  <a:lnTo>
                    <a:pt x="78078" y="320715"/>
                  </a:lnTo>
                  <a:lnTo>
                    <a:pt x="82975" y="322731"/>
                  </a:lnTo>
                  <a:lnTo>
                    <a:pt x="87933" y="324592"/>
                  </a:lnTo>
                  <a:lnTo>
                    <a:pt x="92947" y="326294"/>
                  </a:lnTo>
                  <a:lnTo>
                    <a:pt x="98013" y="327836"/>
                  </a:lnTo>
                  <a:lnTo>
                    <a:pt x="103125" y="329218"/>
                  </a:lnTo>
                  <a:lnTo>
                    <a:pt x="108278" y="330436"/>
                  </a:lnTo>
                  <a:lnTo>
                    <a:pt x="113468" y="331491"/>
                  </a:lnTo>
                  <a:lnTo>
                    <a:pt x="118688" y="332381"/>
                  </a:lnTo>
                  <a:lnTo>
                    <a:pt x="123934" y="333105"/>
                  </a:lnTo>
                  <a:lnTo>
                    <a:pt x="129200" y="333663"/>
                  </a:lnTo>
                  <a:lnTo>
                    <a:pt x="134481" y="334053"/>
                  </a:lnTo>
                  <a:lnTo>
                    <a:pt x="139771" y="334277"/>
                  </a:lnTo>
                  <a:lnTo>
                    <a:pt x="145067" y="334332"/>
                  </a:lnTo>
                  <a:lnTo>
                    <a:pt x="150361" y="334220"/>
                  </a:lnTo>
                  <a:lnTo>
                    <a:pt x="155649" y="333940"/>
                  </a:lnTo>
                  <a:lnTo>
                    <a:pt x="160925" y="333492"/>
                  </a:lnTo>
                  <a:lnTo>
                    <a:pt x="166185" y="332878"/>
                  </a:lnTo>
                  <a:lnTo>
                    <a:pt x="171423" y="332098"/>
                  </a:lnTo>
                  <a:lnTo>
                    <a:pt x="176633" y="331152"/>
                  </a:lnTo>
                  <a:lnTo>
                    <a:pt x="181811" y="330041"/>
                  </a:lnTo>
                  <a:lnTo>
                    <a:pt x="186951" y="328767"/>
                  </a:lnTo>
                  <a:lnTo>
                    <a:pt x="192048" y="327331"/>
                  </a:lnTo>
                  <a:lnTo>
                    <a:pt x="197097" y="325734"/>
                  </a:lnTo>
                  <a:lnTo>
                    <a:pt x="202093" y="323978"/>
                  </a:lnTo>
                  <a:lnTo>
                    <a:pt x="207030" y="322065"/>
                  </a:lnTo>
                  <a:lnTo>
                    <a:pt x="211905" y="319996"/>
                  </a:lnTo>
                  <a:lnTo>
                    <a:pt x="216712" y="317774"/>
                  </a:lnTo>
                  <a:lnTo>
                    <a:pt x="221445" y="315400"/>
                  </a:lnTo>
                  <a:lnTo>
                    <a:pt x="226102" y="312878"/>
                  </a:lnTo>
                  <a:lnTo>
                    <a:pt x="230676" y="310210"/>
                  </a:lnTo>
                  <a:lnTo>
                    <a:pt x="235163" y="307398"/>
                  </a:lnTo>
                  <a:lnTo>
                    <a:pt x="239559" y="304446"/>
                  </a:lnTo>
                  <a:lnTo>
                    <a:pt x="243859" y="301356"/>
                  </a:lnTo>
                  <a:lnTo>
                    <a:pt x="248060" y="298131"/>
                  </a:lnTo>
                  <a:lnTo>
                    <a:pt x="252156" y="294774"/>
                  </a:lnTo>
                  <a:lnTo>
                    <a:pt x="256143" y="291290"/>
                  </a:lnTo>
                  <a:lnTo>
                    <a:pt x="260018" y="287681"/>
                  </a:lnTo>
                  <a:lnTo>
                    <a:pt x="263777" y="283951"/>
                  </a:lnTo>
                  <a:lnTo>
                    <a:pt x="267416" y="280104"/>
                  </a:lnTo>
                  <a:lnTo>
                    <a:pt x="270932" y="276144"/>
                  </a:lnTo>
                  <a:lnTo>
                    <a:pt x="274320" y="272074"/>
                  </a:lnTo>
                  <a:lnTo>
                    <a:pt x="277577" y="267899"/>
                  </a:lnTo>
                  <a:lnTo>
                    <a:pt x="280701" y="263623"/>
                  </a:lnTo>
                  <a:lnTo>
                    <a:pt x="283688" y="259250"/>
                  </a:lnTo>
                  <a:lnTo>
                    <a:pt x="286534" y="254785"/>
                  </a:lnTo>
                  <a:lnTo>
                    <a:pt x="289238" y="250231"/>
                  </a:lnTo>
                  <a:lnTo>
                    <a:pt x="291796" y="245595"/>
                  </a:lnTo>
                  <a:lnTo>
                    <a:pt x="294206" y="240880"/>
                  </a:lnTo>
                  <a:lnTo>
                    <a:pt x="296466" y="236090"/>
                  </a:lnTo>
                  <a:lnTo>
                    <a:pt x="298572" y="231232"/>
                  </a:lnTo>
                  <a:lnTo>
                    <a:pt x="300524" y="226309"/>
                  </a:lnTo>
                  <a:lnTo>
                    <a:pt x="302319" y="221327"/>
                  </a:lnTo>
                  <a:lnTo>
                    <a:pt x="303955" y="216291"/>
                  </a:lnTo>
                  <a:lnTo>
                    <a:pt x="305431" y="211205"/>
                  </a:lnTo>
                  <a:lnTo>
                    <a:pt x="306744" y="206075"/>
                  </a:lnTo>
                  <a:lnTo>
                    <a:pt x="307895" y="200906"/>
                  </a:lnTo>
                  <a:lnTo>
                    <a:pt x="308882" y="195704"/>
                  </a:lnTo>
                  <a:lnTo>
                    <a:pt x="309703" y="190472"/>
                  </a:lnTo>
                  <a:lnTo>
                    <a:pt x="310358" y="185217"/>
                  </a:lnTo>
                  <a:lnTo>
                    <a:pt x="310846" y="179944"/>
                  </a:lnTo>
                  <a:lnTo>
                    <a:pt x="311168" y="174659"/>
                  </a:lnTo>
                  <a:lnTo>
                    <a:pt x="311321" y="169365"/>
                  </a:lnTo>
                  <a:lnTo>
                    <a:pt x="311307" y="164070"/>
                  </a:lnTo>
                  <a:lnTo>
                    <a:pt x="311125" y="158778"/>
                  </a:lnTo>
                  <a:lnTo>
                    <a:pt x="310775" y="153494"/>
                  </a:lnTo>
                  <a:lnTo>
                    <a:pt x="310259" y="148224"/>
                  </a:lnTo>
                  <a:lnTo>
                    <a:pt x="309575" y="142972"/>
                  </a:lnTo>
                  <a:lnTo>
                    <a:pt x="308726" y="137745"/>
                  </a:lnTo>
                  <a:lnTo>
                    <a:pt x="307712" y="132548"/>
                  </a:lnTo>
                  <a:lnTo>
                    <a:pt x="306533" y="127385"/>
                  </a:lnTo>
                  <a:lnTo>
                    <a:pt x="305192" y="122263"/>
                  </a:lnTo>
                  <a:lnTo>
                    <a:pt x="303688" y="117185"/>
                  </a:lnTo>
                  <a:lnTo>
                    <a:pt x="302025" y="112157"/>
                  </a:lnTo>
                  <a:lnTo>
                    <a:pt x="300204" y="107185"/>
                  </a:lnTo>
                  <a:lnTo>
                    <a:pt x="298226" y="102273"/>
                  </a:lnTo>
                  <a:lnTo>
                    <a:pt x="296093" y="97426"/>
                  </a:lnTo>
                  <a:lnTo>
                    <a:pt x="293808" y="92649"/>
                  </a:lnTo>
                  <a:lnTo>
                    <a:pt x="291372" y="87947"/>
                  </a:lnTo>
                  <a:lnTo>
                    <a:pt x="288789" y="83324"/>
                  </a:lnTo>
                  <a:lnTo>
                    <a:pt x="286061" y="78785"/>
                  </a:lnTo>
                  <a:lnTo>
                    <a:pt x="283191" y="74335"/>
                  </a:lnTo>
                  <a:lnTo>
                    <a:pt x="280181" y="69979"/>
                  </a:lnTo>
                  <a:lnTo>
                    <a:pt x="277034" y="65719"/>
                  </a:lnTo>
                  <a:lnTo>
                    <a:pt x="273754" y="61562"/>
                  </a:lnTo>
                  <a:lnTo>
                    <a:pt x="270344" y="57510"/>
                  </a:lnTo>
                  <a:lnTo>
                    <a:pt x="266808" y="53569"/>
                  </a:lnTo>
                  <a:lnTo>
                    <a:pt x="263148" y="49742"/>
                  </a:lnTo>
                  <a:lnTo>
                    <a:pt x="259369" y="46032"/>
                  </a:lnTo>
                  <a:lnTo>
                    <a:pt x="255474" y="42444"/>
                  </a:lnTo>
                  <a:lnTo>
                    <a:pt x="251468" y="38981"/>
                  </a:lnTo>
                  <a:lnTo>
                    <a:pt x="247354" y="35647"/>
                  </a:lnTo>
                  <a:lnTo>
                    <a:pt x="243137" y="32444"/>
                  </a:lnTo>
                  <a:lnTo>
                    <a:pt x="238820" y="29377"/>
                  </a:lnTo>
                  <a:lnTo>
                    <a:pt x="234408" y="26448"/>
                  </a:lnTo>
                  <a:lnTo>
                    <a:pt x="229906" y="23661"/>
                  </a:lnTo>
                  <a:lnTo>
                    <a:pt x="225317" y="21017"/>
                  </a:lnTo>
                  <a:lnTo>
                    <a:pt x="220648" y="18520"/>
                  </a:lnTo>
                  <a:lnTo>
                    <a:pt x="215901" y="16172"/>
                  </a:lnTo>
                  <a:lnTo>
                    <a:pt x="211082" y="13976"/>
                  </a:lnTo>
                  <a:lnTo>
                    <a:pt x="206197" y="11934"/>
                  </a:lnTo>
                  <a:lnTo>
                    <a:pt x="201249" y="10047"/>
                  </a:lnTo>
                  <a:lnTo>
                    <a:pt x="196244" y="8318"/>
                  </a:lnTo>
                  <a:lnTo>
                    <a:pt x="191186" y="6748"/>
                  </a:lnTo>
                  <a:lnTo>
                    <a:pt x="186082" y="5339"/>
                  </a:lnTo>
                  <a:lnTo>
                    <a:pt x="180935" y="4093"/>
                  </a:lnTo>
                  <a:lnTo>
                    <a:pt x="175751" y="3010"/>
                  </a:lnTo>
                  <a:lnTo>
                    <a:pt x="170536" y="2092"/>
                  </a:lnTo>
                  <a:lnTo>
                    <a:pt x="165294" y="1340"/>
                  </a:lnTo>
                  <a:lnTo>
                    <a:pt x="160031" y="754"/>
                  </a:lnTo>
                  <a:lnTo>
                    <a:pt x="154752" y="335"/>
                  </a:lnTo>
                  <a:lnTo>
                    <a:pt x="149463" y="83"/>
                  </a:lnTo>
                  <a:lnTo>
                    <a:pt x="144168" y="0"/>
                  </a:lnTo>
                  <a:lnTo>
                    <a:pt x="1441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256076" y="4659281"/>
              <a:ext cx="167158" cy="331632"/>
            </a:xfrm>
            <a:custGeom>
              <a:avLst/>
              <a:pathLst>
                <a:path w="167158" h="331632">
                  <a:moveTo>
                    <a:pt x="167158" y="0"/>
                  </a:moveTo>
                  <a:lnTo>
                    <a:pt x="161835" y="84"/>
                  </a:lnTo>
                  <a:lnTo>
                    <a:pt x="156518" y="338"/>
                  </a:lnTo>
                  <a:lnTo>
                    <a:pt x="151212" y="762"/>
                  </a:lnTo>
                  <a:lnTo>
                    <a:pt x="145922" y="1354"/>
                  </a:lnTo>
                  <a:lnTo>
                    <a:pt x="140653" y="2114"/>
                  </a:lnTo>
                  <a:lnTo>
                    <a:pt x="135412" y="3042"/>
                  </a:lnTo>
                  <a:lnTo>
                    <a:pt x="130202" y="4136"/>
                  </a:lnTo>
                  <a:lnTo>
                    <a:pt x="125030" y="5395"/>
                  </a:lnTo>
                  <a:lnTo>
                    <a:pt x="119901" y="6818"/>
                  </a:lnTo>
                  <a:lnTo>
                    <a:pt x="114819" y="8404"/>
                  </a:lnTo>
                  <a:lnTo>
                    <a:pt x="109791" y="10151"/>
                  </a:lnTo>
                  <a:lnTo>
                    <a:pt x="104821" y="12057"/>
                  </a:lnTo>
                  <a:lnTo>
                    <a:pt x="99914" y="14120"/>
                  </a:lnTo>
                  <a:lnTo>
                    <a:pt x="95075" y="16339"/>
                  </a:lnTo>
                  <a:lnTo>
                    <a:pt x="90310" y="18711"/>
                  </a:lnTo>
                  <a:lnTo>
                    <a:pt x="85622" y="21233"/>
                  </a:lnTo>
                  <a:lnTo>
                    <a:pt x="81017" y="23903"/>
                  </a:lnTo>
                  <a:lnTo>
                    <a:pt x="76499" y="26718"/>
                  </a:lnTo>
                  <a:lnTo>
                    <a:pt x="72073" y="29676"/>
                  </a:lnTo>
                  <a:lnTo>
                    <a:pt x="67744" y="32773"/>
                  </a:lnTo>
                  <a:lnTo>
                    <a:pt x="63515" y="36006"/>
                  </a:lnTo>
                  <a:lnTo>
                    <a:pt x="59392" y="39373"/>
                  </a:lnTo>
                  <a:lnTo>
                    <a:pt x="55378" y="42868"/>
                  </a:lnTo>
                  <a:lnTo>
                    <a:pt x="51477" y="46491"/>
                  </a:lnTo>
                  <a:lnTo>
                    <a:pt x="47693" y="50235"/>
                  </a:lnTo>
                  <a:lnTo>
                    <a:pt x="44031" y="54098"/>
                  </a:lnTo>
                  <a:lnTo>
                    <a:pt x="40493" y="58075"/>
                  </a:lnTo>
                  <a:lnTo>
                    <a:pt x="37084" y="62164"/>
                  </a:lnTo>
                  <a:lnTo>
                    <a:pt x="33807" y="66358"/>
                  </a:lnTo>
                  <a:lnTo>
                    <a:pt x="30665" y="70655"/>
                  </a:lnTo>
                  <a:lnTo>
                    <a:pt x="27661" y="75050"/>
                  </a:lnTo>
                  <a:lnTo>
                    <a:pt x="24799" y="79538"/>
                  </a:lnTo>
                  <a:lnTo>
                    <a:pt x="22081" y="84115"/>
                  </a:lnTo>
                  <a:lnTo>
                    <a:pt x="19510" y="88776"/>
                  </a:lnTo>
                  <a:lnTo>
                    <a:pt x="17089" y="93517"/>
                  </a:lnTo>
                  <a:lnTo>
                    <a:pt x="14820" y="98332"/>
                  </a:lnTo>
                  <a:lnTo>
                    <a:pt x="12706" y="103218"/>
                  </a:lnTo>
                  <a:lnTo>
                    <a:pt x="10748" y="108168"/>
                  </a:lnTo>
                  <a:lnTo>
                    <a:pt x="8949" y="113177"/>
                  </a:lnTo>
                  <a:lnTo>
                    <a:pt x="7310" y="118242"/>
                  </a:lnTo>
                  <a:lnTo>
                    <a:pt x="5833" y="123356"/>
                  </a:lnTo>
                  <a:lnTo>
                    <a:pt x="4520" y="128515"/>
                  </a:lnTo>
                  <a:lnTo>
                    <a:pt x="3372" y="133713"/>
                  </a:lnTo>
                  <a:lnTo>
                    <a:pt x="2390" y="138945"/>
                  </a:lnTo>
                  <a:lnTo>
                    <a:pt x="1575" y="144205"/>
                  </a:lnTo>
                  <a:lnTo>
                    <a:pt x="928" y="149489"/>
                  </a:lnTo>
                  <a:lnTo>
                    <a:pt x="449" y="154790"/>
                  </a:lnTo>
                  <a:lnTo>
                    <a:pt x="140" y="160104"/>
                  </a:lnTo>
                  <a:lnTo>
                    <a:pt x="0" y="165426"/>
                  </a:lnTo>
                  <a:lnTo>
                    <a:pt x="29" y="170749"/>
                  </a:lnTo>
                  <a:lnTo>
                    <a:pt x="228" y="176068"/>
                  </a:lnTo>
                  <a:lnTo>
                    <a:pt x="596" y="181378"/>
                  </a:lnTo>
                  <a:lnTo>
                    <a:pt x="1133" y="186674"/>
                  </a:lnTo>
                  <a:lnTo>
                    <a:pt x="1838" y="191951"/>
                  </a:lnTo>
                  <a:lnTo>
                    <a:pt x="2711" y="197202"/>
                  </a:lnTo>
                  <a:lnTo>
                    <a:pt x="3750" y="202422"/>
                  </a:lnTo>
                  <a:lnTo>
                    <a:pt x="4956" y="207607"/>
                  </a:lnTo>
                  <a:lnTo>
                    <a:pt x="6326" y="212751"/>
                  </a:lnTo>
                  <a:lnTo>
                    <a:pt x="7858" y="217849"/>
                  </a:lnTo>
                  <a:lnTo>
                    <a:pt x="9553" y="222895"/>
                  </a:lnTo>
                  <a:lnTo>
                    <a:pt x="11407" y="227885"/>
                  </a:lnTo>
                  <a:lnTo>
                    <a:pt x="13419" y="232813"/>
                  </a:lnTo>
                  <a:lnTo>
                    <a:pt x="15587" y="237674"/>
                  </a:lnTo>
                  <a:lnTo>
                    <a:pt x="17909" y="242465"/>
                  </a:lnTo>
                  <a:lnTo>
                    <a:pt x="20382" y="247178"/>
                  </a:lnTo>
                  <a:lnTo>
                    <a:pt x="23004" y="251811"/>
                  </a:lnTo>
                  <a:lnTo>
                    <a:pt x="25772" y="256358"/>
                  </a:lnTo>
                  <a:lnTo>
                    <a:pt x="28684" y="260814"/>
                  </a:lnTo>
                  <a:lnTo>
                    <a:pt x="31735" y="265176"/>
                  </a:lnTo>
                  <a:lnTo>
                    <a:pt x="34925" y="269438"/>
                  </a:lnTo>
                  <a:lnTo>
                    <a:pt x="38248" y="273596"/>
                  </a:lnTo>
                  <a:lnTo>
                    <a:pt x="41702" y="277646"/>
                  </a:lnTo>
                  <a:lnTo>
                    <a:pt x="45283" y="281585"/>
                  </a:lnTo>
                  <a:lnTo>
                    <a:pt x="48988" y="285407"/>
                  </a:lnTo>
                  <a:lnTo>
                    <a:pt x="52812" y="289110"/>
                  </a:lnTo>
                  <a:lnTo>
                    <a:pt x="56753" y="292689"/>
                  </a:lnTo>
                  <a:lnTo>
                    <a:pt x="60805" y="296140"/>
                  </a:lnTo>
                  <a:lnTo>
                    <a:pt x="64966" y="299461"/>
                  </a:lnTo>
                  <a:lnTo>
                    <a:pt x="69229" y="302647"/>
                  </a:lnTo>
                  <a:lnTo>
                    <a:pt x="73593" y="305697"/>
                  </a:lnTo>
                  <a:lnTo>
                    <a:pt x="78051" y="308606"/>
                  </a:lnTo>
                  <a:lnTo>
                    <a:pt x="82599" y="311371"/>
                  </a:lnTo>
                  <a:lnTo>
                    <a:pt x="87233" y="313990"/>
                  </a:lnTo>
                  <a:lnTo>
                    <a:pt x="91949" y="316460"/>
                  </a:lnTo>
                  <a:lnTo>
                    <a:pt x="96740" y="318779"/>
                  </a:lnTo>
                  <a:lnTo>
                    <a:pt x="101603" y="320944"/>
                  </a:lnTo>
                  <a:lnTo>
                    <a:pt x="106532" y="322954"/>
                  </a:lnTo>
                  <a:lnTo>
                    <a:pt x="111523" y="324805"/>
                  </a:lnTo>
                  <a:lnTo>
                    <a:pt x="116571" y="326496"/>
                  </a:lnTo>
                  <a:lnTo>
                    <a:pt x="121669" y="328026"/>
                  </a:lnTo>
                  <a:lnTo>
                    <a:pt x="126814" y="329393"/>
                  </a:lnTo>
                  <a:lnTo>
                    <a:pt x="131999" y="330595"/>
                  </a:lnTo>
                  <a:lnTo>
                    <a:pt x="137221" y="33163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93297" y="4826449"/>
              <a:ext cx="29937" cy="164464"/>
            </a:xfrm>
            <a:custGeom>
              <a:avLst/>
              <a:pathLst>
                <a:path w="29937" h="164464">
                  <a:moveTo>
                    <a:pt x="0" y="164464"/>
                  </a:moveTo>
                  <a:lnTo>
                    <a:pt x="299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93297" y="4826449"/>
              <a:ext cx="29937" cy="164464"/>
            </a:xfrm>
            <a:custGeom>
              <a:avLst/>
              <a:pathLst>
                <a:path w="29937" h="164464">
                  <a:moveTo>
                    <a:pt x="0" y="164464"/>
                  </a:moveTo>
                  <a:lnTo>
                    <a:pt x="299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393297" y="4826449"/>
              <a:ext cx="106489" cy="167162"/>
            </a:xfrm>
            <a:custGeom>
              <a:avLst/>
              <a:pathLst>
                <a:path w="106489" h="167162">
                  <a:moveTo>
                    <a:pt x="0" y="164464"/>
                  </a:moveTo>
                  <a:lnTo>
                    <a:pt x="5692" y="165399"/>
                  </a:lnTo>
                  <a:lnTo>
                    <a:pt x="11414" y="166138"/>
                  </a:lnTo>
                  <a:lnTo>
                    <a:pt x="17158" y="166678"/>
                  </a:lnTo>
                  <a:lnTo>
                    <a:pt x="22916" y="167019"/>
                  </a:lnTo>
                  <a:lnTo>
                    <a:pt x="28684" y="167162"/>
                  </a:lnTo>
                  <a:lnTo>
                    <a:pt x="34452" y="167106"/>
                  </a:lnTo>
                  <a:lnTo>
                    <a:pt x="40216" y="166851"/>
                  </a:lnTo>
                  <a:lnTo>
                    <a:pt x="45967" y="166397"/>
                  </a:lnTo>
                  <a:lnTo>
                    <a:pt x="51699" y="165744"/>
                  </a:lnTo>
                  <a:lnTo>
                    <a:pt x="57405" y="164895"/>
                  </a:lnTo>
                  <a:lnTo>
                    <a:pt x="63078" y="163849"/>
                  </a:lnTo>
                  <a:lnTo>
                    <a:pt x="68712" y="162608"/>
                  </a:lnTo>
                  <a:lnTo>
                    <a:pt x="74300" y="161173"/>
                  </a:lnTo>
                  <a:lnTo>
                    <a:pt x="79835" y="159546"/>
                  </a:lnTo>
                  <a:lnTo>
                    <a:pt x="85310" y="157729"/>
                  </a:lnTo>
                  <a:lnTo>
                    <a:pt x="90720" y="155725"/>
                  </a:lnTo>
                  <a:lnTo>
                    <a:pt x="96057" y="153535"/>
                  </a:lnTo>
                  <a:lnTo>
                    <a:pt x="101316" y="151162"/>
                  </a:lnTo>
                  <a:lnTo>
                    <a:pt x="106489" y="148609"/>
                  </a:lnTo>
                  <a:lnTo>
                    <a:pt x="299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423235" y="4659281"/>
              <a:ext cx="167166" cy="315776"/>
            </a:xfrm>
            <a:custGeom>
              <a:avLst/>
              <a:pathLst>
                <a:path w="167166" h="315776">
                  <a:moveTo>
                    <a:pt x="76552" y="315776"/>
                  </a:moveTo>
                  <a:lnTo>
                    <a:pt x="81285" y="313241"/>
                  </a:lnTo>
                  <a:lnTo>
                    <a:pt x="85934" y="310555"/>
                  </a:lnTo>
                  <a:lnTo>
                    <a:pt x="90494" y="307722"/>
                  </a:lnTo>
                  <a:lnTo>
                    <a:pt x="94961" y="304743"/>
                  </a:lnTo>
                  <a:lnTo>
                    <a:pt x="99330" y="301623"/>
                  </a:lnTo>
                  <a:lnTo>
                    <a:pt x="103597" y="298363"/>
                  </a:lnTo>
                  <a:lnTo>
                    <a:pt x="107757" y="294969"/>
                  </a:lnTo>
                  <a:lnTo>
                    <a:pt x="111806" y="291442"/>
                  </a:lnTo>
                  <a:lnTo>
                    <a:pt x="115739" y="287788"/>
                  </a:lnTo>
                  <a:lnTo>
                    <a:pt x="119553" y="284009"/>
                  </a:lnTo>
                  <a:lnTo>
                    <a:pt x="123243" y="280109"/>
                  </a:lnTo>
                  <a:lnTo>
                    <a:pt x="126807" y="276093"/>
                  </a:lnTo>
                  <a:lnTo>
                    <a:pt x="130239" y="271964"/>
                  </a:lnTo>
                  <a:lnTo>
                    <a:pt x="133538" y="267728"/>
                  </a:lnTo>
                  <a:lnTo>
                    <a:pt x="136698" y="263388"/>
                  </a:lnTo>
                  <a:lnTo>
                    <a:pt x="139718" y="258948"/>
                  </a:lnTo>
                  <a:lnTo>
                    <a:pt x="142593" y="254414"/>
                  </a:lnTo>
                  <a:lnTo>
                    <a:pt x="145321" y="249789"/>
                  </a:lnTo>
                  <a:lnTo>
                    <a:pt x="147900" y="245080"/>
                  </a:lnTo>
                  <a:lnTo>
                    <a:pt x="150326" y="240290"/>
                  </a:lnTo>
                  <a:lnTo>
                    <a:pt x="152596" y="235425"/>
                  </a:lnTo>
                  <a:lnTo>
                    <a:pt x="154710" y="230489"/>
                  </a:lnTo>
                  <a:lnTo>
                    <a:pt x="156663" y="225488"/>
                  </a:lnTo>
                  <a:lnTo>
                    <a:pt x="158456" y="220427"/>
                  </a:lnTo>
                  <a:lnTo>
                    <a:pt x="160084" y="215311"/>
                  </a:lnTo>
                  <a:lnTo>
                    <a:pt x="161548" y="210145"/>
                  </a:lnTo>
                  <a:lnTo>
                    <a:pt x="162845" y="204935"/>
                  </a:lnTo>
                  <a:lnTo>
                    <a:pt x="163974" y="199686"/>
                  </a:lnTo>
                  <a:lnTo>
                    <a:pt x="164933" y="194403"/>
                  </a:lnTo>
                  <a:lnTo>
                    <a:pt x="165723" y="189092"/>
                  </a:lnTo>
                  <a:lnTo>
                    <a:pt x="166341" y="183759"/>
                  </a:lnTo>
                  <a:lnTo>
                    <a:pt x="166789" y="178409"/>
                  </a:lnTo>
                  <a:lnTo>
                    <a:pt x="167064" y="173047"/>
                  </a:lnTo>
                  <a:lnTo>
                    <a:pt x="167166" y="167678"/>
                  </a:lnTo>
                  <a:lnTo>
                    <a:pt x="167096" y="162310"/>
                  </a:lnTo>
                  <a:lnTo>
                    <a:pt x="166854" y="156946"/>
                  </a:lnTo>
                  <a:lnTo>
                    <a:pt x="166440" y="151593"/>
                  </a:lnTo>
                  <a:lnTo>
                    <a:pt x="165854" y="146256"/>
                  </a:lnTo>
                  <a:lnTo>
                    <a:pt x="165097" y="140941"/>
                  </a:lnTo>
                  <a:lnTo>
                    <a:pt x="164169" y="135652"/>
                  </a:lnTo>
                  <a:lnTo>
                    <a:pt x="163073" y="130396"/>
                  </a:lnTo>
                  <a:lnTo>
                    <a:pt x="161808" y="125178"/>
                  </a:lnTo>
                  <a:lnTo>
                    <a:pt x="160376" y="120004"/>
                  </a:lnTo>
                  <a:lnTo>
                    <a:pt x="158779" y="114878"/>
                  </a:lnTo>
                  <a:lnTo>
                    <a:pt x="157017" y="109806"/>
                  </a:lnTo>
                  <a:lnTo>
                    <a:pt x="155094" y="104793"/>
                  </a:lnTo>
                  <a:lnTo>
                    <a:pt x="153011" y="99844"/>
                  </a:lnTo>
                  <a:lnTo>
                    <a:pt x="150770" y="94965"/>
                  </a:lnTo>
                  <a:lnTo>
                    <a:pt x="148374" y="90160"/>
                  </a:lnTo>
                  <a:lnTo>
                    <a:pt x="145824" y="85435"/>
                  </a:lnTo>
                  <a:lnTo>
                    <a:pt x="143124" y="80794"/>
                  </a:lnTo>
                  <a:lnTo>
                    <a:pt x="140277" y="76243"/>
                  </a:lnTo>
                  <a:lnTo>
                    <a:pt x="137285" y="71785"/>
                  </a:lnTo>
                  <a:lnTo>
                    <a:pt x="134151" y="67425"/>
                  </a:lnTo>
                  <a:lnTo>
                    <a:pt x="130878" y="63168"/>
                  </a:lnTo>
                  <a:lnTo>
                    <a:pt x="127471" y="59019"/>
                  </a:lnTo>
                  <a:lnTo>
                    <a:pt x="123932" y="54981"/>
                  </a:lnTo>
                  <a:lnTo>
                    <a:pt x="120266" y="51059"/>
                  </a:lnTo>
                  <a:lnTo>
                    <a:pt x="116475" y="47257"/>
                  </a:lnTo>
                  <a:lnTo>
                    <a:pt x="112564" y="43578"/>
                  </a:lnTo>
                  <a:lnTo>
                    <a:pt x="108537" y="40027"/>
                  </a:lnTo>
                  <a:lnTo>
                    <a:pt x="104398" y="36607"/>
                  </a:lnTo>
                  <a:lnTo>
                    <a:pt x="100151" y="33322"/>
                  </a:lnTo>
                  <a:lnTo>
                    <a:pt x="95801" y="30174"/>
                  </a:lnTo>
                  <a:lnTo>
                    <a:pt x="91353" y="27168"/>
                  </a:lnTo>
                  <a:lnTo>
                    <a:pt x="86810" y="24307"/>
                  </a:lnTo>
                  <a:lnTo>
                    <a:pt x="82177" y="21593"/>
                  </a:lnTo>
                  <a:lnTo>
                    <a:pt x="77460" y="19029"/>
                  </a:lnTo>
                  <a:lnTo>
                    <a:pt x="72662" y="16618"/>
                  </a:lnTo>
                  <a:lnTo>
                    <a:pt x="67790" y="14362"/>
                  </a:lnTo>
                  <a:lnTo>
                    <a:pt x="62848" y="12264"/>
                  </a:lnTo>
                  <a:lnTo>
                    <a:pt x="57841" y="10325"/>
                  </a:lnTo>
                  <a:lnTo>
                    <a:pt x="52774" y="8549"/>
                  </a:lnTo>
                  <a:lnTo>
                    <a:pt x="47653" y="6936"/>
                  </a:lnTo>
                  <a:lnTo>
                    <a:pt x="42483" y="5488"/>
                  </a:lnTo>
                  <a:lnTo>
                    <a:pt x="37269" y="4207"/>
                  </a:lnTo>
                  <a:lnTo>
                    <a:pt x="32016" y="3094"/>
                  </a:lnTo>
                  <a:lnTo>
                    <a:pt x="26731" y="2151"/>
                  </a:lnTo>
                  <a:lnTo>
                    <a:pt x="21418" y="1377"/>
                  </a:lnTo>
                  <a:lnTo>
                    <a:pt x="16083" y="775"/>
                  </a:lnTo>
                  <a:lnTo>
                    <a:pt x="10731" y="344"/>
                  </a:lnTo>
                  <a:lnTo>
                    <a:pt x="536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561316" y="4213821"/>
              <a:ext cx="235613" cy="334329"/>
            </a:xfrm>
            <a:custGeom>
              <a:avLst/>
              <a:pathLst>
                <a:path w="235613" h="334329">
                  <a:moveTo>
                    <a:pt x="167155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3" y="760"/>
                  </a:lnTo>
                  <a:lnTo>
                    <a:pt x="145938" y="1352"/>
                  </a:lnTo>
                  <a:lnTo>
                    <a:pt x="140673" y="2110"/>
                  </a:lnTo>
                  <a:lnTo>
                    <a:pt x="135436" y="3036"/>
                  </a:lnTo>
                  <a:lnTo>
                    <a:pt x="130231" y="4128"/>
                  </a:lnTo>
                  <a:lnTo>
                    <a:pt x="125063" y="5386"/>
                  </a:lnTo>
                  <a:lnTo>
                    <a:pt x="119938" y="6807"/>
                  </a:lnTo>
                  <a:lnTo>
                    <a:pt x="114860" y="8390"/>
                  </a:lnTo>
                  <a:lnTo>
                    <a:pt x="109836" y="10134"/>
                  </a:lnTo>
                  <a:lnTo>
                    <a:pt x="104869" y="12037"/>
                  </a:lnTo>
                  <a:lnTo>
                    <a:pt x="99966" y="14097"/>
                  </a:lnTo>
                  <a:lnTo>
                    <a:pt x="95131" y="16311"/>
                  </a:lnTo>
                  <a:lnTo>
                    <a:pt x="90368" y="18679"/>
                  </a:lnTo>
                  <a:lnTo>
                    <a:pt x="85683" y="21197"/>
                  </a:lnTo>
                  <a:lnTo>
                    <a:pt x="81081" y="23863"/>
                  </a:lnTo>
                  <a:lnTo>
                    <a:pt x="76566" y="26673"/>
                  </a:lnTo>
                  <a:lnTo>
                    <a:pt x="72142" y="29626"/>
                  </a:lnTo>
                  <a:lnTo>
                    <a:pt x="67815" y="32718"/>
                  </a:lnTo>
                  <a:lnTo>
                    <a:pt x="63588" y="35947"/>
                  </a:lnTo>
                  <a:lnTo>
                    <a:pt x="59466" y="39308"/>
                  </a:lnTo>
                  <a:lnTo>
                    <a:pt x="55453" y="42798"/>
                  </a:lnTo>
                  <a:lnTo>
                    <a:pt x="51553" y="46415"/>
                  </a:lnTo>
                  <a:lnTo>
                    <a:pt x="47771" y="50153"/>
                  </a:lnTo>
                  <a:lnTo>
                    <a:pt x="44109" y="54010"/>
                  </a:lnTo>
                  <a:lnTo>
                    <a:pt x="40571" y="57982"/>
                  </a:lnTo>
                  <a:lnTo>
                    <a:pt x="37162" y="62064"/>
                  </a:lnTo>
                  <a:lnTo>
                    <a:pt x="33884" y="66253"/>
                  </a:lnTo>
                  <a:lnTo>
                    <a:pt x="30741" y="70543"/>
                  </a:lnTo>
                  <a:lnTo>
                    <a:pt x="27737" y="74932"/>
                  </a:lnTo>
                  <a:lnTo>
                    <a:pt x="24873" y="79414"/>
                  </a:lnTo>
                  <a:lnTo>
                    <a:pt x="22153" y="83984"/>
                  </a:lnTo>
                  <a:lnTo>
                    <a:pt x="19581" y="88639"/>
                  </a:lnTo>
                  <a:lnTo>
                    <a:pt x="17157" y="93373"/>
                  </a:lnTo>
                  <a:lnTo>
                    <a:pt x="14886" y="98182"/>
                  </a:lnTo>
                  <a:lnTo>
                    <a:pt x="12768" y="103061"/>
                  </a:lnTo>
                  <a:lnTo>
                    <a:pt x="10807" y="108005"/>
                  </a:lnTo>
                  <a:lnTo>
                    <a:pt x="9004" y="113009"/>
                  </a:lnTo>
                  <a:lnTo>
                    <a:pt x="7361" y="118067"/>
                  </a:lnTo>
                  <a:lnTo>
                    <a:pt x="5880" y="123175"/>
                  </a:lnTo>
                  <a:lnTo>
                    <a:pt x="4562" y="128328"/>
                  </a:lnTo>
                  <a:lnTo>
                    <a:pt x="3409" y="133520"/>
                  </a:lnTo>
                  <a:lnTo>
                    <a:pt x="2422" y="138746"/>
                  </a:lnTo>
                  <a:lnTo>
                    <a:pt x="1601" y="144001"/>
                  </a:lnTo>
                  <a:lnTo>
                    <a:pt x="948" y="149279"/>
                  </a:lnTo>
                  <a:lnTo>
                    <a:pt x="463" y="154576"/>
                  </a:lnTo>
                  <a:lnTo>
                    <a:pt x="147" y="159885"/>
                  </a:lnTo>
                  <a:lnTo>
                    <a:pt x="0" y="165202"/>
                  </a:lnTo>
                  <a:lnTo>
                    <a:pt x="22" y="170520"/>
                  </a:lnTo>
                  <a:lnTo>
                    <a:pt x="213" y="175835"/>
                  </a:lnTo>
                  <a:lnTo>
                    <a:pt x="573" y="181142"/>
                  </a:lnTo>
                  <a:lnTo>
                    <a:pt x="1102" y="186434"/>
                  </a:lnTo>
                  <a:lnTo>
                    <a:pt x="1799" y="191706"/>
                  </a:lnTo>
                  <a:lnTo>
                    <a:pt x="2663" y="196954"/>
                  </a:lnTo>
                  <a:lnTo>
                    <a:pt x="3694" y="202172"/>
                  </a:lnTo>
                  <a:lnTo>
                    <a:pt x="4890" y="207354"/>
                  </a:lnTo>
                  <a:lnTo>
                    <a:pt x="6251" y="212496"/>
                  </a:lnTo>
                  <a:lnTo>
                    <a:pt x="7774" y="217592"/>
                  </a:lnTo>
                  <a:lnTo>
                    <a:pt x="9459" y="222636"/>
                  </a:lnTo>
                  <a:lnTo>
                    <a:pt x="11304" y="227625"/>
                  </a:lnTo>
                  <a:lnTo>
                    <a:pt x="13306" y="232552"/>
                  </a:lnTo>
                  <a:lnTo>
                    <a:pt x="15464" y="237413"/>
                  </a:lnTo>
                  <a:lnTo>
                    <a:pt x="17775" y="242203"/>
                  </a:lnTo>
                  <a:lnTo>
                    <a:pt x="20238" y="246917"/>
                  </a:lnTo>
                  <a:lnTo>
                    <a:pt x="22849" y="251551"/>
                  </a:lnTo>
                  <a:lnTo>
                    <a:pt x="25606" y="256099"/>
                  </a:lnTo>
                  <a:lnTo>
                    <a:pt x="28507" y="260557"/>
                  </a:lnTo>
                  <a:lnTo>
                    <a:pt x="31548" y="264920"/>
                  </a:lnTo>
                  <a:lnTo>
                    <a:pt x="34726" y="269184"/>
                  </a:lnTo>
                  <a:lnTo>
                    <a:pt x="38039" y="273345"/>
                  </a:lnTo>
                  <a:lnTo>
                    <a:pt x="41482" y="277399"/>
                  </a:lnTo>
                  <a:lnTo>
                    <a:pt x="45052" y="281341"/>
                  </a:lnTo>
                  <a:lnTo>
                    <a:pt x="48746" y="285168"/>
                  </a:lnTo>
                  <a:lnTo>
                    <a:pt x="52560" y="288875"/>
                  </a:lnTo>
                  <a:lnTo>
                    <a:pt x="56490" y="292459"/>
                  </a:lnTo>
                  <a:lnTo>
                    <a:pt x="60531" y="295916"/>
                  </a:lnTo>
                  <a:lnTo>
                    <a:pt x="64681" y="299243"/>
                  </a:lnTo>
                  <a:lnTo>
                    <a:pt x="68934" y="302436"/>
                  </a:lnTo>
                  <a:lnTo>
                    <a:pt x="73287" y="305492"/>
                  </a:lnTo>
                  <a:lnTo>
                    <a:pt x="77735" y="308408"/>
                  </a:lnTo>
                  <a:lnTo>
                    <a:pt x="82274" y="311181"/>
                  </a:lnTo>
                  <a:lnTo>
                    <a:pt x="86898" y="313808"/>
                  </a:lnTo>
                  <a:lnTo>
                    <a:pt x="91603" y="316287"/>
                  </a:lnTo>
                  <a:lnTo>
                    <a:pt x="96385" y="318615"/>
                  </a:lnTo>
                  <a:lnTo>
                    <a:pt x="101239" y="320790"/>
                  </a:lnTo>
                  <a:lnTo>
                    <a:pt x="106159" y="322809"/>
                  </a:lnTo>
                  <a:lnTo>
                    <a:pt x="111142" y="324671"/>
                  </a:lnTo>
                  <a:lnTo>
                    <a:pt x="116180" y="326373"/>
                  </a:lnTo>
                  <a:lnTo>
                    <a:pt x="121271" y="327914"/>
                  </a:lnTo>
                  <a:lnTo>
                    <a:pt x="126408" y="329292"/>
                  </a:lnTo>
                  <a:lnTo>
                    <a:pt x="131586" y="330506"/>
                  </a:lnTo>
                  <a:lnTo>
                    <a:pt x="136800" y="331555"/>
                  </a:lnTo>
                  <a:lnTo>
                    <a:pt x="142045" y="332438"/>
                  </a:lnTo>
                  <a:lnTo>
                    <a:pt x="147315" y="333153"/>
                  </a:lnTo>
                  <a:lnTo>
                    <a:pt x="152605" y="333700"/>
                  </a:lnTo>
                  <a:lnTo>
                    <a:pt x="157910" y="334079"/>
                  </a:lnTo>
                  <a:lnTo>
                    <a:pt x="163225" y="334288"/>
                  </a:lnTo>
                  <a:lnTo>
                    <a:pt x="168543" y="334329"/>
                  </a:lnTo>
                  <a:lnTo>
                    <a:pt x="173860" y="334200"/>
                  </a:lnTo>
                  <a:lnTo>
                    <a:pt x="179170" y="333902"/>
                  </a:lnTo>
                  <a:lnTo>
                    <a:pt x="184469" y="333435"/>
                  </a:lnTo>
                  <a:lnTo>
                    <a:pt x="189749" y="332801"/>
                  </a:lnTo>
                  <a:lnTo>
                    <a:pt x="195007" y="331998"/>
                  </a:lnTo>
                  <a:lnTo>
                    <a:pt x="200236" y="331029"/>
                  </a:lnTo>
                  <a:lnTo>
                    <a:pt x="205432" y="329893"/>
                  </a:lnTo>
                  <a:lnTo>
                    <a:pt x="210589" y="328593"/>
                  </a:lnTo>
                  <a:lnTo>
                    <a:pt x="215703" y="327130"/>
                  </a:lnTo>
                  <a:lnTo>
                    <a:pt x="220767" y="325504"/>
                  </a:lnTo>
                  <a:lnTo>
                    <a:pt x="225777" y="323719"/>
                  </a:lnTo>
                  <a:lnTo>
                    <a:pt x="230727" y="321775"/>
                  </a:lnTo>
                  <a:lnTo>
                    <a:pt x="235613" y="31967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380988"/>
              <a:ext cx="68457" cy="152507"/>
            </a:xfrm>
            <a:custGeom>
              <a:avLst/>
              <a:pathLst>
                <a:path w="68457" h="152507">
                  <a:moveTo>
                    <a:pt x="68457" y="1525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380988"/>
              <a:ext cx="154549" cy="152507"/>
            </a:xfrm>
            <a:custGeom>
              <a:avLst/>
              <a:pathLst>
                <a:path w="154549" h="152507">
                  <a:moveTo>
                    <a:pt x="68457" y="152507"/>
                  </a:moveTo>
                  <a:lnTo>
                    <a:pt x="73444" y="150169"/>
                  </a:lnTo>
                  <a:lnTo>
                    <a:pt x="78352" y="147668"/>
                  </a:lnTo>
                  <a:lnTo>
                    <a:pt x="83174" y="145006"/>
                  </a:lnTo>
                  <a:lnTo>
                    <a:pt x="87906" y="142187"/>
                  </a:lnTo>
                  <a:lnTo>
                    <a:pt x="92543" y="139214"/>
                  </a:lnTo>
                  <a:lnTo>
                    <a:pt x="97079" y="136090"/>
                  </a:lnTo>
                  <a:lnTo>
                    <a:pt x="101509" y="132818"/>
                  </a:lnTo>
                  <a:lnTo>
                    <a:pt x="105830" y="129402"/>
                  </a:lnTo>
                  <a:lnTo>
                    <a:pt x="110035" y="125845"/>
                  </a:lnTo>
                  <a:lnTo>
                    <a:pt x="114122" y="122151"/>
                  </a:lnTo>
                  <a:lnTo>
                    <a:pt x="118084" y="118326"/>
                  </a:lnTo>
                  <a:lnTo>
                    <a:pt x="121918" y="114371"/>
                  </a:lnTo>
                  <a:lnTo>
                    <a:pt x="125620" y="110293"/>
                  </a:lnTo>
                  <a:lnTo>
                    <a:pt x="129185" y="106094"/>
                  </a:lnTo>
                  <a:lnTo>
                    <a:pt x="132610" y="101781"/>
                  </a:lnTo>
                  <a:lnTo>
                    <a:pt x="135891" y="97357"/>
                  </a:lnTo>
                  <a:lnTo>
                    <a:pt x="139025" y="92827"/>
                  </a:lnTo>
                  <a:lnTo>
                    <a:pt x="142007" y="88197"/>
                  </a:lnTo>
                  <a:lnTo>
                    <a:pt x="144836" y="83470"/>
                  </a:lnTo>
                  <a:lnTo>
                    <a:pt x="147507" y="78654"/>
                  </a:lnTo>
                  <a:lnTo>
                    <a:pt x="150018" y="73751"/>
                  </a:lnTo>
                  <a:lnTo>
                    <a:pt x="152366" y="68769"/>
                  </a:lnTo>
                  <a:lnTo>
                    <a:pt x="154549" y="637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213821"/>
              <a:ext cx="167165" cy="230880"/>
            </a:xfrm>
            <a:custGeom>
              <a:avLst/>
              <a:pathLst>
                <a:path w="167165" h="230880">
                  <a:moveTo>
                    <a:pt x="154549" y="230880"/>
                  </a:moveTo>
                  <a:lnTo>
                    <a:pt x="156518" y="225877"/>
                  </a:lnTo>
                  <a:lnTo>
                    <a:pt x="158325" y="220814"/>
                  </a:lnTo>
                  <a:lnTo>
                    <a:pt x="159968" y="215695"/>
                  </a:lnTo>
                  <a:lnTo>
                    <a:pt x="161446" y="210526"/>
                  </a:lnTo>
                  <a:lnTo>
                    <a:pt x="162757" y="205312"/>
                  </a:lnTo>
                  <a:lnTo>
                    <a:pt x="163899" y="200059"/>
                  </a:lnTo>
                  <a:lnTo>
                    <a:pt x="164872" y="194772"/>
                  </a:lnTo>
                  <a:lnTo>
                    <a:pt x="165674" y="189456"/>
                  </a:lnTo>
                  <a:lnTo>
                    <a:pt x="166305" y="184117"/>
                  </a:lnTo>
                  <a:lnTo>
                    <a:pt x="166764" y="178761"/>
                  </a:lnTo>
                  <a:lnTo>
                    <a:pt x="167051" y="173392"/>
                  </a:lnTo>
                  <a:lnTo>
                    <a:pt x="167165" y="168018"/>
                  </a:lnTo>
                  <a:lnTo>
                    <a:pt x="167106" y="162642"/>
                  </a:lnTo>
                  <a:lnTo>
                    <a:pt x="166874" y="157271"/>
                  </a:lnTo>
                  <a:lnTo>
                    <a:pt x="166469" y="151910"/>
                  </a:lnTo>
                  <a:lnTo>
                    <a:pt x="165893" y="146565"/>
                  </a:lnTo>
                  <a:lnTo>
                    <a:pt x="165144" y="141241"/>
                  </a:lnTo>
                  <a:lnTo>
                    <a:pt x="164225" y="135944"/>
                  </a:lnTo>
                  <a:lnTo>
                    <a:pt x="163136" y="130680"/>
                  </a:lnTo>
                  <a:lnTo>
                    <a:pt x="161879" y="125453"/>
                  </a:lnTo>
                  <a:lnTo>
                    <a:pt x="160454" y="120269"/>
                  </a:lnTo>
                  <a:lnTo>
                    <a:pt x="158863" y="115134"/>
                  </a:lnTo>
                  <a:lnTo>
                    <a:pt x="157107" y="110053"/>
                  </a:lnTo>
                  <a:lnTo>
                    <a:pt x="155190" y="105030"/>
                  </a:lnTo>
                  <a:lnTo>
                    <a:pt x="153111" y="100072"/>
                  </a:lnTo>
                  <a:lnTo>
                    <a:pt x="150875" y="95184"/>
                  </a:lnTo>
                  <a:lnTo>
                    <a:pt x="148482" y="90369"/>
                  </a:lnTo>
                  <a:lnTo>
                    <a:pt x="145936" y="85635"/>
                  </a:lnTo>
                  <a:lnTo>
                    <a:pt x="143239" y="80984"/>
                  </a:lnTo>
                  <a:lnTo>
                    <a:pt x="140393" y="76423"/>
                  </a:lnTo>
                  <a:lnTo>
                    <a:pt x="137403" y="71955"/>
                  </a:lnTo>
                  <a:lnTo>
                    <a:pt x="134270" y="67586"/>
                  </a:lnTo>
                  <a:lnTo>
                    <a:pt x="130999" y="63320"/>
                  </a:lnTo>
                  <a:lnTo>
                    <a:pt x="127592" y="59162"/>
                  </a:lnTo>
                  <a:lnTo>
                    <a:pt x="124053" y="55115"/>
                  </a:lnTo>
                  <a:lnTo>
                    <a:pt x="120386" y="51184"/>
                  </a:lnTo>
                  <a:lnTo>
                    <a:pt x="116594" y="47373"/>
                  </a:lnTo>
                  <a:lnTo>
                    <a:pt x="112682" y="43685"/>
                  </a:lnTo>
                  <a:lnTo>
                    <a:pt x="108653" y="40126"/>
                  </a:lnTo>
                  <a:lnTo>
                    <a:pt x="104511" y="36698"/>
                  </a:lnTo>
                  <a:lnTo>
                    <a:pt x="100262" y="33405"/>
                  </a:lnTo>
                  <a:lnTo>
                    <a:pt x="95909" y="30250"/>
                  </a:lnTo>
                  <a:lnTo>
                    <a:pt x="91457" y="27237"/>
                  </a:lnTo>
                  <a:lnTo>
                    <a:pt x="86910" y="24368"/>
                  </a:lnTo>
                  <a:lnTo>
                    <a:pt x="82273" y="21647"/>
                  </a:lnTo>
                  <a:lnTo>
                    <a:pt x="77552" y="19077"/>
                  </a:lnTo>
                  <a:lnTo>
                    <a:pt x="72750" y="16660"/>
                  </a:lnTo>
                  <a:lnTo>
                    <a:pt x="67872" y="14398"/>
                  </a:lnTo>
                  <a:lnTo>
                    <a:pt x="62925" y="12295"/>
                  </a:lnTo>
                  <a:lnTo>
                    <a:pt x="57912" y="10352"/>
                  </a:lnTo>
                  <a:lnTo>
                    <a:pt x="52840" y="8571"/>
                  </a:lnTo>
                  <a:lnTo>
                    <a:pt x="47713" y="6953"/>
                  </a:lnTo>
                  <a:lnTo>
                    <a:pt x="42537" y="5502"/>
                  </a:lnTo>
                  <a:lnTo>
                    <a:pt x="37316" y="4218"/>
                  </a:lnTo>
                  <a:lnTo>
                    <a:pt x="32057" y="3102"/>
                  </a:lnTo>
                  <a:lnTo>
                    <a:pt x="26765" y="2156"/>
                  </a:lnTo>
                  <a:lnTo>
                    <a:pt x="21445" y="1381"/>
                  </a:lnTo>
                  <a:lnTo>
                    <a:pt x="16103" y="777"/>
                  </a:lnTo>
                  <a:lnTo>
                    <a:pt x="10745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51850" y="3707720"/>
              <a:ext cx="190891" cy="334316"/>
            </a:xfrm>
            <a:custGeom>
              <a:avLst/>
              <a:pathLst>
                <a:path w="190891" h="334316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6" y="764"/>
                  </a:lnTo>
                  <a:lnTo>
                    <a:pt x="145899" y="1357"/>
                  </a:lnTo>
                  <a:lnTo>
                    <a:pt x="140624" y="2119"/>
                  </a:lnTo>
                  <a:lnTo>
                    <a:pt x="135376" y="3049"/>
                  </a:lnTo>
                  <a:lnTo>
                    <a:pt x="130160" y="4146"/>
                  </a:lnTo>
                  <a:lnTo>
                    <a:pt x="124982" y="5408"/>
                  </a:lnTo>
                  <a:lnTo>
                    <a:pt x="119847" y="6835"/>
                  </a:lnTo>
                  <a:lnTo>
                    <a:pt x="114760" y="8425"/>
                  </a:lnTo>
                  <a:lnTo>
                    <a:pt x="109726" y="10176"/>
                  </a:lnTo>
                  <a:lnTo>
                    <a:pt x="104751" y="12086"/>
                  </a:lnTo>
                  <a:lnTo>
                    <a:pt x="99839" y="14155"/>
                  </a:lnTo>
                  <a:lnTo>
                    <a:pt x="94995" y="16379"/>
                  </a:lnTo>
                  <a:lnTo>
                    <a:pt x="90225" y="18756"/>
                  </a:lnTo>
                  <a:lnTo>
                    <a:pt x="85533" y="21284"/>
                  </a:lnTo>
                  <a:lnTo>
                    <a:pt x="80924" y="23960"/>
                  </a:lnTo>
                  <a:lnTo>
                    <a:pt x="76403" y="26782"/>
                  </a:lnTo>
                  <a:lnTo>
                    <a:pt x="71974" y="29747"/>
                  </a:lnTo>
                  <a:lnTo>
                    <a:pt x="67641" y="32851"/>
                  </a:lnTo>
                  <a:lnTo>
                    <a:pt x="63410" y="36092"/>
                  </a:lnTo>
                  <a:lnTo>
                    <a:pt x="59284" y="39466"/>
                  </a:lnTo>
                  <a:lnTo>
                    <a:pt x="55268" y="42970"/>
                  </a:lnTo>
                  <a:lnTo>
                    <a:pt x="51366" y="46600"/>
                  </a:lnTo>
                  <a:lnTo>
                    <a:pt x="47581" y="50352"/>
                  </a:lnTo>
                  <a:lnTo>
                    <a:pt x="43918" y="54224"/>
                  </a:lnTo>
                  <a:lnTo>
                    <a:pt x="40380" y="58210"/>
                  </a:lnTo>
                  <a:lnTo>
                    <a:pt x="36971" y="62307"/>
                  </a:lnTo>
                  <a:lnTo>
                    <a:pt x="33695" y="66510"/>
                  </a:lnTo>
                  <a:lnTo>
                    <a:pt x="30554" y="70816"/>
                  </a:lnTo>
                  <a:lnTo>
                    <a:pt x="27552" y="75220"/>
                  </a:lnTo>
                  <a:lnTo>
                    <a:pt x="24692" y="79717"/>
                  </a:lnTo>
                  <a:lnTo>
                    <a:pt x="21976" y="84303"/>
                  </a:lnTo>
                  <a:lnTo>
                    <a:pt x="19409" y="88974"/>
                  </a:lnTo>
                  <a:lnTo>
                    <a:pt x="16991" y="93723"/>
                  </a:lnTo>
                  <a:lnTo>
                    <a:pt x="14726" y="98548"/>
                  </a:lnTo>
                  <a:lnTo>
                    <a:pt x="12616" y="103442"/>
                  </a:lnTo>
                  <a:lnTo>
                    <a:pt x="10663" y="108401"/>
                  </a:lnTo>
                  <a:lnTo>
                    <a:pt x="8869" y="113420"/>
                  </a:lnTo>
                  <a:lnTo>
                    <a:pt x="7236" y="118493"/>
                  </a:lnTo>
                  <a:lnTo>
                    <a:pt x="5766" y="123616"/>
                  </a:lnTo>
                  <a:lnTo>
                    <a:pt x="4460" y="128783"/>
                  </a:lnTo>
                  <a:lnTo>
                    <a:pt x="3319" y="133989"/>
                  </a:lnTo>
                  <a:lnTo>
                    <a:pt x="2345" y="139229"/>
                  </a:lnTo>
                  <a:lnTo>
                    <a:pt x="1538" y="144498"/>
                  </a:lnTo>
                  <a:lnTo>
                    <a:pt x="899" y="149789"/>
                  </a:lnTo>
                  <a:lnTo>
                    <a:pt x="430" y="155098"/>
                  </a:lnTo>
                  <a:lnTo>
                    <a:pt x="130" y="160419"/>
                  </a:lnTo>
                  <a:lnTo>
                    <a:pt x="0" y="165747"/>
                  </a:lnTo>
                  <a:lnTo>
                    <a:pt x="39" y="171077"/>
                  </a:lnTo>
                  <a:lnTo>
                    <a:pt x="249" y="176402"/>
                  </a:lnTo>
                  <a:lnTo>
                    <a:pt x="628" y="181719"/>
                  </a:lnTo>
                  <a:lnTo>
                    <a:pt x="1177" y="187020"/>
                  </a:lnTo>
                  <a:lnTo>
                    <a:pt x="1894" y="192301"/>
                  </a:lnTo>
                  <a:lnTo>
                    <a:pt x="2779" y="197557"/>
                  </a:lnTo>
                  <a:lnTo>
                    <a:pt x="3831" y="202782"/>
                  </a:lnTo>
                  <a:lnTo>
                    <a:pt x="5050" y="207970"/>
                  </a:lnTo>
                  <a:lnTo>
                    <a:pt x="6433" y="213117"/>
                  </a:lnTo>
                  <a:lnTo>
                    <a:pt x="7979" y="218218"/>
                  </a:lnTo>
                  <a:lnTo>
                    <a:pt x="9688" y="223266"/>
                  </a:lnTo>
                  <a:lnTo>
                    <a:pt x="11556" y="228258"/>
                  </a:lnTo>
                  <a:lnTo>
                    <a:pt x="13583" y="233187"/>
                  </a:lnTo>
                  <a:lnTo>
                    <a:pt x="15765" y="238049"/>
                  </a:lnTo>
                  <a:lnTo>
                    <a:pt x="18102" y="242840"/>
                  </a:lnTo>
                  <a:lnTo>
                    <a:pt x="20590" y="247553"/>
                  </a:lnTo>
                  <a:lnTo>
                    <a:pt x="23227" y="252184"/>
                  </a:lnTo>
                  <a:lnTo>
                    <a:pt x="26010" y="256730"/>
                  </a:lnTo>
                  <a:lnTo>
                    <a:pt x="28937" y="261184"/>
                  </a:lnTo>
                  <a:lnTo>
                    <a:pt x="32005" y="265542"/>
                  </a:lnTo>
                  <a:lnTo>
                    <a:pt x="35209" y="269801"/>
                  </a:lnTo>
                  <a:lnTo>
                    <a:pt x="38548" y="273955"/>
                  </a:lnTo>
                  <a:lnTo>
                    <a:pt x="42018" y="278001"/>
                  </a:lnTo>
                  <a:lnTo>
                    <a:pt x="45615" y="281934"/>
                  </a:lnTo>
                  <a:lnTo>
                    <a:pt x="49335" y="285750"/>
                  </a:lnTo>
                  <a:lnTo>
                    <a:pt x="53175" y="289446"/>
                  </a:lnTo>
                  <a:lnTo>
                    <a:pt x="57131" y="293018"/>
                  </a:lnTo>
                  <a:lnTo>
                    <a:pt x="61199" y="296461"/>
                  </a:lnTo>
                  <a:lnTo>
                    <a:pt x="65374" y="299773"/>
                  </a:lnTo>
                  <a:lnTo>
                    <a:pt x="69653" y="302951"/>
                  </a:lnTo>
                  <a:lnTo>
                    <a:pt x="74031" y="305990"/>
                  </a:lnTo>
                  <a:lnTo>
                    <a:pt x="78504" y="308888"/>
                  </a:lnTo>
                  <a:lnTo>
                    <a:pt x="83067" y="311643"/>
                  </a:lnTo>
                  <a:lnTo>
                    <a:pt x="87716" y="314250"/>
                  </a:lnTo>
                  <a:lnTo>
                    <a:pt x="92445" y="316708"/>
                  </a:lnTo>
                  <a:lnTo>
                    <a:pt x="97250" y="319014"/>
                  </a:lnTo>
                  <a:lnTo>
                    <a:pt x="102126" y="321165"/>
                  </a:lnTo>
                  <a:lnTo>
                    <a:pt x="107068" y="323160"/>
                  </a:lnTo>
                  <a:lnTo>
                    <a:pt x="112072" y="324996"/>
                  </a:lnTo>
                  <a:lnTo>
                    <a:pt x="117131" y="326672"/>
                  </a:lnTo>
                  <a:lnTo>
                    <a:pt x="122241" y="328186"/>
                  </a:lnTo>
                  <a:lnTo>
                    <a:pt x="127397" y="329536"/>
                  </a:lnTo>
                  <a:lnTo>
                    <a:pt x="132593" y="330721"/>
                  </a:lnTo>
                  <a:lnTo>
                    <a:pt x="137825" y="331740"/>
                  </a:lnTo>
                  <a:lnTo>
                    <a:pt x="143086" y="332592"/>
                  </a:lnTo>
                  <a:lnTo>
                    <a:pt x="148372" y="333275"/>
                  </a:lnTo>
                  <a:lnTo>
                    <a:pt x="153676" y="333790"/>
                  </a:lnTo>
                  <a:lnTo>
                    <a:pt x="158995" y="334135"/>
                  </a:lnTo>
                  <a:lnTo>
                    <a:pt x="164322" y="334310"/>
                  </a:lnTo>
                  <a:lnTo>
                    <a:pt x="169651" y="334316"/>
                  </a:lnTo>
                  <a:lnTo>
                    <a:pt x="174978" y="334151"/>
                  </a:lnTo>
                  <a:lnTo>
                    <a:pt x="180298" y="333817"/>
                  </a:lnTo>
                  <a:lnTo>
                    <a:pt x="185604" y="333314"/>
                  </a:lnTo>
                  <a:lnTo>
                    <a:pt x="190891" y="33264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11962"/>
              <a:ext cx="167164" cy="328400"/>
            </a:xfrm>
            <a:custGeom>
              <a:avLst/>
              <a:pathLst>
                <a:path w="167164" h="328400">
                  <a:moveTo>
                    <a:pt x="23729" y="328400"/>
                  </a:moveTo>
                  <a:lnTo>
                    <a:pt x="28991" y="327560"/>
                  </a:lnTo>
                  <a:lnTo>
                    <a:pt x="34224" y="326552"/>
                  </a:lnTo>
                  <a:lnTo>
                    <a:pt x="39422" y="325378"/>
                  </a:lnTo>
                  <a:lnTo>
                    <a:pt x="44580" y="324039"/>
                  </a:lnTo>
                  <a:lnTo>
                    <a:pt x="49692" y="322536"/>
                  </a:lnTo>
                  <a:lnTo>
                    <a:pt x="54754" y="320871"/>
                  </a:lnTo>
                  <a:lnTo>
                    <a:pt x="59761" y="319046"/>
                  </a:lnTo>
                  <a:lnTo>
                    <a:pt x="64706" y="317062"/>
                  </a:lnTo>
                  <a:lnTo>
                    <a:pt x="69586" y="314921"/>
                  </a:lnTo>
                  <a:lnTo>
                    <a:pt x="74395" y="312626"/>
                  </a:lnTo>
                  <a:lnTo>
                    <a:pt x="79129" y="310179"/>
                  </a:lnTo>
                  <a:lnTo>
                    <a:pt x="83782" y="307582"/>
                  </a:lnTo>
                  <a:lnTo>
                    <a:pt x="88350" y="304838"/>
                  </a:lnTo>
                  <a:lnTo>
                    <a:pt x="92828" y="301950"/>
                  </a:lnTo>
                  <a:lnTo>
                    <a:pt x="97212" y="298920"/>
                  </a:lnTo>
                  <a:lnTo>
                    <a:pt x="101498" y="295753"/>
                  </a:lnTo>
                  <a:lnTo>
                    <a:pt x="105680" y="292450"/>
                  </a:lnTo>
                  <a:lnTo>
                    <a:pt x="109754" y="289016"/>
                  </a:lnTo>
                  <a:lnTo>
                    <a:pt x="113717" y="285454"/>
                  </a:lnTo>
                  <a:lnTo>
                    <a:pt x="117565" y="281767"/>
                  </a:lnTo>
                  <a:lnTo>
                    <a:pt x="121293" y="277960"/>
                  </a:lnTo>
                  <a:lnTo>
                    <a:pt x="124898" y="274035"/>
                  </a:lnTo>
                  <a:lnTo>
                    <a:pt x="128376" y="269998"/>
                  </a:lnTo>
                  <a:lnTo>
                    <a:pt x="131723" y="265852"/>
                  </a:lnTo>
                  <a:lnTo>
                    <a:pt x="134937" y="261601"/>
                  </a:lnTo>
                  <a:lnTo>
                    <a:pt x="138013" y="257250"/>
                  </a:lnTo>
                  <a:lnTo>
                    <a:pt x="140950" y="252803"/>
                  </a:lnTo>
                  <a:lnTo>
                    <a:pt x="143743" y="248265"/>
                  </a:lnTo>
                  <a:lnTo>
                    <a:pt x="146390" y="243640"/>
                  </a:lnTo>
                  <a:lnTo>
                    <a:pt x="148888" y="238933"/>
                  </a:lnTo>
                  <a:lnTo>
                    <a:pt x="151235" y="234149"/>
                  </a:lnTo>
                  <a:lnTo>
                    <a:pt x="153428" y="229293"/>
                  </a:lnTo>
                  <a:lnTo>
                    <a:pt x="155466" y="224369"/>
                  </a:lnTo>
                  <a:lnTo>
                    <a:pt x="157345" y="219382"/>
                  </a:lnTo>
                  <a:lnTo>
                    <a:pt x="159064" y="214339"/>
                  </a:lnTo>
                  <a:lnTo>
                    <a:pt x="160622" y="209243"/>
                  </a:lnTo>
                  <a:lnTo>
                    <a:pt x="162017" y="204099"/>
                  </a:lnTo>
                  <a:lnTo>
                    <a:pt x="163247" y="198915"/>
                  </a:lnTo>
                  <a:lnTo>
                    <a:pt x="164311" y="193693"/>
                  </a:lnTo>
                  <a:lnTo>
                    <a:pt x="165208" y="188440"/>
                  </a:lnTo>
                  <a:lnTo>
                    <a:pt x="165938" y="183162"/>
                  </a:lnTo>
                  <a:lnTo>
                    <a:pt x="166498" y="177863"/>
                  </a:lnTo>
                  <a:lnTo>
                    <a:pt x="166890" y="172548"/>
                  </a:lnTo>
                  <a:lnTo>
                    <a:pt x="167112" y="167224"/>
                  </a:lnTo>
                  <a:lnTo>
                    <a:pt x="167164" y="161895"/>
                  </a:lnTo>
                  <a:lnTo>
                    <a:pt x="167046" y="156568"/>
                  </a:lnTo>
                  <a:lnTo>
                    <a:pt x="166758" y="151247"/>
                  </a:lnTo>
                  <a:lnTo>
                    <a:pt x="166302" y="145938"/>
                  </a:lnTo>
                  <a:lnTo>
                    <a:pt x="165676" y="140646"/>
                  </a:lnTo>
                  <a:lnTo>
                    <a:pt x="164881" y="135377"/>
                  </a:lnTo>
                  <a:lnTo>
                    <a:pt x="163919" y="130135"/>
                  </a:lnTo>
                  <a:lnTo>
                    <a:pt x="162791" y="124927"/>
                  </a:lnTo>
                  <a:lnTo>
                    <a:pt x="161497" y="119758"/>
                  </a:lnTo>
                  <a:lnTo>
                    <a:pt x="160039" y="114632"/>
                  </a:lnTo>
                  <a:lnTo>
                    <a:pt x="158419" y="109556"/>
                  </a:lnTo>
                  <a:lnTo>
                    <a:pt x="156637" y="104534"/>
                  </a:lnTo>
                  <a:lnTo>
                    <a:pt x="154697" y="99571"/>
                  </a:lnTo>
                  <a:lnTo>
                    <a:pt x="152599" y="94673"/>
                  </a:lnTo>
                  <a:lnTo>
                    <a:pt x="150346" y="89844"/>
                  </a:lnTo>
                  <a:lnTo>
                    <a:pt x="147940" y="85089"/>
                  </a:lnTo>
                  <a:lnTo>
                    <a:pt x="145384" y="80413"/>
                  </a:lnTo>
                  <a:lnTo>
                    <a:pt x="142680" y="75821"/>
                  </a:lnTo>
                  <a:lnTo>
                    <a:pt x="139831" y="71318"/>
                  </a:lnTo>
                  <a:lnTo>
                    <a:pt x="136840" y="66907"/>
                  </a:lnTo>
                  <a:lnTo>
                    <a:pt x="133711" y="62595"/>
                  </a:lnTo>
                  <a:lnTo>
                    <a:pt x="130445" y="58384"/>
                  </a:lnTo>
                  <a:lnTo>
                    <a:pt x="127046" y="54279"/>
                  </a:lnTo>
                  <a:lnTo>
                    <a:pt x="123519" y="50285"/>
                  </a:lnTo>
                  <a:lnTo>
                    <a:pt x="119866" y="46405"/>
                  </a:lnTo>
                  <a:lnTo>
                    <a:pt x="116091" y="42644"/>
                  </a:lnTo>
                  <a:lnTo>
                    <a:pt x="112199" y="39005"/>
                  </a:lnTo>
                  <a:lnTo>
                    <a:pt x="108192" y="35492"/>
                  </a:lnTo>
                  <a:lnTo>
                    <a:pt x="104075" y="32108"/>
                  </a:lnTo>
                  <a:lnTo>
                    <a:pt x="99853" y="28857"/>
                  </a:lnTo>
                  <a:lnTo>
                    <a:pt x="95529" y="25743"/>
                  </a:lnTo>
                  <a:lnTo>
                    <a:pt x="91108" y="22768"/>
                  </a:lnTo>
                  <a:lnTo>
                    <a:pt x="86594" y="19935"/>
                  </a:lnTo>
                  <a:lnTo>
                    <a:pt x="81993" y="17248"/>
                  </a:lnTo>
                  <a:lnTo>
                    <a:pt x="77308" y="14708"/>
                  </a:lnTo>
                  <a:lnTo>
                    <a:pt x="72545" y="12320"/>
                  </a:lnTo>
                  <a:lnTo>
                    <a:pt x="67708" y="10084"/>
                  </a:lnTo>
                  <a:lnTo>
                    <a:pt x="62802" y="8004"/>
                  </a:lnTo>
                  <a:lnTo>
                    <a:pt x="57832" y="6081"/>
                  </a:lnTo>
                  <a:lnTo>
                    <a:pt x="52803" y="4317"/>
                  </a:lnTo>
                  <a:lnTo>
                    <a:pt x="47721" y="2715"/>
                  </a:lnTo>
                  <a:lnTo>
                    <a:pt x="42591" y="1275"/>
                  </a:lnTo>
                  <a:lnTo>
                    <a:pt x="37417" y="0"/>
                  </a:lnTo>
                  <a:lnTo>
                    <a:pt x="0" y="1629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20"/>
              <a:ext cx="37417" cy="167167"/>
            </a:xfrm>
            <a:custGeom>
              <a:avLst/>
              <a:pathLst>
                <a:path w="37417" h="167167">
                  <a:moveTo>
                    <a:pt x="37417" y="4241"/>
                  </a:moveTo>
                  <a:lnTo>
                    <a:pt x="31262" y="2949"/>
                  </a:lnTo>
                  <a:lnTo>
                    <a:pt x="25063" y="1889"/>
                  </a:lnTo>
                  <a:lnTo>
                    <a:pt x="18828" y="1063"/>
                  </a:lnTo>
                  <a:lnTo>
                    <a:pt x="12567" y="473"/>
                  </a:lnTo>
                  <a:lnTo>
                    <a:pt x="6288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2025-06-06T05:12:50Z</dcterms:modified>
  <cp:category/>
</cp:coreProperties>
</file>