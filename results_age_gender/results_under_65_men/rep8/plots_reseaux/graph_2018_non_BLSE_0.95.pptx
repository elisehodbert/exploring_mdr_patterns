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222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488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19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135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83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850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2088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436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116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21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408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510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133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350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309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551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479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610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1653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550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885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098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2598" y="3170392"/>
              <a:ext cx="1180" cy="167167"/>
            </a:xfrm>
            <a:custGeom>
              <a:avLst/>
              <a:pathLst>
                <a:path w="1180" h="167167">
                  <a:moveTo>
                    <a:pt x="1180" y="0"/>
                  </a:moveTo>
                  <a:lnTo>
                    <a:pt x="0" y="4"/>
                  </a:lnTo>
                  <a:lnTo>
                    <a:pt x="118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598" y="3170396"/>
              <a:ext cx="1180" cy="167163"/>
            </a:xfrm>
            <a:custGeom>
              <a:avLst/>
              <a:pathLst>
                <a:path w="1180" h="167163">
                  <a:moveTo>
                    <a:pt x="0" y="0"/>
                  </a:moveTo>
                  <a:lnTo>
                    <a:pt x="1180" y="167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816628" y="3170396"/>
              <a:ext cx="334314" cy="334329"/>
            </a:xfrm>
            <a:custGeom>
              <a:avLst/>
              <a:pathLst>
                <a:path w="334314" h="334329">
                  <a:moveTo>
                    <a:pt x="165970" y="0"/>
                  </a:moveTo>
                  <a:lnTo>
                    <a:pt x="160685" y="120"/>
                  </a:lnTo>
                  <a:lnTo>
                    <a:pt x="155406" y="408"/>
                  </a:lnTo>
                  <a:lnTo>
                    <a:pt x="150138" y="863"/>
                  </a:lnTo>
                  <a:lnTo>
                    <a:pt x="144888" y="1484"/>
                  </a:lnTo>
                  <a:lnTo>
                    <a:pt x="139660" y="2271"/>
                  </a:lnTo>
                  <a:lnTo>
                    <a:pt x="134459" y="3223"/>
                  </a:lnTo>
                  <a:lnTo>
                    <a:pt x="129292" y="4339"/>
                  </a:lnTo>
                  <a:lnTo>
                    <a:pt x="124162" y="5617"/>
                  </a:lnTo>
                  <a:lnTo>
                    <a:pt x="119075" y="7058"/>
                  </a:lnTo>
                  <a:lnTo>
                    <a:pt x="114036" y="8658"/>
                  </a:lnTo>
                  <a:lnTo>
                    <a:pt x="109050" y="10417"/>
                  </a:lnTo>
                  <a:lnTo>
                    <a:pt x="104122" y="12333"/>
                  </a:lnTo>
                  <a:lnTo>
                    <a:pt x="99258" y="14403"/>
                  </a:lnTo>
                  <a:lnTo>
                    <a:pt x="94461" y="16627"/>
                  </a:lnTo>
                  <a:lnTo>
                    <a:pt x="89737" y="19000"/>
                  </a:lnTo>
                  <a:lnTo>
                    <a:pt x="85090" y="21523"/>
                  </a:lnTo>
                  <a:lnTo>
                    <a:pt x="80526" y="24190"/>
                  </a:lnTo>
                  <a:lnTo>
                    <a:pt x="76048" y="27001"/>
                  </a:lnTo>
                  <a:lnTo>
                    <a:pt x="71661" y="29952"/>
                  </a:lnTo>
                  <a:lnTo>
                    <a:pt x="67370" y="33040"/>
                  </a:lnTo>
                  <a:lnTo>
                    <a:pt x="63179" y="36263"/>
                  </a:lnTo>
                  <a:lnTo>
                    <a:pt x="59091" y="39616"/>
                  </a:lnTo>
                  <a:lnTo>
                    <a:pt x="55112" y="43097"/>
                  </a:lnTo>
                  <a:lnTo>
                    <a:pt x="51245" y="46702"/>
                  </a:lnTo>
                  <a:lnTo>
                    <a:pt x="47493" y="50428"/>
                  </a:lnTo>
                  <a:lnTo>
                    <a:pt x="43862" y="54270"/>
                  </a:lnTo>
                  <a:lnTo>
                    <a:pt x="40353" y="58225"/>
                  </a:lnTo>
                  <a:lnTo>
                    <a:pt x="36972" y="62289"/>
                  </a:lnTo>
                  <a:lnTo>
                    <a:pt x="33721" y="66458"/>
                  </a:lnTo>
                  <a:lnTo>
                    <a:pt x="30603" y="70728"/>
                  </a:lnTo>
                  <a:lnTo>
                    <a:pt x="27622" y="75094"/>
                  </a:lnTo>
                  <a:lnTo>
                    <a:pt x="24780" y="79552"/>
                  </a:lnTo>
                  <a:lnTo>
                    <a:pt x="22081" y="84098"/>
                  </a:lnTo>
                  <a:lnTo>
                    <a:pt x="19527" y="88727"/>
                  </a:lnTo>
                  <a:lnTo>
                    <a:pt x="17120" y="93435"/>
                  </a:lnTo>
                  <a:lnTo>
                    <a:pt x="14864" y="98216"/>
                  </a:lnTo>
                  <a:lnTo>
                    <a:pt x="12760" y="103066"/>
                  </a:lnTo>
                  <a:lnTo>
                    <a:pt x="10810" y="107981"/>
                  </a:lnTo>
                  <a:lnTo>
                    <a:pt x="9017" y="112954"/>
                  </a:lnTo>
                  <a:lnTo>
                    <a:pt x="7381" y="117982"/>
                  </a:lnTo>
                  <a:lnTo>
                    <a:pt x="5906" y="123059"/>
                  </a:lnTo>
                  <a:lnTo>
                    <a:pt x="4592" y="128180"/>
                  </a:lnTo>
                  <a:lnTo>
                    <a:pt x="3441" y="133340"/>
                  </a:lnTo>
                  <a:lnTo>
                    <a:pt x="2453" y="138534"/>
                  </a:lnTo>
                  <a:lnTo>
                    <a:pt x="1630" y="143756"/>
                  </a:lnTo>
                  <a:lnTo>
                    <a:pt x="973" y="149002"/>
                  </a:lnTo>
                  <a:lnTo>
                    <a:pt x="481" y="154266"/>
                  </a:lnTo>
                  <a:lnTo>
                    <a:pt x="157" y="159543"/>
                  </a:lnTo>
                  <a:lnTo>
                    <a:pt x="0" y="164828"/>
                  </a:lnTo>
                  <a:lnTo>
                    <a:pt x="9" y="170115"/>
                  </a:lnTo>
                  <a:lnTo>
                    <a:pt x="186" y="175399"/>
                  </a:lnTo>
                  <a:lnTo>
                    <a:pt x="530" y="180674"/>
                  </a:lnTo>
                  <a:lnTo>
                    <a:pt x="1041" y="185937"/>
                  </a:lnTo>
                  <a:lnTo>
                    <a:pt x="1717" y="191180"/>
                  </a:lnTo>
                  <a:lnTo>
                    <a:pt x="2560" y="196399"/>
                  </a:lnTo>
                  <a:lnTo>
                    <a:pt x="3567" y="201590"/>
                  </a:lnTo>
                  <a:lnTo>
                    <a:pt x="4737" y="206745"/>
                  </a:lnTo>
                  <a:lnTo>
                    <a:pt x="6070" y="211861"/>
                  </a:lnTo>
                  <a:lnTo>
                    <a:pt x="7564" y="216933"/>
                  </a:lnTo>
                  <a:lnTo>
                    <a:pt x="9218" y="221955"/>
                  </a:lnTo>
                  <a:lnTo>
                    <a:pt x="11029" y="226921"/>
                  </a:lnTo>
                  <a:lnTo>
                    <a:pt x="12997" y="231829"/>
                  </a:lnTo>
                  <a:lnTo>
                    <a:pt x="15119" y="236671"/>
                  </a:lnTo>
                  <a:lnTo>
                    <a:pt x="17393" y="241444"/>
                  </a:lnTo>
                  <a:lnTo>
                    <a:pt x="19817" y="246142"/>
                  </a:lnTo>
                  <a:lnTo>
                    <a:pt x="22388" y="250762"/>
                  </a:lnTo>
                  <a:lnTo>
                    <a:pt x="25104" y="255298"/>
                  </a:lnTo>
                  <a:lnTo>
                    <a:pt x="27962" y="259746"/>
                  </a:lnTo>
                  <a:lnTo>
                    <a:pt x="30960" y="264101"/>
                  </a:lnTo>
                  <a:lnTo>
                    <a:pt x="34093" y="268359"/>
                  </a:lnTo>
                  <a:lnTo>
                    <a:pt x="37360" y="272516"/>
                  </a:lnTo>
                  <a:lnTo>
                    <a:pt x="40756" y="276568"/>
                  </a:lnTo>
                  <a:lnTo>
                    <a:pt x="44279" y="280510"/>
                  </a:lnTo>
                  <a:lnTo>
                    <a:pt x="47925" y="284339"/>
                  </a:lnTo>
                  <a:lnTo>
                    <a:pt x="51690" y="288050"/>
                  </a:lnTo>
                  <a:lnTo>
                    <a:pt x="55571" y="291641"/>
                  </a:lnTo>
                  <a:lnTo>
                    <a:pt x="59563" y="295107"/>
                  </a:lnTo>
                  <a:lnTo>
                    <a:pt x="63662" y="298446"/>
                  </a:lnTo>
                  <a:lnTo>
                    <a:pt x="67866" y="301652"/>
                  </a:lnTo>
                  <a:lnTo>
                    <a:pt x="72168" y="304725"/>
                  </a:lnTo>
                  <a:lnTo>
                    <a:pt x="76566" y="307660"/>
                  </a:lnTo>
                  <a:lnTo>
                    <a:pt x="81054" y="310454"/>
                  </a:lnTo>
                  <a:lnTo>
                    <a:pt x="85628" y="313105"/>
                  </a:lnTo>
                  <a:lnTo>
                    <a:pt x="90284" y="315610"/>
                  </a:lnTo>
                  <a:lnTo>
                    <a:pt x="95017" y="317966"/>
                  </a:lnTo>
                  <a:lnTo>
                    <a:pt x="99822" y="320172"/>
                  </a:lnTo>
                  <a:lnTo>
                    <a:pt x="104694" y="322224"/>
                  </a:lnTo>
                  <a:lnTo>
                    <a:pt x="109629" y="324122"/>
                  </a:lnTo>
                  <a:lnTo>
                    <a:pt x="114621" y="325862"/>
                  </a:lnTo>
                  <a:lnTo>
                    <a:pt x="119666" y="327444"/>
                  </a:lnTo>
                  <a:lnTo>
                    <a:pt x="124758" y="328866"/>
                  </a:lnTo>
                  <a:lnTo>
                    <a:pt x="129893" y="330125"/>
                  </a:lnTo>
                  <a:lnTo>
                    <a:pt x="135065" y="331222"/>
                  </a:lnTo>
                  <a:lnTo>
                    <a:pt x="140269" y="332155"/>
                  </a:lnTo>
                  <a:lnTo>
                    <a:pt x="145500" y="332922"/>
                  </a:lnTo>
                  <a:lnTo>
                    <a:pt x="150752" y="333524"/>
                  </a:lnTo>
                  <a:lnTo>
                    <a:pt x="156021" y="333959"/>
                  </a:lnTo>
                  <a:lnTo>
                    <a:pt x="161301" y="334228"/>
                  </a:lnTo>
                  <a:lnTo>
                    <a:pt x="166587" y="334329"/>
                  </a:lnTo>
                  <a:lnTo>
                    <a:pt x="171874" y="334263"/>
                  </a:lnTo>
                  <a:lnTo>
                    <a:pt x="177155" y="334031"/>
                  </a:lnTo>
                  <a:lnTo>
                    <a:pt x="182427" y="333631"/>
                  </a:lnTo>
                  <a:lnTo>
                    <a:pt x="187684" y="333064"/>
                  </a:lnTo>
                  <a:lnTo>
                    <a:pt x="192920" y="332332"/>
                  </a:lnTo>
                  <a:lnTo>
                    <a:pt x="198130" y="331435"/>
                  </a:lnTo>
                  <a:lnTo>
                    <a:pt x="203309" y="330373"/>
                  </a:lnTo>
                  <a:lnTo>
                    <a:pt x="208452" y="329148"/>
                  </a:lnTo>
                  <a:lnTo>
                    <a:pt x="213554" y="327761"/>
                  </a:lnTo>
                  <a:lnTo>
                    <a:pt x="218609" y="326213"/>
                  </a:lnTo>
                  <a:lnTo>
                    <a:pt x="223613" y="324506"/>
                  </a:lnTo>
                  <a:lnTo>
                    <a:pt x="228560" y="322642"/>
                  </a:lnTo>
                  <a:lnTo>
                    <a:pt x="233446" y="320622"/>
                  </a:lnTo>
                  <a:lnTo>
                    <a:pt x="238266" y="318449"/>
                  </a:lnTo>
                  <a:lnTo>
                    <a:pt x="243015" y="316125"/>
                  </a:lnTo>
                  <a:lnTo>
                    <a:pt x="247687" y="313651"/>
                  </a:lnTo>
                  <a:lnTo>
                    <a:pt x="252279" y="311031"/>
                  </a:lnTo>
                  <a:lnTo>
                    <a:pt x="256786" y="308267"/>
                  </a:lnTo>
                  <a:lnTo>
                    <a:pt x="261203" y="305362"/>
                  </a:lnTo>
                  <a:lnTo>
                    <a:pt x="265527" y="302319"/>
                  </a:lnTo>
                  <a:lnTo>
                    <a:pt x="269751" y="299140"/>
                  </a:lnTo>
                  <a:lnTo>
                    <a:pt x="273874" y="295830"/>
                  </a:lnTo>
                  <a:lnTo>
                    <a:pt x="277889" y="292390"/>
                  </a:lnTo>
                  <a:lnTo>
                    <a:pt x="281794" y="288826"/>
                  </a:lnTo>
                  <a:lnTo>
                    <a:pt x="285584" y="285140"/>
                  </a:lnTo>
                  <a:lnTo>
                    <a:pt x="289255" y="281336"/>
                  </a:lnTo>
                  <a:lnTo>
                    <a:pt x="292804" y="277417"/>
                  </a:lnTo>
                  <a:lnTo>
                    <a:pt x="296228" y="273389"/>
                  </a:lnTo>
                  <a:lnTo>
                    <a:pt x="299523" y="269254"/>
                  </a:lnTo>
                  <a:lnTo>
                    <a:pt x="302685" y="265017"/>
                  </a:lnTo>
                  <a:lnTo>
                    <a:pt x="305712" y="260682"/>
                  </a:lnTo>
                  <a:lnTo>
                    <a:pt x="308600" y="256253"/>
                  </a:lnTo>
                  <a:lnTo>
                    <a:pt x="311346" y="251736"/>
                  </a:lnTo>
                  <a:lnTo>
                    <a:pt x="313948" y="247134"/>
                  </a:lnTo>
                  <a:lnTo>
                    <a:pt x="316404" y="242452"/>
                  </a:lnTo>
                  <a:lnTo>
                    <a:pt x="318710" y="237694"/>
                  </a:lnTo>
                  <a:lnTo>
                    <a:pt x="320865" y="232866"/>
                  </a:lnTo>
                  <a:lnTo>
                    <a:pt x="322866" y="227973"/>
                  </a:lnTo>
                  <a:lnTo>
                    <a:pt x="324711" y="223018"/>
                  </a:lnTo>
                  <a:lnTo>
                    <a:pt x="326398" y="218008"/>
                  </a:lnTo>
                  <a:lnTo>
                    <a:pt x="327926" y="212946"/>
                  </a:lnTo>
                  <a:lnTo>
                    <a:pt x="329294" y="207839"/>
                  </a:lnTo>
                  <a:lnTo>
                    <a:pt x="330499" y="202692"/>
                  </a:lnTo>
                  <a:lnTo>
                    <a:pt x="331541" y="197508"/>
                  </a:lnTo>
                  <a:lnTo>
                    <a:pt x="332418" y="192295"/>
                  </a:lnTo>
                  <a:lnTo>
                    <a:pt x="333130" y="187056"/>
                  </a:lnTo>
                  <a:lnTo>
                    <a:pt x="333676" y="181797"/>
                  </a:lnTo>
                  <a:lnTo>
                    <a:pt x="334056" y="176524"/>
                  </a:lnTo>
                  <a:lnTo>
                    <a:pt x="334268" y="171241"/>
                  </a:lnTo>
                  <a:lnTo>
                    <a:pt x="334314" y="165955"/>
                  </a:lnTo>
                  <a:lnTo>
                    <a:pt x="334192" y="160669"/>
                  </a:lnTo>
                  <a:lnTo>
                    <a:pt x="333903" y="155390"/>
                  </a:lnTo>
                  <a:lnTo>
                    <a:pt x="333447" y="150123"/>
                  </a:lnTo>
                  <a:lnTo>
                    <a:pt x="332825" y="144873"/>
                  </a:lnTo>
                  <a:lnTo>
                    <a:pt x="332038" y="139645"/>
                  </a:lnTo>
                  <a:lnTo>
                    <a:pt x="331085" y="134444"/>
                  </a:lnTo>
                  <a:lnTo>
                    <a:pt x="329968" y="129277"/>
                  </a:lnTo>
                  <a:lnTo>
                    <a:pt x="328689" y="124147"/>
                  </a:lnTo>
                  <a:lnTo>
                    <a:pt x="327248" y="119060"/>
                  </a:lnTo>
                  <a:lnTo>
                    <a:pt x="325647" y="114021"/>
                  </a:lnTo>
                  <a:lnTo>
                    <a:pt x="323887" y="109036"/>
                  </a:lnTo>
                  <a:lnTo>
                    <a:pt x="321970" y="104109"/>
                  </a:lnTo>
                  <a:lnTo>
                    <a:pt x="319899" y="99244"/>
                  </a:lnTo>
                  <a:lnTo>
                    <a:pt x="317675" y="94448"/>
                  </a:lnTo>
                  <a:lnTo>
                    <a:pt x="315300" y="89724"/>
                  </a:lnTo>
                  <a:lnTo>
                    <a:pt x="312777" y="85078"/>
                  </a:lnTo>
                  <a:lnTo>
                    <a:pt x="310109" y="80514"/>
                  </a:lnTo>
                  <a:lnTo>
                    <a:pt x="307297" y="76037"/>
                  </a:lnTo>
                  <a:lnTo>
                    <a:pt x="304345" y="71651"/>
                  </a:lnTo>
                  <a:lnTo>
                    <a:pt x="301256" y="67360"/>
                  </a:lnTo>
                  <a:lnTo>
                    <a:pt x="298033" y="63169"/>
                  </a:lnTo>
                  <a:lnTo>
                    <a:pt x="294679" y="59082"/>
                  </a:lnTo>
                  <a:lnTo>
                    <a:pt x="291198" y="55104"/>
                  </a:lnTo>
                  <a:lnTo>
                    <a:pt x="287592" y="51237"/>
                  </a:lnTo>
                  <a:lnTo>
                    <a:pt x="283866" y="47486"/>
                  </a:lnTo>
                  <a:lnTo>
                    <a:pt x="280023" y="43855"/>
                  </a:lnTo>
                  <a:lnTo>
                    <a:pt x="276067" y="40348"/>
                  </a:lnTo>
                  <a:lnTo>
                    <a:pt x="272003" y="36967"/>
                  </a:lnTo>
                  <a:lnTo>
                    <a:pt x="267833" y="33716"/>
                  </a:lnTo>
                  <a:lnTo>
                    <a:pt x="263563" y="30599"/>
                  </a:lnTo>
                  <a:lnTo>
                    <a:pt x="259196" y="27619"/>
                  </a:lnTo>
                  <a:lnTo>
                    <a:pt x="254737" y="24778"/>
                  </a:lnTo>
                  <a:lnTo>
                    <a:pt x="250191" y="22079"/>
                  </a:lnTo>
                  <a:lnTo>
                    <a:pt x="245561" y="19526"/>
                  </a:lnTo>
                  <a:lnTo>
                    <a:pt x="240854" y="17120"/>
                  </a:lnTo>
                  <a:lnTo>
                    <a:pt x="236072" y="14864"/>
                  </a:lnTo>
                  <a:lnTo>
                    <a:pt x="231221" y="12761"/>
                  </a:lnTo>
                  <a:lnTo>
                    <a:pt x="226307" y="10812"/>
                  </a:lnTo>
                  <a:lnTo>
                    <a:pt x="221333" y="9020"/>
                  </a:lnTo>
                  <a:lnTo>
                    <a:pt x="216305" y="7385"/>
                  </a:lnTo>
                  <a:lnTo>
                    <a:pt x="211228" y="5911"/>
                  </a:lnTo>
                  <a:lnTo>
                    <a:pt x="206107" y="4598"/>
                  </a:lnTo>
                  <a:lnTo>
                    <a:pt x="200946" y="3447"/>
                  </a:lnTo>
                  <a:lnTo>
                    <a:pt x="195752" y="2460"/>
                  </a:lnTo>
                  <a:lnTo>
                    <a:pt x="190530" y="1638"/>
                  </a:lnTo>
                  <a:lnTo>
                    <a:pt x="185284" y="982"/>
                  </a:lnTo>
                  <a:lnTo>
                    <a:pt x="180020" y="491"/>
                  </a:lnTo>
                  <a:lnTo>
                    <a:pt x="167151" y="1671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3779" y="3170392"/>
              <a:ext cx="12868" cy="167167"/>
            </a:xfrm>
            <a:custGeom>
              <a:avLst/>
              <a:pathLst>
                <a:path w="12868" h="167167">
                  <a:moveTo>
                    <a:pt x="12868" y="49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3451" y="2633064"/>
              <a:ext cx="25560" cy="167167"/>
            </a:xfrm>
            <a:custGeom>
              <a:avLst/>
              <a:pathLst>
                <a:path w="25560" h="167167">
                  <a:moveTo>
                    <a:pt x="25560" y="0"/>
                  </a:moveTo>
                  <a:lnTo>
                    <a:pt x="17010" y="218"/>
                  </a:lnTo>
                  <a:lnTo>
                    <a:pt x="8482" y="874"/>
                  </a:lnTo>
                  <a:lnTo>
                    <a:pt x="0" y="1965"/>
                  </a:lnTo>
                  <a:lnTo>
                    <a:pt x="2556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3451" y="2635029"/>
              <a:ext cx="25560" cy="165201"/>
            </a:xfrm>
            <a:custGeom>
              <a:avLst/>
              <a:pathLst>
                <a:path w="25560" h="165201">
                  <a:moveTo>
                    <a:pt x="0" y="0"/>
                  </a:moveTo>
                  <a:lnTo>
                    <a:pt x="25560" y="16520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3451" y="2635029"/>
              <a:ext cx="25560" cy="165201"/>
            </a:xfrm>
            <a:custGeom>
              <a:avLst/>
              <a:pathLst>
                <a:path w="25560" h="165201">
                  <a:moveTo>
                    <a:pt x="0" y="0"/>
                  </a:moveTo>
                  <a:lnTo>
                    <a:pt x="25560" y="16520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3451" y="2635029"/>
              <a:ext cx="25560" cy="165201"/>
            </a:xfrm>
            <a:custGeom>
              <a:avLst/>
              <a:pathLst>
                <a:path w="25560" h="165201">
                  <a:moveTo>
                    <a:pt x="0" y="0"/>
                  </a:moveTo>
                  <a:lnTo>
                    <a:pt x="25560" y="1652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3451" y="2635029"/>
              <a:ext cx="25560" cy="165201"/>
            </a:xfrm>
            <a:custGeom>
              <a:avLst/>
              <a:pathLst>
                <a:path w="25560" h="165201">
                  <a:moveTo>
                    <a:pt x="0" y="0"/>
                  </a:moveTo>
                  <a:lnTo>
                    <a:pt x="25560" y="1652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3451" y="2635029"/>
              <a:ext cx="25560" cy="165201"/>
            </a:xfrm>
            <a:custGeom>
              <a:avLst/>
              <a:pathLst>
                <a:path w="25560" h="165201">
                  <a:moveTo>
                    <a:pt x="0" y="0"/>
                  </a:moveTo>
                  <a:lnTo>
                    <a:pt x="25560" y="1652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3451" y="2635029"/>
              <a:ext cx="25560" cy="165201"/>
            </a:xfrm>
            <a:custGeom>
              <a:avLst/>
              <a:pathLst>
                <a:path w="25560" h="165201">
                  <a:moveTo>
                    <a:pt x="0" y="0"/>
                  </a:moveTo>
                  <a:lnTo>
                    <a:pt x="25560" y="1652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3451" y="2635029"/>
              <a:ext cx="25560" cy="165201"/>
            </a:xfrm>
            <a:custGeom>
              <a:avLst/>
              <a:pathLst>
                <a:path w="25560" h="165201">
                  <a:moveTo>
                    <a:pt x="0" y="0"/>
                  </a:moveTo>
                  <a:lnTo>
                    <a:pt x="25560" y="1652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3451" y="2635029"/>
              <a:ext cx="25560" cy="165201"/>
            </a:xfrm>
            <a:custGeom>
              <a:avLst/>
              <a:pathLst>
                <a:path w="25560" h="165201">
                  <a:moveTo>
                    <a:pt x="0" y="0"/>
                  </a:moveTo>
                  <a:lnTo>
                    <a:pt x="25560" y="1652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3451" y="2635029"/>
              <a:ext cx="25560" cy="165201"/>
            </a:xfrm>
            <a:custGeom>
              <a:avLst/>
              <a:pathLst>
                <a:path w="25560" h="165201">
                  <a:moveTo>
                    <a:pt x="0" y="0"/>
                  </a:moveTo>
                  <a:lnTo>
                    <a:pt x="25560" y="1652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3451" y="2635029"/>
              <a:ext cx="25560" cy="165201"/>
            </a:xfrm>
            <a:custGeom>
              <a:avLst/>
              <a:pathLst>
                <a:path w="25560" h="165201">
                  <a:moveTo>
                    <a:pt x="0" y="0"/>
                  </a:moveTo>
                  <a:lnTo>
                    <a:pt x="25560" y="1652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3451" y="2635029"/>
              <a:ext cx="25560" cy="165201"/>
            </a:xfrm>
            <a:custGeom>
              <a:avLst/>
              <a:pathLst>
                <a:path w="25560" h="165201">
                  <a:moveTo>
                    <a:pt x="0" y="0"/>
                  </a:moveTo>
                  <a:lnTo>
                    <a:pt x="25560" y="1652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3451" y="2635029"/>
              <a:ext cx="25560" cy="165201"/>
            </a:xfrm>
            <a:custGeom>
              <a:avLst/>
              <a:pathLst>
                <a:path w="25560" h="165201">
                  <a:moveTo>
                    <a:pt x="0" y="0"/>
                  </a:moveTo>
                  <a:lnTo>
                    <a:pt x="25560" y="1652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3451" y="2635029"/>
              <a:ext cx="25560" cy="165201"/>
            </a:xfrm>
            <a:custGeom>
              <a:avLst/>
              <a:pathLst>
                <a:path w="25560" h="165201">
                  <a:moveTo>
                    <a:pt x="0" y="0"/>
                  </a:moveTo>
                  <a:lnTo>
                    <a:pt x="25560" y="1652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3451" y="2635029"/>
              <a:ext cx="25560" cy="165201"/>
            </a:xfrm>
            <a:custGeom>
              <a:avLst/>
              <a:pathLst>
                <a:path w="25560" h="165201">
                  <a:moveTo>
                    <a:pt x="0" y="0"/>
                  </a:moveTo>
                  <a:lnTo>
                    <a:pt x="25560" y="1652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3451" y="2635029"/>
              <a:ext cx="25560" cy="165201"/>
            </a:xfrm>
            <a:custGeom>
              <a:avLst/>
              <a:pathLst>
                <a:path w="25560" h="165201">
                  <a:moveTo>
                    <a:pt x="0" y="0"/>
                  </a:moveTo>
                  <a:lnTo>
                    <a:pt x="25560" y="1652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3451" y="2635029"/>
              <a:ext cx="25560" cy="165201"/>
            </a:xfrm>
            <a:custGeom>
              <a:avLst/>
              <a:pathLst>
                <a:path w="25560" h="165201">
                  <a:moveTo>
                    <a:pt x="0" y="0"/>
                  </a:moveTo>
                  <a:lnTo>
                    <a:pt x="25560" y="1652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3451" y="2635029"/>
              <a:ext cx="25560" cy="165201"/>
            </a:xfrm>
            <a:custGeom>
              <a:avLst/>
              <a:pathLst>
                <a:path w="25560" h="165201">
                  <a:moveTo>
                    <a:pt x="0" y="0"/>
                  </a:moveTo>
                  <a:lnTo>
                    <a:pt x="25560" y="1652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3451" y="2635029"/>
              <a:ext cx="25560" cy="165201"/>
            </a:xfrm>
            <a:custGeom>
              <a:avLst/>
              <a:pathLst>
                <a:path w="25560" h="165201">
                  <a:moveTo>
                    <a:pt x="0" y="0"/>
                  </a:moveTo>
                  <a:lnTo>
                    <a:pt x="25560" y="1652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3451" y="2635029"/>
              <a:ext cx="25560" cy="165201"/>
            </a:xfrm>
            <a:custGeom>
              <a:avLst/>
              <a:pathLst>
                <a:path w="25560" h="165201">
                  <a:moveTo>
                    <a:pt x="0" y="0"/>
                  </a:moveTo>
                  <a:lnTo>
                    <a:pt x="25560" y="1652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3451" y="2635029"/>
              <a:ext cx="25560" cy="165201"/>
            </a:xfrm>
            <a:custGeom>
              <a:avLst/>
              <a:pathLst>
                <a:path w="25560" h="165201">
                  <a:moveTo>
                    <a:pt x="0" y="0"/>
                  </a:moveTo>
                  <a:lnTo>
                    <a:pt x="25560" y="1652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3451" y="2635029"/>
              <a:ext cx="25560" cy="165201"/>
            </a:xfrm>
            <a:custGeom>
              <a:avLst/>
              <a:pathLst>
                <a:path w="25560" h="165201">
                  <a:moveTo>
                    <a:pt x="0" y="0"/>
                  </a:moveTo>
                  <a:lnTo>
                    <a:pt x="25560" y="1652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3451" y="2635029"/>
              <a:ext cx="25560" cy="165201"/>
            </a:xfrm>
            <a:custGeom>
              <a:avLst/>
              <a:pathLst>
                <a:path w="25560" h="165201">
                  <a:moveTo>
                    <a:pt x="0" y="0"/>
                  </a:moveTo>
                  <a:lnTo>
                    <a:pt x="25560" y="1652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3451" y="2635029"/>
              <a:ext cx="25560" cy="165201"/>
            </a:xfrm>
            <a:custGeom>
              <a:avLst/>
              <a:pathLst>
                <a:path w="25560" h="165201">
                  <a:moveTo>
                    <a:pt x="0" y="0"/>
                  </a:moveTo>
                  <a:lnTo>
                    <a:pt x="25560" y="1652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3451" y="2635029"/>
              <a:ext cx="25560" cy="165201"/>
            </a:xfrm>
            <a:custGeom>
              <a:avLst/>
              <a:pathLst>
                <a:path w="25560" h="165201">
                  <a:moveTo>
                    <a:pt x="0" y="0"/>
                  </a:moveTo>
                  <a:lnTo>
                    <a:pt x="25560" y="1652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751855" y="2635029"/>
              <a:ext cx="334309" cy="332368"/>
            </a:xfrm>
            <a:custGeom>
              <a:avLst/>
              <a:pathLst>
                <a:path w="334309" h="332368">
                  <a:moveTo>
                    <a:pt x="141596" y="0"/>
                  </a:moveTo>
                  <a:lnTo>
                    <a:pt x="136364" y="894"/>
                  </a:lnTo>
                  <a:lnTo>
                    <a:pt x="131164" y="1954"/>
                  </a:lnTo>
                  <a:lnTo>
                    <a:pt x="126000" y="3179"/>
                  </a:lnTo>
                  <a:lnTo>
                    <a:pt x="120877" y="4568"/>
                  </a:lnTo>
                  <a:lnTo>
                    <a:pt x="115801" y="6118"/>
                  </a:lnTo>
                  <a:lnTo>
                    <a:pt x="110777" y="7828"/>
                  </a:lnTo>
                  <a:lnTo>
                    <a:pt x="105809" y="9697"/>
                  </a:lnTo>
                  <a:lnTo>
                    <a:pt x="100903" y="11723"/>
                  </a:lnTo>
                  <a:lnTo>
                    <a:pt x="96065" y="13904"/>
                  </a:lnTo>
                  <a:lnTo>
                    <a:pt x="91297" y="16237"/>
                  </a:lnTo>
                  <a:lnTo>
                    <a:pt x="86607" y="18720"/>
                  </a:lnTo>
                  <a:lnTo>
                    <a:pt x="81997" y="21351"/>
                  </a:lnTo>
                  <a:lnTo>
                    <a:pt x="77474" y="24127"/>
                  </a:lnTo>
                  <a:lnTo>
                    <a:pt x="73040" y="27045"/>
                  </a:lnTo>
                  <a:lnTo>
                    <a:pt x="68702" y="30102"/>
                  </a:lnTo>
                  <a:lnTo>
                    <a:pt x="64463" y="33296"/>
                  </a:lnTo>
                  <a:lnTo>
                    <a:pt x="60327" y="36622"/>
                  </a:lnTo>
                  <a:lnTo>
                    <a:pt x="56299" y="40079"/>
                  </a:lnTo>
                  <a:lnTo>
                    <a:pt x="52383" y="43661"/>
                  </a:lnTo>
                  <a:lnTo>
                    <a:pt x="48582" y="47366"/>
                  </a:lnTo>
                  <a:lnTo>
                    <a:pt x="44901" y="51189"/>
                  </a:lnTo>
                  <a:lnTo>
                    <a:pt x="41344" y="55128"/>
                  </a:lnTo>
                  <a:lnTo>
                    <a:pt x="37913" y="59177"/>
                  </a:lnTo>
                  <a:lnTo>
                    <a:pt x="34612" y="63333"/>
                  </a:lnTo>
                  <a:lnTo>
                    <a:pt x="31445" y="67592"/>
                  </a:lnTo>
                  <a:lnTo>
                    <a:pt x="28415" y="71950"/>
                  </a:lnTo>
                  <a:lnTo>
                    <a:pt x="25524" y="76401"/>
                  </a:lnTo>
                  <a:lnTo>
                    <a:pt x="22777" y="80942"/>
                  </a:lnTo>
                  <a:lnTo>
                    <a:pt x="20175" y="85568"/>
                  </a:lnTo>
                  <a:lnTo>
                    <a:pt x="17721" y="90274"/>
                  </a:lnTo>
                  <a:lnTo>
                    <a:pt x="15417" y="95056"/>
                  </a:lnTo>
                  <a:lnTo>
                    <a:pt x="13267" y="99908"/>
                  </a:lnTo>
                  <a:lnTo>
                    <a:pt x="11272" y="104826"/>
                  </a:lnTo>
                  <a:lnTo>
                    <a:pt x="9434" y="109805"/>
                  </a:lnTo>
                  <a:lnTo>
                    <a:pt x="7755" y="114840"/>
                  </a:lnTo>
                  <a:lnTo>
                    <a:pt x="6236" y="119926"/>
                  </a:lnTo>
                  <a:lnTo>
                    <a:pt x="4880" y="125057"/>
                  </a:lnTo>
                  <a:lnTo>
                    <a:pt x="3688" y="130229"/>
                  </a:lnTo>
                  <a:lnTo>
                    <a:pt x="2660" y="135436"/>
                  </a:lnTo>
                  <a:lnTo>
                    <a:pt x="1798" y="140673"/>
                  </a:lnTo>
                  <a:lnTo>
                    <a:pt x="1102" y="145935"/>
                  </a:lnTo>
                  <a:lnTo>
                    <a:pt x="575" y="151216"/>
                  </a:lnTo>
                  <a:lnTo>
                    <a:pt x="214" y="156511"/>
                  </a:lnTo>
                  <a:lnTo>
                    <a:pt x="23" y="161815"/>
                  </a:lnTo>
                  <a:lnTo>
                    <a:pt x="0" y="167122"/>
                  </a:lnTo>
                  <a:lnTo>
                    <a:pt x="145" y="172428"/>
                  </a:lnTo>
                  <a:lnTo>
                    <a:pt x="458" y="177726"/>
                  </a:lnTo>
                  <a:lnTo>
                    <a:pt x="940" y="183012"/>
                  </a:lnTo>
                  <a:lnTo>
                    <a:pt x="1589" y="188279"/>
                  </a:lnTo>
                  <a:lnTo>
                    <a:pt x="2405" y="193524"/>
                  </a:lnTo>
                  <a:lnTo>
                    <a:pt x="3387" y="198740"/>
                  </a:lnTo>
                  <a:lnTo>
                    <a:pt x="4535" y="203922"/>
                  </a:lnTo>
                  <a:lnTo>
                    <a:pt x="5846" y="209065"/>
                  </a:lnTo>
                  <a:lnTo>
                    <a:pt x="7319" y="214163"/>
                  </a:lnTo>
                  <a:lnTo>
                    <a:pt x="8954" y="219213"/>
                  </a:lnTo>
                  <a:lnTo>
                    <a:pt x="10749" y="224208"/>
                  </a:lnTo>
                  <a:lnTo>
                    <a:pt x="12701" y="229143"/>
                  </a:lnTo>
                  <a:lnTo>
                    <a:pt x="14808" y="234014"/>
                  </a:lnTo>
                  <a:lnTo>
                    <a:pt x="17070" y="238816"/>
                  </a:lnTo>
                  <a:lnTo>
                    <a:pt x="19482" y="243543"/>
                  </a:lnTo>
                  <a:lnTo>
                    <a:pt x="22044" y="248192"/>
                  </a:lnTo>
                  <a:lnTo>
                    <a:pt x="24751" y="252757"/>
                  </a:lnTo>
                  <a:lnTo>
                    <a:pt x="27603" y="257233"/>
                  </a:lnTo>
                  <a:lnTo>
                    <a:pt x="30595" y="261617"/>
                  </a:lnTo>
                  <a:lnTo>
                    <a:pt x="33724" y="265904"/>
                  </a:lnTo>
                  <a:lnTo>
                    <a:pt x="36988" y="270089"/>
                  </a:lnTo>
                  <a:lnTo>
                    <a:pt x="40384" y="274168"/>
                  </a:lnTo>
                  <a:lnTo>
                    <a:pt x="43907" y="278138"/>
                  </a:lnTo>
                  <a:lnTo>
                    <a:pt x="47554" y="281993"/>
                  </a:lnTo>
                  <a:lnTo>
                    <a:pt x="51322" y="285731"/>
                  </a:lnTo>
                  <a:lnTo>
                    <a:pt x="55207" y="289348"/>
                  </a:lnTo>
                  <a:lnTo>
                    <a:pt x="59204" y="292839"/>
                  </a:lnTo>
                  <a:lnTo>
                    <a:pt x="63310" y="296202"/>
                  </a:lnTo>
                  <a:lnTo>
                    <a:pt x="67521" y="299432"/>
                  </a:lnTo>
                  <a:lnTo>
                    <a:pt x="71833" y="302527"/>
                  </a:lnTo>
                  <a:lnTo>
                    <a:pt x="76240" y="305484"/>
                  </a:lnTo>
                  <a:lnTo>
                    <a:pt x="80740" y="308300"/>
                  </a:lnTo>
                  <a:lnTo>
                    <a:pt x="85326" y="310971"/>
                  </a:lnTo>
                  <a:lnTo>
                    <a:pt x="89995" y="313495"/>
                  </a:lnTo>
                  <a:lnTo>
                    <a:pt x="94741" y="315870"/>
                  </a:lnTo>
                  <a:lnTo>
                    <a:pt x="99561" y="318093"/>
                  </a:lnTo>
                  <a:lnTo>
                    <a:pt x="104448" y="320162"/>
                  </a:lnTo>
                  <a:lnTo>
                    <a:pt x="109399" y="322074"/>
                  </a:lnTo>
                  <a:lnTo>
                    <a:pt x="114408" y="323829"/>
                  </a:lnTo>
                  <a:lnTo>
                    <a:pt x="119471" y="325423"/>
                  </a:lnTo>
                  <a:lnTo>
                    <a:pt x="124581" y="326856"/>
                  </a:lnTo>
                  <a:lnTo>
                    <a:pt x="129734" y="328126"/>
                  </a:lnTo>
                  <a:lnTo>
                    <a:pt x="134925" y="329232"/>
                  </a:lnTo>
                  <a:lnTo>
                    <a:pt x="140149" y="330173"/>
                  </a:lnTo>
                  <a:lnTo>
                    <a:pt x="145399" y="330947"/>
                  </a:lnTo>
                  <a:lnTo>
                    <a:pt x="150672" y="331554"/>
                  </a:lnTo>
                  <a:lnTo>
                    <a:pt x="155961" y="331994"/>
                  </a:lnTo>
                  <a:lnTo>
                    <a:pt x="161262" y="332265"/>
                  </a:lnTo>
                  <a:lnTo>
                    <a:pt x="166568" y="332368"/>
                  </a:lnTo>
                  <a:lnTo>
                    <a:pt x="171875" y="332302"/>
                  </a:lnTo>
                  <a:lnTo>
                    <a:pt x="177178" y="332068"/>
                  </a:lnTo>
                  <a:lnTo>
                    <a:pt x="182470" y="331666"/>
                  </a:lnTo>
                  <a:lnTo>
                    <a:pt x="187747" y="331096"/>
                  </a:lnTo>
                  <a:lnTo>
                    <a:pt x="193003" y="330358"/>
                  </a:lnTo>
                  <a:lnTo>
                    <a:pt x="198233" y="329455"/>
                  </a:lnTo>
                  <a:lnTo>
                    <a:pt x="203431" y="328385"/>
                  </a:lnTo>
                  <a:lnTo>
                    <a:pt x="208593" y="327152"/>
                  </a:lnTo>
                  <a:lnTo>
                    <a:pt x="213714" y="325754"/>
                  </a:lnTo>
                  <a:lnTo>
                    <a:pt x="218787" y="324196"/>
                  </a:lnTo>
                  <a:lnTo>
                    <a:pt x="223808" y="322476"/>
                  </a:lnTo>
                  <a:lnTo>
                    <a:pt x="228773" y="320599"/>
                  </a:lnTo>
                  <a:lnTo>
                    <a:pt x="233675" y="318564"/>
                  </a:lnTo>
                  <a:lnTo>
                    <a:pt x="238510" y="316375"/>
                  </a:lnTo>
                  <a:lnTo>
                    <a:pt x="243273" y="314034"/>
                  </a:lnTo>
                  <a:lnTo>
                    <a:pt x="247959" y="311543"/>
                  </a:lnTo>
                  <a:lnTo>
                    <a:pt x="252564" y="308904"/>
                  </a:lnTo>
                  <a:lnTo>
                    <a:pt x="257083" y="306120"/>
                  </a:lnTo>
                  <a:lnTo>
                    <a:pt x="261511" y="303194"/>
                  </a:lnTo>
                  <a:lnTo>
                    <a:pt x="265844" y="300129"/>
                  </a:lnTo>
                  <a:lnTo>
                    <a:pt x="270078" y="296928"/>
                  </a:lnTo>
                  <a:lnTo>
                    <a:pt x="274208" y="293595"/>
                  </a:lnTo>
                  <a:lnTo>
                    <a:pt x="278230" y="290131"/>
                  </a:lnTo>
                  <a:lnTo>
                    <a:pt x="282140" y="286542"/>
                  </a:lnTo>
                  <a:lnTo>
                    <a:pt x="285934" y="282831"/>
                  </a:lnTo>
                  <a:lnTo>
                    <a:pt x="289608" y="279001"/>
                  </a:lnTo>
                  <a:lnTo>
                    <a:pt x="293159" y="275056"/>
                  </a:lnTo>
                  <a:lnTo>
                    <a:pt x="296583" y="271001"/>
                  </a:lnTo>
                  <a:lnTo>
                    <a:pt x="299876" y="266839"/>
                  </a:lnTo>
                  <a:lnTo>
                    <a:pt x="303036" y="262574"/>
                  </a:lnTo>
                  <a:lnTo>
                    <a:pt x="306059" y="258212"/>
                  </a:lnTo>
                  <a:lnTo>
                    <a:pt x="308941" y="253755"/>
                  </a:lnTo>
                  <a:lnTo>
                    <a:pt x="311681" y="249210"/>
                  </a:lnTo>
                  <a:lnTo>
                    <a:pt x="314275" y="244579"/>
                  </a:lnTo>
                  <a:lnTo>
                    <a:pt x="316721" y="239869"/>
                  </a:lnTo>
                  <a:lnTo>
                    <a:pt x="319016" y="235083"/>
                  </a:lnTo>
                  <a:lnTo>
                    <a:pt x="321158" y="230227"/>
                  </a:lnTo>
                  <a:lnTo>
                    <a:pt x="323144" y="225306"/>
                  </a:lnTo>
                  <a:lnTo>
                    <a:pt x="324974" y="220323"/>
                  </a:lnTo>
                  <a:lnTo>
                    <a:pt x="326644" y="215286"/>
                  </a:lnTo>
                  <a:lnTo>
                    <a:pt x="328154" y="210197"/>
                  </a:lnTo>
                  <a:lnTo>
                    <a:pt x="329501" y="205064"/>
                  </a:lnTo>
                  <a:lnTo>
                    <a:pt x="330685" y="199890"/>
                  </a:lnTo>
                  <a:lnTo>
                    <a:pt x="331703" y="194681"/>
                  </a:lnTo>
                  <a:lnTo>
                    <a:pt x="332556" y="189443"/>
                  </a:lnTo>
                  <a:lnTo>
                    <a:pt x="333243" y="184180"/>
                  </a:lnTo>
                  <a:lnTo>
                    <a:pt x="333761" y="178898"/>
                  </a:lnTo>
                  <a:lnTo>
                    <a:pt x="334112" y="173602"/>
                  </a:lnTo>
                  <a:lnTo>
                    <a:pt x="334295" y="168297"/>
                  </a:lnTo>
                  <a:lnTo>
                    <a:pt x="334309" y="162990"/>
                  </a:lnTo>
                  <a:lnTo>
                    <a:pt x="334154" y="157685"/>
                  </a:lnTo>
                  <a:lnTo>
                    <a:pt x="333831" y="152387"/>
                  </a:lnTo>
                  <a:lnTo>
                    <a:pt x="333341" y="147102"/>
                  </a:lnTo>
                  <a:lnTo>
                    <a:pt x="332682" y="141836"/>
                  </a:lnTo>
                  <a:lnTo>
                    <a:pt x="331857" y="136593"/>
                  </a:lnTo>
                  <a:lnTo>
                    <a:pt x="330866" y="131379"/>
                  </a:lnTo>
                  <a:lnTo>
                    <a:pt x="329710" y="126199"/>
                  </a:lnTo>
                  <a:lnTo>
                    <a:pt x="328390" y="121058"/>
                  </a:lnTo>
                  <a:lnTo>
                    <a:pt x="326907" y="115962"/>
                  </a:lnTo>
                  <a:lnTo>
                    <a:pt x="325263" y="110915"/>
                  </a:lnTo>
                  <a:lnTo>
                    <a:pt x="323460" y="105924"/>
                  </a:lnTo>
                  <a:lnTo>
                    <a:pt x="321500" y="100991"/>
                  </a:lnTo>
                  <a:lnTo>
                    <a:pt x="319384" y="96124"/>
                  </a:lnTo>
                  <a:lnTo>
                    <a:pt x="317114" y="91326"/>
                  </a:lnTo>
                  <a:lnTo>
                    <a:pt x="314693" y="86603"/>
                  </a:lnTo>
                  <a:lnTo>
                    <a:pt x="312124" y="81959"/>
                  </a:lnTo>
                  <a:lnTo>
                    <a:pt x="309408" y="77399"/>
                  </a:lnTo>
                  <a:lnTo>
                    <a:pt x="306549" y="72927"/>
                  </a:lnTo>
                  <a:lnTo>
                    <a:pt x="303550" y="68549"/>
                  </a:lnTo>
                  <a:lnTo>
                    <a:pt x="300413" y="64268"/>
                  </a:lnTo>
                  <a:lnTo>
                    <a:pt x="297141" y="60088"/>
                  </a:lnTo>
                  <a:lnTo>
                    <a:pt x="293739" y="56015"/>
                  </a:lnTo>
                  <a:lnTo>
                    <a:pt x="290209" y="52051"/>
                  </a:lnTo>
                  <a:lnTo>
                    <a:pt x="286555" y="48202"/>
                  </a:lnTo>
                  <a:lnTo>
                    <a:pt x="282780" y="44471"/>
                  </a:lnTo>
                  <a:lnTo>
                    <a:pt x="278890" y="40861"/>
                  </a:lnTo>
                  <a:lnTo>
                    <a:pt x="274886" y="37376"/>
                  </a:lnTo>
                  <a:lnTo>
                    <a:pt x="270774" y="34021"/>
                  </a:lnTo>
                  <a:lnTo>
                    <a:pt x="266557" y="30798"/>
                  </a:lnTo>
                  <a:lnTo>
                    <a:pt x="262240" y="27710"/>
                  </a:lnTo>
                  <a:lnTo>
                    <a:pt x="257828" y="24761"/>
                  </a:lnTo>
                  <a:lnTo>
                    <a:pt x="253324" y="21953"/>
                  </a:lnTo>
                  <a:lnTo>
                    <a:pt x="248733" y="19290"/>
                  </a:lnTo>
                  <a:lnTo>
                    <a:pt x="244060" y="16774"/>
                  </a:lnTo>
                  <a:lnTo>
                    <a:pt x="239309" y="14407"/>
                  </a:lnTo>
                  <a:lnTo>
                    <a:pt x="234486" y="12193"/>
                  </a:lnTo>
                  <a:lnTo>
                    <a:pt x="229594" y="10132"/>
                  </a:lnTo>
                  <a:lnTo>
                    <a:pt x="224640" y="8228"/>
                  </a:lnTo>
                  <a:lnTo>
                    <a:pt x="219628" y="6483"/>
                  </a:lnTo>
                  <a:lnTo>
                    <a:pt x="167156" y="1652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19011" y="2633064"/>
              <a:ext cx="52472" cy="167167"/>
            </a:xfrm>
            <a:custGeom>
              <a:avLst/>
              <a:pathLst>
                <a:path w="52472" h="167167">
                  <a:moveTo>
                    <a:pt x="52472" y="8448"/>
                  </a:moveTo>
                  <a:lnTo>
                    <a:pt x="46809" y="6687"/>
                  </a:lnTo>
                  <a:lnTo>
                    <a:pt x="41087" y="5128"/>
                  </a:lnTo>
                  <a:lnTo>
                    <a:pt x="35314" y="3772"/>
                  </a:lnTo>
                  <a:lnTo>
                    <a:pt x="29497" y="2622"/>
                  </a:lnTo>
                  <a:lnTo>
                    <a:pt x="23642" y="1680"/>
                  </a:lnTo>
                  <a:lnTo>
                    <a:pt x="17757" y="945"/>
                  </a:lnTo>
                  <a:lnTo>
                    <a:pt x="11850" y="420"/>
                  </a:lnTo>
                  <a:lnTo>
                    <a:pt x="5929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3648" y="2126963"/>
              <a:ext cx="4823" cy="167167"/>
            </a:xfrm>
            <a:custGeom>
              <a:avLst/>
              <a:pathLst>
                <a:path w="4823" h="167167">
                  <a:moveTo>
                    <a:pt x="4823" y="0"/>
                  </a:moveTo>
                  <a:lnTo>
                    <a:pt x="0" y="69"/>
                  </a:lnTo>
                  <a:lnTo>
                    <a:pt x="482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3648" y="21270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3648" y="21270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3648" y="21270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3648" y="21270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3648" y="21270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3648" y="21270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3648" y="21270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3648" y="21270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3648" y="21270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3648" y="21270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3648" y="21270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3648" y="21270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3648" y="21270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3648" y="21270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3648" y="21270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3648" y="21270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3648" y="21270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3648" y="21270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3648" y="21270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3648" y="21270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3648" y="21270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3648" y="21270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3648" y="2127033"/>
              <a:ext cx="4823" cy="167097"/>
            </a:xfrm>
            <a:custGeom>
              <a:avLst/>
              <a:pathLst>
                <a:path w="4823" h="167097">
                  <a:moveTo>
                    <a:pt x="0" y="0"/>
                  </a:moveTo>
                  <a:lnTo>
                    <a:pt x="4823" y="1670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561315" y="2127033"/>
              <a:ext cx="334317" cy="334262"/>
            </a:xfrm>
            <a:custGeom>
              <a:avLst/>
              <a:pathLst>
                <a:path w="334317" h="334262">
                  <a:moveTo>
                    <a:pt x="162332" y="0"/>
                  </a:moveTo>
                  <a:lnTo>
                    <a:pt x="157038" y="236"/>
                  </a:lnTo>
                  <a:lnTo>
                    <a:pt x="151754" y="641"/>
                  </a:lnTo>
                  <a:lnTo>
                    <a:pt x="146486" y="1213"/>
                  </a:lnTo>
                  <a:lnTo>
                    <a:pt x="141238" y="1951"/>
                  </a:lnTo>
                  <a:lnTo>
                    <a:pt x="136016" y="2856"/>
                  </a:lnTo>
                  <a:lnTo>
                    <a:pt x="130826" y="3925"/>
                  </a:lnTo>
                  <a:lnTo>
                    <a:pt x="125672" y="5159"/>
                  </a:lnTo>
                  <a:lnTo>
                    <a:pt x="120560" y="6555"/>
                  </a:lnTo>
                  <a:lnTo>
                    <a:pt x="115494" y="8113"/>
                  </a:lnTo>
                  <a:lnTo>
                    <a:pt x="110481" y="9830"/>
                  </a:lnTo>
                  <a:lnTo>
                    <a:pt x="105524" y="11706"/>
                  </a:lnTo>
                  <a:lnTo>
                    <a:pt x="100630" y="13738"/>
                  </a:lnTo>
                  <a:lnTo>
                    <a:pt x="95802" y="15923"/>
                  </a:lnTo>
                  <a:lnTo>
                    <a:pt x="91046" y="18261"/>
                  </a:lnTo>
                  <a:lnTo>
                    <a:pt x="86366" y="20748"/>
                  </a:lnTo>
                  <a:lnTo>
                    <a:pt x="81768" y="23383"/>
                  </a:lnTo>
                  <a:lnTo>
                    <a:pt x="77256" y="26162"/>
                  </a:lnTo>
                  <a:lnTo>
                    <a:pt x="72833" y="29082"/>
                  </a:lnTo>
                  <a:lnTo>
                    <a:pt x="68506" y="32141"/>
                  </a:lnTo>
                  <a:lnTo>
                    <a:pt x="64278" y="35336"/>
                  </a:lnTo>
                  <a:lnTo>
                    <a:pt x="60153" y="38663"/>
                  </a:lnTo>
                  <a:lnTo>
                    <a:pt x="56136" y="42119"/>
                  </a:lnTo>
                  <a:lnTo>
                    <a:pt x="52230" y="45701"/>
                  </a:lnTo>
                  <a:lnTo>
                    <a:pt x="48440" y="49405"/>
                  </a:lnTo>
                  <a:lnTo>
                    <a:pt x="44769" y="53227"/>
                  </a:lnTo>
                  <a:lnTo>
                    <a:pt x="41221" y="57164"/>
                  </a:lnTo>
                  <a:lnTo>
                    <a:pt x="37800" y="61211"/>
                  </a:lnTo>
                  <a:lnTo>
                    <a:pt x="34508" y="65365"/>
                  </a:lnTo>
                  <a:lnTo>
                    <a:pt x="31350" y="69620"/>
                  </a:lnTo>
                  <a:lnTo>
                    <a:pt x="28329" y="73974"/>
                  </a:lnTo>
                  <a:lnTo>
                    <a:pt x="25447" y="78421"/>
                  </a:lnTo>
                  <a:lnTo>
                    <a:pt x="22707" y="82958"/>
                  </a:lnTo>
                  <a:lnTo>
                    <a:pt x="20113" y="87579"/>
                  </a:lnTo>
                  <a:lnTo>
                    <a:pt x="17666" y="92279"/>
                  </a:lnTo>
                  <a:lnTo>
                    <a:pt x="15370" y="97056"/>
                  </a:lnTo>
                  <a:lnTo>
                    <a:pt x="13226" y="101902"/>
                  </a:lnTo>
                  <a:lnTo>
                    <a:pt x="11236" y="106814"/>
                  </a:lnTo>
                  <a:lnTo>
                    <a:pt x="9404" y="111787"/>
                  </a:lnTo>
                  <a:lnTo>
                    <a:pt x="7730" y="116815"/>
                  </a:lnTo>
                  <a:lnTo>
                    <a:pt x="6216" y="121893"/>
                  </a:lnTo>
                  <a:lnTo>
                    <a:pt x="4864" y="127018"/>
                  </a:lnTo>
                  <a:lnTo>
                    <a:pt x="3675" y="132182"/>
                  </a:lnTo>
                  <a:lnTo>
                    <a:pt x="2651" y="137381"/>
                  </a:lnTo>
                  <a:lnTo>
                    <a:pt x="1792" y="142611"/>
                  </a:lnTo>
                  <a:lnTo>
                    <a:pt x="1098" y="147865"/>
                  </a:lnTo>
                  <a:lnTo>
                    <a:pt x="572" y="153138"/>
                  </a:lnTo>
                  <a:lnTo>
                    <a:pt x="214" y="158425"/>
                  </a:lnTo>
                  <a:lnTo>
                    <a:pt x="23" y="163721"/>
                  </a:lnTo>
                  <a:lnTo>
                    <a:pt x="0" y="169021"/>
                  </a:lnTo>
                  <a:lnTo>
                    <a:pt x="144" y="174318"/>
                  </a:lnTo>
                  <a:lnTo>
                    <a:pt x="457" y="179609"/>
                  </a:lnTo>
                  <a:lnTo>
                    <a:pt x="938" y="184886"/>
                  </a:lnTo>
                  <a:lnTo>
                    <a:pt x="1585" y="190146"/>
                  </a:lnTo>
                  <a:lnTo>
                    <a:pt x="2399" y="195383"/>
                  </a:lnTo>
                  <a:lnTo>
                    <a:pt x="3378" y="200591"/>
                  </a:lnTo>
                  <a:lnTo>
                    <a:pt x="4522" y="205765"/>
                  </a:lnTo>
                  <a:lnTo>
                    <a:pt x="5830" y="210901"/>
                  </a:lnTo>
                  <a:lnTo>
                    <a:pt x="7299" y="215993"/>
                  </a:lnTo>
                  <a:lnTo>
                    <a:pt x="8929" y="221035"/>
                  </a:lnTo>
                  <a:lnTo>
                    <a:pt x="10718" y="226024"/>
                  </a:lnTo>
                  <a:lnTo>
                    <a:pt x="12665" y="230953"/>
                  </a:lnTo>
                  <a:lnTo>
                    <a:pt x="14767" y="235818"/>
                  </a:lnTo>
                  <a:lnTo>
                    <a:pt x="17021" y="240613"/>
                  </a:lnTo>
                  <a:lnTo>
                    <a:pt x="19427" y="245335"/>
                  </a:lnTo>
                  <a:lnTo>
                    <a:pt x="21981" y="249979"/>
                  </a:lnTo>
                  <a:lnTo>
                    <a:pt x="24681" y="254539"/>
                  </a:lnTo>
                  <a:lnTo>
                    <a:pt x="27525" y="259011"/>
                  </a:lnTo>
                  <a:lnTo>
                    <a:pt x="30508" y="263391"/>
                  </a:lnTo>
                  <a:lnTo>
                    <a:pt x="33629" y="267674"/>
                  </a:lnTo>
                  <a:lnTo>
                    <a:pt x="36884" y="271856"/>
                  </a:lnTo>
                  <a:lnTo>
                    <a:pt x="40270" y="275932"/>
                  </a:lnTo>
                  <a:lnTo>
                    <a:pt x="43784" y="279900"/>
                  </a:lnTo>
                  <a:lnTo>
                    <a:pt x="47422" y="283753"/>
                  </a:lnTo>
                  <a:lnTo>
                    <a:pt x="51179" y="287490"/>
                  </a:lnTo>
                  <a:lnTo>
                    <a:pt x="55054" y="291106"/>
                  </a:lnTo>
                  <a:lnTo>
                    <a:pt x="59041" y="294597"/>
                  </a:lnTo>
                  <a:lnTo>
                    <a:pt x="63137" y="297960"/>
                  </a:lnTo>
                  <a:lnTo>
                    <a:pt x="67337" y="301191"/>
                  </a:lnTo>
                  <a:lnTo>
                    <a:pt x="71638" y="304288"/>
                  </a:lnTo>
                  <a:lnTo>
                    <a:pt x="76034" y="307247"/>
                  </a:lnTo>
                  <a:lnTo>
                    <a:pt x="80522" y="310065"/>
                  </a:lnTo>
                  <a:lnTo>
                    <a:pt x="85098" y="312739"/>
                  </a:lnTo>
                  <a:lnTo>
                    <a:pt x="89755" y="315267"/>
                  </a:lnTo>
                  <a:lnTo>
                    <a:pt x="94491" y="317646"/>
                  </a:lnTo>
                  <a:lnTo>
                    <a:pt x="99300" y="319873"/>
                  </a:lnTo>
                  <a:lnTo>
                    <a:pt x="104176" y="321947"/>
                  </a:lnTo>
                  <a:lnTo>
                    <a:pt x="109116" y="323866"/>
                  </a:lnTo>
                  <a:lnTo>
                    <a:pt x="114115" y="325627"/>
                  </a:lnTo>
                  <a:lnTo>
                    <a:pt x="119166" y="327228"/>
                  </a:lnTo>
                  <a:lnTo>
                    <a:pt x="124266" y="328669"/>
                  </a:lnTo>
                  <a:lnTo>
                    <a:pt x="129409" y="329947"/>
                  </a:lnTo>
                  <a:lnTo>
                    <a:pt x="134590" y="331062"/>
                  </a:lnTo>
                  <a:lnTo>
                    <a:pt x="139804" y="332012"/>
                  </a:lnTo>
                  <a:lnTo>
                    <a:pt x="145045" y="332796"/>
                  </a:lnTo>
                  <a:lnTo>
                    <a:pt x="150308" y="333414"/>
                  </a:lnTo>
                  <a:lnTo>
                    <a:pt x="155589" y="333864"/>
                  </a:lnTo>
                  <a:lnTo>
                    <a:pt x="160881" y="334147"/>
                  </a:lnTo>
                  <a:lnTo>
                    <a:pt x="166179" y="334262"/>
                  </a:lnTo>
                  <a:lnTo>
                    <a:pt x="171478" y="334209"/>
                  </a:lnTo>
                  <a:lnTo>
                    <a:pt x="176773" y="333988"/>
                  </a:lnTo>
                  <a:lnTo>
                    <a:pt x="182058" y="333599"/>
                  </a:lnTo>
                  <a:lnTo>
                    <a:pt x="187328" y="333043"/>
                  </a:lnTo>
                  <a:lnTo>
                    <a:pt x="192578" y="332320"/>
                  </a:lnTo>
                  <a:lnTo>
                    <a:pt x="197803" y="331432"/>
                  </a:lnTo>
                  <a:lnTo>
                    <a:pt x="202996" y="330378"/>
                  </a:lnTo>
                  <a:lnTo>
                    <a:pt x="208154" y="329159"/>
                  </a:lnTo>
                  <a:lnTo>
                    <a:pt x="213270" y="327778"/>
                  </a:lnTo>
                  <a:lnTo>
                    <a:pt x="218340" y="326236"/>
                  </a:lnTo>
                  <a:lnTo>
                    <a:pt x="223359" y="324534"/>
                  </a:lnTo>
                  <a:lnTo>
                    <a:pt x="228321" y="322673"/>
                  </a:lnTo>
                  <a:lnTo>
                    <a:pt x="233222" y="320656"/>
                  </a:lnTo>
                  <a:lnTo>
                    <a:pt x="238056" y="318485"/>
                  </a:lnTo>
                  <a:lnTo>
                    <a:pt x="242819" y="316161"/>
                  </a:lnTo>
                  <a:lnTo>
                    <a:pt x="247506" y="313688"/>
                  </a:lnTo>
                  <a:lnTo>
                    <a:pt x="252112" y="311068"/>
                  </a:lnTo>
                  <a:lnTo>
                    <a:pt x="256633" y="308302"/>
                  </a:lnTo>
                  <a:lnTo>
                    <a:pt x="261064" y="305395"/>
                  </a:lnTo>
                  <a:lnTo>
                    <a:pt x="265400" y="302349"/>
                  </a:lnTo>
                  <a:lnTo>
                    <a:pt x="269638" y="299167"/>
                  </a:lnTo>
                  <a:lnTo>
                    <a:pt x="273773" y="295852"/>
                  </a:lnTo>
                  <a:lnTo>
                    <a:pt x="277800" y="292408"/>
                  </a:lnTo>
                  <a:lnTo>
                    <a:pt x="281717" y="288838"/>
                  </a:lnTo>
                  <a:lnTo>
                    <a:pt x="285518" y="285145"/>
                  </a:lnTo>
                  <a:lnTo>
                    <a:pt x="289201" y="281334"/>
                  </a:lnTo>
                  <a:lnTo>
                    <a:pt x="292760" y="277408"/>
                  </a:lnTo>
                  <a:lnTo>
                    <a:pt x="296194" y="273371"/>
                  </a:lnTo>
                  <a:lnTo>
                    <a:pt x="299498" y="269228"/>
                  </a:lnTo>
                  <a:lnTo>
                    <a:pt x="302668" y="264982"/>
                  </a:lnTo>
                  <a:lnTo>
                    <a:pt x="305703" y="260637"/>
                  </a:lnTo>
                  <a:lnTo>
                    <a:pt x="308598" y="256198"/>
                  </a:lnTo>
                  <a:lnTo>
                    <a:pt x="311352" y="251670"/>
                  </a:lnTo>
                  <a:lnTo>
                    <a:pt x="313960" y="247057"/>
                  </a:lnTo>
                  <a:lnTo>
                    <a:pt x="316421" y="242363"/>
                  </a:lnTo>
                  <a:lnTo>
                    <a:pt x="318731" y="237594"/>
                  </a:lnTo>
                  <a:lnTo>
                    <a:pt x="320890" y="232754"/>
                  </a:lnTo>
                  <a:lnTo>
                    <a:pt x="322894" y="227848"/>
                  </a:lnTo>
                  <a:lnTo>
                    <a:pt x="324741" y="222881"/>
                  </a:lnTo>
                  <a:lnTo>
                    <a:pt x="326430" y="217858"/>
                  </a:lnTo>
                  <a:lnTo>
                    <a:pt x="327959" y="212784"/>
                  </a:lnTo>
                  <a:lnTo>
                    <a:pt x="329326" y="207664"/>
                  </a:lnTo>
                  <a:lnTo>
                    <a:pt x="330531" y="202503"/>
                  </a:lnTo>
                  <a:lnTo>
                    <a:pt x="331571" y="197307"/>
                  </a:lnTo>
                  <a:lnTo>
                    <a:pt x="332446" y="192080"/>
                  </a:lnTo>
                  <a:lnTo>
                    <a:pt x="333155" y="186828"/>
                  </a:lnTo>
                  <a:lnTo>
                    <a:pt x="333697" y="181556"/>
                  </a:lnTo>
                  <a:lnTo>
                    <a:pt x="334071" y="176270"/>
                  </a:lnTo>
                  <a:lnTo>
                    <a:pt x="334278" y="170975"/>
                  </a:lnTo>
                  <a:lnTo>
                    <a:pt x="334317" y="165675"/>
                  </a:lnTo>
                  <a:lnTo>
                    <a:pt x="334188" y="160378"/>
                  </a:lnTo>
                  <a:lnTo>
                    <a:pt x="333891" y="155086"/>
                  </a:lnTo>
                  <a:lnTo>
                    <a:pt x="333427" y="149807"/>
                  </a:lnTo>
                  <a:lnTo>
                    <a:pt x="167156" y="1670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8472" y="2126963"/>
              <a:ext cx="166270" cy="167167"/>
            </a:xfrm>
            <a:custGeom>
              <a:avLst/>
              <a:pathLst>
                <a:path w="166270" h="167167">
                  <a:moveTo>
                    <a:pt x="166270" y="149877"/>
                  </a:moveTo>
                  <a:lnTo>
                    <a:pt x="165618" y="144466"/>
                  </a:lnTo>
                  <a:lnTo>
                    <a:pt x="164790" y="139079"/>
                  </a:lnTo>
                  <a:lnTo>
                    <a:pt x="163787" y="133722"/>
                  </a:lnTo>
                  <a:lnTo>
                    <a:pt x="162610" y="128401"/>
                  </a:lnTo>
                  <a:lnTo>
                    <a:pt x="161260" y="123121"/>
                  </a:lnTo>
                  <a:lnTo>
                    <a:pt x="159738" y="117887"/>
                  </a:lnTo>
                  <a:lnTo>
                    <a:pt x="158047" y="112706"/>
                  </a:lnTo>
                  <a:lnTo>
                    <a:pt x="156188" y="107583"/>
                  </a:lnTo>
                  <a:lnTo>
                    <a:pt x="154162" y="102523"/>
                  </a:lnTo>
                  <a:lnTo>
                    <a:pt x="151973" y="97532"/>
                  </a:lnTo>
                  <a:lnTo>
                    <a:pt x="149622" y="92615"/>
                  </a:lnTo>
                  <a:lnTo>
                    <a:pt x="147112" y="87777"/>
                  </a:lnTo>
                  <a:lnTo>
                    <a:pt x="144446" y="83024"/>
                  </a:lnTo>
                  <a:lnTo>
                    <a:pt x="141627" y="78360"/>
                  </a:lnTo>
                  <a:lnTo>
                    <a:pt x="138656" y="73790"/>
                  </a:lnTo>
                  <a:lnTo>
                    <a:pt x="135539" y="69320"/>
                  </a:lnTo>
                  <a:lnTo>
                    <a:pt x="132277" y="64954"/>
                  </a:lnTo>
                  <a:lnTo>
                    <a:pt x="128875" y="60696"/>
                  </a:lnTo>
                  <a:lnTo>
                    <a:pt x="125336" y="56551"/>
                  </a:lnTo>
                  <a:lnTo>
                    <a:pt x="121663" y="52524"/>
                  </a:lnTo>
                  <a:lnTo>
                    <a:pt x="117861" y="48619"/>
                  </a:lnTo>
                  <a:lnTo>
                    <a:pt x="113934" y="44840"/>
                  </a:lnTo>
                  <a:lnTo>
                    <a:pt x="109886" y="41191"/>
                  </a:lnTo>
                  <a:lnTo>
                    <a:pt x="105721" y="37676"/>
                  </a:lnTo>
                  <a:lnTo>
                    <a:pt x="101444" y="34298"/>
                  </a:lnTo>
                  <a:lnTo>
                    <a:pt x="97058" y="31062"/>
                  </a:lnTo>
                  <a:lnTo>
                    <a:pt x="92570" y="27971"/>
                  </a:lnTo>
                  <a:lnTo>
                    <a:pt x="87983" y="25027"/>
                  </a:lnTo>
                  <a:lnTo>
                    <a:pt x="83303" y="22234"/>
                  </a:lnTo>
                  <a:lnTo>
                    <a:pt x="78534" y="19596"/>
                  </a:lnTo>
                  <a:lnTo>
                    <a:pt x="73682" y="17114"/>
                  </a:lnTo>
                  <a:lnTo>
                    <a:pt x="68751" y="14792"/>
                  </a:lnTo>
                  <a:lnTo>
                    <a:pt x="63748" y="12632"/>
                  </a:lnTo>
                  <a:lnTo>
                    <a:pt x="58676" y="10636"/>
                  </a:lnTo>
                  <a:lnTo>
                    <a:pt x="53542" y="8806"/>
                  </a:lnTo>
                  <a:lnTo>
                    <a:pt x="48352" y="7145"/>
                  </a:lnTo>
                  <a:lnTo>
                    <a:pt x="43109" y="5654"/>
                  </a:lnTo>
                  <a:lnTo>
                    <a:pt x="37821" y="4334"/>
                  </a:lnTo>
                  <a:lnTo>
                    <a:pt x="32493" y="3188"/>
                  </a:lnTo>
                  <a:lnTo>
                    <a:pt x="27131" y="2216"/>
                  </a:lnTo>
                  <a:lnTo>
                    <a:pt x="21739" y="1419"/>
                  </a:lnTo>
                  <a:lnTo>
                    <a:pt x="16324" y="799"/>
                  </a:lnTo>
                  <a:lnTo>
                    <a:pt x="10892" y="355"/>
                  </a:lnTo>
                  <a:lnTo>
                    <a:pt x="5449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7949" y="1681503"/>
              <a:ext cx="5285" cy="167167"/>
            </a:xfrm>
            <a:custGeom>
              <a:avLst/>
              <a:pathLst>
                <a:path w="5285" h="167167">
                  <a:moveTo>
                    <a:pt x="5285" y="0"/>
                  </a:moveTo>
                  <a:lnTo>
                    <a:pt x="0" y="83"/>
                  </a:lnTo>
                  <a:lnTo>
                    <a:pt x="528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794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794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794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794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794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794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794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794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794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794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794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794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794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794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794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794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794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794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794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794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794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7949" y="1681586"/>
              <a:ext cx="5285" cy="167083"/>
            </a:xfrm>
            <a:custGeom>
              <a:avLst/>
              <a:pathLst>
                <a:path w="5285" h="167083">
                  <a:moveTo>
                    <a:pt x="0" y="0"/>
                  </a:moveTo>
                  <a:lnTo>
                    <a:pt x="5285" y="1670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256082" y="1681586"/>
              <a:ext cx="334313" cy="334249"/>
            </a:xfrm>
            <a:custGeom>
              <a:avLst/>
              <a:pathLst>
                <a:path w="334313" h="334249">
                  <a:moveTo>
                    <a:pt x="161867" y="0"/>
                  </a:moveTo>
                  <a:lnTo>
                    <a:pt x="156576" y="251"/>
                  </a:lnTo>
                  <a:lnTo>
                    <a:pt x="151296" y="670"/>
                  </a:lnTo>
                  <a:lnTo>
                    <a:pt x="146032" y="1255"/>
                  </a:lnTo>
                  <a:lnTo>
                    <a:pt x="140789" y="2008"/>
                  </a:lnTo>
                  <a:lnTo>
                    <a:pt x="135573" y="2926"/>
                  </a:lnTo>
                  <a:lnTo>
                    <a:pt x="130388" y="4009"/>
                  </a:lnTo>
                  <a:lnTo>
                    <a:pt x="125240" y="5255"/>
                  </a:lnTo>
                  <a:lnTo>
                    <a:pt x="120135" y="6664"/>
                  </a:lnTo>
                  <a:lnTo>
                    <a:pt x="115076" y="8234"/>
                  </a:lnTo>
                  <a:lnTo>
                    <a:pt x="110070" y="9964"/>
                  </a:lnTo>
                  <a:lnTo>
                    <a:pt x="105121" y="11851"/>
                  </a:lnTo>
                  <a:lnTo>
                    <a:pt x="100235" y="13894"/>
                  </a:lnTo>
                  <a:lnTo>
                    <a:pt x="95415" y="16091"/>
                  </a:lnTo>
                  <a:lnTo>
                    <a:pt x="90668" y="18439"/>
                  </a:lnTo>
                  <a:lnTo>
                    <a:pt x="85997" y="20937"/>
                  </a:lnTo>
                  <a:lnTo>
                    <a:pt x="81408" y="23581"/>
                  </a:lnTo>
                  <a:lnTo>
                    <a:pt x="76905" y="26370"/>
                  </a:lnTo>
                  <a:lnTo>
                    <a:pt x="72492" y="29299"/>
                  </a:lnTo>
                  <a:lnTo>
                    <a:pt x="68175" y="32367"/>
                  </a:lnTo>
                  <a:lnTo>
                    <a:pt x="63956" y="35570"/>
                  </a:lnTo>
                  <a:lnTo>
                    <a:pt x="59842" y="38906"/>
                  </a:lnTo>
                  <a:lnTo>
                    <a:pt x="55835" y="42370"/>
                  </a:lnTo>
                  <a:lnTo>
                    <a:pt x="51940" y="45959"/>
                  </a:lnTo>
                  <a:lnTo>
                    <a:pt x="48161" y="49669"/>
                  </a:lnTo>
                  <a:lnTo>
                    <a:pt x="44501" y="53498"/>
                  </a:lnTo>
                  <a:lnTo>
                    <a:pt x="40964" y="57441"/>
                  </a:lnTo>
                  <a:lnTo>
                    <a:pt x="37554" y="61493"/>
                  </a:lnTo>
                  <a:lnTo>
                    <a:pt x="34274" y="65652"/>
                  </a:lnTo>
                  <a:lnTo>
                    <a:pt x="31127" y="69913"/>
                  </a:lnTo>
                  <a:lnTo>
                    <a:pt x="28117" y="74271"/>
                  </a:lnTo>
                  <a:lnTo>
                    <a:pt x="25246" y="78722"/>
                  </a:lnTo>
                  <a:lnTo>
                    <a:pt x="22518" y="83262"/>
                  </a:lnTo>
                  <a:lnTo>
                    <a:pt x="19935" y="87886"/>
                  </a:lnTo>
                  <a:lnTo>
                    <a:pt x="17500" y="92589"/>
                  </a:lnTo>
                  <a:lnTo>
                    <a:pt x="15215" y="97368"/>
                  </a:lnTo>
                  <a:lnTo>
                    <a:pt x="13083" y="102216"/>
                  </a:lnTo>
                  <a:lnTo>
                    <a:pt x="11105" y="107130"/>
                  </a:lnTo>
                  <a:lnTo>
                    <a:pt x="9284" y="112103"/>
                  </a:lnTo>
                  <a:lnTo>
                    <a:pt x="7622" y="117132"/>
                  </a:lnTo>
                  <a:lnTo>
                    <a:pt x="6120" y="122211"/>
                  </a:lnTo>
                  <a:lnTo>
                    <a:pt x="4779" y="127335"/>
                  </a:lnTo>
                  <a:lnTo>
                    <a:pt x="3601" y="132499"/>
                  </a:lnTo>
                  <a:lnTo>
                    <a:pt x="2588" y="137698"/>
                  </a:lnTo>
                  <a:lnTo>
                    <a:pt x="1739" y="142926"/>
                  </a:lnTo>
                  <a:lnTo>
                    <a:pt x="1057" y="148178"/>
                  </a:lnTo>
                  <a:lnTo>
                    <a:pt x="541" y="153450"/>
                  </a:lnTo>
                  <a:lnTo>
                    <a:pt x="193" y="158735"/>
                  </a:lnTo>
                  <a:lnTo>
                    <a:pt x="12" y="164028"/>
                  </a:lnTo>
                  <a:lnTo>
                    <a:pt x="0" y="169325"/>
                  </a:lnTo>
                  <a:lnTo>
                    <a:pt x="154" y="174619"/>
                  </a:lnTo>
                  <a:lnTo>
                    <a:pt x="477" y="179906"/>
                  </a:lnTo>
                  <a:lnTo>
                    <a:pt x="967" y="185180"/>
                  </a:lnTo>
                  <a:lnTo>
                    <a:pt x="1624" y="190435"/>
                  </a:lnTo>
                  <a:lnTo>
                    <a:pt x="2446" y="195667"/>
                  </a:lnTo>
                  <a:lnTo>
                    <a:pt x="3435" y="200871"/>
                  </a:lnTo>
                  <a:lnTo>
                    <a:pt x="4587" y="206041"/>
                  </a:lnTo>
                  <a:lnTo>
                    <a:pt x="5903" y="211171"/>
                  </a:lnTo>
                  <a:lnTo>
                    <a:pt x="7381" y="216257"/>
                  </a:lnTo>
                  <a:lnTo>
                    <a:pt x="9019" y="221294"/>
                  </a:lnTo>
                  <a:lnTo>
                    <a:pt x="10815" y="226277"/>
                  </a:lnTo>
                  <a:lnTo>
                    <a:pt x="12769" y="231200"/>
                  </a:lnTo>
                  <a:lnTo>
                    <a:pt x="14878" y="236058"/>
                  </a:lnTo>
                  <a:lnTo>
                    <a:pt x="17139" y="240848"/>
                  </a:lnTo>
                  <a:lnTo>
                    <a:pt x="19552" y="245563"/>
                  </a:lnTo>
                  <a:lnTo>
                    <a:pt x="22112" y="250200"/>
                  </a:lnTo>
                  <a:lnTo>
                    <a:pt x="24818" y="254753"/>
                  </a:lnTo>
                  <a:lnTo>
                    <a:pt x="27667" y="259218"/>
                  </a:lnTo>
                  <a:lnTo>
                    <a:pt x="30656" y="263591"/>
                  </a:lnTo>
                  <a:lnTo>
                    <a:pt x="33781" y="267867"/>
                  </a:lnTo>
                  <a:lnTo>
                    <a:pt x="37041" y="272041"/>
                  </a:lnTo>
                  <a:lnTo>
                    <a:pt x="40432" y="276110"/>
                  </a:lnTo>
                  <a:lnTo>
                    <a:pt x="43949" y="280070"/>
                  </a:lnTo>
                  <a:lnTo>
                    <a:pt x="47590" y="283917"/>
                  </a:lnTo>
                  <a:lnTo>
                    <a:pt x="51352" y="287646"/>
                  </a:lnTo>
                  <a:lnTo>
                    <a:pt x="55229" y="291254"/>
                  </a:lnTo>
                  <a:lnTo>
                    <a:pt x="59219" y="294737"/>
                  </a:lnTo>
                  <a:lnTo>
                    <a:pt x="63317" y="298092"/>
                  </a:lnTo>
                  <a:lnTo>
                    <a:pt x="67520" y="301316"/>
                  </a:lnTo>
                  <a:lnTo>
                    <a:pt x="71822" y="304405"/>
                  </a:lnTo>
                  <a:lnTo>
                    <a:pt x="76221" y="307356"/>
                  </a:lnTo>
                  <a:lnTo>
                    <a:pt x="80710" y="310166"/>
                  </a:lnTo>
                  <a:lnTo>
                    <a:pt x="85286" y="312833"/>
                  </a:lnTo>
                  <a:lnTo>
                    <a:pt x="89945" y="315353"/>
                  </a:lnTo>
                  <a:lnTo>
                    <a:pt x="94681" y="317725"/>
                  </a:lnTo>
                  <a:lnTo>
                    <a:pt x="99489" y="319945"/>
                  </a:lnTo>
                  <a:lnTo>
                    <a:pt x="104366" y="322012"/>
                  </a:lnTo>
                  <a:lnTo>
                    <a:pt x="109306" y="323923"/>
                  </a:lnTo>
                  <a:lnTo>
                    <a:pt x="114304" y="325677"/>
                  </a:lnTo>
                  <a:lnTo>
                    <a:pt x="119354" y="327272"/>
                  </a:lnTo>
                  <a:lnTo>
                    <a:pt x="124453" y="328706"/>
                  </a:lnTo>
                  <a:lnTo>
                    <a:pt x="129595" y="329977"/>
                  </a:lnTo>
                  <a:lnTo>
                    <a:pt x="134774" y="331085"/>
                  </a:lnTo>
                  <a:lnTo>
                    <a:pt x="139986" y="332029"/>
                  </a:lnTo>
                  <a:lnTo>
                    <a:pt x="145225" y="332807"/>
                  </a:lnTo>
                  <a:lnTo>
                    <a:pt x="150486" y="333418"/>
                  </a:lnTo>
                  <a:lnTo>
                    <a:pt x="155764" y="333862"/>
                  </a:lnTo>
                  <a:lnTo>
                    <a:pt x="161053" y="334140"/>
                  </a:lnTo>
                  <a:lnTo>
                    <a:pt x="166349" y="334249"/>
                  </a:lnTo>
                  <a:lnTo>
                    <a:pt x="171645" y="334190"/>
                  </a:lnTo>
                  <a:lnTo>
                    <a:pt x="176937" y="333964"/>
                  </a:lnTo>
                  <a:lnTo>
                    <a:pt x="182219" y="333570"/>
                  </a:lnTo>
                  <a:lnTo>
                    <a:pt x="187485" y="333010"/>
                  </a:lnTo>
                  <a:lnTo>
                    <a:pt x="192732" y="332282"/>
                  </a:lnTo>
                  <a:lnTo>
                    <a:pt x="197952" y="331389"/>
                  </a:lnTo>
                  <a:lnTo>
                    <a:pt x="203142" y="330331"/>
                  </a:lnTo>
                  <a:lnTo>
                    <a:pt x="208296" y="329109"/>
                  </a:lnTo>
                  <a:lnTo>
                    <a:pt x="213408" y="327724"/>
                  </a:lnTo>
                  <a:lnTo>
                    <a:pt x="218474" y="326178"/>
                  </a:lnTo>
                  <a:lnTo>
                    <a:pt x="223488" y="324472"/>
                  </a:lnTo>
                  <a:lnTo>
                    <a:pt x="228446" y="322608"/>
                  </a:lnTo>
                  <a:lnTo>
                    <a:pt x="233342" y="320588"/>
                  </a:lnTo>
                  <a:lnTo>
                    <a:pt x="238172" y="318414"/>
                  </a:lnTo>
                  <a:lnTo>
                    <a:pt x="242931" y="316089"/>
                  </a:lnTo>
                  <a:lnTo>
                    <a:pt x="247613" y="313613"/>
                  </a:lnTo>
                  <a:lnTo>
                    <a:pt x="252215" y="310990"/>
                  </a:lnTo>
                  <a:lnTo>
                    <a:pt x="256731" y="308223"/>
                  </a:lnTo>
                  <a:lnTo>
                    <a:pt x="261157" y="305315"/>
                  </a:lnTo>
                  <a:lnTo>
                    <a:pt x="265489" y="302267"/>
                  </a:lnTo>
                  <a:lnTo>
                    <a:pt x="269723" y="299084"/>
                  </a:lnTo>
                  <a:lnTo>
                    <a:pt x="273853" y="295768"/>
                  </a:lnTo>
                  <a:lnTo>
                    <a:pt x="277876" y="292323"/>
                  </a:lnTo>
                  <a:lnTo>
                    <a:pt x="281788" y="288753"/>
                  </a:lnTo>
                  <a:lnTo>
                    <a:pt x="285585" y="285060"/>
                  </a:lnTo>
                  <a:lnTo>
                    <a:pt x="289263" y="281249"/>
                  </a:lnTo>
                  <a:lnTo>
                    <a:pt x="292819" y="277323"/>
                  </a:lnTo>
                  <a:lnTo>
                    <a:pt x="296248" y="273287"/>
                  </a:lnTo>
                  <a:lnTo>
                    <a:pt x="299548" y="269144"/>
                  </a:lnTo>
                  <a:lnTo>
                    <a:pt x="302715" y="264898"/>
                  </a:lnTo>
                  <a:lnTo>
                    <a:pt x="305745" y="260554"/>
                  </a:lnTo>
                  <a:lnTo>
                    <a:pt x="308637" y="256117"/>
                  </a:lnTo>
                  <a:lnTo>
                    <a:pt x="311387" y="251590"/>
                  </a:lnTo>
                  <a:lnTo>
                    <a:pt x="313991" y="246978"/>
                  </a:lnTo>
                  <a:lnTo>
                    <a:pt x="316449" y="242286"/>
                  </a:lnTo>
                  <a:lnTo>
                    <a:pt x="318756" y="237519"/>
                  </a:lnTo>
                  <a:lnTo>
                    <a:pt x="320911" y="232680"/>
                  </a:lnTo>
                  <a:lnTo>
                    <a:pt x="322912" y="227776"/>
                  </a:lnTo>
                  <a:lnTo>
                    <a:pt x="324757" y="222811"/>
                  </a:lnTo>
                  <a:lnTo>
                    <a:pt x="326443" y="217790"/>
                  </a:lnTo>
                  <a:lnTo>
                    <a:pt x="327970" y="212719"/>
                  </a:lnTo>
                  <a:lnTo>
                    <a:pt x="329335" y="207601"/>
                  </a:lnTo>
                  <a:lnTo>
                    <a:pt x="330537" y="202443"/>
                  </a:lnTo>
                  <a:lnTo>
                    <a:pt x="331575" y="197249"/>
                  </a:lnTo>
                  <a:lnTo>
                    <a:pt x="332448" y="192025"/>
                  </a:lnTo>
                  <a:lnTo>
                    <a:pt x="333155" y="186776"/>
                  </a:lnTo>
                  <a:lnTo>
                    <a:pt x="333696" y="181507"/>
                  </a:lnTo>
                  <a:lnTo>
                    <a:pt x="334069" y="176223"/>
                  </a:lnTo>
                  <a:lnTo>
                    <a:pt x="334275" y="170931"/>
                  </a:lnTo>
                  <a:lnTo>
                    <a:pt x="334313" y="165634"/>
                  </a:lnTo>
                  <a:lnTo>
                    <a:pt x="334183" y="160340"/>
                  </a:lnTo>
                  <a:lnTo>
                    <a:pt x="333886" y="155051"/>
                  </a:lnTo>
                  <a:lnTo>
                    <a:pt x="333421" y="149775"/>
                  </a:lnTo>
                  <a:lnTo>
                    <a:pt x="332789" y="144517"/>
                  </a:lnTo>
                  <a:lnTo>
                    <a:pt x="331991" y="139280"/>
                  </a:lnTo>
                  <a:lnTo>
                    <a:pt x="331028" y="134072"/>
                  </a:lnTo>
                  <a:lnTo>
                    <a:pt x="329899" y="128897"/>
                  </a:lnTo>
                  <a:lnTo>
                    <a:pt x="328608" y="123761"/>
                  </a:lnTo>
                  <a:lnTo>
                    <a:pt x="327155" y="118667"/>
                  </a:lnTo>
                  <a:lnTo>
                    <a:pt x="325540" y="113623"/>
                  </a:lnTo>
                  <a:lnTo>
                    <a:pt x="323767" y="108632"/>
                  </a:lnTo>
                  <a:lnTo>
                    <a:pt x="321837" y="103700"/>
                  </a:lnTo>
                  <a:lnTo>
                    <a:pt x="319751" y="98831"/>
                  </a:lnTo>
                  <a:lnTo>
                    <a:pt x="317512" y="94031"/>
                  </a:lnTo>
                  <a:lnTo>
                    <a:pt x="315123" y="89304"/>
                  </a:lnTo>
                  <a:lnTo>
                    <a:pt x="312584" y="84655"/>
                  </a:lnTo>
                  <a:lnTo>
                    <a:pt x="309900" y="80090"/>
                  </a:lnTo>
                  <a:lnTo>
                    <a:pt x="307072" y="75611"/>
                  </a:lnTo>
                  <a:lnTo>
                    <a:pt x="304104" y="71224"/>
                  </a:lnTo>
                  <a:lnTo>
                    <a:pt x="300999" y="66934"/>
                  </a:lnTo>
                  <a:lnTo>
                    <a:pt x="297759" y="62744"/>
                  </a:lnTo>
                  <a:lnTo>
                    <a:pt x="294388" y="58658"/>
                  </a:lnTo>
                  <a:lnTo>
                    <a:pt x="290889" y="54682"/>
                  </a:lnTo>
                  <a:lnTo>
                    <a:pt x="287266" y="50818"/>
                  </a:lnTo>
                  <a:lnTo>
                    <a:pt x="283522" y="47071"/>
                  </a:lnTo>
                  <a:lnTo>
                    <a:pt x="279662" y="43445"/>
                  </a:lnTo>
                  <a:lnTo>
                    <a:pt x="275689" y="39943"/>
                  </a:lnTo>
                  <a:lnTo>
                    <a:pt x="271606" y="36568"/>
                  </a:lnTo>
                  <a:lnTo>
                    <a:pt x="267419" y="33325"/>
                  </a:lnTo>
                  <a:lnTo>
                    <a:pt x="263131" y="30215"/>
                  </a:lnTo>
                  <a:lnTo>
                    <a:pt x="258747" y="27243"/>
                  </a:lnTo>
                  <a:lnTo>
                    <a:pt x="254271" y="24412"/>
                  </a:lnTo>
                  <a:lnTo>
                    <a:pt x="249708" y="21723"/>
                  </a:lnTo>
                  <a:lnTo>
                    <a:pt x="245061" y="19181"/>
                  </a:lnTo>
                  <a:lnTo>
                    <a:pt x="240336" y="16787"/>
                  </a:lnTo>
                  <a:lnTo>
                    <a:pt x="167152" y="1670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23235" y="1681503"/>
              <a:ext cx="73184" cy="167167"/>
            </a:xfrm>
            <a:custGeom>
              <a:avLst/>
              <a:pathLst>
                <a:path w="73184" h="167167">
                  <a:moveTo>
                    <a:pt x="73184" y="16871"/>
                  </a:moveTo>
                  <a:lnTo>
                    <a:pt x="67902" y="14411"/>
                  </a:lnTo>
                  <a:lnTo>
                    <a:pt x="62537" y="12138"/>
                  </a:lnTo>
                  <a:lnTo>
                    <a:pt x="57096" y="10053"/>
                  </a:lnTo>
                  <a:lnTo>
                    <a:pt x="51586" y="8158"/>
                  </a:lnTo>
                  <a:lnTo>
                    <a:pt x="46013" y="6457"/>
                  </a:lnTo>
                  <a:lnTo>
                    <a:pt x="40385" y="4951"/>
                  </a:lnTo>
                  <a:lnTo>
                    <a:pt x="34707" y="3642"/>
                  </a:lnTo>
                  <a:lnTo>
                    <a:pt x="28987" y="2532"/>
                  </a:lnTo>
                  <a:lnTo>
                    <a:pt x="23232" y="1622"/>
                  </a:lnTo>
                  <a:lnTo>
                    <a:pt x="17449" y="913"/>
                  </a:lnTo>
                  <a:lnTo>
                    <a:pt x="11644" y="406"/>
                  </a:lnTo>
                  <a:lnTo>
                    <a:pt x="5825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853872" y="1322571"/>
              <a:ext cx="167166" cy="317463"/>
            </a:xfrm>
            <a:custGeom>
              <a:avLst/>
              <a:pathLst>
                <a:path w="167166" h="317463">
                  <a:moveTo>
                    <a:pt x="167166" y="0"/>
                  </a:moveTo>
                  <a:lnTo>
                    <a:pt x="161817" y="85"/>
                  </a:lnTo>
                  <a:lnTo>
                    <a:pt x="156473" y="342"/>
                  </a:lnTo>
                  <a:lnTo>
                    <a:pt x="151140" y="769"/>
                  </a:lnTo>
                  <a:lnTo>
                    <a:pt x="145824" y="1368"/>
                  </a:lnTo>
                  <a:lnTo>
                    <a:pt x="140529" y="2135"/>
                  </a:lnTo>
                  <a:lnTo>
                    <a:pt x="135262" y="3072"/>
                  </a:lnTo>
                  <a:lnTo>
                    <a:pt x="130027" y="4177"/>
                  </a:lnTo>
                  <a:lnTo>
                    <a:pt x="124830" y="5449"/>
                  </a:lnTo>
                  <a:lnTo>
                    <a:pt x="119677" y="6887"/>
                  </a:lnTo>
                  <a:lnTo>
                    <a:pt x="114573" y="8489"/>
                  </a:lnTo>
                  <a:lnTo>
                    <a:pt x="109522" y="10253"/>
                  </a:lnTo>
                  <a:lnTo>
                    <a:pt x="104530" y="12178"/>
                  </a:lnTo>
                  <a:lnTo>
                    <a:pt x="99603" y="14261"/>
                  </a:lnTo>
                  <a:lnTo>
                    <a:pt x="94744" y="16502"/>
                  </a:lnTo>
                  <a:lnTo>
                    <a:pt x="89960" y="18896"/>
                  </a:lnTo>
                  <a:lnTo>
                    <a:pt x="85255" y="21443"/>
                  </a:lnTo>
                  <a:lnTo>
                    <a:pt x="80634" y="24139"/>
                  </a:lnTo>
                  <a:lnTo>
                    <a:pt x="76101" y="26981"/>
                  </a:lnTo>
                  <a:lnTo>
                    <a:pt x="71662" y="29967"/>
                  </a:lnTo>
                  <a:lnTo>
                    <a:pt x="67320" y="33093"/>
                  </a:lnTo>
                  <a:lnTo>
                    <a:pt x="63081" y="36357"/>
                  </a:lnTo>
                  <a:lnTo>
                    <a:pt x="58949" y="39755"/>
                  </a:lnTo>
                  <a:lnTo>
                    <a:pt x="54927" y="43283"/>
                  </a:lnTo>
                  <a:lnTo>
                    <a:pt x="51020" y="46938"/>
                  </a:lnTo>
                  <a:lnTo>
                    <a:pt x="47232" y="50716"/>
                  </a:lnTo>
                  <a:lnTo>
                    <a:pt x="43567" y="54614"/>
                  </a:lnTo>
                  <a:lnTo>
                    <a:pt x="40029" y="58627"/>
                  </a:lnTo>
                  <a:lnTo>
                    <a:pt x="36621" y="62751"/>
                  </a:lnTo>
                  <a:lnTo>
                    <a:pt x="33346" y="66982"/>
                  </a:lnTo>
                  <a:lnTo>
                    <a:pt x="30209" y="71315"/>
                  </a:lnTo>
                  <a:lnTo>
                    <a:pt x="27212" y="75747"/>
                  </a:lnTo>
                  <a:lnTo>
                    <a:pt x="24358" y="80272"/>
                  </a:lnTo>
                  <a:lnTo>
                    <a:pt x="21650" y="84887"/>
                  </a:lnTo>
                  <a:lnTo>
                    <a:pt x="19092" y="89585"/>
                  </a:lnTo>
                  <a:lnTo>
                    <a:pt x="16685" y="94363"/>
                  </a:lnTo>
                  <a:lnTo>
                    <a:pt x="14433" y="99216"/>
                  </a:lnTo>
                  <a:lnTo>
                    <a:pt x="12336" y="104138"/>
                  </a:lnTo>
                  <a:lnTo>
                    <a:pt x="10399" y="109125"/>
                  </a:lnTo>
                  <a:lnTo>
                    <a:pt x="8622" y="114171"/>
                  </a:lnTo>
                  <a:lnTo>
                    <a:pt x="7007" y="119272"/>
                  </a:lnTo>
                  <a:lnTo>
                    <a:pt x="5556" y="124422"/>
                  </a:lnTo>
                  <a:lnTo>
                    <a:pt x="4271" y="129615"/>
                  </a:lnTo>
                  <a:lnTo>
                    <a:pt x="3153" y="134847"/>
                  </a:lnTo>
                  <a:lnTo>
                    <a:pt x="2203" y="140112"/>
                  </a:lnTo>
                  <a:lnTo>
                    <a:pt x="1422" y="145404"/>
                  </a:lnTo>
                  <a:lnTo>
                    <a:pt x="810" y="150719"/>
                  </a:lnTo>
                  <a:lnTo>
                    <a:pt x="369" y="156051"/>
                  </a:lnTo>
                  <a:lnTo>
                    <a:pt x="99" y="161394"/>
                  </a:lnTo>
                  <a:lnTo>
                    <a:pt x="0" y="166744"/>
                  </a:lnTo>
                  <a:lnTo>
                    <a:pt x="72" y="172093"/>
                  </a:lnTo>
                  <a:lnTo>
                    <a:pt x="315" y="177438"/>
                  </a:lnTo>
                  <a:lnTo>
                    <a:pt x="729" y="182772"/>
                  </a:lnTo>
                  <a:lnTo>
                    <a:pt x="1313" y="188090"/>
                  </a:lnTo>
                  <a:lnTo>
                    <a:pt x="2068" y="193386"/>
                  </a:lnTo>
                  <a:lnTo>
                    <a:pt x="2991" y="198656"/>
                  </a:lnTo>
                  <a:lnTo>
                    <a:pt x="4083" y="203893"/>
                  </a:lnTo>
                  <a:lnTo>
                    <a:pt x="5342" y="209093"/>
                  </a:lnTo>
                  <a:lnTo>
                    <a:pt x="6766" y="214250"/>
                  </a:lnTo>
                  <a:lnTo>
                    <a:pt x="8355" y="219359"/>
                  </a:lnTo>
                  <a:lnTo>
                    <a:pt x="10107" y="224414"/>
                  </a:lnTo>
                  <a:lnTo>
                    <a:pt x="12019" y="229410"/>
                  </a:lnTo>
                  <a:lnTo>
                    <a:pt x="14090" y="234343"/>
                  </a:lnTo>
                  <a:lnTo>
                    <a:pt x="16318" y="239207"/>
                  </a:lnTo>
                  <a:lnTo>
                    <a:pt x="18701" y="243998"/>
                  </a:lnTo>
                  <a:lnTo>
                    <a:pt x="21235" y="248709"/>
                  </a:lnTo>
                  <a:lnTo>
                    <a:pt x="23920" y="253337"/>
                  </a:lnTo>
                  <a:lnTo>
                    <a:pt x="26750" y="257877"/>
                  </a:lnTo>
                  <a:lnTo>
                    <a:pt x="29725" y="262324"/>
                  </a:lnTo>
                  <a:lnTo>
                    <a:pt x="32840" y="266673"/>
                  </a:lnTo>
                  <a:lnTo>
                    <a:pt x="36093" y="270921"/>
                  </a:lnTo>
                  <a:lnTo>
                    <a:pt x="39481" y="275062"/>
                  </a:lnTo>
                  <a:lnTo>
                    <a:pt x="42999" y="279092"/>
                  </a:lnTo>
                  <a:lnTo>
                    <a:pt x="46644" y="283008"/>
                  </a:lnTo>
                  <a:lnTo>
                    <a:pt x="50412" y="286806"/>
                  </a:lnTo>
                  <a:lnTo>
                    <a:pt x="54301" y="290481"/>
                  </a:lnTo>
                  <a:lnTo>
                    <a:pt x="58305" y="294029"/>
                  </a:lnTo>
                  <a:lnTo>
                    <a:pt x="62420" y="297448"/>
                  </a:lnTo>
                  <a:lnTo>
                    <a:pt x="66642" y="300733"/>
                  </a:lnTo>
                  <a:lnTo>
                    <a:pt x="70968" y="303881"/>
                  </a:lnTo>
                  <a:lnTo>
                    <a:pt x="75392" y="306890"/>
                  </a:lnTo>
                  <a:lnTo>
                    <a:pt x="79910" y="309755"/>
                  </a:lnTo>
                  <a:lnTo>
                    <a:pt x="84518" y="312474"/>
                  </a:lnTo>
                  <a:lnTo>
                    <a:pt x="89210" y="315044"/>
                  </a:lnTo>
                  <a:lnTo>
                    <a:pt x="93982" y="317463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47854" y="1489739"/>
              <a:ext cx="73184" cy="150296"/>
            </a:xfrm>
            <a:custGeom>
              <a:avLst/>
              <a:pathLst>
                <a:path w="73184" h="150296">
                  <a:moveTo>
                    <a:pt x="0" y="150296"/>
                  </a:moveTo>
                  <a:lnTo>
                    <a:pt x="7318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47854" y="1489739"/>
              <a:ext cx="73184" cy="150296"/>
            </a:xfrm>
            <a:custGeom>
              <a:avLst/>
              <a:pathLst>
                <a:path w="73184" h="150296">
                  <a:moveTo>
                    <a:pt x="0" y="150296"/>
                  </a:moveTo>
                  <a:lnTo>
                    <a:pt x="7318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47854" y="1489739"/>
              <a:ext cx="73184" cy="150296"/>
            </a:xfrm>
            <a:custGeom>
              <a:avLst/>
              <a:pathLst>
                <a:path w="73184" h="150296">
                  <a:moveTo>
                    <a:pt x="0" y="150296"/>
                  </a:moveTo>
                  <a:lnTo>
                    <a:pt x="7318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47854" y="1489739"/>
              <a:ext cx="73184" cy="150296"/>
            </a:xfrm>
            <a:custGeom>
              <a:avLst/>
              <a:pathLst>
                <a:path w="73184" h="150296">
                  <a:moveTo>
                    <a:pt x="0" y="150296"/>
                  </a:moveTo>
                  <a:lnTo>
                    <a:pt x="7318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47854" y="1489739"/>
              <a:ext cx="73184" cy="150296"/>
            </a:xfrm>
            <a:custGeom>
              <a:avLst/>
              <a:pathLst>
                <a:path w="73184" h="150296">
                  <a:moveTo>
                    <a:pt x="0" y="150296"/>
                  </a:moveTo>
                  <a:lnTo>
                    <a:pt x="7318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47854" y="1489739"/>
              <a:ext cx="73184" cy="150296"/>
            </a:xfrm>
            <a:custGeom>
              <a:avLst/>
              <a:pathLst>
                <a:path w="73184" h="150296">
                  <a:moveTo>
                    <a:pt x="0" y="150296"/>
                  </a:moveTo>
                  <a:lnTo>
                    <a:pt x="7318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47854" y="1489739"/>
              <a:ext cx="73184" cy="150296"/>
            </a:xfrm>
            <a:custGeom>
              <a:avLst/>
              <a:pathLst>
                <a:path w="73184" h="150296">
                  <a:moveTo>
                    <a:pt x="0" y="150296"/>
                  </a:moveTo>
                  <a:lnTo>
                    <a:pt x="7318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47854" y="1489739"/>
              <a:ext cx="73184" cy="150296"/>
            </a:xfrm>
            <a:custGeom>
              <a:avLst/>
              <a:pathLst>
                <a:path w="73184" h="150296">
                  <a:moveTo>
                    <a:pt x="0" y="150296"/>
                  </a:moveTo>
                  <a:lnTo>
                    <a:pt x="7318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47854" y="1489739"/>
              <a:ext cx="73184" cy="150296"/>
            </a:xfrm>
            <a:custGeom>
              <a:avLst/>
              <a:pathLst>
                <a:path w="73184" h="150296">
                  <a:moveTo>
                    <a:pt x="0" y="150296"/>
                  </a:moveTo>
                  <a:lnTo>
                    <a:pt x="7318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47854" y="1489739"/>
              <a:ext cx="73184" cy="150296"/>
            </a:xfrm>
            <a:custGeom>
              <a:avLst/>
              <a:pathLst>
                <a:path w="73184" h="150296">
                  <a:moveTo>
                    <a:pt x="0" y="150296"/>
                  </a:moveTo>
                  <a:lnTo>
                    <a:pt x="7318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47854" y="1489739"/>
              <a:ext cx="73184" cy="150296"/>
            </a:xfrm>
            <a:custGeom>
              <a:avLst/>
              <a:pathLst>
                <a:path w="73184" h="150296">
                  <a:moveTo>
                    <a:pt x="0" y="150296"/>
                  </a:moveTo>
                  <a:lnTo>
                    <a:pt x="7318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47854" y="1489739"/>
              <a:ext cx="73184" cy="150296"/>
            </a:xfrm>
            <a:custGeom>
              <a:avLst/>
              <a:pathLst>
                <a:path w="73184" h="150296">
                  <a:moveTo>
                    <a:pt x="0" y="150296"/>
                  </a:moveTo>
                  <a:lnTo>
                    <a:pt x="7318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47854" y="1489739"/>
              <a:ext cx="73184" cy="150296"/>
            </a:xfrm>
            <a:custGeom>
              <a:avLst/>
              <a:pathLst>
                <a:path w="73184" h="150296">
                  <a:moveTo>
                    <a:pt x="0" y="150296"/>
                  </a:moveTo>
                  <a:lnTo>
                    <a:pt x="7318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47854" y="1489739"/>
              <a:ext cx="73184" cy="150296"/>
            </a:xfrm>
            <a:custGeom>
              <a:avLst/>
              <a:pathLst>
                <a:path w="73184" h="150296">
                  <a:moveTo>
                    <a:pt x="0" y="150296"/>
                  </a:moveTo>
                  <a:lnTo>
                    <a:pt x="7318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47854" y="1489739"/>
              <a:ext cx="73184" cy="150296"/>
            </a:xfrm>
            <a:custGeom>
              <a:avLst/>
              <a:pathLst>
                <a:path w="73184" h="150296">
                  <a:moveTo>
                    <a:pt x="0" y="150296"/>
                  </a:moveTo>
                  <a:lnTo>
                    <a:pt x="7318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47854" y="1489739"/>
              <a:ext cx="73184" cy="150296"/>
            </a:xfrm>
            <a:custGeom>
              <a:avLst/>
              <a:pathLst>
                <a:path w="73184" h="150296">
                  <a:moveTo>
                    <a:pt x="0" y="150296"/>
                  </a:moveTo>
                  <a:lnTo>
                    <a:pt x="731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47854" y="1489739"/>
              <a:ext cx="73184" cy="150296"/>
            </a:xfrm>
            <a:custGeom>
              <a:avLst/>
              <a:pathLst>
                <a:path w="73184" h="150296">
                  <a:moveTo>
                    <a:pt x="0" y="150296"/>
                  </a:moveTo>
                  <a:lnTo>
                    <a:pt x="731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47854" y="1489739"/>
              <a:ext cx="73184" cy="150296"/>
            </a:xfrm>
            <a:custGeom>
              <a:avLst/>
              <a:pathLst>
                <a:path w="73184" h="150296">
                  <a:moveTo>
                    <a:pt x="0" y="150296"/>
                  </a:moveTo>
                  <a:lnTo>
                    <a:pt x="731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47854" y="1489739"/>
              <a:ext cx="73184" cy="150296"/>
            </a:xfrm>
            <a:custGeom>
              <a:avLst/>
              <a:pathLst>
                <a:path w="73184" h="150296">
                  <a:moveTo>
                    <a:pt x="0" y="150296"/>
                  </a:moveTo>
                  <a:lnTo>
                    <a:pt x="731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47854" y="1489739"/>
              <a:ext cx="73184" cy="150296"/>
            </a:xfrm>
            <a:custGeom>
              <a:avLst/>
              <a:pathLst>
                <a:path w="73184" h="150296">
                  <a:moveTo>
                    <a:pt x="0" y="150296"/>
                  </a:moveTo>
                  <a:lnTo>
                    <a:pt x="7318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47854" y="1489739"/>
              <a:ext cx="73184" cy="150296"/>
            </a:xfrm>
            <a:custGeom>
              <a:avLst/>
              <a:pathLst>
                <a:path w="73184" h="150296">
                  <a:moveTo>
                    <a:pt x="0" y="150296"/>
                  </a:moveTo>
                  <a:lnTo>
                    <a:pt x="7318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47854" y="1322603"/>
              <a:ext cx="240338" cy="334300"/>
            </a:xfrm>
            <a:custGeom>
              <a:avLst/>
              <a:pathLst>
                <a:path w="240338" h="334300">
                  <a:moveTo>
                    <a:pt x="0" y="317432"/>
                  </a:moveTo>
                  <a:lnTo>
                    <a:pt x="4834" y="319691"/>
                  </a:lnTo>
                  <a:lnTo>
                    <a:pt x="9738" y="321795"/>
                  </a:lnTo>
                  <a:lnTo>
                    <a:pt x="14707" y="323741"/>
                  </a:lnTo>
                  <a:lnTo>
                    <a:pt x="19735" y="325528"/>
                  </a:lnTo>
                  <a:lnTo>
                    <a:pt x="24818" y="327153"/>
                  </a:lnTo>
                  <a:lnTo>
                    <a:pt x="29950" y="328616"/>
                  </a:lnTo>
                  <a:lnTo>
                    <a:pt x="35126" y="329913"/>
                  </a:lnTo>
                  <a:lnTo>
                    <a:pt x="40341" y="331045"/>
                  </a:lnTo>
                  <a:lnTo>
                    <a:pt x="45589" y="332010"/>
                  </a:lnTo>
                  <a:lnTo>
                    <a:pt x="50866" y="332807"/>
                  </a:lnTo>
                  <a:lnTo>
                    <a:pt x="56165" y="333434"/>
                  </a:lnTo>
                  <a:lnTo>
                    <a:pt x="61481" y="333893"/>
                  </a:lnTo>
                  <a:lnTo>
                    <a:pt x="66810" y="334182"/>
                  </a:lnTo>
                  <a:lnTo>
                    <a:pt x="72145" y="334300"/>
                  </a:lnTo>
                  <a:lnTo>
                    <a:pt x="77481" y="334248"/>
                  </a:lnTo>
                  <a:lnTo>
                    <a:pt x="82812" y="334026"/>
                  </a:lnTo>
                  <a:lnTo>
                    <a:pt x="88134" y="333633"/>
                  </a:lnTo>
                  <a:lnTo>
                    <a:pt x="93441" y="333071"/>
                  </a:lnTo>
                  <a:lnTo>
                    <a:pt x="98727" y="332340"/>
                  </a:lnTo>
                  <a:lnTo>
                    <a:pt x="103987" y="331441"/>
                  </a:lnTo>
                  <a:lnTo>
                    <a:pt x="109215" y="330374"/>
                  </a:lnTo>
                  <a:lnTo>
                    <a:pt x="114407" y="329141"/>
                  </a:lnTo>
                  <a:lnTo>
                    <a:pt x="119557" y="327742"/>
                  </a:lnTo>
                  <a:lnTo>
                    <a:pt x="124660" y="326180"/>
                  </a:lnTo>
                  <a:lnTo>
                    <a:pt x="129710" y="324456"/>
                  </a:lnTo>
                  <a:lnTo>
                    <a:pt x="134702" y="322572"/>
                  </a:lnTo>
                  <a:lnTo>
                    <a:pt x="139632" y="320529"/>
                  </a:lnTo>
                  <a:lnTo>
                    <a:pt x="144494" y="318330"/>
                  </a:lnTo>
                  <a:lnTo>
                    <a:pt x="149284" y="315977"/>
                  </a:lnTo>
                  <a:lnTo>
                    <a:pt x="153996" y="313472"/>
                  </a:lnTo>
                  <a:lnTo>
                    <a:pt x="158625" y="310819"/>
                  </a:lnTo>
                  <a:lnTo>
                    <a:pt x="163168" y="308018"/>
                  </a:lnTo>
                  <a:lnTo>
                    <a:pt x="167618" y="305074"/>
                  </a:lnTo>
                  <a:lnTo>
                    <a:pt x="171973" y="301990"/>
                  </a:lnTo>
                  <a:lnTo>
                    <a:pt x="176227" y="298768"/>
                  </a:lnTo>
                  <a:lnTo>
                    <a:pt x="180376" y="295412"/>
                  </a:lnTo>
                  <a:lnTo>
                    <a:pt x="184415" y="291926"/>
                  </a:lnTo>
                  <a:lnTo>
                    <a:pt x="188342" y="288312"/>
                  </a:lnTo>
                  <a:lnTo>
                    <a:pt x="192151" y="284574"/>
                  </a:lnTo>
                  <a:lnTo>
                    <a:pt x="195839" y="280717"/>
                  </a:lnTo>
                  <a:lnTo>
                    <a:pt x="199401" y="276745"/>
                  </a:lnTo>
                  <a:lnTo>
                    <a:pt x="202835" y="272660"/>
                  </a:lnTo>
                  <a:lnTo>
                    <a:pt x="206138" y="268468"/>
                  </a:lnTo>
                  <a:lnTo>
                    <a:pt x="209304" y="264173"/>
                  </a:lnTo>
                  <a:lnTo>
                    <a:pt x="212332" y="259779"/>
                  </a:lnTo>
                  <a:lnTo>
                    <a:pt x="215218" y="255291"/>
                  </a:lnTo>
                  <a:lnTo>
                    <a:pt x="217959" y="250712"/>
                  </a:lnTo>
                  <a:lnTo>
                    <a:pt x="220553" y="246049"/>
                  </a:lnTo>
                  <a:lnTo>
                    <a:pt x="222997" y="241305"/>
                  </a:lnTo>
                  <a:lnTo>
                    <a:pt x="225288" y="236485"/>
                  </a:lnTo>
                  <a:lnTo>
                    <a:pt x="227424" y="231595"/>
                  </a:lnTo>
                  <a:lnTo>
                    <a:pt x="229403" y="226639"/>
                  </a:lnTo>
                  <a:lnTo>
                    <a:pt x="231222" y="221623"/>
                  </a:lnTo>
                  <a:lnTo>
                    <a:pt x="232881" y="216551"/>
                  </a:lnTo>
                  <a:lnTo>
                    <a:pt x="234377" y="211429"/>
                  </a:lnTo>
                  <a:lnTo>
                    <a:pt x="235708" y="206261"/>
                  </a:lnTo>
                  <a:lnTo>
                    <a:pt x="236874" y="201054"/>
                  </a:lnTo>
                  <a:lnTo>
                    <a:pt x="237873" y="195812"/>
                  </a:lnTo>
                  <a:lnTo>
                    <a:pt x="238705" y="190541"/>
                  </a:lnTo>
                  <a:lnTo>
                    <a:pt x="239368" y="185246"/>
                  </a:lnTo>
                  <a:lnTo>
                    <a:pt x="239861" y="179932"/>
                  </a:lnTo>
                  <a:lnTo>
                    <a:pt x="240184" y="174606"/>
                  </a:lnTo>
                  <a:lnTo>
                    <a:pt x="240338" y="169272"/>
                  </a:lnTo>
                  <a:lnTo>
                    <a:pt x="240321" y="163936"/>
                  </a:lnTo>
                  <a:lnTo>
                    <a:pt x="240134" y="158603"/>
                  </a:lnTo>
                  <a:lnTo>
                    <a:pt x="239776" y="153278"/>
                  </a:lnTo>
                  <a:lnTo>
                    <a:pt x="239249" y="147968"/>
                  </a:lnTo>
                  <a:lnTo>
                    <a:pt x="238553" y="142677"/>
                  </a:lnTo>
                  <a:lnTo>
                    <a:pt x="237688" y="137412"/>
                  </a:lnTo>
                  <a:lnTo>
                    <a:pt x="236655" y="132176"/>
                  </a:lnTo>
                  <a:lnTo>
                    <a:pt x="235456" y="126977"/>
                  </a:lnTo>
                  <a:lnTo>
                    <a:pt x="234092" y="121818"/>
                  </a:lnTo>
                  <a:lnTo>
                    <a:pt x="232563" y="116705"/>
                  </a:lnTo>
                  <a:lnTo>
                    <a:pt x="230872" y="111644"/>
                  </a:lnTo>
                  <a:lnTo>
                    <a:pt x="229021" y="106639"/>
                  </a:lnTo>
                  <a:lnTo>
                    <a:pt x="227010" y="101696"/>
                  </a:lnTo>
                  <a:lnTo>
                    <a:pt x="224843" y="96819"/>
                  </a:lnTo>
                  <a:lnTo>
                    <a:pt x="222522" y="92014"/>
                  </a:lnTo>
                  <a:lnTo>
                    <a:pt x="220048" y="87286"/>
                  </a:lnTo>
                  <a:lnTo>
                    <a:pt x="217424" y="82639"/>
                  </a:lnTo>
                  <a:lnTo>
                    <a:pt x="214654" y="78079"/>
                  </a:lnTo>
                  <a:lnTo>
                    <a:pt x="211739" y="73609"/>
                  </a:lnTo>
                  <a:lnTo>
                    <a:pt x="208684" y="69234"/>
                  </a:lnTo>
                  <a:lnTo>
                    <a:pt x="205490" y="64959"/>
                  </a:lnTo>
                  <a:lnTo>
                    <a:pt x="202161" y="60788"/>
                  </a:lnTo>
                  <a:lnTo>
                    <a:pt x="198701" y="56726"/>
                  </a:lnTo>
                  <a:lnTo>
                    <a:pt x="195113" y="52776"/>
                  </a:lnTo>
                  <a:lnTo>
                    <a:pt x="191401" y="48942"/>
                  </a:lnTo>
                  <a:lnTo>
                    <a:pt x="187568" y="45229"/>
                  </a:lnTo>
                  <a:lnTo>
                    <a:pt x="183619" y="41640"/>
                  </a:lnTo>
                  <a:lnTo>
                    <a:pt x="179557" y="38179"/>
                  </a:lnTo>
                  <a:lnTo>
                    <a:pt x="175387" y="34850"/>
                  </a:lnTo>
                  <a:lnTo>
                    <a:pt x="171113" y="31655"/>
                  </a:lnTo>
                  <a:lnTo>
                    <a:pt x="166739" y="28599"/>
                  </a:lnTo>
                  <a:lnTo>
                    <a:pt x="162269" y="25683"/>
                  </a:lnTo>
                  <a:lnTo>
                    <a:pt x="157709" y="22912"/>
                  </a:lnTo>
                  <a:lnTo>
                    <a:pt x="153062" y="20288"/>
                  </a:lnTo>
                  <a:lnTo>
                    <a:pt x="148335" y="17813"/>
                  </a:lnTo>
                  <a:lnTo>
                    <a:pt x="143530" y="15490"/>
                  </a:lnTo>
                  <a:lnTo>
                    <a:pt x="138654" y="13322"/>
                  </a:lnTo>
                  <a:lnTo>
                    <a:pt x="133712" y="11311"/>
                  </a:lnTo>
                  <a:lnTo>
                    <a:pt x="128707" y="9458"/>
                  </a:lnTo>
                  <a:lnTo>
                    <a:pt x="123646" y="7767"/>
                  </a:lnTo>
                  <a:lnTo>
                    <a:pt x="118534" y="6237"/>
                  </a:lnTo>
                  <a:lnTo>
                    <a:pt x="113375" y="4872"/>
                  </a:lnTo>
                  <a:lnTo>
                    <a:pt x="108176" y="3671"/>
                  </a:lnTo>
                  <a:lnTo>
                    <a:pt x="102940" y="2638"/>
                  </a:lnTo>
                  <a:lnTo>
                    <a:pt x="97675" y="1772"/>
                  </a:lnTo>
                  <a:lnTo>
                    <a:pt x="92384" y="1075"/>
                  </a:lnTo>
                  <a:lnTo>
                    <a:pt x="87074" y="546"/>
                  </a:lnTo>
                  <a:lnTo>
                    <a:pt x="81750" y="188"/>
                  </a:lnTo>
                  <a:lnTo>
                    <a:pt x="76417" y="0"/>
                  </a:lnTo>
                  <a:lnTo>
                    <a:pt x="73184" y="1671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021039" y="1322571"/>
              <a:ext cx="3233" cy="167167"/>
            </a:xfrm>
            <a:custGeom>
              <a:avLst/>
              <a:pathLst>
                <a:path w="3233" h="167167">
                  <a:moveTo>
                    <a:pt x="3233" y="3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378098" y="1071028"/>
              <a:ext cx="167160" cy="277212"/>
            </a:xfrm>
            <a:custGeom>
              <a:avLst/>
              <a:pathLst>
                <a:path w="167160" h="277212">
                  <a:moveTo>
                    <a:pt x="167160" y="0"/>
                  </a:moveTo>
                  <a:lnTo>
                    <a:pt x="161771" y="86"/>
                  </a:lnTo>
                  <a:lnTo>
                    <a:pt x="156387" y="347"/>
                  </a:lnTo>
                  <a:lnTo>
                    <a:pt x="151015" y="781"/>
                  </a:lnTo>
                  <a:lnTo>
                    <a:pt x="145659" y="1388"/>
                  </a:lnTo>
                  <a:lnTo>
                    <a:pt x="140326" y="2167"/>
                  </a:lnTo>
                  <a:lnTo>
                    <a:pt x="135020" y="3118"/>
                  </a:lnTo>
                  <a:lnTo>
                    <a:pt x="129748" y="4240"/>
                  </a:lnTo>
                  <a:lnTo>
                    <a:pt x="124515" y="5530"/>
                  </a:lnTo>
                  <a:lnTo>
                    <a:pt x="119326" y="6989"/>
                  </a:lnTo>
                  <a:lnTo>
                    <a:pt x="114187" y="8615"/>
                  </a:lnTo>
                  <a:lnTo>
                    <a:pt x="109103" y="10405"/>
                  </a:lnTo>
                  <a:lnTo>
                    <a:pt x="104080" y="12358"/>
                  </a:lnTo>
                  <a:lnTo>
                    <a:pt x="99121" y="14472"/>
                  </a:lnTo>
                  <a:lnTo>
                    <a:pt x="94234" y="16745"/>
                  </a:lnTo>
                  <a:lnTo>
                    <a:pt x="89423" y="19174"/>
                  </a:lnTo>
                  <a:lnTo>
                    <a:pt x="84692" y="21757"/>
                  </a:lnTo>
                  <a:lnTo>
                    <a:pt x="80047" y="24491"/>
                  </a:lnTo>
                  <a:lnTo>
                    <a:pt x="75493" y="27374"/>
                  </a:lnTo>
                  <a:lnTo>
                    <a:pt x="71034" y="30402"/>
                  </a:lnTo>
                  <a:lnTo>
                    <a:pt x="66674" y="33572"/>
                  </a:lnTo>
                  <a:lnTo>
                    <a:pt x="62420" y="36881"/>
                  </a:lnTo>
                  <a:lnTo>
                    <a:pt x="58274" y="40325"/>
                  </a:lnTo>
                  <a:lnTo>
                    <a:pt x="54241" y="43902"/>
                  </a:lnTo>
                  <a:lnTo>
                    <a:pt x="50326" y="47606"/>
                  </a:lnTo>
                  <a:lnTo>
                    <a:pt x="46532" y="51435"/>
                  </a:lnTo>
                  <a:lnTo>
                    <a:pt x="42864" y="55384"/>
                  </a:lnTo>
                  <a:lnTo>
                    <a:pt x="39325" y="59449"/>
                  </a:lnTo>
                  <a:lnTo>
                    <a:pt x="35919" y="63626"/>
                  </a:lnTo>
                  <a:lnTo>
                    <a:pt x="32649" y="67911"/>
                  </a:lnTo>
                  <a:lnTo>
                    <a:pt x="29519" y="72299"/>
                  </a:lnTo>
                  <a:lnTo>
                    <a:pt x="26532" y="76786"/>
                  </a:lnTo>
                  <a:lnTo>
                    <a:pt x="23691" y="81367"/>
                  </a:lnTo>
                  <a:lnTo>
                    <a:pt x="21000" y="86036"/>
                  </a:lnTo>
                  <a:lnTo>
                    <a:pt x="18460" y="90791"/>
                  </a:lnTo>
                  <a:lnTo>
                    <a:pt x="16075" y="95624"/>
                  </a:lnTo>
                  <a:lnTo>
                    <a:pt x="13847" y="100532"/>
                  </a:lnTo>
                  <a:lnTo>
                    <a:pt x="11779" y="105509"/>
                  </a:lnTo>
                  <a:lnTo>
                    <a:pt x="9872" y="110551"/>
                  </a:lnTo>
                  <a:lnTo>
                    <a:pt x="8128" y="115651"/>
                  </a:lnTo>
                  <a:lnTo>
                    <a:pt x="6550" y="120805"/>
                  </a:lnTo>
                  <a:lnTo>
                    <a:pt x="5139" y="126007"/>
                  </a:lnTo>
                  <a:lnTo>
                    <a:pt x="3896" y="131251"/>
                  </a:lnTo>
                  <a:lnTo>
                    <a:pt x="2823" y="136533"/>
                  </a:lnTo>
                  <a:lnTo>
                    <a:pt x="1921" y="141847"/>
                  </a:lnTo>
                  <a:lnTo>
                    <a:pt x="1191" y="147188"/>
                  </a:lnTo>
                  <a:lnTo>
                    <a:pt x="633" y="152549"/>
                  </a:lnTo>
                  <a:lnTo>
                    <a:pt x="248" y="157925"/>
                  </a:lnTo>
                  <a:lnTo>
                    <a:pt x="37" y="163311"/>
                  </a:lnTo>
                  <a:lnTo>
                    <a:pt x="0" y="168700"/>
                  </a:lnTo>
                  <a:lnTo>
                    <a:pt x="136" y="174089"/>
                  </a:lnTo>
                  <a:lnTo>
                    <a:pt x="446" y="179470"/>
                  </a:lnTo>
                  <a:lnTo>
                    <a:pt x="929" y="184838"/>
                  </a:lnTo>
                  <a:lnTo>
                    <a:pt x="1585" y="190188"/>
                  </a:lnTo>
                  <a:lnTo>
                    <a:pt x="2413" y="195514"/>
                  </a:lnTo>
                  <a:lnTo>
                    <a:pt x="3413" y="200810"/>
                  </a:lnTo>
                  <a:lnTo>
                    <a:pt x="4583" y="206072"/>
                  </a:lnTo>
                  <a:lnTo>
                    <a:pt x="5921" y="211293"/>
                  </a:lnTo>
                  <a:lnTo>
                    <a:pt x="7428" y="216468"/>
                  </a:lnTo>
                  <a:lnTo>
                    <a:pt x="9100" y="221592"/>
                  </a:lnTo>
                  <a:lnTo>
                    <a:pt x="10937" y="226659"/>
                  </a:lnTo>
                  <a:lnTo>
                    <a:pt x="12936" y="231665"/>
                  </a:lnTo>
                  <a:lnTo>
                    <a:pt x="15096" y="236603"/>
                  </a:lnTo>
                  <a:lnTo>
                    <a:pt x="17413" y="241469"/>
                  </a:lnTo>
                  <a:lnTo>
                    <a:pt x="19886" y="246258"/>
                  </a:lnTo>
                  <a:lnTo>
                    <a:pt x="22513" y="250965"/>
                  </a:lnTo>
                  <a:lnTo>
                    <a:pt x="25290" y="255585"/>
                  </a:lnTo>
                  <a:lnTo>
                    <a:pt x="28214" y="260113"/>
                  </a:lnTo>
                  <a:lnTo>
                    <a:pt x="31282" y="264544"/>
                  </a:lnTo>
                  <a:lnTo>
                    <a:pt x="34492" y="268874"/>
                  </a:lnTo>
                  <a:lnTo>
                    <a:pt x="37840" y="273098"/>
                  </a:lnTo>
                  <a:lnTo>
                    <a:pt x="41323" y="277212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19421" y="1238196"/>
              <a:ext cx="125837" cy="110044"/>
            </a:xfrm>
            <a:custGeom>
              <a:avLst/>
              <a:pathLst>
                <a:path w="125837" h="110044">
                  <a:moveTo>
                    <a:pt x="0" y="110044"/>
                  </a:moveTo>
                  <a:lnTo>
                    <a:pt x="12583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19421" y="1238196"/>
              <a:ext cx="125837" cy="110044"/>
            </a:xfrm>
            <a:custGeom>
              <a:avLst/>
              <a:pathLst>
                <a:path w="125837" h="110044">
                  <a:moveTo>
                    <a:pt x="0" y="110044"/>
                  </a:moveTo>
                  <a:lnTo>
                    <a:pt x="12583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19421" y="1238196"/>
              <a:ext cx="125837" cy="110044"/>
            </a:xfrm>
            <a:custGeom>
              <a:avLst/>
              <a:pathLst>
                <a:path w="125837" h="110044">
                  <a:moveTo>
                    <a:pt x="0" y="110044"/>
                  </a:moveTo>
                  <a:lnTo>
                    <a:pt x="12583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19421" y="1238196"/>
              <a:ext cx="125837" cy="110044"/>
            </a:xfrm>
            <a:custGeom>
              <a:avLst/>
              <a:pathLst>
                <a:path w="125837" h="110044">
                  <a:moveTo>
                    <a:pt x="0" y="110044"/>
                  </a:moveTo>
                  <a:lnTo>
                    <a:pt x="12583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19421" y="1238196"/>
              <a:ext cx="125837" cy="110044"/>
            </a:xfrm>
            <a:custGeom>
              <a:avLst/>
              <a:pathLst>
                <a:path w="125837" h="110044">
                  <a:moveTo>
                    <a:pt x="0" y="110044"/>
                  </a:moveTo>
                  <a:lnTo>
                    <a:pt x="12583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19421" y="1238196"/>
              <a:ext cx="125837" cy="110044"/>
            </a:xfrm>
            <a:custGeom>
              <a:avLst/>
              <a:pathLst>
                <a:path w="125837" h="110044">
                  <a:moveTo>
                    <a:pt x="0" y="110044"/>
                  </a:moveTo>
                  <a:lnTo>
                    <a:pt x="12583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19421" y="1238196"/>
              <a:ext cx="125837" cy="110044"/>
            </a:xfrm>
            <a:custGeom>
              <a:avLst/>
              <a:pathLst>
                <a:path w="125837" h="110044">
                  <a:moveTo>
                    <a:pt x="0" y="110044"/>
                  </a:moveTo>
                  <a:lnTo>
                    <a:pt x="12583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19421" y="1238196"/>
              <a:ext cx="125837" cy="110044"/>
            </a:xfrm>
            <a:custGeom>
              <a:avLst/>
              <a:pathLst>
                <a:path w="125837" h="110044">
                  <a:moveTo>
                    <a:pt x="0" y="110044"/>
                  </a:moveTo>
                  <a:lnTo>
                    <a:pt x="12583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19421" y="1238196"/>
              <a:ext cx="125837" cy="110044"/>
            </a:xfrm>
            <a:custGeom>
              <a:avLst/>
              <a:pathLst>
                <a:path w="125837" h="110044">
                  <a:moveTo>
                    <a:pt x="0" y="110044"/>
                  </a:moveTo>
                  <a:lnTo>
                    <a:pt x="12583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19421" y="1238196"/>
              <a:ext cx="125837" cy="110044"/>
            </a:xfrm>
            <a:custGeom>
              <a:avLst/>
              <a:pathLst>
                <a:path w="125837" h="110044">
                  <a:moveTo>
                    <a:pt x="0" y="110044"/>
                  </a:moveTo>
                  <a:lnTo>
                    <a:pt x="12583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19421" y="1238196"/>
              <a:ext cx="125837" cy="110044"/>
            </a:xfrm>
            <a:custGeom>
              <a:avLst/>
              <a:pathLst>
                <a:path w="125837" h="110044">
                  <a:moveTo>
                    <a:pt x="0" y="110044"/>
                  </a:moveTo>
                  <a:lnTo>
                    <a:pt x="12583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19421" y="1238196"/>
              <a:ext cx="125837" cy="110044"/>
            </a:xfrm>
            <a:custGeom>
              <a:avLst/>
              <a:pathLst>
                <a:path w="125837" h="110044">
                  <a:moveTo>
                    <a:pt x="0" y="110044"/>
                  </a:moveTo>
                  <a:lnTo>
                    <a:pt x="12583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19421" y="1238196"/>
              <a:ext cx="125837" cy="110044"/>
            </a:xfrm>
            <a:custGeom>
              <a:avLst/>
              <a:pathLst>
                <a:path w="125837" h="110044">
                  <a:moveTo>
                    <a:pt x="0" y="110044"/>
                  </a:moveTo>
                  <a:lnTo>
                    <a:pt x="12583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19421" y="1238196"/>
              <a:ext cx="125837" cy="110044"/>
            </a:xfrm>
            <a:custGeom>
              <a:avLst/>
              <a:pathLst>
                <a:path w="125837" h="110044">
                  <a:moveTo>
                    <a:pt x="0" y="110044"/>
                  </a:moveTo>
                  <a:lnTo>
                    <a:pt x="12583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19421" y="1238196"/>
              <a:ext cx="125837" cy="110044"/>
            </a:xfrm>
            <a:custGeom>
              <a:avLst/>
              <a:pathLst>
                <a:path w="125837" h="110044">
                  <a:moveTo>
                    <a:pt x="0" y="110044"/>
                  </a:moveTo>
                  <a:lnTo>
                    <a:pt x="1258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19421" y="1238196"/>
              <a:ext cx="125837" cy="110044"/>
            </a:xfrm>
            <a:custGeom>
              <a:avLst/>
              <a:pathLst>
                <a:path w="125837" h="110044">
                  <a:moveTo>
                    <a:pt x="0" y="110044"/>
                  </a:moveTo>
                  <a:lnTo>
                    <a:pt x="1258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19421" y="1238196"/>
              <a:ext cx="125837" cy="110044"/>
            </a:xfrm>
            <a:custGeom>
              <a:avLst/>
              <a:pathLst>
                <a:path w="125837" h="110044">
                  <a:moveTo>
                    <a:pt x="0" y="110044"/>
                  </a:moveTo>
                  <a:lnTo>
                    <a:pt x="1258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19421" y="1238196"/>
              <a:ext cx="125837" cy="110044"/>
            </a:xfrm>
            <a:custGeom>
              <a:avLst/>
              <a:pathLst>
                <a:path w="125837" h="110044">
                  <a:moveTo>
                    <a:pt x="0" y="110044"/>
                  </a:moveTo>
                  <a:lnTo>
                    <a:pt x="1258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19421" y="1238196"/>
              <a:ext cx="125837" cy="110044"/>
            </a:xfrm>
            <a:custGeom>
              <a:avLst/>
              <a:pathLst>
                <a:path w="125837" h="110044">
                  <a:moveTo>
                    <a:pt x="0" y="110044"/>
                  </a:moveTo>
                  <a:lnTo>
                    <a:pt x="12583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19421" y="1238196"/>
              <a:ext cx="125837" cy="110044"/>
            </a:xfrm>
            <a:custGeom>
              <a:avLst/>
              <a:pathLst>
                <a:path w="125837" h="110044">
                  <a:moveTo>
                    <a:pt x="0" y="110044"/>
                  </a:moveTo>
                  <a:lnTo>
                    <a:pt x="12583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19421" y="1115988"/>
              <a:ext cx="293001" cy="289372"/>
            </a:xfrm>
            <a:custGeom>
              <a:avLst/>
              <a:pathLst>
                <a:path w="293001" h="289372">
                  <a:moveTo>
                    <a:pt x="0" y="232252"/>
                  </a:moveTo>
                  <a:lnTo>
                    <a:pt x="3561" y="236197"/>
                  </a:lnTo>
                  <a:lnTo>
                    <a:pt x="7246" y="240026"/>
                  </a:lnTo>
                  <a:lnTo>
                    <a:pt x="11052" y="243736"/>
                  </a:lnTo>
                  <a:lnTo>
                    <a:pt x="14973" y="247324"/>
                  </a:lnTo>
                  <a:lnTo>
                    <a:pt x="19006" y="250784"/>
                  </a:lnTo>
                  <a:lnTo>
                    <a:pt x="23147" y="254115"/>
                  </a:lnTo>
                  <a:lnTo>
                    <a:pt x="27392" y="257313"/>
                  </a:lnTo>
                  <a:lnTo>
                    <a:pt x="31737" y="260374"/>
                  </a:lnTo>
                  <a:lnTo>
                    <a:pt x="36176" y="263296"/>
                  </a:lnTo>
                  <a:lnTo>
                    <a:pt x="40706" y="266074"/>
                  </a:lnTo>
                  <a:lnTo>
                    <a:pt x="45323" y="268708"/>
                  </a:lnTo>
                  <a:lnTo>
                    <a:pt x="50020" y="271193"/>
                  </a:lnTo>
                  <a:lnTo>
                    <a:pt x="54794" y="273528"/>
                  </a:lnTo>
                  <a:lnTo>
                    <a:pt x="59641" y="275710"/>
                  </a:lnTo>
                  <a:lnTo>
                    <a:pt x="64553" y="277736"/>
                  </a:lnTo>
                  <a:lnTo>
                    <a:pt x="69528" y="279606"/>
                  </a:lnTo>
                  <a:lnTo>
                    <a:pt x="74560" y="281316"/>
                  </a:lnTo>
                  <a:lnTo>
                    <a:pt x="79644" y="282866"/>
                  </a:lnTo>
                  <a:lnTo>
                    <a:pt x="84774" y="284253"/>
                  </a:lnTo>
                  <a:lnTo>
                    <a:pt x="89946" y="285476"/>
                  </a:lnTo>
                  <a:lnTo>
                    <a:pt x="95154" y="286535"/>
                  </a:lnTo>
                  <a:lnTo>
                    <a:pt x="100393" y="287427"/>
                  </a:lnTo>
                  <a:lnTo>
                    <a:pt x="105658" y="288152"/>
                  </a:lnTo>
                  <a:lnTo>
                    <a:pt x="110943" y="288710"/>
                  </a:lnTo>
                  <a:lnTo>
                    <a:pt x="116244" y="289099"/>
                  </a:lnTo>
                  <a:lnTo>
                    <a:pt x="121554" y="289320"/>
                  </a:lnTo>
                  <a:lnTo>
                    <a:pt x="126868" y="289372"/>
                  </a:lnTo>
                  <a:lnTo>
                    <a:pt x="132181" y="289254"/>
                  </a:lnTo>
                  <a:lnTo>
                    <a:pt x="137488" y="288968"/>
                  </a:lnTo>
                  <a:lnTo>
                    <a:pt x="142783" y="288514"/>
                  </a:lnTo>
                  <a:lnTo>
                    <a:pt x="148061" y="287891"/>
                  </a:lnTo>
                  <a:lnTo>
                    <a:pt x="153316" y="287101"/>
                  </a:lnTo>
                  <a:lnTo>
                    <a:pt x="158544" y="286144"/>
                  </a:lnTo>
                  <a:lnTo>
                    <a:pt x="163739" y="285021"/>
                  </a:lnTo>
                  <a:lnTo>
                    <a:pt x="168895" y="283734"/>
                  </a:lnTo>
                  <a:lnTo>
                    <a:pt x="174008" y="282284"/>
                  </a:lnTo>
                  <a:lnTo>
                    <a:pt x="179072" y="280672"/>
                  </a:lnTo>
                  <a:lnTo>
                    <a:pt x="184083" y="278899"/>
                  </a:lnTo>
                  <a:lnTo>
                    <a:pt x="189034" y="276969"/>
                  </a:lnTo>
                  <a:lnTo>
                    <a:pt x="193922" y="274882"/>
                  </a:lnTo>
                  <a:lnTo>
                    <a:pt x="198740" y="272640"/>
                  </a:lnTo>
                  <a:lnTo>
                    <a:pt x="203485" y="270247"/>
                  </a:lnTo>
                  <a:lnTo>
                    <a:pt x="208152" y="267704"/>
                  </a:lnTo>
                  <a:lnTo>
                    <a:pt x="212735" y="265013"/>
                  </a:lnTo>
                  <a:lnTo>
                    <a:pt x="217231" y="262179"/>
                  </a:lnTo>
                  <a:lnTo>
                    <a:pt x="221634" y="259203"/>
                  </a:lnTo>
                  <a:lnTo>
                    <a:pt x="225941" y="256089"/>
                  </a:lnTo>
                  <a:lnTo>
                    <a:pt x="230146" y="252839"/>
                  </a:lnTo>
                  <a:lnTo>
                    <a:pt x="234246" y="249457"/>
                  </a:lnTo>
                  <a:lnTo>
                    <a:pt x="238236" y="245947"/>
                  </a:lnTo>
                  <a:lnTo>
                    <a:pt x="242112" y="242311"/>
                  </a:lnTo>
                  <a:lnTo>
                    <a:pt x="245872" y="238554"/>
                  </a:lnTo>
                  <a:lnTo>
                    <a:pt x="249509" y="234680"/>
                  </a:lnTo>
                  <a:lnTo>
                    <a:pt x="253022" y="230692"/>
                  </a:lnTo>
                  <a:lnTo>
                    <a:pt x="256406" y="226594"/>
                  </a:lnTo>
                  <a:lnTo>
                    <a:pt x="259658" y="222391"/>
                  </a:lnTo>
                  <a:lnTo>
                    <a:pt x="262775" y="218086"/>
                  </a:lnTo>
                  <a:lnTo>
                    <a:pt x="265754" y="213685"/>
                  </a:lnTo>
                  <a:lnTo>
                    <a:pt x="268591" y="209191"/>
                  </a:lnTo>
                  <a:lnTo>
                    <a:pt x="271284" y="204609"/>
                  </a:lnTo>
                  <a:lnTo>
                    <a:pt x="273830" y="199944"/>
                  </a:lnTo>
                  <a:lnTo>
                    <a:pt x="276226" y="195200"/>
                  </a:lnTo>
                  <a:lnTo>
                    <a:pt x="278471" y="190383"/>
                  </a:lnTo>
                  <a:lnTo>
                    <a:pt x="280561" y="185497"/>
                  </a:lnTo>
                  <a:lnTo>
                    <a:pt x="282494" y="180546"/>
                  </a:lnTo>
                  <a:lnTo>
                    <a:pt x="284270" y="175537"/>
                  </a:lnTo>
                  <a:lnTo>
                    <a:pt x="285885" y="170474"/>
                  </a:lnTo>
                  <a:lnTo>
                    <a:pt x="287338" y="165362"/>
                  </a:lnTo>
                  <a:lnTo>
                    <a:pt x="288628" y="160206"/>
                  </a:lnTo>
                  <a:lnTo>
                    <a:pt x="289754" y="155012"/>
                  </a:lnTo>
                  <a:lnTo>
                    <a:pt x="290714" y="149785"/>
                  </a:lnTo>
                  <a:lnTo>
                    <a:pt x="291507" y="144530"/>
                  </a:lnTo>
                  <a:lnTo>
                    <a:pt x="292133" y="139253"/>
                  </a:lnTo>
                  <a:lnTo>
                    <a:pt x="292591" y="133958"/>
                  </a:lnTo>
                  <a:lnTo>
                    <a:pt x="292880" y="128651"/>
                  </a:lnTo>
                  <a:lnTo>
                    <a:pt x="293001" y="123338"/>
                  </a:lnTo>
                  <a:lnTo>
                    <a:pt x="292952" y="118023"/>
                  </a:lnTo>
                  <a:lnTo>
                    <a:pt x="292735" y="112713"/>
                  </a:lnTo>
                  <a:lnTo>
                    <a:pt x="292348" y="107413"/>
                  </a:lnTo>
                  <a:lnTo>
                    <a:pt x="291794" y="102127"/>
                  </a:lnTo>
                  <a:lnTo>
                    <a:pt x="291072" y="96862"/>
                  </a:lnTo>
                  <a:lnTo>
                    <a:pt x="290183" y="91622"/>
                  </a:lnTo>
                  <a:lnTo>
                    <a:pt x="289127" y="86414"/>
                  </a:lnTo>
                  <a:lnTo>
                    <a:pt x="287907" y="81241"/>
                  </a:lnTo>
                  <a:lnTo>
                    <a:pt x="286523" y="76110"/>
                  </a:lnTo>
                  <a:lnTo>
                    <a:pt x="284976" y="71025"/>
                  </a:lnTo>
                  <a:lnTo>
                    <a:pt x="283269" y="65993"/>
                  </a:lnTo>
                  <a:lnTo>
                    <a:pt x="281402" y="61017"/>
                  </a:lnTo>
                  <a:lnTo>
                    <a:pt x="279379" y="56102"/>
                  </a:lnTo>
                  <a:lnTo>
                    <a:pt x="277200" y="51255"/>
                  </a:lnTo>
                  <a:lnTo>
                    <a:pt x="274868" y="46479"/>
                  </a:lnTo>
                  <a:lnTo>
                    <a:pt x="272385" y="41780"/>
                  </a:lnTo>
                  <a:lnTo>
                    <a:pt x="269755" y="37162"/>
                  </a:lnTo>
                  <a:lnTo>
                    <a:pt x="266979" y="32631"/>
                  </a:lnTo>
                  <a:lnTo>
                    <a:pt x="264060" y="28189"/>
                  </a:lnTo>
                  <a:lnTo>
                    <a:pt x="261001" y="23843"/>
                  </a:lnTo>
                  <a:lnTo>
                    <a:pt x="257806" y="19596"/>
                  </a:lnTo>
                  <a:lnTo>
                    <a:pt x="254478" y="15453"/>
                  </a:lnTo>
                  <a:lnTo>
                    <a:pt x="251019" y="11418"/>
                  </a:lnTo>
                  <a:lnTo>
                    <a:pt x="247434" y="7494"/>
                  </a:lnTo>
                  <a:lnTo>
                    <a:pt x="243726" y="3687"/>
                  </a:lnTo>
                  <a:lnTo>
                    <a:pt x="239899" y="0"/>
                  </a:lnTo>
                  <a:lnTo>
                    <a:pt x="125837" y="1222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45258" y="1071028"/>
              <a:ext cx="114062" cy="167167"/>
            </a:xfrm>
            <a:custGeom>
              <a:avLst/>
              <a:pathLst>
                <a:path w="114062" h="167167">
                  <a:moveTo>
                    <a:pt x="114062" y="44959"/>
                  </a:moveTo>
                  <a:lnTo>
                    <a:pt x="109825" y="41138"/>
                  </a:lnTo>
                  <a:lnTo>
                    <a:pt x="105460" y="37463"/>
                  </a:lnTo>
                  <a:lnTo>
                    <a:pt x="100972" y="33940"/>
                  </a:lnTo>
                  <a:lnTo>
                    <a:pt x="96367" y="30571"/>
                  </a:lnTo>
                  <a:lnTo>
                    <a:pt x="91649" y="27362"/>
                  </a:lnTo>
                  <a:lnTo>
                    <a:pt x="86824" y="24316"/>
                  </a:lnTo>
                  <a:lnTo>
                    <a:pt x="81899" y="21436"/>
                  </a:lnTo>
                  <a:lnTo>
                    <a:pt x="76878" y="18726"/>
                  </a:lnTo>
                  <a:lnTo>
                    <a:pt x="71767" y="16189"/>
                  </a:lnTo>
                  <a:lnTo>
                    <a:pt x="66573" y="13828"/>
                  </a:lnTo>
                  <a:lnTo>
                    <a:pt x="61301" y="11645"/>
                  </a:lnTo>
                  <a:lnTo>
                    <a:pt x="55958" y="9644"/>
                  </a:lnTo>
                  <a:lnTo>
                    <a:pt x="50550" y="7826"/>
                  </a:lnTo>
                  <a:lnTo>
                    <a:pt x="45082" y="6193"/>
                  </a:lnTo>
                  <a:lnTo>
                    <a:pt x="39563" y="4749"/>
                  </a:lnTo>
                  <a:lnTo>
                    <a:pt x="33997" y="3493"/>
                  </a:lnTo>
                  <a:lnTo>
                    <a:pt x="28391" y="2428"/>
                  </a:lnTo>
                  <a:lnTo>
                    <a:pt x="22753" y="1555"/>
                  </a:lnTo>
                  <a:lnTo>
                    <a:pt x="17088" y="875"/>
                  </a:lnTo>
                  <a:lnTo>
                    <a:pt x="11403" y="389"/>
                  </a:lnTo>
                  <a:lnTo>
                    <a:pt x="5704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44240" y="941493"/>
              <a:ext cx="79303" cy="167167"/>
            </a:xfrm>
            <a:custGeom>
              <a:avLst/>
              <a:pathLst>
                <a:path w="79303" h="167167">
                  <a:moveTo>
                    <a:pt x="79303" y="0"/>
                  </a:moveTo>
                  <a:lnTo>
                    <a:pt x="73403" y="104"/>
                  </a:lnTo>
                  <a:lnTo>
                    <a:pt x="67509" y="416"/>
                  </a:lnTo>
                  <a:lnTo>
                    <a:pt x="61631" y="936"/>
                  </a:lnTo>
                  <a:lnTo>
                    <a:pt x="55774" y="1664"/>
                  </a:lnTo>
                  <a:lnTo>
                    <a:pt x="49947" y="2597"/>
                  </a:lnTo>
                  <a:lnTo>
                    <a:pt x="44156" y="3736"/>
                  </a:lnTo>
                  <a:lnTo>
                    <a:pt x="38409" y="5079"/>
                  </a:lnTo>
                  <a:lnTo>
                    <a:pt x="32713" y="6623"/>
                  </a:lnTo>
                  <a:lnTo>
                    <a:pt x="27075" y="8368"/>
                  </a:lnTo>
                  <a:lnTo>
                    <a:pt x="21502" y="10310"/>
                  </a:lnTo>
                  <a:lnTo>
                    <a:pt x="16001" y="12448"/>
                  </a:lnTo>
                  <a:lnTo>
                    <a:pt x="10580" y="14779"/>
                  </a:lnTo>
                  <a:lnTo>
                    <a:pt x="5243" y="17300"/>
                  </a:lnTo>
                  <a:lnTo>
                    <a:pt x="0" y="20008"/>
                  </a:lnTo>
                  <a:lnTo>
                    <a:pt x="7930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4240" y="961501"/>
              <a:ext cx="79303" cy="147159"/>
            </a:xfrm>
            <a:custGeom>
              <a:avLst/>
              <a:pathLst>
                <a:path w="79303" h="147159">
                  <a:moveTo>
                    <a:pt x="0" y="0"/>
                  </a:moveTo>
                  <a:lnTo>
                    <a:pt x="79303" y="14715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4240" y="961501"/>
              <a:ext cx="79303" cy="147159"/>
            </a:xfrm>
            <a:custGeom>
              <a:avLst/>
              <a:pathLst>
                <a:path w="79303" h="147159">
                  <a:moveTo>
                    <a:pt x="0" y="0"/>
                  </a:moveTo>
                  <a:lnTo>
                    <a:pt x="79303" y="14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4240" y="961501"/>
              <a:ext cx="79303" cy="147159"/>
            </a:xfrm>
            <a:custGeom>
              <a:avLst/>
              <a:pathLst>
                <a:path w="79303" h="147159">
                  <a:moveTo>
                    <a:pt x="0" y="0"/>
                  </a:moveTo>
                  <a:lnTo>
                    <a:pt x="79303" y="14715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4240" y="961501"/>
              <a:ext cx="79303" cy="147159"/>
            </a:xfrm>
            <a:custGeom>
              <a:avLst/>
              <a:pathLst>
                <a:path w="79303" h="147159">
                  <a:moveTo>
                    <a:pt x="0" y="0"/>
                  </a:moveTo>
                  <a:lnTo>
                    <a:pt x="79303" y="14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4240" y="961501"/>
              <a:ext cx="79303" cy="147159"/>
            </a:xfrm>
            <a:custGeom>
              <a:avLst/>
              <a:pathLst>
                <a:path w="79303" h="147159">
                  <a:moveTo>
                    <a:pt x="0" y="0"/>
                  </a:moveTo>
                  <a:lnTo>
                    <a:pt x="79303" y="14715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4240" y="961501"/>
              <a:ext cx="79303" cy="147159"/>
            </a:xfrm>
            <a:custGeom>
              <a:avLst/>
              <a:pathLst>
                <a:path w="79303" h="147159">
                  <a:moveTo>
                    <a:pt x="0" y="0"/>
                  </a:moveTo>
                  <a:lnTo>
                    <a:pt x="79303" y="14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4240" y="961501"/>
              <a:ext cx="79303" cy="147159"/>
            </a:xfrm>
            <a:custGeom>
              <a:avLst/>
              <a:pathLst>
                <a:path w="79303" h="147159">
                  <a:moveTo>
                    <a:pt x="0" y="0"/>
                  </a:moveTo>
                  <a:lnTo>
                    <a:pt x="79303" y="14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4240" y="961501"/>
              <a:ext cx="79303" cy="147159"/>
            </a:xfrm>
            <a:custGeom>
              <a:avLst/>
              <a:pathLst>
                <a:path w="79303" h="147159">
                  <a:moveTo>
                    <a:pt x="0" y="0"/>
                  </a:moveTo>
                  <a:lnTo>
                    <a:pt x="79303" y="14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4240" y="961501"/>
              <a:ext cx="79303" cy="147159"/>
            </a:xfrm>
            <a:custGeom>
              <a:avLst/>
              <a:pathLst>
                <a:path w="79303" h="147159">
                  <a:moveTo>
                    <a:pt x="0" y="0"/>
                  </a:moveTo>
                  <a:lnTo>
                    <a:pt x="79303" y="1471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4240" y="961501"/>
              <a:ext cx="79303" cy="147159"/>
            </a:xfrm>
            <a:custGeom>
              <a:avLst/>
              <a:pathLst>
                <a:path w="79303" h="147159">
                  <a:moveTo>
                    <a:pt x="0" y="0"/>
                  </a:moveTo>
                  <a:lnTo>
                    <a:pt x="79303" y="1471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4240" y="961501"/>
              <a:ext cx="79303" cy="147159"/>
            </a:xfrm>
            <a:custGeom>
              <a:avLst/>
              <a:pathLst>
                <a:path w="79303" h="147159">
                  <a:moveTo>
                    <a:pt x="0" y="0"/>
                  </a:moveTo>
                  <a:lnTo>
                    <a:pt x="79303" y="14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4240" y="961501"/>
              <a:ext cx="79303" cy="147159"/>
            </a:xfrm>
            <a:custGeom>
              <a:avLst/>
              <a:pathLst>
                <a:path w="79303" h="147159">
                  <a:moveTo>
                    <a:pt x="0" y="0"/>
                  </a:moveTo>
                  <a:lnTo>
                    <a:pt x="79303" y="14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4240" y="961501"/>
              <a:ext cx="79303" cy="147159"/>
            </a:xfrm>
            <a:custGeom>
              <a:avLst/>
              <a:pathLst>
                <a:path w="79303" h="147159">
                  <a:moveTo>
                    <a:pt x="0" y="0"/>
                  </a:moveTo>
                  <a:lnTo>
                    <a:pt x="79303" y="147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4240" y="961501"/>
              <a:ext cx="79303" cy="147159"/>
            </a:xfrm>
            <a:custGeom>
              <a:avLst/>
              <a:pathLst>
                <a:path w="79303" h="147159">
                  <a:moveTo>
                    <a:pt x="0" y="0"/>
                  </a:moveTo>
                  <a:lnTo>
                    <a:pt x="79303" y="14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4240" y="961501"/>
              <a:ext cx="79303" cy="147159"/>
            </a:xfrm>
            <a:custGeom>
              <a:avLst/>
              <a:pathLst>
                <a:path w="79303" h="147159">
                  <a:moveTo>
                    <a:pt x="0" y="0"/>
                  </a:moveTo>
                  <a:lnTo>
                    <a:pt x="79303" y="14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4240" y="961501"/>
              <a:ext cx="79303" cy="147159"/>
            </a:xfrm>
            <a:custGeom>
              <a:avLst/>
              <a:pathLst>
                <a:path w="79303" h="147159">
                  <a:moveTo>
                    <a:pt x="0" y="0"/>
                  </a:moveTo>
                  <a:lnTo>
                    <a:pt x="79303" y="14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4240" y="961501"/>
              <a:ext cx="79303" cy="147159"/>
            </a:xfrm>
            <a:custGeom>
              <a:avLst/>
              <a:pathLst>
                <a:path w="79303" h="147159">
                  <a:moveTo>
                    <a:pt x="0" y="0"/>
                  </a:moveTo>
                  <a:lnTo>
                    <a:pt x="79303" y="14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4240" y="961501"/>
              <a:ext cx="79303" cy="147159"/>
            </a:xfrm>
            <a:custGeom>
              <a:avLst/>
              <a:pathLst>
                <a:path w="79303" h="147159">
                  <a:moveTo>
                    <a:pt x="0" y="0"/>
                  </a:moveTo>
                  <a:lnTo>
                    <a:pt x="79303" y="147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44240" y="961501"/>
              <a:ext cx="79303" cy="147159"/>
            </a:xfrm>
            <a:custGeom>
              <a:avLst/>
              <a:pathLst>
                <a:path w="79303" h="147159">
                  <a:moveTo>
                    <a:pt x="0" y="0"/>
                  </a:moveTo>
                  <a:lnTo>
                    <a:pt x="79303" y="147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856376" y="948131"/>
              <a:ext cx="334327" cy="327687"/>
            </a:xfrm>
            <a:custGeom>
              <a:avLst/>
              <a:pathLst>
                <a:path w="334327" h="327687">
                  <a:moveTo>
                    <a:pt x="87863" y="13370"/>
                  </a:moveTo>
                  <a:lnTo>
                    <a:pt x="83247" y="15952"/>
                  </a:lnTo>
                  <a:lnTo>
                    <a:pt x="78714" y="18680"/>
                  </a:lnTo>
                  <a:lnTo>
                    <a:pt x="74271" y="21550"/>
                  </a:lnTo>
                  <a:lnTo>
                    <a:pt x="69920" y="24558"/>
                  </a:lnTo>
                  <a:lnTo>
                    <a:pt x="65667" y="27703"/>
                  </a:lnTo>
                  <a:lnTo>
                    <a:pt x="61515" y="30981"/>
                  </a:lnTo>
                  <a:lnTo>
                    <a:pt x="57469" y="34389"/>
                  </a:lnTo>
                  <a:lnTo>
                    <a:pt x="53533" y="37923"/>
                  </a:lnTo>
                  <a:lnTo>
                    <a:pt x="49711" y="41579"/>
                  </a:lnTo>
                  <a:lnTo>
                    <a:pt x="46006" y="45355"/>
                  </a:lnTo>
                  <a:lnTo>
                    <a:pt x="42423" y="49246"/>
                  </a:lnTo>
                  <a:lnTo>
                    <a:pt x="38964" y="53249"/>
                  </a:lnTo>
                  <a:lnTo>
                    <a:pt x="35634" y="57359"/>
                  </a:lnTo>
                  <a:lnTo>
                    <a:pt x="32436" y="61572"/>
                  </a:lnTo>
                  <a:lnTo>
                    <a:pt x="29372" y="65884"/>
                  </a:lnTo>
                  <a:lnTo>
                    <a:pt x="26447" y="70291"/>
                  </a:lnTo>
                  <a:lnTo>
                    <a:pt x="23662" y="74789"/>
                  </a:lnTo>
                  <a:lnTo>
                    <a:pt x="21021" y="79372"/>
                  </a:lnTo>
                  <a:lnTo>
                    <a:pt x="18527" y="84037"/>
                  </a:lnTo>
                  <a:lnTo>
                    <a:pt x="16181" y="88778"/>
                  </a:lnTo>
                  <a:lnTo>
                    <a:pt x="13986" y="93591"/>
                  </a:lnTo>
                  <a:lnTo>
                    <a:pt x="11945" y="98471"/>
                  </a:lnTo>
                  <a:lnTo>
                    <a:pt x="10060" y="103413"/>
                  </a:lnTo>
                  <a:lnTo>
                    <a:pt x="8331" y="108412"/>
                  </a:lnTo>
                  <a:lnTo>
                    <a:pt x="6762" y="113464"/>
                  </a:lnTo>
                  <a:lnTo>
                    <a:pt x="5353" y="118563"/>
                  </a:lnTo>
                  <a:lnTo>
                    <a:pt x="4106" y="123703"/>
                  </a:lnTo>
                  <a:lnTo>
                    <a:pt x="3023" y="128881"/>
                  </a:lnTo>
                  <a:lnTo>
                    <a:pt x="2103" y="134090"/>
                  </a:lnTo>
                  <a:lnTo>
                    <a:pt x="1350" y="139326"/>
                  </a:lnTo>
                  <a:lnTo>
                    <a:pt x="762" y="144583"/>
                  </a:lnTo>
                  <a:lnTo>
                    <a:pt x="341" y="149856"/>
                  </a:lnTo>
                  <a:lnTo>
                    <a:pt x="86" y="155139"/>
                  </a:lnTo>
                  <a:lnTo>
                    <a:pt x="0" y="160428"/>
                  </a:lnTo>
                  <a:lnTo>
                    <a:pt x="80" y="165717"/>
                  </a:lnTo>
                  <a:lnTo>
                    <a:pt x="328" y="171001"/>
                  </a:lnTo>
                  <a:lnTo>
                    <a:pt x="743" y="176275"/>
                  </a:lnTo>
                  <a:lnTo>
                    <a:pt x="1324" y="181532"/>
                  </a:lnTo>
                  <a:lnTo>
                    <a:pt x="2072" y="186769"/>
                  </a:lnTo>
                  <a:lnTo>
                    <a:pt x="2985" y="191979"/>
                  </a:lnTo>
                  <a:lnTo>
                    <a:pt x="4062" y="197158"/>
                  </a:lnTo>
                  <a:lnTo>
                    <a:pt x="5302" y="202300"/>
                  </a:lnTo>
                  <a:lnTo>
                    <a:pt x="6705" y="207401"/>
                  </a:lnTo>
                  <a:lnTo>
                    <a:pt x="8268" y="212454"/>
                  </a:lnTo>
                  <a:lnTo>
                    <a:pt x="9991" y="217456"/>
                  </a:lnTo>
                  <a:lnTo>
                    <a:pt x="11871" y="222400"/>
                  </a:lnTo>
                  <a:lnTo>
                    <a:pt x="13906" y="227283"/>
                  </a:lnTo>
                  <a:lnTo>
                    <a:pt x="16095" y="232098"/>
                  </a:lnTo>
                  <a:lnTo>
                    <a:pt x="18435" y="236842"/>
                  </a:lnTo>
                  <a:lnTo>
                    <a:pt x="20924" y="241510"/>
                  </a:lnTo>
                  <a:lnTo>
                    <a:pt x="23559" y="246096"/>
                  </a:lnTo>
                  <a:lnTo>
                    <a:pt x="26338" y="250597"/>
                  </a:lnTo>
                  <a:lnTo>
                    <a:pt x="29259" y="255008"/>
                  </a:lnTo>
                  <a:lnTo>
                    <a:pt x="32317" y="259324"/>
                  </a:lnTo>
                  <a:lnTo>
                    <a:pt x="35510" y="263541"/>
                  </a:lnTo>
                  <a:lnTo>
                    <a:pt x="38835" y="267655"/>
                  </a:lnTo>
                  <a:lnTo>
                    <a:pt x="42289" y="271661"/>
                  </a:lnTo>
                  <a:lnTo>
                    <a:pt x="45868" y="275557"/>
                  </a:lnTo>
                  <a:lnTo>
                    <a:pt x="49568" y="279337"/>
                  </a:lnTo>
                  <a:lnTo>
                    <a:pt x="53386" y="282998"/>
                  </a:lnTo>
                  <a:lnTo>
                    <a:pt x="57317" y="286537"/>
                  </a:lnTo>
                  <a:lnTo>
                    <a:pt x="61359" y="289949"/>
                  </a:lnTo>
                  <a:lnTo>
                    <a:pt x="65507" y="293232"/>
                  </a:lnTo>
                  <a:lnTo>
                    <a:pt x="69757" y="296382"/>
                  </a:lnTo>
                  <a:lnTo>
                    <a:pt x="74104" y="299396"/>
                  </a:lnTo>
                  <a:lnTo>
                    <a:pt x="78544" y="302271"/>
                  </a:lnTo>
                  <a:lnTo>
                    <a:pt x="83073" y="305004"/>
                  </a:lnTo>
                  <a:lnTo>
                    <a:pt x="87686" y="307593"/>
                  </a:lnTo>
                  <a:lnTo>
                    <a:pt x="92379" y="310034"/>
                  </a:lnTo>
                  <a:lnTo>
                    <a:pt x="97146" y="312325"/>
                  </a:lnTo>
                  <a:lnTo>
                    <a:pt x="101984" y="314465"/>
                  </a:lnTo>
                  <a:lnTo>
                    <a:pt x="106887" y="316450"/>
                  </a:lnTo>
                  <a:lnTo>
                    <a:pt x="111851" y="318279"/>
                  </a:lnTo>
                  <a:lnTo>
                    <a:pt x="116870" y="319950"/>
                  </a:lnTo>
                  <a:lnTo>
                    <a:pt x="121939" y="321462"/>
                  </a:lnTo>
                  <a:lnTo>
                    <a:pt x="127053" y="322812"/>
                  </a:lnTo>
                  <a:lnTo>
                    <a:pt x="132208" y="324000"/>
                  </a:lnTo>
                  <a:lnTo>
                    <a:pt x="137397" y="325024"/>
                  </a:lnTo>
                  <a:lnTo>
                    <a:pt x="142617" y="325884"/>
                  </a:lnTo>
                  <a:lnTo>
                    <a:pt x="147861" y="326578"/>
                  </a:lnTo>
                  <a:lnTo>
                    <a:pt x="153124" y="327105"/>
                  </a:lnTo>
                  <a:lnTo>
                    <a:pt x="158401" y="327466"/>
                  </a:lnTo>
                  <a:lnTo>
                    <a:pt x="163688" y="327660"/>
                  </a:lnTo>
                  <a:lnTo>
                    <a:pt x="168977" y="327687"/>
                  </a:lnTo>
                  <a:lnTo>
                    <a:pt x="174265" y="327546"/>
                  </a:lnTo>
                  <a:lnTo>
                    <a:pt x="179546" y="327237"/>
                  </a:lnTo>
                  <a:lnTo>
                    <a:pt x="184814" y="326762"/>
                  </a:lnTo>
                  <a:lnTo>
                    <a:pt x="190065" y="326121"/>
                  </a:lnTo>
                  <a:lnTo>
                    <a:pt x="195293" y="325313"/>
                  </a:lnTo>
                  <a:lnTo>
                    <a:pt x="200492" y="324341"/>
                  </a:lnTo>
                  <a:lnTo>
                    <a:pt x="205658" y="323205"/>
                  </a:lnTo>
                  <a:lnTo>
                    <a:pt x="210786" y="321905"/>
                  </a:lnTo>
                  <a:lnTo>
                    <a:pt x="215870" y="320444"/>
                  </a:lnTo>
                  <a:lnTo>
                    <a:pt x="220905" y="318823"/>
                  </a:lnTo>
                  <a:lnTo>
                    <a:pt x="225887" y="317044"/>
                  </a:lnTo>
                  <a:lnTo>
                    <a:pt x="230809" y="315108"/>
                  </a:lnTo>
                  <a:lnTo>
                    <a:pt x="235668" y="313017"/>
                  </a:lnTo>
                  <a:lnTo>
                    <a:pt x="240459" y="310773"/>
                  </a:lnTo>
                  <a:lnTo>
                    <a:pt x="245175" y="308379"/>
                  </a:lnTo>
                  <a:lnTo>
                    <a:pt x="249814" y="305837"/>
                  </a:lnTo>
                  <a:lnTo>
                    <a:pt x="254370" y="303149"/>
                  </a:lnTo>
                  <a:lnTo>
                    <a:pt x="258839" y="300319"/>
                  </a:lnTo>
                  <a:lnTo>
                    <a:pt x="263216" y="297348"/>
                  </a:lnTo>
                  <a:lnTo>
                    <a:pt x="267497" y="294241"/>
                  </a:lnTo>
                  <a:lnTo>
                    <a:pt x="271677" y="290999"/>
                  </a:lnTo>
                  <a:lnTo>
                    <a:pt x="275753" y="287628"/>
                  </a:lnTo>
                  <a:lnTo>
                    <a:pt x="279720" y="284128"/>
                  </a:lnTo>
                  <a:lnTo>
                    <a:pt x="283574" y="280505"/>
                  </a:lnTo>
                  <a:lnTo>
                    <a:pt x="287312" y="276762"/>
                  </a:lnTo>
                  <a:lnTo>
                    <a:pt x="290929" y="272903"/>
                  </a:lnTo>
                  <a:lnTo>
                    <a:pt x="294423" y="268931"/>
                  </a:lnTo>
                  <a:lnTo>
                    <a:pt x="297789" y="264850"/>
                  </a:lnTo>
                  <a:lnTo>
                    <a:pt x="301024" y="260665"/>
                  </a:lnTo>
                  <a:lnTo>
                    <a:pt x="304125" y="256380"/>
                  </a:lnTo>
                  <a:lnTo>
                    <a:pt x="307089" y="251999"/>
                  </a:lnTo>
                  <a:lnTo>
                    <a:pt x="309913" y="247526"/>
                  </a:lnTo>
                  <a:lnTo>
                    <a:pt x="312594" y="242966"/>
                  </a:lnTo>
                  <a:lnTo>
                    <a:pt x="315130" y="238323"/>
                  </a:lnTo>
                  <a:lnTo>
                    <a:pt x="317517" y="233603"/>
                  </a:lnTo>
                  <a:lnTo>
                    <a:pt x="319754" y="228810"/>
                  </a:lnTo>
                  <a:lnTo>
                    <a:pt x="321838" y="223948"/>
                  </a:lnTo>
                  <a:lnTo>
                    <a:pt x="323767" y="219022"/>
                  </a:lnTo>
                  <a:lnTo>
                    <a:pt x="325539" y="214038"/>
                  </a:lnTo>
                  <a:lnTo>
                    <a:pt x="327153" y="209001"/>
                  </a:lnTo>
                  <a:lnTo>
                    <a:pt x="328606" y="203915"/>
                  </a:lnTo>
                  <a:lnTo>
                    <a:pt x="329898" y="198785"/>
                  </a:lnTo>
                  <a:lnTo>
                    <a:pt x="331027" y="193617"/>
                  </a:lnTo>
                  <a:lnTo>
                    <a:pt x="331992" y="188416"/>
                  </a:lnTo>
                  <a:lnTo>
                    <a:pt x="332792" y="183187"/>
                  </a:lnTo>
                  <a:lnTo>
                    <a:pt x="333426" y="177936"/>
                  </a:lnTo>
                  <a:lnTo>
                    <a:pt x="333893" y="172667"/>
                  </a:lnTo>
                  <a:lnTo>
                    <a:pt x="334194" y="167385"/>
                  </a:lnTo>
                  <a:lnTo>
                    <a:pt x="334327" y="162097"/>
                  </a:lnTo>
                  <a:lnTo>
                    <a:pt x="334293" y="156808"/>
                  </a:lnTo>
                  <a:lnTo>
                    <a:pt x="334092" y="151522"/>
                  </a:lnTo>
                  <a:lnTo>
                    <a:pt x="333723" y="146245"/>
                  </a:lnTo>
                  <a:lnTo>
                    <a:pt x="333188" y="140983"/>
                  </a:lnTo>
                  <a:lnTo>
                    <a:pt x="332486" y="135740"/>
                  </a:lnTo>
                  <a:lnTo>
                    <a:pt x="331619" y="130521"/>
                  </a:lnTo>
                  <a:lnTo>
                    <a:pt x="330587" y="125333"/>
                  </a:lnTo>
                  <a:lnTo>
                    <a:pt x="329392" y="120180"/>
                  </a:lnTo>
                  <a:lnTo>
                    <a:pt x="328034" y="115068"/>
                  </a:lnTo>
                  <a:lnTo>
                    <a:pt x="326515" y="110001"/>
                  </a:lnTo>
                  <a:lnTo>
                    <a:pt x="324837" y="104985"/>
                  </a:lnTo>
                  <a:lnTo>
                    <a:pt x="323000" y="100024"/>
                  </a:lnTo>
                  <a:lnTo>
                    <a:pt x="321008" y="95124"/>
                  </a:lnTo>
                  <a:lnTo>
                    <a:pt x="318862" y="90289"/>
                  </a:lnTo>
                  <a:lnTo>
                    <a:pt x="316563" y="85525"/>
                  </a:lnTo>
                  <a:lnTo>
                    <a:pt x="314116" y="80835"/>
                  </a:lnTo>
                  <a:lnTo>
                    <a:pt x="311520" y="76226"/>
                  </a:lnTo>
                  <a:lnTo>
                    <a:pt x="308781" y="71701"/>
                  </a:lnTo>
                  <a:lnTo>
                    <a:pt x="305900" y="67265"/>
                  </a:lnTo>
                  <a:lnTo>
                    <a:pt x="302879" y="62922"/>
                  </a:lnTo>
                  <a:lnTo>
                    <a:pt x="299723" y="58677"/>
                  </a:lnTo>
                  <a:lnTo>
                    <a:pt x="296434" y="54534"/>
                  </a:lnTo>
                  <a:lnTo>
                    <a:pt x="293016" y="50497"/>
                  </a:lnTo>
                  <a:lnTo>
                    <a:pt x="289472" y="46571"/>
                  </a:lnTo>
                  <a:lnTo>
                    <a:pt x="285805" y="42758"/>
                  </a:lnTo>
                  <a:lnTo>
                    <a:pt x="282019" y="39063"/>
                  </a:lnTo>
                  <a:lnTo>
                    <a:pt x="278119" y="35490"/>
                  </a:lnTo>
                  <a:lnTo>
                    <a:pt x="274107" y="32042"/>
                  </a:lnTo>
                  <a:lnTo>
                    <a:pt x="269988" y="28723"/>
                  </a:lnTo>
                  <a:lnTo>
                    <a:pt x="265767" y="25536"/>
                  </a:lnTo>
                  <a:lnTo>
                    <a:pt x="261446" y="22484"/>
                  </a:lnTo>
                  <a:lnTo>
                    <a:pt x="257031" y="19570"/>
                  </a:lnTo>
                  <a:lnTo>
                    <a:pt x="252526" y="16798"/>
                  </a:lnTo>
                  <a:lnTo>
                    <a:pt x="247936" y="14169"/>
                  </a:lnTo>
                  <a:lnTo>
                    <a:pt x="243265" y="11687"/>
                  </a:lnTo>
                  <a:lnTo>
                    <a:pt x="238518" y="9353"/>
                  </a:lnTo>
                  <a:lnTo>
                    <a:pt x="233699" y="7172"/>
                  </a:lnTo>
                  <a:lnTo>
                    <a:pt x="228813" y="5143"/>
                  </a:lnTo>
                  <a:lnTo>
                    <a:pt x="223866" y="3271"/>
                  </a:lnTo>
                  <a:lnTo>
                    <a:pt x="218862" y="1556"/>
                  </a:lnTo>
                  <a:lnTo>
                    <a:pt x="213807" y="0"/>
                  </a:lnTo>
                  <a:lnTo>
                    <a:pt x="167167" y="1605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023544" y="941493"/>
              <a:ext cx="46639" cy="167167"/>
            </a:xfrm>
            <a:custGeom>
              <a:avLst/>
              <a:pathLst>
                <a:path w="46639" h="167167">
                  <a:moveTo>
                    <a:pt x="46639" y="6638"/>
                  </a:moveTo>
                  <a:lnTo>
                    <a:pt x="40937" y="5090"/>
                  </a:lnTo>
                  <a:lnTo>
                    <a:pt x="35185" y="3744"/>
                  </a:lnTo>
                  <a:lnTo>
                    <a:pt x="29388" y="2603"/>
                  </a:lnTo>
                  <a:lnTo>
                    <a:pt x="23554" y="1667"/>
                  </a:lnTo>
                  <a:lnTo>
                    <a:pt x="17691" y="938"/>
                  </a:lnTo>
                  <a:lnTo>
                    <a:pt x="11806" y="417"/>
                  </a:lnTo>
                  <a:lnTo>
                    <a:pt x="5907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34572" y="941493"/>
              <a:ext cx="51642" cy="167167"/>
            </a:xfrm>
            <a:custGeom>
              <a:avLst/>
              <a:pathLst>
                <a:path w="51642" h="167167">
                  <a:moveTo>
                    <a:pt x="51642" y="0"/>
                  </a:moveTo>
                  <a:lnTo>
                    <a:pt x="45081" y="128"/>
                  </a:lnTo>
                  <a:lnTo>
                    <a:pt x="38530" y="515"/>
                  </a:lnTo>
                  <a:lnTo>
                    <a:pt x="32000" y="1158"/>
                  </a:lnTo>
                  <a:lnTo>
                    <a:pt x="25499" y="2056"/>
                  </a:lnTo>
                  <a:lnTo>
                    <a:pt x="19039" y="3210"/>
                  </a:lnTo>
                  <a:lnTo>
                    <a:pt x="12629" y="4616"/>
                  </a:lnTo>
                  <a:lnTo>
                    <a:pt x="6279" y="6272"/>
                  </a:lnTo>
                  <a:lnTo>
                    <a:pt x="0" y="8176"/>
                  </a:lnTo>
                  <a:lnTo>
                    <a:pt x="5164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4572" y="949670"/>
              <a:ext cx="51642" cy="158990"/>
            </a:xfrm>
            <a:custGeom>
              <a:avLst/>
              <a:pathLst>
                <a:path w="51642" h="158990">
                  <a:moveTo>
                    <a:pt x="0" y="0"/>
                  </a:moveTo>
                  <a:lnTo>
                    <a:pt x="51642" y="1589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319056" y="949670"/>
              <a:ext cx="167159" cy="324479"/>
            </a:xfrm>
            <a:custGeom>
              <a:avLst/>
              <a:pathLst>
                <a:path w="167159" h="324479">
                  <a:moveTo>
                    <a:pt x="115516" y="0"/>
                  </a:moveTo>
                  <a:lnTo>
                    <a:pt x="110460" y="1732"/>
                  </a:lnTo>
                  <a:lnTo>
                    <a:pt x="105462" y="3624"/>
                  </a:lnTo>
                  <a:lnTo>
                    <a:pt x="100527" y="5676"/>
                  </a:lnTo>
                  <a:lnTo>
                    <a:pt x="95660" y="7885"/>
                  </a:lnTo>
                  <a:lnTo>
                    <a:pt x="90866" y="10247"/>
                  </a:lnTo>
                  <a:lnTo>
                    <a:pt x="86150" y="12762"/>
                  </a:lnTo>
                  <a:lnTo>
                    <a:pt x="81517" y="15427"/>
                  </a:lnTo>
                  <a:lnTo>
                    <a:pt x="76972" y="18238"/>
                  </a:lnTo>
                  <a:lnTo>
                    <a:pt x="72518" y="21193"/>
                  </a:lnTo>
                  <a:lnTo>
                    <a:pt x="68162" y="24288"/>
                  </a:lnTo>
                  <a:lnTo>
                    <a:pt x="63906" y="27522"/>
                  </a:lnTo>
                  <a:lnTo>
                    <a:pt x="59756" y="30890"/>
                  </a:lnTo>
                  <a:lnTo>
                    <a:pt x="55716" y="34389"/>
                  </a:lnTo>
                  <a:lnTo>
                    <a:pt x="51790" y="38015"/>
                  </a:lnTo>
                  <a:lnTo>
                    <a:pt x="47982" y="41765"/>
                  </a:lnTo>
                  <a:lnTo>
                    <a:pt x="44295" y="45634"/>
                  </a:lnTo>
                  <a:lnTo>
                    <a:pt x="40734" y="49620"/>
                  </a:lnTo>
                  <a:lnTo>
                    <a:pt x="37303" y="53717"/>
                  </a:lnTo>
                  <a:lnTo>
                    <a:pt x="34004" y="57922"/>
                  </a:lnTo>
                  <a:lnTo>
                    <a:pt x="30841" y="62230"/>
                  </a:lnTo>
                  <a:lnTo>
                    <a:pt x="27818" y="66637"/>
                  </a:lnTo>
                  <a:lnTo>
                    <a:pt x="24937" y="71139"/>
                  </a:lnTo>
                  <a:lnTo>
                    <a:pt x="22201" y="75730"/>
                  </a:lnTo>
                  <a:lnTo>
                    <a:pt x="19614" y="80407"/>
                  </a:lnTo>
                  <a:lnTo>
                    <a:pt x="17177" y="85163"/>
                  </a:lnTo>
                  <a:lnTo>
                    <a:pt x="14894" y="89996"/>
                  </a:lnTo>
                  <a:lnTo>
                    <a:pt x="12766" y="94898"/>
                  </a:lnTo>
                  <a:lnTo>
                    <a:pt x="10796" y="99867"/>
                  </a:lnTo>
                  <a:lnTo>
                    <a:pt x="8986" y="104895"/>
                  </a:lnTo>
                  <a:lnTo>
                    <a:pt x="7337" y="109979"/>
                  </a:lnTo>
                  <a:lnTo>
                    <a:pt x="5852" y="115113"/>
                  </a:lnTo>
                  <a:lnTo>
                    <a:pt x="4532" y="120292"/>
                  </a:lnTo>
                  <a:lnTo>
                    <a:pt x="3378" y="125511"/>
                  </a:lnTo>
                  <a:lnTo>
                    <a:pt x="2392" y="130763"/>
                  </a:lnTo>
                  <a:lnTo>
                    <a:pt x="1574" y="136045"/>
                  </a:lnTo>
                  <a:lnTo>
                    <a:pt x="925" y="141350"/>
                  </a:lnTo>
                  <a:lnTo>
                    <a:pt x="446" y="146673"/>
                  </a:lnTo>
                  <a:lnTo>
                    <a:pt x="137" y="152009"/>
                  </a:lnTo>
                  <a:lnTo>
                    <a:pt x="0" y="157351"/>
                  </a:lnTo>
                  <a:lnTo>
                    <a:pt x="33" y="162696"/>
                  </a:lnTo>
                  <a:lnTo>
                    <a:pt x="236" y="168036"/>
                  </a:lnTo>
                  <a:lnTo>
                    <a:pt x="611" y="173368"/>
                  </a:lnTo>
                  <a:lnTo>
                    <a:pt x="1156" y="178685"/>
                  </a:lnTo>
                  <a:lnTo>
                    <a:pt x="1870" y="183981"/>
                  </a:lnTo>
                  <a:lnTo>
                    <a:pt x="2753" y="189252"/>
                  </a:lnTo>
                  <a:lnTo>
                    <a:pt x="3805" y="194492"/>
                  </a:lnTo>
                  <a:lnTo>
                    <a:pt x="5023" y="199696"/>
                  </a:lnTo>
                  <a:lnTo>
                    <a:pt x="6407" y="204858"/>
                  </a:lnTo>
                  <a:lnTo>
                    <a:pt x="7956" y="209973"/>
                  </a:lnTo>
                  <a:lnTo>
                    <a:pt x="9667" y="215037"/>
                  </a:lnTo>
                  <a:lnTo>
                    <a:pt x="11539" y="220043"/>
                  </a:lnTo>
                  <a:lnTo>
                    <a:pt x="13570" y="224986"/>
                  </a:lnTo>
                  <a:lnTo>
                    <a:pt x="15758" y="229862"/>
                  </a:lnTo>
                  <a:lnTo>
                    <a:pt x="18101" y="234666"/>
                  </a:lnTo>
                  <a:lnTo>
                    <a:pt x="20597" y="239392"/>
                  </a:lnTo>
                  <a:lnTo>
                    <a:pt x="23242" y="244036"/>
                  </a:lnTo>
                  <a:lnTo>
                    <a:pt x="26034" y="248593"/>
                  </a:lnTo>
                  <a:lnTo>
                    <a:pt x="28971" y="253059"/>
                  </a:lnTo>
                  <a:lnTo>
                    <a:pt x="32048" y="257428"/>
                  </a:lnTo>
                  <a:lnTo>
                    <a:pt x="35264" y="261697"/>
                  </a:lnTo>
                  <a:lnTo>
                    <a:pt x="38615" y="265861"/>
                  </a:lnTo>
                  <a:lnTo>
                    <a:pt x="42097" y="269915"/>
                  </a:lnTo>
                  <a:lnTo>
                    <a:pt x="45707" y="273856"/>
                  </a:lnTo>
                  <a:lnTo>
                    <a:pt x="49441" y="277680"/>
                  </a:lnTo>
                  <a:lnTo>
                    <a:pt x="53295" y="281383"/>
                  </a:lnTo>
                  <a:lnTo>
                    <a:pt x="57266" y="284960"/>
                  </a:lnTo>
                  <a:lnTo>
                    <a:pt x="61349" y="288409"/>
                  </a:lnTo>
                  <a:lnTo>
                    <a:pt x="65540" y="291725"/>
                  </a:lnTo>
                  <a:lnTo>
                    <a:pt x="69835" y="294905"/>
                  </a:lnTo>
                  <a:lnTo>
                    <a:pt x="74230" y="297947"/>
                  </a:lnTo>
                  <a:lnTo>
                    <a:pt x="78719" y="300847"/>
                  </a:lnTo>
                  <a:lnTo>
                    <a:pt x="83299" y="303601"/>
                  </a:lnTo>
                  <a:lnTo>
                    <a:pt x="87965" y="306208"/>
                  </a:lnTo>
                  <a:lnTo>
                    <a:pt x="92711" y="308665"/>
                  </a:lnTo>
                  <a:lnTo>
                    <a:pt x="97534" y="310968"/>
                  </a:lnTo>
                  <a:lnTo>
                    <a:pt x="102428" y="313116"/>
                  </a:lnTo>
                  <a:lnTo>
                    <a:pt x="107388" y="315107"/>
                  </a:lnTo>
                  <a:lnTo>
                    <a:pt x="112409" y="316937"/>
                  </a:lnTo>
                  <a:lnTo>
                    <a:pt x="117486" y="318607"/>
                  </a:lnTo>
                  <a:lnTo>
                    <a:pt x="122614" y="320113"/>
                  </a:lnTo>
                  <a:lnTo>
                    <a:pt x="127788" y="321455"/>
                  </a:lnTo>
                  <a:lnTo>
                    <a:pt x="133001" y="322630"/>
                  </a:lnTo>
                  <a:lnTo>
                    <a:pt x="138250" y="323639"/>
                  </a:lnTo>
                  <a:lnTo>
                    <a:pt x="143528" y="324479"/>
                  </a:lnTo>
                  <a:lnTo>
                    <a:pt x="167159" y="1589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62584" y="941493"/>
              <a:ext cx="190792" cy="334317"/>
            </a:xfrm>
            <a:custGeom>
              <a:avLst/>
              <a:pathLst>
                <a:path w="190792" h="334317">
                  <a:moveTo>
                    <a:pt x="0" y="332656"/>
                  </a:moveTo>
                  <a:lnTo>
                    <a:pt x="5286" y="333325"/>
                  </a:lnTo>
                  <a:lnTo>
                    <a:pt x="10591" y="333825"/>
                  </a:lnTo>
                  <a:lnTo>
                    <a:pt x="15910" y="334156"/>
                  </a:lnTo>
                  <a:lnTo>
                    <a:pt x="21236" y="334317"/>
                  </a:lnTo>
                  <a:lnTo>
                    <a:pt x="26565" y="334309"/>
                  </a:lnTo>
                  <a:lnTo>
                    <a:pt x="31890" y="334130"/>
                  </a:lnTo>
                  <a:lnTo>
                    <a:pt x="37208" y="333782"/>
                  </a:lnTo>
                  <a:lnTo>
                    <a:pt x="42511" y="333265"/>
                  </a:lnTo>
                  <a:lnTo>
                    <a:pt x="47796" y="332579"/>
                  </a:lnTo>
                  <a:lnTo>
                    <a:pt x="53056" y="331724"/>
                  </a:lnTo>
                  <a:lnTo>
                    <a:pt x="58285" y="330703"/>
                  </a:lnTo>
                  <a:lnTo>
                    <a:pt x="63480" y="329515"/>
                  </a:lnTo>
                  <a:lnTo>
                    <a:pt x="68634" y="328163"/>
                  </a:lnTo>
                  <a:lnTo>
                    <a:pt x="73743" y="326646"/>
                  </a:lnTo>
                  <a:lnTo>
                    <a:pt x="78800" y="324968"/>
                  </a:lnTo>
                  <a:lnTo>
                    <a:pt x="83802" y="323130"/>
                  </a:lnTo>
                  <a:lnTo>
                    <a:pt x="88742" y="321133"/>
                  </a:lnTo>
                  <a:lnTo>
                    <a:pt x="93616" y="318979"/>
                  </a:lnTo>
                  <a:lnTo>
                    <a:pt x="98420" y="316671"/>
                  </a:lnTo>
                  <a:lnTo>
                    <a:pt x="103147" y="314212"/>
                  </a:lnTo>
                  <a:lnTo>
                    <a:pt x="107793" y="311603"/>
                  </a:lnTo>
                  <a:lnTo>
                    <a:pt x="112354" y="308847"/>
                  </a:lnTo>
                  <a:lnTo>
                    <a:pt x="116824" y="305947"/>
                  </a:lnTo>
                  <a:lnTo>
                    <a:pt x="121200" y="302906"/>
                  </a:lnTo>
                  <a:lnTo>
                    <a:pt x="125477" y="299727"/>
                  </a:lnTo>
                  <a:lnTo>
                    <a:pt x="129650" y="296414"/>
                  </a:lnTo>
                  <a:lnTo>
                    <a:pt x="133716" y="292969"/>
                  </a:lnTo>
                  <a:lnTo>
                    <a:pt x="137670" y="289396"/>
                  </a:lnTo>
                  <a:lnTo>
                    <a:pt x="141507" y="285700"/>
                  </a:lnTo>
                  <a:lnTo>
                    <a:pt x="145225" y="281882"/>
                  </a:lnTo>
                  <a:lnTo>
                    <a:pt x="148820" y="277949"/>
                  </a:lnTo>
                  <a:lnTo>
                    <a:pt x="152287" y="273902"/>
                  </a:lnTo>
                  <a:lnTo>
                    <a:pt x="155624" y="269747"/>
                  </a:lnTo>
                  <a:lnTo>
                    <a:pt x="158826" y="265488"/>
                  </a:lnTo>
                  <a:lnTo>
                    <a:pt x="161891" y="261129"/>
                  </a:lnTo>
                  <a:lnTo>
                    <a:pt x="164816" y="256675"/>
                  </a:lnTo>
                  <a:lnTo>
                    <a:pt x="167597" y="252129"/>
                  </a:lnTo>
                  <a:lnTo>
                    <a:pt x="170232" y="247498"/>
                  </a:lnTo>
                  <a:lnTo>
                    <a:pt x="172718" y="242784"/>
                  </a:lnTo>
                  <a:lnTo>
                    <a:pt x="175052" y="237994"/>
                  </a:lnTo>
                  <a:lnTo>
                    <a:pt x="177233" y="233132"/>
                  </a:lnTo>
                  <a:lnTo>
                    <a:pt x="179257" y="228203"/>
                  </a:lnTo>
                  <a:lnTo>
                    <a:pt x="181123" y="223211"/>
                  </a:lnTo>
                  <a:lnTo>
                    <a:pt x="182830" y="218163"/>
                  </a:lnTo>
                  <a:lnTo>
                    <a:pt x="184374" y="213063"/>
                  </a:lnTo>
                  <a:lnTo>
                    <a:pt x="185755" y="207917"/>
                  </a:lnTo>
                  <a:lnTo>
                    <a:pt x="186972" y="202729"/>
                  </a:lnTo>
                  <a:lnTo>
                    <a:pt x="188022" y="197504"/>
                  </a:lnTo>
                  <a:lnTo>
                    <a:pt x="188906" y="192249"/>
                  </a:lnTo>
                  <a:lnTo>
                    <a:pt x="189621" y="186969"/>
                  </a:lnTo>
                  <a:lnTo>
                    <a:pt x="190168" y="181668"/>
                  </a:lnTo>
                  <a:lnTo>
                    <a:pt x="190545" y="176353"/>
                  </a:lnTo>
                  <a:lnTo>
                    <a:pt x="190753" y="171028"/>
                  </a:lnTo>
                  <a:lnTo>
                    <a:pt x="190792" y="165700"/>
                  </a:lnTo>
                  <a:lnTo>
                    <a:pt x="190660" y="160373"/>
                  </a:lnTo>
                  <a:lnTo>
                    <a:pt x="190358" y="155053"/>
                  </a:lnTo>
                  <a:lnTo>
                    <a:pt x="189888" y="149745"/>
                  </a:lnTo>
                  <a:lnTo>
                    <a:pt x="189248" y="144454"/>
                  </a:lnTo>
                  <a:lnTo>
                    <a:pt x="188440" y="139187"/>
                  </a:lnTo>
                  <a:lnTo>
                    <a:pt x="187464" y="133949"/>
                  </a:lnTo>
                  <a:lnTo>
                    <a:pt x="186322" y="128744"/>
                  </a:lnTo>
                  <a:lnTo>
                    <a:pt x="185015" y="123578"/>
                  </a:lnTo>
                  <a:lnTo>
                    <a:pt x="183544" y="118456"/>
                  </a:lnTo>
                  <a:lnTo>
                    <a:pt x="181910" y="113384"/>
                  </a:lnTo>
                  <a:lnTo>
                    <a:pt x="180115" y="108367"/>
                  </a:lnTo>
                  <a:lnTo>
                    <a:pt x="178162" y="103409"/>
                  </a:lnTo>
                  <a:lnTo>
                    <a:pt x="176051" y="98516"/>
                  </a:lnTo>
                  <a:lnTo>
                    <a:pt x="173786" y="93693"/>
                  </a:lnTo>
                  <a:lnTo>
                    <a:pt x="171367" y="88944"/>
                  </a:lnTo>
                  <a:lnTo>
                    <a:pt x="168799" y="84275"/>
                  </a:lnTo>
                  <a:lnTo>
                    <a:pt x="166084" y="79691"/>
                  </a:lnTo>
                  <a:lnTo>
                    <a:pt x="163223" y="75195"/>
                  </a:lnTo>
                  <a:lnTo>
                    <a:pt x="160221" y="70792"/>
                  </a:lnTo>
                  <a:lnTo>
                    <a:pt x="157080" y="66488"/>
                  </a:lnTo>
                  <a:lnTo>
                    <a:pt x="153803" y="62286"/>
                  </a:lnTo>
                  <a:lnTo>
                    <a:pt x="150394" y="58190"/>
                  </a:lnTo>
                  <a:lnTo>
                    <a:pt x="146856" y="54205"/>
                  </a:lnTo>
                  <a:lnTo>
                    <a:pt x="143193" y="50335"/>
                  </a:lnTo>
                  <a:lnTo>
                    <a:pt x="139409" y="46584"/>
                  </a:lnTo>
                  <a:lnTo>
                    <a:pt x="135507" y="42955"/>
                  </a:lnTo>
                  <a:lnTo>
                    <a:pt x="131491" y="39452"/>
                  </a:lnTo>
                  <a:lnTo>
                    <a:pt x="127365" y="36079"/>
                  </a:lnTo>
                  <a:lnTo>
                    <a:pt x="123135" y="32839"/>
                  </a:lnTo>
                  <a:lnTo>
                    <a:pt x="118803" y="29736"/>
                  </a:lnTo>
                  <a:lnTo>
                    <a:pt x="114374" y="26773"/>
                  </a:lnTo>
                  <a:lnTo>
                    <a:pt x="109853" y="23952"/>
                  </a:lnTo>
                  <a:lnTo>
                    <a:pt x="105245" y="21276"/>
                  </a:lnTo>
                  <a:lnTo>
                    <a:pt x="100553" y="18749"/>
                  </a:lnTo>
                  <a:lnTo>
                    <a:pt x="95784" y="16373"/>
                  </a:lnTo>
                  <a:lnTo>
                    <a:pt x="90941" y="14150"/>
                  </a:lnTo>
                  <a:lnTo>
                    <a:pt x="86030" y="12082"/>
                  </a:lnTo>
                  <a:lnTo>
                    <a:pt x="81055" y="10172"/>
                  </a:lnTo>
                  <a:lnTo>
                    <a:pt x="76022" y="8422"/>
                  </a:lnTo>
                  <a:lnTo>
                    <a:pt x="70936" y="6832"/>
                  </a:lnTo>
                  <a:lnTo>
                    <a:pt x="65802" y="5406"/>
                  </a:lnTo>
                  <a:lnTo>
                    <a:pt x="60624" y="4144"/>
                  </a:lnTo>
                  <a:lnTo>
                    <a:pt x="55410" y="3048"/>
                  </a:lnTo>
                  <a:lnTo>
                    <a:pt x="50163" y="2118"/>
                  </a:lnTo>
                  <a:lnTo>
                    <a:pt x="44889" y="1357"/>
                  </a:lnTo>
                  <a:lnTo>
                    <a:pt x="39593" y="763"/>
                  </a:lnTo>
                  <a:lnTo>
                    <a:pt x="34281" y="339"/>
                  </a:lnTo>
                  <a:lnTo>
                    <a:pt x="28959" y="84"/>
                  </a:lnTo>
                  <a:lnTo>
                    <a:pt x="23631" y="0"/>
                  </a:lnTo>
                  <a:lnTo>
                    <a:pt x="2363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797793" y="1071028"/>
              <a:ext cx="166708" cy="167167"/>
            </a:xfrm>
            <a:custGeom>
              <a:avLst/>
              <a:pathLst>
                <a:path w="166708" h="167167">
                  <a:moveTo>
                    <a:pt x="166708" y="0"/>
                  </a:moveTo>
                  <a:lnTo>
                    <a:pt x="161270" y="88"/>
                  </a:lnTo>
                  <a:lnTo>
                    <a:pt x="155837" y="353"/>
                  </a:lnTo>
                  <a:lnTo>
                    <a:pt x="150417" y="795"/>
                  </a:lnTo>
                  <a:lnTo>
                    <a:pt x="145013" y="1413"/>
                  </a:lnTo>
                  <a:lnTo>
                    <a:pt x="139633" y="2207"/>
                  </a:lnTo>
                  <a:lnTo>
                    <a:pt x="134281" y="3175"/>
                  </a:lnTo>
                  <a:lnTo>
                    <a:pt x="128963" y="4316"/>
                  </a:lnTo>
                  <a:lnTo>
                    <a:pt x="123686" y="5630"/>
                  </a:lnTo>
                  <a:lnTo>
                    <a:pt x="118454" y="7115"/>
                  </a:lnTo>
                  <a:lnTo>
                    <a:pt x="113273" y="8770"/>
                  </a:lnTo>
                  <a:lnTo>
                    <a:pt x="108148" y="10592"/>
                  </a:lnTo>
                  <a:lnTo>
                    <a:pt x="103086" y="12580"/>
                  </a:lnTo>
                  <a:lnTo>
                    <a:pt x="98091" y="14731"/>
                  </a:lnTo>
                  <a:lnTo>
                    <a:pt x="93168" y="17044"/>
                  </a:lnTo>
                  <a:lnTo>
                    <a:pt x="88324" y="19516"/>
                  </a:lnTo>
                  <a:lnTo>
                    <a:pt x="83562" y="22144"/>
                  </a:lnTo>
                  <a:lnTo>
                    <a:pt x="78888" y="24925"/>
                  </a:lnTo>
                  <a:lnTo>
                    <a:pt x="74308" y="27857"/>
                  </a:lnTo>
                  <a:lnTo>
                    <a:pt x="69825" y="30937"/>
                  </a:lnTo>
                  <a:lnTo>
                    <a:pt x="65445" y="34160"/>
                  </a:lnTo>
                  <a:lnTo>
                    <a:pt x="61171" y="37525"/>
                  </a:lnTo>
                  <a:lnTo>
                    <a:pt x="57010" y="41027"/>
                  </a:lnTo>
                  <a:lnTo>
                    <a:pt x="52965" y="44662"/>
                  </a:lnTo>
                  <a:lnTo>
                    <a:pt x="49040" y="48427"/>
                  </a:lnTo>
                  <a:lnTo>
                    <a:pt x="45239" y="52317"/>
                  </a:lnTo>
                  <a:lnTo>
                    <a:pt x="41568" y="56330"/>
                  </a:lnTo>
                  <a:lnTo>
                    <a:pt x="38028" y="60459"/>
                  </a:lnTo>
                  <a:lnTo>
                    <a:pt x="34625" y="64702"/>
                  </a:lnTo>
                  <a:lnTo>
                    <a:pt x="31362" y="69052"/>
                  </a:lnTo>
                  <a:lnTo>
                    <a:pt x="28242" y="73507"/>
                  </a:lnTo>
                  <a:lnTo>
                    <a:pt x="25268" y="78061"/>
                  </a:lnTo>
                  <a:lnTo>
                    <a:pt x="22444" y="82709"/>
                  </a:lnTo>
                  <a:lnTo>
                    <a:pt x="19773" y="87447"/>
                  </a:lnTo>
                  <a:lnTo>
                    <a:pt x="17258" y="92269"/>
                  </a:lnTo>
                  <a:lnTo>
                    <a:pt x="14901" y="97170"/>
                  </a:lnTo>
                  <a:lnTo>
                    <a:pt x="12704" y="102146"/>
                  </a:lnTo>
                  <a:lnTo>
                    <a:pt x="10670" y="107190"/>
                  </a:lnTo>
                  <a:lnTo>
                    <a:pt x="8802" y="112297"/>
                  </a:lnTo>
                  <a:lnTo>
                    <a:pt x="7100" y="117463"/>
                  </a:lnTo>
                  <a:lnTo>
                    <a:pt x="5568" y="122682"/>
                  </a:lnTo>
                  <a:lnTo>
                    <a:pt x="4206" y="127947"/>
                  </a:lnTo>
                  <a:lnTo>
                    <a:pt x="3016" y="133254"/>
                  </a:lnTo>
                  <a:lnTo>
                    <a:pt x="2000" y="138597"/>
                  </a:lnTo>
                  <a:lnTo>
                    <a:pt x="1158" y="143970"/>
                  </a:lnTo>
                  <a:lnTo>
                    <a:pt x="491" y="149368"/>
                  </a:lnTo>
                  <a:lnTo>
                    <a:pt x="0" y="154784"/>
                  </a:lnTo>
                  <a:lnTo>
                    <a:pt x="16670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793" y="1225813"/>
              <a:ext cx="166708" cy="12382"/>
            </a:xfrm>
            <a:custGeom>
              <a:avLst/>
              <a:pathLst>
                <a:path w="166708" h="12382">
                  <a:moveTo>
                    <a:pt x="0" y="0"/>
                  </a:moveTo>
                  <a:lnTo>
                    <a:pt x="166708" y="123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793" y="1225813"/>
              <a:ext cx="166708" cy="12382"/>
            </a:xfrm>
            <a:custGeom>
              <a:avLst/>
              <a:pathLst>
                <a:path w="166708" h="12382">
                  <a:moveTo>
                    <a:pt x="0" y="0"/>
                  </a:moveTo>
                  <a:lnTo>
                    <a:pt x="166708" y="123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793" y="1225813"/>
              <a:ext cx="166708" cy="12382"/>
            </a:xfrm>
            <a:custGeom>
              <a:avLst/>
              <a:pathLst>
                <a:path w="166708" h="12382">
                  <a:moveTo>
                    <a:pt x="0" y="0"/>
                  </a:moveTo>
                  <a:lnTo>
                    <a:pt x="166708" y="123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793" y="1225813"/>
              <a:ext cx="166708" cy="12382"/>
            </a:xfrm>
            <a:custGeom>
              <a:avLst/>
              <a:pathLst>
                <a:path w="166708" h="12382">
                  <a:moveTo>
                    <a:pt x="0" y="0"/>
                  </a:moveTo>
                  <a:lnTo>
                    <a:pt x="166708" y="123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793" y="1225813"/>
              <a:ext cx="166708" cy="12382"/>
            </a:xfrm>
            <a:custGeom>
              <a:avLst/>
              <a:pathLst>
                <a:path w="166708" h="12382">
                  <a:moveTo>
                    <a:pt x="0" y="0"/>
                  </a:moveTo>
                  <a:lnTo>
                    <a:pt x="166708" y="123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793" y="1225813"/>
              <a:ext cx="166708" cy="12382"/>
            </a:xfrm>
            <a:custGeom>
              <a:avLst/>
              <a:pathLst>
                <a:path w="166708" h="12382">
                  <a:moveTo>
                    <a:pt x="0" y="0"/>
                  </a:moveTo>
                  <a:lnTo>
                    <a:pt x="166708" y="123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793" y="1225813"/>
              <a:ext cx="166708" cy="12382"/>
            </a:xfrm>
            <a:custGeom>
              <a:avLst/>
              <a:pathLst>
                <a:path w="166708" h="12382">
                  <a:moveTo>
                    <a:pt x="0" y="0"/>
                  </a:moveTo>
                  <a:lnTo>
                    <a:pt x="166708" y="123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793" y="1225813"/>
              <a:ext cx="166708" cy="12382"/>
            </a:xfrm>
            <a:custGeom>
              <a:avLst/>
              <a:pathLst>
                <a:path w="166708" h="12382">
                  <a:moveTo>
                    <a:pt x="0" y="0"/>
                  </a:moveTo>
                  <a:lnTo>
                    <a:pt x="166708" y="123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793" y="1225813"/>
              <a:ext cx="166708" cy="12382"/>
            </a:xfrm>
            <a:custGeom>
              <a:avLst/>
              <a:pathLst>
                <a:path w="166708" h="12382">
                  <a:moveTo>
                    <a:pt x="0" y="0"/>
                  </a:moveTo>
                  <a:lnTo>
                    <a:pt x="166708" y="123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793" y="1225813"/>
              <a:ext cx="166708" cy="12382"/>
            </a:xfrm>
            <a:custGeom>
              <a:avLst/>
              <a:pathLst>
                <a:path w="166708" h="12382">
                  <a:moveTo>
                    <a:pt x="0" y="0"/>
                  </a:moveTo>
                  <a:lnTo>
                    <a:pt x="166708" y="123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793" y="1225813"/>
              <a:ext cx="166708" cy="12382"/>
            </a:xfrm>
            <a:custGeom>
              <a:avLst/>
              <a:pathLst>
                <a:path w="166708" h="12382">
                  <a:moveTo>
                    <a:pt x="0" y="0"/>
                  </a:moveTo>
                  <a:lnTo>
                    <a:pt x="166708" y="123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793" y="1225813"/>
              <a:ext cx="166708" cy="12382"/>
            </a:xfrm>
            <a:custGeom>
              <a:avLst/>
              <a:pathLst>
                <a:path w="166708" h="12382">
                  <a:moveTo>
                    <a:pt x="0" y="0"/>
                  </a:moveTo>
                  <a:lnTo>
                    <a:pt x="166708" y="123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793" y="1225813"/>
              <a:ext cx="166708" cy="12382"/>
            </a:xfrm>
            <a:custGeom>
              <a:avLst/>
              <a:pathLst>
                <a:path w="166708" h="12382">
                  <a:moveTo>
                    <a:pt x="0" y="0"/>
                  </a:moveTo>
                  <a:lnTo>
                    <a:pt x="166708" y="123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793" y="1225813"/>
              <a:ext cx="166708" cy="12382"/>
            </a:xfrm>
            <a:custGeom>
              <a:avLst/>
              <a:pathLst>
                <a:path w="166708" h="12382">
                  <a:moveTo>
                    <a:pt x="0" y="0"/>
                  </a:moveTo>
                  <a:lnTo>
                    <a:pt x="166708" y="123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793" y="1225813"/>
              <a:ext cx="166708" cy="12382"/>
            </a:xfrm>
            <a:custGeom>
              <a:avLst/>
              <a:pathLst>
                <a:path w="166708" h="12382">
                  <a:moveTo>
                    <a:pt x="0" y="0"/>
                  </a:moveTo>
                  <a:lnTo>
                    <a:pt x="166708" y="123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793" y="1225813"/>
              <a:ext cx="166708" cy="12382"/>
            </a:xfrm>
            <a:custGeom>
              <a:avLst/>
              <a:pathLst>
                <a:path w="166708" h="12382">
                  <a:moveTo>
                    <a:pt x="0" y="0"/>
                  </a:moveTo>
                  <a:lnTo>
                    <a:pt x="166708" y="123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793" y="1225813"/>
              <a:ext cx="166708" cy="12382"/>
            </a:xfrm>
            <a:custGeom>
              <a:avLst/>
              <a:pathLst>
                <a:path w="166708" h="12382">
                  <a:moveTo>
                    <a:pt x="0" y="0"/>
                  </a:moveTo>
                  <a:lnTo>
                    <a:pt x="166708" y="123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343" y="1074346"/>
              <a:ext cx="334314" cy="331017"/>
            </a:xfrm>
            <a:custGeom>
              <a:avLst/>
              <a:pathLst>
                <a:path w="334314" h="331017">
                  <a:moveTo>
                    <a:pt x="449" y="151467"/>
                  </a:moveTo>
                  <a:lnTo>
                    <a:pt x="141" y="156746"/>
                  </a:lnTo>
                  <a:lnTo>
                    <a:pt x="0" y="162032"/>
                  </a:lnTo>
                  <a:lnTo>
                    <a:pt x="26" y="167320"/>
                  </a:lnTo>
                  <a:lnTo>
                    <a:pt x="219" y="172604"/>
                  </a:lnTo>
                  <a:lnTo>
                    <a:pt x="579" y="177880"/>
                  </a:lnTo>
                  <a:lnTo>
                    <a:pt x="1107" y="183142"/>
                  </a:lnTo>
                  <a:lnTo>
                    <a:pt x="1800" y="188384"/>
                  </a:lnTo>
                  <a:lnTo>
                    <a:pt x="2659" y="193602"/>
                  </a:lnTo>
                  <a:lnTo>
                    <a:pt x="3682" y="198790"/>
                  </a:lnTo>
                  <a:lnTo>
                    <a:pt x="4869" y="203943"/>
                  </a:lnTo>
                  <a:lnTo>
                    <a:pt x="6218" y="209056"/>
                  </a:lnTo>
                  <a:lnTo>
                    <a:pt x="7729" y="214124"/>
                  </a:lnTo>
                  <a:lnTo>
                    <a:pt x="9398" y="219141"/>
                  </a:lnTo>
                  <a:lnTo>
                    <a:pt x="11226" y="224103"/>
                  </a:lnTo>
                  <a:lnTo>
                    <a:pt x="13210" y="229005"/>
                  </a:lnTo>
                  <a:lnTo>
                    <a:pt x="15348" y="233842"/>
                  </a:lnTo>
                  <a:lnTo>
                    <a:pt x="17638" y="238608"/>
                  </a:lnTo>
                  <a:lnTo>
                    <a:pt x="20077" y="243300"/>
                  </a:lnTo>
                  <a:lnTo>
                    <a:pt x="22663" y="247912"/>
                  </a:lnTo>
                  <a:lnTo>
                    <a:pt x="25394" y="252440"/>
                  </a:lnTo>
                  <a:lnTo>
                    <a:pt x="28267" y="256880"/>
                  </a:lnTo>
                  <a:lnTo>
                    <a:pt x="31279" y="261226"/>
                  </a:lnTo>
                  <a:lnTo>
                    <a:pt x="34427" y="265475"/>
                  </a:lnTo>
                  <a:lnTo>
                    <a:pt x="37708" y="269622"/>
                  </a:lnTo>
                  <a:lnTo>
                    <a:pt x="41118" y="273664"/>
                  </a:lnTo>
                  <a:lnTo>
                    <a:pt x="44655" y="277595"/>
                  </a:lnTo>
                  <a:lnTo>
                    <a:pt x="48314" y="281413"/>
                  </a:lnTo>
                  <a:lnTo>
                    <a:pt x="52092" y="285113"/>
                  </a:lnTo>
                  <a:lnTo>
                    <a:pt x="55985" y="288692"/>
                  </a:lnTo>
                  <a:lnTo>
                    <a:pt x="59989" y="292146"/>
                  </a:lnTo>
                  <a:lnTo>
                    <a:pt x="64100" y="295471"/>
                  </a:lnTo>
                  <a:lnTo>
                    <a:pt x="68315" y="298665"/>
                  </a:lnTo>
                  <a:lnTo>
                    <a:pt x="72629" y="301724"/>
                  </a:lnTo>
                  <a:lnTo>
                    <a:pt x="77037" y="304645"/>
                  </a:lnTo>
                  <a:lnTo>
                    <a:pt x="81535" y="307425"/>
                  </a:lnTo>
                  <a:lnTo>
                    <a:pt x="86119" y="310061"/>
                  </a:lnTo>
                  <a:lnTo>
                    <a:pt x="90784" y="312551"/>
                  </a:lnTo>
                  <a:lnTo>
                    <a:pt x="95526" y="314892"/>
                  </a:lnTo>
                  <a:lnTo>
                    <a:pt x="100339" y="317082"/>
                  </a:lnTo>
                  <a:lnTo>
                    <a:pt x="105219" y="319119"/>
                  </a:lnTo>
                  <a:lnTo>
                    <a:pt x="110161" y="321000"/>
                  </a:lnTo>
                  <a:lnTo>
                    <a:pt x="115160" y="322724"/>
                  </a:lnTo>
                  <a:lnTo>
                    <a:pt x="120211" y="324290"/>
                  </a:lnTo>
                  <a:lnTo>
                    <a:pt x="125309" y="325694"/>
                  </a:lnTo>
                  <a:lnTo>
                    <a:pt x="130449" y="326937"/>
                  </a:lnTo>
                  <a:lnTo>
                    <a:pt x="135626" y="328016"/>
                  </a:lnTo>
                  <a:lnTo>
                    <a:pt x="140834" y="328931"/>
                  </a:lnTo>
                  <a:lnTo>
                    <a:pt x="146068" y="329681"/>
                  </a:lnTo>
                  <a:lnTo>
                    <a:pt x="151324" y="330265"/>
                  </a:lnTo>
                  <a:lnTo>
                    <a:pt x="156595" y="330683"/>
                  </a:lnTo>
                  <a:lnTo>
                    <a:pt x="161877" y="330934"/>
                  </a:lnTo>
                  <a:lnTo>
                    <a:pt x="167165" y="331017"/>
                  </a:lnTo>
                  <a:lnTo>
                    <a:pt x="172452" y="330933"/>
                  </a:lnTo>
                  <a:lnTo>
                    <a:pt x="177734" y="330682"/>
                  </a:lnTo>
                  <a:lnTo>
                    <a:pt x="183006" y="330264"/>
                  </a:lnTo>
                  <a:lnTo>
                    <a:pt x="188261" y="329679"/>
                  </a:lnTo>
                  <a:lnTo>
                    <a:pt x="193496" y="328929"/>
                  </a:lnTo>
                  <a:lnTo>
                    <a:pt x="198704" y="328013"/>
                  </a:lnTo>
                  <a:lnTo>
                    <a:pt x="203880" y="326933"/>
                  </a:lnTo>
                  <a:lnTo>
                    <a:pt x="209020" y="325690"/>
                  </a:lnTo>
                  <a:lnTo>
                    <a:pt x="214118" y="324285"/>
                  </a:lnTo>
                  <a:lnTo>
                    <a:pt x="219169" y="322720"/>
                  </a:lnTo>
                  <a:lnTo>
                    <a:pt x="224168" y="320995"/>
                  </a:lnTo>
                  <a:lnTo>
                    <a:pt x="229110" y="319113"/>
                  </a:lnTo>
                  <a:lnTo>
                    <a:pt x="233990" y="317076"/>
                  </a:lnTo>
                  <a:lnTo>
                    <a:pt x="238803" y="314885"/>
                  </a:lnTo>
                  <a:lnTo>
                    <a:pt x="243544" y="312544"/>
                  </a:lnTo>
                  <a:lnTo>
                    <a:pt x="248209" y="310053"/>
                  </a:lnTo>
                  <a:lnTo>
                    <a:pt x="252793" y="307417"/>
                  </a:lnTo>
                  <a:lnTo>
                    <a:pt x="257291" y="304636"/>
                  </a:lnTo>
                  <a:lnTo>
                    <a:pt x="261698" y="301715"/>
                  </a:lnTo>
                  <a:lnTo>
                    <a:pt x="266012" y="298656"/>
                  </a:lnTo>
                  <a:lnTo>
                    <a:pt x="270226" y="295462"/>
                  </a:lnTo>
                  <a:lnTo>
                    <a:pt x="274337" y="292136"/>
                  </a:lnTo>
                  <a:lnTo>
                    <a:pt x="278341" y="288682"/>
                  </a:lnTo>
                  <a:lnTo>
                    <a:pt x="282234" y="285102"/>
                  </a:lnTo>
                  <a:lnTo>
                    <a:pt x="286011" y="281402"/>
                  </a:lnTo>
                  <a:lnTo>
                    <a:pt x="289670" y="277584"/>
                  </a:lnTo>
                  <a:lnTo>
                    <a:pt x="293206" y="273652"/>
                  </a:lnTo>
                  <a:lnTo>
                    <a:pt x="296616" y="269610"/>
                  </a:lnTo>
                  <a:lnTo>
                    <a:pt x="299896" y="265463"/>
                  </a:lnTo>
                  <a:lnTo>
                    <a:pt x="303044" y="261214"/>
                  </a:lnTo>
                  <a:lnTo>
                    <a:pt x="306055" y="256867"/>
                  </a:lnTo>
                  <a:lnTo>
                    <a:pt x="308928" y="252427"/>
                  </a:lnTo>
                  <a:lnTo>
                    <a:pt x="311659" y="247899"/>
                  </a:lnTo>
                  <a:lnTo>
                    <a:pt x="314245" y="243286"/>
                  </a:lnTo>
                  <a:lnTo>
                    <a:pt x="316684" y="238594"/>
                  </a:lnTo>
                  <a:lnTo>
                    <a:pt x="318973" y="233827"/>
                  </a:lnTo>
                  <a:lnTo>
                    <a:pt x="321110" y="228991"/>
                  </a:lnTo>
                  <a:lnTo>
                    <a:pt x="323094" y="224089"/>
                  </a:lnTo>
                  <a:lnTo>
                    <a:pt x="324921" y="219126"/>
                  </a:lnTo>
                  <a:lnTo>
                    <a:pt x="326590" y="214109"/>
                  </a:lnTo>
                  <a:lnTo>
                    <a:pt x="328100" y="209041"/>
                  </a:lnTo>
                  <a:lnTo>
                    <a:pt x="329449" y="203928"/>
                  </a:lnTo>
                  <a:lnTo>
                    <a:pt x="330635" y="198775"/>
                  </a:lnTo>
                  <a:lnTo>
                    <a:pt x="331658" y="193587"/>
                  </a:lnTo>
                  <a:lnTo>
                    <a:pt x="332517" y="188369"/>
                  </a:lnTo>
                  <a:lnTo>
                    <a:pt x="333209" y="183126"/>
                  </a:lnTo>
                  <a:lnTo>
                    <a:pt x="333736" y="177865"/>
                  </a:lnTo>
                  <a:lnTo>
                    <a:pt x="334096" y="172589"/>
                  </a:lnTo>
                  <a:lnTo>
                    <a:pt x="334289" y="167304"/>
                  </a:lnTo>
                  <a:lnTo>
                    <a:pt x="334314" y="162016"/>
                  </a:lnTo>
                  <a:lnTo>
                    <a:pt x="334173" y="156730"/>
                  </a:lnTo>
                  <a:lnTo>
                    <a:pt x="333864" y="151451"/>
                  </a:lnTo>
                  <a:lnTo>
                    <a:pt x="333389" y="146185"/>
                  </a:lnTo>
                  <a:lnTo>
                    <a:pt x="332747" y="140936"/>
                  </a:lnTo>
                  <a:lnTo>
                    <a:pt x="331939" y="135710"/>
                  </a:lnTo>
                  <a:lnTo>
                    <a:pt x="330967" y="130512"/>
                  </a:lnTo>
                  <a:lnTo>
                    <a:pt x="329830" y="125347"/>
                  </a:lnTo>
                  <a:lnTo>
                    <a:pt x="328531" y="120222"/>
                  </a:lnTo>
                  <a:lnTo>
                    <a:pt x="327070" y="115139"/>
                  </a:lnTo>
                  <a:lnTo>
                    <a:pt x="325450" y="110106"/>
                  </a:lnTo>
                  <a:lnTo>
                    <a:pt x="323671" y="105126"/>
                  </a:lnTo>
                  <a:lnTo>
                    <a:pt x="321735" y="100205"/>
                  </a:lnTo>
                  <a:lnTo>
                    <a:pt x="319645" y="95348"/>
                  </a:lnTo>
                  <a:lnTo>
                    <a:pt x="317402" y="90559"/>
                  </a:lnTo>
                  <a:lnTo>
                    <a:pt x="315008" y="85843"/>
                  </a:lnTo>
                  <a:lnTo>
                    <a:pt x="312467" y="81206"/>
                  </a:lnTo>
                  <a:lnTo>
                    <a:pt x="309781" y="76651"/>
                  </a:lnTo>
                  <a:lnTo>
                    <a:pt x="306951" y="72184"/>
                  </a:lnTo>
                  <a:lnTo>
                    <a:pt x="303982" y="67808"/>
                  </a:lnTo>
                  <a:lnTo>
                    <a:pt x="300876" y="63529"/>
                  </a:lnTo>
                  <a:lnTo>
                    <a:pt x="297636" y="59350"/>
                  </a:lnTo>
                  <a:lnTo>
                    <a:pt x="294265" y="55275"/>
                  </a:lnTo>
                  <a:lnTo>
                    <a:pt x="290768" y="51309"/>
                  </a:lnTo>
                  <a:lnTo>
                    <a:pt x="287146" y="47456"/>
                  </a:lnTo>
                  <a:lnTo>
                    <a:pt x="283405" y="43719"/>
                  </a:lnTo>
                  <a:lnTo>
                    <a:pt x="279547" y="40102"/>
                  </a:lnTo>
                  <a:lnTo>
                    <a:pt x="275577" y="36609"/>
                  </a:lnTo>
                  <a:lnTo>
                    <a:pt x="271498" y="33244"/>
                  </a:lnTo>
                  <a:lnTo>
                    <a:pt x="267315" y="30009"/>
                  </a:lnTo>
                  <a:lnTo>
                    <a:pt x="263031" y="26908"/>
                  </a:lnTo>
                  <a:lnTo>
                    <a:pt x="258652" y="23944"/>
                  </a:lnTo>
                  <a:lnTo>
                    <a:pt x="254181" y="21120"/>
                  </a:lnTo>
                  <a:lnTo>
                    <a:pt x="249623" y="18439"/>
                  </a:lnTo>
                  <a:lnTo>
                    <a:pt x="244983" y="15903"/>
                  </a:lnTo>
                  <a:lnTo>
                    <a:pt x="240265" y="13516"/>
                  </a:lnTo>
                  <a:lnTo>
                    <a:pt x="235473" y="11279"/>
                  </a:lnTo>
                  <a:lnTo>
                    <a:pt x="230613" y="9194"/>
                  </a:lnTo>
                  <a:lnTo>
                    <a:pt x="225690" y="7265"/>
                  </a:lnTo>
                  <a:lnTo>
                    <a:pt x="220708" y="5492"/>
                  </a:lnTo>
                  <a:lnTo>
                    <a:pt x="215672" y="3877"/>
                  </a:lnTo>
                  <a:lnTo>
                    <a:pt x="210588" y="2423"/>
                  </a:lnTo>
                  <a:lnTo>
                    <a:pt x="205461" y="1130"/>
                  </a:lnTo>
                  <a:lnTo>
                    <a:pt x="200295" y="0"/>
                  </a:lnTo>
                  <a:lnTo>
                    <a:pt x="167157" y="1638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964501" y="1071028"/>
              <a:ext cx="33137" cy="167167"/>
            </a:xfrm>
            <a:custGeom>
              <a:avLst/>
              <a:pathLst>
                <a:path w="33137" h="167167">
                  <a:moveTo>
                    <a:pt x="33137" y="3317"/>
                  </a:moveTo>
                  <a:lnTo>
                    <a:pt x="26573" y="2125"/>
                  </a:lnTo>
                  <a:lnTo>
                    <a:pt x="19967" y="1196"/>
                  </a:lnTo>
                  <a:lnTo>
                    <a:pt x="13329" y="532"/>
                  </a:lnTo>
                  <a:lnTo>
                    <a:pt x="6670" y="13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16183" y="1322571"/>
              <a:ext cx="72537" cy="167167"/>
            </a:xfrm>
            <a:custGeom>
              <a:avLst/>
              <a:pathLst>
                <a:path w="72537" h="167167">
                  <a:moveTo>
                    <a:pt x="72537" y="0"/>
                  </a:moveTo>
                  <a:lnTo>
                    <a:pt x="66767" y="99"/>
                  </a:lnTo>
                  <a:lnTo>
                    <a:pt x="61003" y="398"/>
                  </a:lnTo>
                  <a:lnTo>
                    <a:pt x="55253" y="895"/>
                  </a:lnTo>
                  <a:lnTo>
                    <a:pt x="49524" y="1591"/>
                  </a:lnTo>
                  <a:lnTo>
                    <a:pt x="43822" y="2484"/>
                  </a:lnTo>
                  <a:lnTo>
                    <a:pt x="38154" y="3574"/>
                  </a:lnTo>
                  <a:lnTo>
                    <a:pt x="32528" y="4858"/>
                  </a:lnTo>
                  <a:lnTo>
                    <a:pt x="26949" y="6336"/>
                  </a:lnTo>
                  <a:lnTo>
                    <a:pt x="21424" y="8005"/>
                  </a:lnTo>
                  <a:lnTo>
                    <a:pt x="15960" y="9865"/>
                  </a:lnTo>
                  <a:lnTo>
                    <a:pt x="10564" y="11911"/>
                  </a:lnTo>
                  <a:lnTo>
                    <a:pt x="5242" y="14143"/>
                  </a:lnTo>
                  <a:lnTo>
                    <a:pt x="0" y="16557"/>
                  </a:lnTo>
                  <a:lnTo>
                    <a:pt x="7253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16183" y="1339129"/>
              <a:ext cx="72537" cy="150609"/>
            </a:xfrm>
            <a:custGeom>
              <a:avLst/>
              <a:pathLst>
                <a:path w="72537" h="150609">
                  <a:moveTo>
                    <a:pt x="0" y="0"/>
                  </a:moveTo>
                  <a:lnTo>
                    <a:pt x="72537" y="1506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16183" y="1339129"/>
              <a:ext cx="72537" cy="150609"/>
            </a:xfrm>
            <a:custGeom>
              <a:avLst/>
              <a:pathLst>
                <a:path w="72537" h="150609">
                  <a:moveTo>
                    <a:pt x="0" y="0"/>
                  </a:moveTo>
                  <a:lnTo>
                    <a:pt x="72537" y="1506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16183" y="1339129"/>
              <a:ext cx="72537" cy="150609"/>
            </a:xfrm>
            <a:custGeom>
              <a:avLst/>
              <a:pathLst>
                <a:path w="72537" h="150609">
                  <a:moveTo>
                    <a:pt x="0" y="0"/>
                  </a:moveTo>
                  <a:lnTo>
                    <a:pt x="72537" y="1506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16183" y="1339129"/>
              <a:ext cx="72537" cy="150609"/>
            </a:xfrm>
            <a:custGeom>
              <a:avLst/>
              <a:pathLst>
                <a:path w="72537" h="150609">
                  <a:moveTo>
                    <a:pt x="0" y="0"/>
                  </a:moveTo>
                  <a:lnTo>
                    <a:pt x="72537" y="1506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16183" y="1339129"/>
              <a:ext cx="72537" cy="150609"/>
            </a:xfrm>
            <a:custGeom>
              <a:avLst/>
              <a:pathLst>
                <a:path w="72537" h="150609">
                  <a:moveTo>
                    <a:pt x="0" y="0"/>
                  </a:moveTo>
                  <a:lnTo>
                    <a:pt x="72537" y="1506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16183" y="1339129"/>
              <a:ext cx="72537" cy="150609"/>
            </a:xfrm>
            <a:custGeom>
              <a:avLst/>
              <a:pathLst>
                <a:path w="72537" h="150609">
                  <a:moveTo>
                    <a:pt x="0" y="0"/>
                  </a:moveTo>
                  <a:lnTo>
                    <a:pt x="72537" y="1506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16183" y="1339129"/>
              <a:ext cx="72537" cy="150609"/>
            </a:xfrm>
            <a:custGeom>
              <a:avLst/>
              <a:pathLst>
                <a:path w="72537" h="150609">
                  <a:moveTo>
                    <a:pt x="0" y="0"/>
                  </a:moveTo>
                  <a:lnTo>
                    <a:pt x="72537" y="1506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16183" y="1339129"/>
              <a:ext cx="72537" cy="150609"/>
            </a:xfrm>
            <a:custGeom>
              <a:avLst/>
              <a:pathLst>
                <a:path w="72537" h="150609">
                  <a:moveTo>
                    <a:pt x="0" y="0"/>
                  </a:moveTo>
                  <a:lnTo>
                    <a:pt x="72537" y="1506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16183" y="1339129"/>
              <a:ext cx="72537" cy="150609"/>
            </a:xfrm>
            <a:custGeom>
              <a:avLst/>
              <a:pathLst>
                <a:path w="72537" h="150609">
                  <a:moveTo>
                    <a:pt x="0" y="0"/>
                  </a:moveTo>
                  <a:lnTo>
                    <a:pt x="72537" y="1506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16183" y="1339129"/>
              <a:ext cx="72537" cy="150609"/>
            </a:xfrm>
            <a:custGeom>
              <a:avLst/>
              <a:pathLst>
                <a:path w="72537" h="150609">
                  <a:moveTo>
                    <a:pt x="0" y="0"/>
                  </a:moveTo>
                  <a:lnTo>
                    <a:pt x="72537" y="1506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16183" y="1339129"/>
              <a:ext cx="72537" cy="150609"/>
            </a:xfrm>
            <a:custGeom>
              <a:avLst/>
              <a:pathLst>
                <a:path w="72537" h="150609">
                  <a:moveTo>
                    <a:pt x="0" y="0"/>
                  </a:moveTo>
                  <a:lnTo>
                    <a:pt x="72537" y="1506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16183" y="1339129"/>
              <a:ext cx="72537" cy="150609"/>
            </a:xfrm>
            <a:custGeom>
              <a:avLst/>
              <a:pathLst>
                <a:path w="72537" h="150609">
                  <a:moveTo>
                    <a:pt x="0" y="0"/>
                  </a:moveTo>
                  <a:lnTo>
                    <a:pt x="72537" y="1506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16183" y="1339129"/>
              <a:ext cx="72537" cy="150609"/>
            </a:xfrm>
            <a:custGeom>
              <a:avLst/>
              <a:pathLst>
                <a:path w="72537" h="150609">
                  <a:moveTo>
                    <a:pt x="0" y="0"/>
                  </a:moveTo>
                  <a:lnTo>
                    <a:pt x="72537" y="1506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16183" y="1339129"/>
              <a:ext cx="72537" cy="150609"/>
            </a:xfrm>
            <a:custGeom>
              <a:avLst/>
              <a:pathLst>
                <a:path w="72537" h="150609">
                  <a:moveTo>
                    <a:pt x="0" y="0"/>
                  </a:moveTo>
                  <a:lnTo>
                    <a:pt x="72537" y="1506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16183" y="1339129"/>
              <a:ext cx="72537" cy="150609"/>
            </a:xfrm>
            <a:custGeom>
              <a:avLst/>
              <a:pathLst>
                <a:path w="72537" h="150609">
                  <a:moveTo>
                    <a:pt x="0" y="0"/>
                  </a:moveTo>
                  <a:lnTo>
                    <a:pt x="72537" y="1506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16183" y="1339129"/>
              <a:ext cx="72537" cy="150609"/>
            </a:xfrm>
            <a:custGeom>
              <a:avLst/>
              <a:pathLst>
                <a:path w="72537" h="150609">
                  <a:moveTo>
                    <a:pt x="0" y="0"/>
                  </a:moveTo>
                  <a:lnTo>
                    <a:pt x="72537" y="1506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321571" y="1339129"/>
              <a:ext cx="334312" cy="317775"/>
            </a:xfrm>
            <a:custGeom>
              <a:avLst/>
              <a:pathLst>
                <a:path w="334312" h="317775">
                  <a:moveTo>
                    <a:pt x="94611" y="0"/>
                  </a:moveTo>
                  <a:lnTo>
                    <a:pt x="89883" y="2370"/>
                  </a:lnTo>
                  <a:lnTo>
                    <a:pt x="85233" y="4888"/>
                  </a:lnTo>
                  <a:lnTo>
                    <a:pt x="80664" y="7552"/>
                  </a:lnTo>
                  <a:lnTo>
                    <a:pt x="76182" y="10360"/>
                  </a:lnTo>
                  <a:lnTo>
                    <a:pt x="71791" y="13307"/>
                  </a:lnTo>
                  <a:lnTo>
                    <a:pt x="67495" y="16393"/>
                  </a:lnTo>
                  <a:lnTo>
                    <a:pt x="63299" y="19612"/>
                  </a:lnTo>
                  <a:lnTo>
                    <a:pt x="59207" y="22963"/>
                  </a:lnTo>
                  <a:lnTo>
                    <a:pt x="55224" y="26441"/>
                  </a:lnTo>
                  <a:lnTo>
                    <a:pt x="51352" y="30044"/>
                  </a:lnTo>
                  <a:lnTo>
                    <a:pt x="47596" y="33767"/>
                  </a:lnTo>
                  <a:lnTo>
                    <a:pt x="43959" y="37608"/>
                  </a:lnTo>
                  <a:lnTo>
                    <a:pt x="40447" y="41561"/>
                  </a:lnTo>
                  <a:lnTo>
                    <a:pt x="37060" y="45624"/>
                  </a:lnTo>
                  <a:lnTo>
                    <a:pt x="33804" y="49792"/>
                  </a:lnTo>
                  <a:lnTo>
                    <a:pt x="30682" y="54060"/>
                  </a:lnTo>
                  <a:lnTo>
                    <a:pt x="27696" y="58425"/>
                  </a:lnTo>
                  <a:lnTo>
                    <a:pt x="24850" y="62883"/>
                  </a:lnTo>
                  <a:lnTo>
                    <a:pt x="22146" y="67428"/>
                  </a:lnTo>
                  <a:lnTo>
                    <a:pt x="19587" y="72057"/>
                  </a:lnTo>
                  <a:lnTo>
                    <a:pt x="17176" y="76764"/>
                  </a:lnTo>
                  <a:lnTo>
                    <a:pt x="14915" y="81545"/>
                  </a:lnTo>
                  <a:lnTo>
                    <a:pt x="12807" y="86396"/>
                  </a:lnTo>
                  <a:lnTo>
                    <a:pt x="10853" y="91310"/>
                  </a:lnTo>
                  <a:lnTo>
                    <a:pt x="9055" y="96284"/>
                  </a:lnTo>
                  <a:lnTo>
                    <a:pt x="7416" y="101312"/>
                  </a:lnTo>
                  <a:lnTo>
                    <a:pt x="5936" y="106390"/>
                  </a:lnTo>
                  <a:lnTo>
                    <a:pt x="4618" y="111512"/>
                  </a:lnTo>
                  <a:lnTo>
                    <a:pt x="3463" y="116673"/>
                  </a:lnTo>
                  <a:lnTo>
                    <a:pt x="2471" y="121868"/>
                  </a:lnTo>
                  <a:lnTo>
                    <a:pt x="1644" y="127091"/>
                  </a:lnTo>
                  <a:lnTo>
                    <a:pt x="983" y="132339"/>
                  </a:lnTo>
                  <a:lnTo>
                    <a:pt x="488" y="137604"/>
                  </a:lnTo>
                  <a:lnTo>
                    <a:pt x="160" y="142883"/>
                  </a:lnTo>
                  <a:lnTo>
                    <a:pt x="0" y="148169"/>
                  </a:lnTo>
                  <a:lnTo>
                    <a:pt x="6" y="153458"/>
                  </a:lnTo>
                  <a:lnTo>
                    <a:pt x="180" y="158744"/>
                  </a:lnTo>
                  <a:lnTo>
                    <a:pt x="521" y="164021"/>
                  </a:lnTo>
                  <a:lnTo>
                    <a:pt x="1028" y="169286"/>
                  </a:lnTo>
                  <a:lnTo>
                    <a:pt x="1702" y="174531"/>
                  </a:lnTo>
                  <a:lnTo>
                    <a:pt x="2542" y="179753"/>
                  </a:lnTo>
                  <a:lnTo>
                    <a:pt x="3546" y="184946"/>
                  </a:lnTo>
                  <a:lnTo>
                    <a:pt x="4714" y="190104"/>
                  </a:lnTo>
                  <a:lnTo>
                    <a:pt x="6045" y="195222"/>
                  </a:lnTo>
                  <a:lnTo>
                    <a:pt x="7537" y="200296"/>
                  </a:lnTo>
                  <a:lnTo>
                    <a:pt x="9188" y="205321"/>
                  </a:lnTo>
                  <a:lnTo>
                    <a:pt x="10998" y="210290"/>
                  </a:lnTo>
                  <a:lnTo>
                    <a:pt x="12964" y="215200"/>
                  </a:lnTo>
                  <a:lnTo>
                    <a:pt x="15085" y="220045"/>
                  </a:lnTo>
                  <a:lnTo>
                    <a:pt x="17357" y="224820"/>
                  </a:lnTo>
                  <a:lnTo>
                    <a:pt x="19780" y="229522"/>
                  </a:lnTo>
                  <a:lnTo>
                    <a:pt x="22350" y="234144"/>
                  </a:lnTo>
                  <a:lnTo>
                    <a:pt x="25065" y="238683"/>
                  </a:lnTo>
                  <a:lnTo>
                    <a:pt x="27922" y="243133"/>
                  </a:lnTo>
                  <a:lnTo>
                    <a:pt x="30919" y="247491"/>
                  </a:lnTo>
                  <a:lnTo>
                    <a:pt x="34051" y="251752"/>
                  </a:lnTo>
                  <a:lnTo>
                    <a:pt x="37318" y="255912"/>
                  </a:lnTo>
                  <a:lnTo>
                    <a:pt x="40714" y="259966"/>
                  </a:lnTo>
                  <a:lnTo>
                    <a:pt x="44236" y="263911"/>
                  </a:lnTo>
                  <a:lnTo>
                    <a:pt x="47882" y="267743"/>
                  </a:lnTo>
                  <a:lnTo>
                    <a:pt x="51647" y="271457"/>
                  </a:lnTo>
                  <a:lnTo>
                    <a:pt x="55528" y="275050"/>
                  </a:lnTo>
                  <a:lnTo>
                    <a:pt x="59520" y="278519"/>
                  </a:lnTo>
                  <a:lnTo>
                    <a:pt x="63620" y="281859"/>
                  </a:lnTo>
                  <a:lnTo>
                    <a:pt x="67824" y="285069"/>
                  </a:lnTo>
                  <a:lnTo>
                    <a:pt x="72127" y="288144"/>
                  </a:lnTo>
                  <a:lnTo>
                    <a:pt x="76525" y="291081"/>
                  </a:lnTo>
                  <a:lnTo>
                    <a:pt x="81014" y="293877"/>
                  </a:lnTo>
                  <a:lnTo>
                    <a:pt x="85589" y="296530"/>
                  </a:lnTo>
                  <a:lnTo>
                    <a:pt x="90246" y="299037"/>
                  </a:lnTo>
                  <a:lnTo>
                    <a:pt x="94980" y="301395"/>
                  </a:lnTo>
                  <a:lnTo>
                    <a:pt x="99786" y="303603"/>
                  </a:lnTo>
                  <a:lnTo>
                    <a:pt x="104659" y="305657"/>
                  </a:lnTo>
                  <a:lnTo>
                    <a:pt x="109595" y="307557"/>
                  </a:lnTo>
                  <a:lnTo>
                    <a:pt x="114589" y="309299"/>
                  </a:lnTo>
                  <a:lnTo>
                    <a:pt x="119635" y="310882"/>
                  </a:lnTo>
                  <a:lnTo>
                    <a:pt x="124729" y="312305"/>
                  </a:lnTo>
                  <a:lnTo>
                    <a:pt x="129865" y="313566"/>
                  </a:lnTo>
                  <a:lnTo>
                    <a:pt x="135039" y="314663"/>
                  </a:lnTo>
                  <a:lnTo>
                    <a:pt x="140245" y="315597"/>
                  </a:lnTo>
                  <a:lnTo>
                    <a:pt x="145477" y="316366"/>
                  </a:lnTo>
                  <a:lnTo>
                    <a:pt x="150731" y="316968"/>
                  </a:lnTo>
                  <a:lnTo>
                    <a:pt x="156002" y="317404"/>
                  </a:lnTo>
                  <a:lnTo>
                    <a:pt x="161284" y="317674"/>
                  </a:lnTo>
                  <a:lnTo>
                    <a:pt x="166572" y="317775"/>
                  </a:lnTo>
                  <a:lnTo>
                    <a:pt x="171860" y="317710"/>
                  </a:lnTo>
                  <a:lnTo>
                    <a:pt x="177144" y="317477"/>
                  </a:lnTo>
                  <a:lnTo>
                    <a:pt x="182417" y="317078"/>
                  </a:lnTo>
                  <a:lnTo>
                    <a:pt x="187676" y="316511"/>
                  </a:lnTo>
                  <a:lnTo>
                    <a:pt x="192914" y="315779"/>
                  </a:lnTo>
                  <a:lnTo>
                    <a:pt x="198126" y="314881"/>
                  </a:lnTo>
                  <a:lnTo>
                    <a:pt x="203307" y="313819"/>
                  </a:lnTo>
                  <a:lnTo>
                    <a:pt x="208451" y="312594"/>
                  </a:lnTo>
                  <a:lnTo>
                    <a:pt x="213555" y="311206"/>
                  </a:lnTo>
                  <a:lnTo>
                    <a:pt x="218612" y="309658"/>
                  </a:lnTo>
                  <a:lnTo>
                    <a:pt x="223617" y="307950"/>
                  </a:lnTo>
                  <a:lnTo>
                    <a:pt x="228566" y="306085"/>
                  </a:lnTo>
                  <a:lnTo>
                    <a:pt x="233454" y="304065"/>
                  </a:lnTo>
                  <a:lnTo>
                    <a:pt x="238275" y="301890"/>
                  </a:lnTo>
                  <a:lnTo>
                    <a:pt x="243025" y="299565"/>
                  </a:lnTo>
                  <a:lnTo>
                    <a:pt x="247699" y="297090"/>
                  </a:lnTo>
                  <a:lnTo>
                    <a:pt x="252293" y="294468"/>
                  </a:lnTo>
                  <a:lnTo>
                    <a:pt x="256801" y="291703"/>
                  </a:lnTo>
                  <a:lnTo>
                    <a:pt x="261219" y="288797"/>
                  </a:lnTo>
                  <a:lnTo>
                    <a:pt x="265543" y="285752"/>
                  </a:lnTo>
                  <a:lnTo>
                    <a:pt x="269769" y="282571"/>
                  </a:lnTo>
                  <a:lnTo>
                    <a:pt x="273892" y="279259"/>
                  </a:lnTo>
                  <a:lnTo>
                    <a:pt x="277908" y="275818"/>
                  </a:lnTo>
                  <a:lnTo>
                    <a:pt x="281814" y="272252"/>
                  </a:lnTo>
                  <a:lnTo>
                    <a:pt x="285604" y="268564"/>
                  </a:lnTo>
                  <a:lnTo>
                    <a:pt x="289277" y="264757"/>
                  </a:lnTo>
                  <a:lnTo>
                    <a:pt x="292826" y="260837"/>
                  </a:lnTo>
                  <a:lnTo>
                    <a:pt x="296250" y="256806"/>
                  </a:lnTo>
                  <a:lnTo>
                    <a:pt x="299545" y="252669"/>
                  </a:lnTo>
                  <a:lnTo>
                    <a:pt x="302707" y="248430"/>
                  </a:lnTo>
                  <a:lnTo>
                    <a:pt x="305734" y="244093"/>
                  </a:lnTo>
                  <a:lnTo>
                    <a:pt x="308622" y="239662"/>
                  </a:lnTo>
                  <a:lnTo>
                    <a:pt x="311368" y="235142"/>
                  </a:lnTo>
                  <a:lnTo>
                    <a:pt x="313970" y="230538"/>
                  </a:lnTo>
                  <a:lnTo>
                    <a:pt x="316425" y="225853"/>
                  </a:lnTo>
                  <a:lnTo>
                    <a:pt x="318730" y="221094"/>
                  </a:lnTo>
                  <a:lnTo>
                    <a:pt x="320884" y="216263"/>
                  </a:lnTo>
                  <a:lnTo>
                    <a:pt x="322884" y="211367"/>
                  </a:lnTo>
                  <a:lnTo>
                    <a:pt x="324728" y="206410"/>
                  </a:lnTo>
                  <a:lnTo>
                    <a:pt x="326415" y="201398"/>
                  </a:lnTo>
                  <a:lnTo>
                    <a:pt x="327941" y="196334"/>
                  </a:lnTo>
                  <a:lnTo>
                    <a:pt x="329307" y="191225"/>
                  </a:lnTo>
                  <a:lnTo>
                    <a:pt x="330511" y="186075"/>
                  </a:lnTo>
                  <a:lnTo>
                    <a:pt x="331551" y="180889"/>
                  </a:lnTo>
                  <a:lnTo>
                    <a:pt x="332427" y="175674"/>
                  </a:lnTo>
                  <a:lnTo>
                    <a:pt x="333137" y="170433"/>
                  </a:lnTo>
                  <a:lnTo>
                    <a:pt x="333681" y="165172"/>
                  </a:lnTo>
                  <a:lnTo>
                    <a:pt x="334058" y="159897"/>
                  </a:lnTo>
                  <a:lnTo>
                    <a:pt x="334269" y="154612"/>
                  </a:lnTo>
                  <a:lnTo>
                    <a:pt x="334312" y="149324"/>
                  </a:lnTo>
                  <a:lnTo>
                    <a:pt x="334187" y="144036"/>
                  </a:lnTo>
                  <a:lnTo>
                    <a:pt x="333896" y="138756"/>
                  </a:lnTo>
                  <a:lnTo>
                    <a:pt x="333437" y="133487"/>
                  </a:lnTo>
                  <a:lnTo>
                    <a:pt x="332813" y="128235"/>
                  </a:lnTo>
                  <a:lnTo>
                    <a:pt x="332022" y="123006"/>
                  </a:lnTo>
                  <a:lnTo>
                    <a:pt x="331066" y="117804"/>
                  </a:lnTo>
                  <a:lnTo>
                    <a:pt x="329946" y="112635"/>
                  </a:lnTo>
                  <a:lnTo>
                    <a:pt x="328664" y="107504"/>
                  </a:lnTo>
                  <a:lnTo>
                    <a:pt x="327219" y="102417"/>
                  </a:lnTo>
                  <a:lnTo>
                    <a:pt x="325615" y="97377"/>
                  </a:lnTo>
                  <a:lnTo>
                    <a:pt x="323851" y="92391"/>
                  </a:lnTo>
                  <a:lnTo>
                    <a:pt x="321931" y="87463"/>
                  </a:lnTo>
                  <a:lnTo>
                    <a:pt x="319856" y="82598"/>
                  </a:lnTo>
                  <a:lnTo>
                    <a:pt x="317629" y="77802"/>
                  </a:lnTo>
                  <a:lnTo>
                    <a:pt x="315250" y="73078"/>
                  </a:lnTo>
                  <a:lnTo>
                    <a:pt x="312723" y="68432"/>
                  </a:lnTo>
                  <a:lnTo>
                    <a:pt x="310051" y="63868"/>
                  </a:lnTo>
                  <a:lnTo>
                    <a:pt x="307236" y="59391"/>
                  </a:lnTo>
                  <a:lnTo>
                    <a:pt x="304280" y="55005"/>
                  </a:lnTo>
                  <a:lnTo>
                    <a:pt x="301187" y="50715"/>
                  </a:lnTo>
                  <a:lnTo>
                    <a:pt x="297960" y="46525"/>
                  </a:lnTo>
                  <a:lnTo>
                    <a:pt x="294602" y="42439"/>
                  </a:lnTo>
                  <a:lnTo>
                    <a:pt x="291116" y="38461"/>
                  </a:lnTo>
                  <a:lnTo>
                    <a:pt x="287507" y="34596"/>
                  </a:lnTo>
                  <a:lnTo>
                    <a:pt x="283777" y="30847"/>
                  </a:lnTo>
                  <a:lnTo>
                    <a:pt x="279930" y="27217"/>
                  </a:lnTo>
                  <a:lnTo>
                    <a:pt x="167149" y="1506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88720" y="1322571"/>
              <a:ext cx="112780" cy="167167"/>
            </a:xfrm>
            <a:custGeom>
              <a:avLst/>
              <a:pathLst>
                <a:path w="112780" h="167167">
                  <a:moveTo>
                    <a:pt x="112780" y="43775"/>
                  </a:moveTo>
                  <a:lnTo>
                    <a:pt x="108564" y="40050"/>
                  </a:lnTo>
                  <a:lnTo>
                    <a:pt x="104224" y="36468"/>
                  </a:lnTo>
                  <a:lnTo>
                    <a:pt x="99767" y="33035"/>
                  </a:lnTo>
                  <a:lnTo>
                    <a:pt x="95197" y="29753"/>
                  </a:lnTo>
                  <a:lnTo>
                    <a:pt x="90518" y="26628"/>
                  </a:lnTo>
                  <a:lnTo>
                    <a:pt x="85738" y="23661"/>
                  </a:lnTo>
                  <a:lnTo>
                    <a:pt x="80860" y="20857"/>
                  </a:lnTo>
                  <a:lnTo>
                    <a:pt x="75890" y="18219"/>
                  </a:lnTo>
                  <a:lnTo>
                    <a:pt x="70835" y="15749"/>
                  </a:lnTo>
                  <a:lnTo>
                    <a:pt x="65699" y="13451"/>
                  </a:lnTo>
                  <a:lnTo>
                    <a:pt x="60489" y="11327"/>
                  </a:lnTo>
                  <a:lnTo>
                    <a:pt x="55210" y="9380"/>
                  </a:lnTo>
                  <a:lnTo>
                    <a:pt x="49869" y="7611"/>
                  </a:lnTo>
                  <a:lnTo>
                    <a:pt x="44471" y="6023"/>
                  </a:lnTo>
                  <a:lnTo>
                    <a:pt x="39023" y="4618"/>
                  </a:lnTo>
                  <a:lnTo>
                    <a:pt x="33531" y="3397"/>
                  </a:lnTo>
                  <a:lnTo>
                    <a:pt x="28000" y="2361"/>
                  </a:lnTo>
                  <a:lnTo>
                    <a:pt x="22438" y="1512"/>
                  </a:lnTo>
                  <a:lnTo>
                    <a:pt x="16851" y="851"/>
                  </a:lnTo>
                  <a:lnTo>
                    <a:pt x="11244" y="378"/>
                  </a:lnTo>
                  <a:lnTo>
                    <a:pt x="5625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3753" y="1681503"/>
              <a:ext cx="2771" cy="167167"/>
            </a:xfrm>
            <a:custGeom>
              <a:avLst/>
              <a:pathLst>
                <a:path w="2771" h="167167">
                  <a:moveTo>
                    <a:pt x="2771" y="0"/>
                  </a:moveTo>
                  <a:lnTo>
                    <a:pt x="0" y="22"/>
                  </a:lnTo>
                  <a:lnTo>
                    <a:pt x="277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3753" y="1681526"/>
              <a:ext cx="2771" cy="167144"/>
            </a:xfrm>
            <a:custGeom>
              <a:avLst/>
              <a:pathLst>
                <a:path w="2771" h="167144">
                  <a:moveTo>
                    <a:pt x="0" y="0"/>
                  </a:moveTo>
                  <a:lnTo>
                    <a:pt x="2771" y="1671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3753" y="1681526"/>
              <a:ext cx="2771" cy="167144"/>
            </a:xfrm>
            <a:custGeom>
              <a:avLst/>
              <a:pathLst>
                <a:path w="2771" h="167144">
                  <a:moveTo>
                    <a:pt x="0" y="0"/>
                  </a:moveTo>
                  <a:lnTo>
                    <a:pt x="2771" y="1671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3753" y="1681526"/>
              <a:ext cx="2771" cy="167144"/>
            </a:xfrm>
            <a:custGeom>
              <a:avLst/>
              <a:pathLst>
                <a:path w="2771" h="167144">
                  <a:moveTo>
                    <a:pt x="0" y="0"/>
                  </a:moveTo>
                  <a:lnTo>
                    <a:pt x="2771" y="1671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3753" y="1681526"/>
              <a:ext cx="2771" cy="167144"/>
            </a:xfrm>
            <a:custGeom>
              <a:avLst/>
              <a:pathLst>
                <a:path w="2771" h="167144">
                  <a:moveTo>
                    <a:pt x="0" y="0"/>
                  </a:moveTo>
                  <a:lnTo>
                    <a:pt x="2771" y="1671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3753" y="1681526"/>
              <a:ext cx="2771" cy="167144"/>
            </a:xfrm>
            <a:custGeom>
              <a:avLst/>
              <a:pathLst>
                <a:path w="2771" h="167144">
                  <a:moveTo>
                    <a:pt x="0" y="0"/>
                  </a:moveTo>
                  <a:lnTo>
                    <a:pt x="2771" y="1671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3753" y="1681526"/>
              <a:ext cx="2771" cy="167144"/>
            </a:xfrm>
            <a:custGeom>
              <a:avLst/>
              <a:pathLst>
                <a:path w="2771" h="167144">
                  <a:moveTo>
                    <a:pt x="0" y="0"/>
                  </a:moveTo>
                  <a:lnTo>
                    <a:pt x="2771" y="1671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3753" y="1681526"/>
              <a:ext cx="2771" cy="167144"/>
            </a:xfrm>
            <a:custGeom>
              <a:avLst/>
              <a:pathLst>
                <a:path w="2771" h="167144">
                  <a:moveTo>
                    <a:pt x="0" y="0"/>
                  </a:moveTo>
                  <a:lnTo>
                    <a:pt x="2771" y="1671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3753" y="1681526"/>
              <a:ext cx="2771" cy="167144"/>
            </a:xfrm>
            <a:custGeom>
              <a:avLst/>
              <a:pathLst>
                <a:path w="2771" h="167144">
                  <a:moveTo>
                    <a:pt x="0" y="0"/>
                  </a:moveTo>
                  <a:lnTo>
                    <a:pt x="2771" y="1671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3753" y="1681526"/>
              <a:ext cx="2771" cy="167144"/>
            </a:xfrm>
            <a:custGeom>
              <a:avLst/>
              <a:pathLst>
                <a:path w="2771" h="167144">
                  <a:moveTo>
                    <a:pt x="0" y="0"/>
                  </a:moveTo>
                  <a:lnTo>
                    <a:pt x="2771" y="1671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3753" y="1681526"/>
              <a:ext cx="2771" cy="167144"/>
            </a:xfrm>
            <a:custGeom>
              <a:avLst/>
              <a:pathLst>
                <a:path w="2771" h="167144">
                  <a:moveTo>
                    <a:pt x="0" y="0"/>
                  </a:moveTo>
                  <a:lnTo>
                    <a:pt x="2771" y="1671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3753" y="1681526"/>
              <a:ext cx="2771" cy="167144"/>
            </a:xfrm>
            <a:custGeom>
              <a:avLst/>
              <a:pathLst>
                <a:path w="2771" h="167144">
                  <a:moveTo>
                    <a:pt x="0" y="0"/>
                  </a:moveTo>
                  <a:lnTo>
                    <a:pt x="2771" y="1671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3753" y="1681526"/>
              <a:ext cx="2771" cy="167144"/>
            </a:xfrm>
            <a:custGeom>
              <a:avLst/>
              <a:pathLst>
                <a:path w="2771" h="167144">
                  <a:moveTo>
                    <a:pt x="0" y="0"/>
                  </a:moveTo>
                  <a:lnTo>
                    <a:pt x="2771" y="1671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3753" y="1681526"/>
              <a:ext cx="2771" cy="167144"/>
            </a:xfrm>
            <a:custGeom>
              <a:avLst/>
              <a:pathLst>
                <a:path w="2771" h="167144">
                  <a:moveTo>
                    <a:pt x="0" y="0"/>
                  </a:moveTo>
                  <a:lnTo>
                    <a:pt x="2771" y="1671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3753" y="1681526"/>
              <a:ext cx="2771" cy="167144"/>
            </a:xfrm>
            <a:custGeom>
              <a:avLst/>
              <a:pathLst>
                <a:path w="2771" h="167144">
                  <a:moveTo>
                    <a:pt x="0" y="0"/>
                  </a:moveTo>
                  <a:lnTo>
                    <a:pt x="2771" y="1671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3753" y="1681526"/>
              <a:ext cx="2771" cy="167144"/>
            </a:xfrm>
            <a:custGeom>
              <a:avLst/>
              <a:pathLst>
                <a:path w="2771" h="167144">
                  <a:moveTo>
                    <a:pt x="0" y="0"/>
                  </a:moveTo>
                  <a:lnTo>
                    <a:pt x="2771" y="1671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955213" y="1681526"/>
              <a:ext cx="131311" cy="167144"/>
            </a:xfrm>
            <a:custGeom>
              <a:avLst/>
              <a:pathLst>
                <a:path w="131311" h="167144">
                  <a:moveTo>
                    <a:pt x="128540" y="0"/>
                  </a:moveTo>
                  <a:lnTo>
                    <a:pt x="123052" y="181"/>
                  </a:lnTo>
                  <a:lnTo>
                    <a:pt x="117572" y="542"/>
                  </a:lnTo>
                  <a:lnTo>
                    <a:pt x="112108" y="1083"/>
                  </a:lnTo>
                  <a:lnTo>
                    <a:pt x="106664" y="1803"/>
                  </a:lnTo>
                  <a:lnTo>
                    <a:pt x="101247" y="2702"/>
                  </a:lnTo>
                  <a:lnTo>
                    <a:pt x="95863" y="3778"/>
                  </a:lnTo>
                  <a:lnTo>
                    <a:pt x="90516" y="5031"/>
                  </a:lnTo>
                  <a:lnTo>
                    <a:pt x="85214" y="6458"/>
                  </a:lnTo>
                  <a:lnTo>
                    <a:pt x="79961" y="8059"/>
                  </a:lnTo>
                  <a:lnTo>
                    <a:pt x="74764" y="9831"/>
                  </a:lnTo>
                  <a:lnTo>
                    <a:pt x="69628" y="11773"/>
                  </a:lnTo>
                  <a:lnTo>
                    <a:pt x="64558" y="13883"/>
                  </a:lnTo>
                  <a:lnTo>
                    <a:pt x="59560" y="16158"/>
                  </a:lnTo>
                  <a:lnTo>
                    <a:pt x="54640" y="18596"/>
                  </a:lnTo>
                  <a:lnTo>
                    <a:pt x="49803" y="21194"/>
                  </a:lnTo>
                  <a:lnTo>
                    <a:pt x="45053" y="23950"/>
                  </a:lnTo>
                  <a:lnTo>
                    <a:pt x="40396" y="26860"/>
                  </a:lnTo>
                  <a:lnTo>
                    <a:pt x="35838" y="29922"/>
                  </a:lnTo>
                  <a:lnTo>
                    <a:pt x="31383" y="33132"/>
                  </a:lnTo>
                  <a:lnTo>
                    <a:pt x="27035" y="36486"/>
                  </a:lnTo>
                  <a:lnTo>
                    <a:pt x="22800" y="39981"/>
                  </a:lnTo>
                  <a:lnTo>
                    <a:pt x="18682" y="43614"/>
                  </a:lnTo>
                  <a:lnTo>
                    <a:pt x="14686" y="47380"/>
                  </a:lnTo>
                  <a:lnTo>
                    <a:pt x="10815" y="51275"/>
                  </a:lnTo>
                  <a:lnTo>
                    <a:pt x="7075" y="55295"/>
                  </a:lnTo>
                  <a:lnTo>
                    <a:pt x="3468" y="59435"/>
                  </a:lnTo>
                  <a:lnTo>
                    <a:pt x="0" y="63692"/>
                  </a:lnTo>
                  <a:lnTo>
                    <a:pt x="131311" y="1671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19358" y="1681503"/>
              <a:ext cx="334323" cy="334328"/>
            </a:xfrm>
            <a:custGeom>
              <a:avLst/>
              <a:pathLst>
                <a:path w="334323" h="334328">
                  <a:moveTo>
                    <a:pt x="35855" y="63715"/>
                  </a:moveTo>
                  <a:lnTo>
                    <a:pt x="32647" y="67922"/>
                  </a:lnTo>
                  <a:lnTo>
                    <a:pt x="29575" y="72228"/>
                  </a:lnTo>
                  <a:lnTo>
                    <a:pt x="26640" y="76629"/>
                  </a:lnTo>
                  <a:lnTo>
                    <a:pt x="23845" y="81120"/>
                  </a:lnTo>
                  <a:lnTo>
                    <a:pt x="21195" y="85698"/>
                  </a:lnTo>
                  <a:lnTo>
                    <a:pt x="18690" y="90357"/>
                  </a:lnTo>
                  <a:lnTo>
                    <a:pt x="16334" y="95093"/>
                  </a:lnTo>
                  <a:lnTo>
                    <a:pt x="14129" y="99902"/>
                  </a:lnTo>
                  <a:lnTo>
                    <a:pt x="12078" y="104778"/>
                  </a:lnTo>
                  <a:lnTo>
                    <a:pt x="10181" y="109716"/>
                  </a:lnTo>
                  <a:lnTo>
                    <a:pt x="8442" y="114712"/>
                  </a:lnTo>
                  <a:lnTo>
                    <a:pt x="6862" y="119760"/>
                  </a:lnTo>
                  <a:lnTo>
                    <a:pt x="5442" y="124856"/>
                  </a:lnTo>
                  <a:lnTo>
                    <a:pt x="4184" y="129994"/>
                  </a:lnTo>
                  <a:lnTo>
                    <a:pt x="3090" y="135169"/>
                  </a:lnTo>
                  <a:lnTo>
                    <a:pt x="2160" y="140376"/>
                  </a:lnTo>
                  <a:lnTo>
                    <a:pt x="1395" y="145611"/>
                  </a:lnTo>
                  <a:lnTo>
                    <a:pt x="796" y="150866"/>
                  </a:lnTo>
                  <a:lnTo>
                    <a:pt x="363" y="156138"/>
                  </a:lnTo>
                  <a:lnTo>
                    <a:pt x="98" y="161422"/>
                  </a:lnTo>
                  <a:lnTo>
                    <a:pt x="0" y="166710"/>
                  </a:lnTo>
                  <a:lnTo>
                    <a:pt x="69" y="172000"/>
                  </a:lnTo>
                  <a:lnTo>
                    <a:pt x="305" y="177284"/>
                  </a:lnTo>
                  <a:lnTo>
                    <a:pt x="709" y="182559"/>
                  </a:lnTo>
                  <a:lnTo>
                    <a:pt x="1279" y="187818"/>
                  </a:lnTo>
                  <a:lnTo>
                    <a:pt x="2016" y="193056"/>
                  </a:lnTo>
                  <a:lnTo>
                    <a:pt x="2918" y="198268"/>
                  </a:lnTo>
                  <a:lnTo>
                    <a:pt x="3984" y="203450"/>
                  </a:lnTo>
                  <a:lnTo>
                    <a:pt x="5214" y="208595"/>
                  </a:lnTo>
                  <a:lnTo>
                    <a:pt x="6605" y="213698"/>
                  </a:lnTo>
                  <a:lnTo>
                    <a:pt x="8158" y="218755"/>
                  </a:lnTo>
                  <a:lnTo>
                    <a:pt x="9870" y="223760"/>
                  </a:lnTo>
                  <a:lnTo>
                    <a:pt x="11739" y="228708"/>
                  </a:lnTo>
                  <a:lnTo>
                    <a:pt x="13764" y="233595"/>
                  </a:lnTo>
                  <a:lnTo>
                    <a:pt x="15943" y="238416"/>
                  </a:lnTo>
                  <a:lnTo>
                    <a:pt x="18273" y="243165"/>
                  </a:lnTo>
                  <a:lnTo>
                    <a:pt x="20752" y="247838"/>
                  </a:lnTo>
                  <a:lnTo>
                    <a:pt x="23378" y="252430"/>
                  </a:lnTo>
                  <a:lnTo>
                    <a:pt x="26147" y="256936"/>
                  </a:lnTo>
                  <a:lnTo>
                    <a:pt x="29058" y="261353"/>
                  </a:lnTo>
                  <a:lnTo>
                    <a:pt x="32107" y="265676"/>
                  </a:lnTo>
                  <a:lnTo>
                    <a:pt x="35292" y="269900"/>
                  </a:lnTo>
                  <a:lnTo>
                    <a:pt x="38608" y="274021"/>
                  </a:lnTo>
                  <a:lnTo>
                    <a:pt x="42053" y="278035"/>
                  </a:lnTo>
                  <a:lnTo>
                    <a:pt x="45624" y="281938"/>
                  </a:lnTo>
                  <a:lnTo>
                    <a:pt x="49316" y="285726"/>
                  </a:lnTo>
                  <a:lnTo>
                    <a:pt x="53126" y="289396"/>
                  </a:lnTo>
                  <a:lnTo>
                    <a:pt x="57051" y="292943"/>
                  </a:lnTo>
                  <a:lnTo>
                    <a:pt x="61085" y="296364"/>
                  </a:lnTo>
                  <a:lnTo>
                    <a:pt x="65226" y="299655"/>
                  </a:lnTo>
                  <a:lnTo>
                    <a:pt x="69469" y="302814"/>
                  </a:lnTo>
                  <a:lnTo>
                    <a:pt x="73810" y="305838"/>
                  </a:lnTo>
                  <a:lnTo>
                    <a:pt x="78244" y="308722"/>
                  </a:lnTo>
                  <a:lnTo>
                    <a:pt x="82767" y="311464"/>
                  </a:lnTo>
                  <a:lnTo>
                    <a:pt x="87375" y="314063"/>
                  </a:lnTo>
                  <a:lnTo>
                    <a:pt x="92063" y="316514"/>
                  </a:lnTo>
                  <a:lnTo>
                    <a:pt x="96826" y="318815"/>
                  </a:lnTo>
                  <a:lnTo>
                    <a:pt x="101659" y="320965"/>
                  </a:lnTo>
                  <a:lnTo>
                    <a:pt x="106558" y="322960"/>
                  </a:lnTo>
                  <a:lnTo>
                    <a:pt x="111518" y="324800"/>
                  </a:lnTo>
                  <a:lnTo>
                    <a:pt x="116533" y="326482"/>
                  </a:lnTo>
                  <a:lnTo>
                    <a:pt x="121599" y="328004"/>
                  </a:lnTo>
                  <a:lnTo>
                    <a:pt x="126711" y="329365"/>
                  </a:lnTo>
                  <a:lnTo>
                    <a:pt x="131863" y="330564"/>
                  </a:lnTo>
                  <a:lnTo>
                    <a:pt x="137051" y="331599"/>
                  </a:lnTo>
                  <a:lnTo>
                    <a:pt x="142268" y="332470"/>
                  </a:lnTo>
                  <a:lnTo>
                    <a:pt x="147511" y="333175"/>
                  </a:lnTo>
                  <a:lnTo>
                    <a:pt x="152773" y="333714"/>
                  </a:lnTo>
                  <a:lnTo>
                    <a:pt x="158050" y="334086"/>
                  </a:lnTo>
                  <a:lnTo>
                    <a:pt x="163336" y="334290"/>
                  </a:lnTo>
                  <a:lnTo>
                    <a:pt x="168625" y="334328"/>
                  </a:lnTo>
                  <a:lnTo>
                    <a:pt x="173914" y="334198"/>
                  </a:lnTo>
                  <a:lnTo>
                    <a:pt x="179195" y="333901"/>
                  </a:lnTo>
                  <a:lnTo>
                    <a:pt x="184464" y="333437"/>
                  </a:lnTo>
                  <a:lnTo>
                    <a:pt x="189717" y="332806"/>
                  </a:lnTo>
                  <a:lnTo>
                    <a:pt x="194946" y="332010"/>
                  </a:lnTo>
                  <a:lnTo>
                    <a:pt x="200148" y="331049"/>
                  </a:lnTo>
                  <a:lnTo>
                    <a:pt x="205316" y="329923"/>
                  </a:lnTo>
                  <a:lnTo>
                    <a:pt x="210447" y="328634"/>
                  </a:lnTo>
                  <a:lnTo>
                    <a:pt x="215534" y="327184"/>
                  </a:lnTo>
                  <a:lnTo>
                    <a:pt x="220573" y="325574"/>
                  </a:lnTo>
                  <a:lnTo>
                    <a:pt x="225558" y="323805"/>
                  </a:lnTo>
                  <a:lnTo>
                    <a:pt x="230485" y="321879"/>
                  </a:lnTo>
                  <a:lnTo>
                    <a:pt x="235348" y="319798"/>
                  </a:lnTo>
                  <a:lnTo>
                    <a:pt x="240143" y="317564"/>
                  </a:lnTo>
                  <a:lnTo>
                    <a:pt x="244865" y="315180"/>
                  </a:lnTo>
                  <a:lnTo>
                    <a:pt x="249509" y="312647"/>
                  </a:lnTo>
                  <a:lnTo>
                    <a:pt x="254071" y="309969"/>
                  </a:lnTo>
                  <a:lnTo>
                    <a:pt x="258546" y="307148"/>
                  </a:lnTo>
                  <a:lnTo>
                    <a:pt x="262929" y="304187"/>
                  </a:lnTo>
                  <a:lnTo>
                    <a:pt x="267216" y="301088"/>
                  </a:lnTo>
                  <a:lnTo>
                    <a:pt x="271404" y="297856"/>
                  </a:lnTo>
                  <a:lnTo>
                    <a:pt x="275486" y="294492"/>
                  </a:lnTo>
                  <a:lnTo>
                    <a:pt x="279461" y="291001"/>
                  </a:lnTo>
                  <a:lnTo>
                    <a:pt x="283323" y="287386"/>
                  </a:lnTo>
                  <a:lnTo>
                    <a:pt x="287068" y="283651"/>
                  </a:lnTo>
                  <a:lnTo>
                    <a:pt x="290694" y="279799"/>
                  </a:lnTo>
                  <a:lnTo>
                    <a:pt x="294195" y="275834"/>
                  </a:lnTo>
                  <a:lnTo>
                    <a:pt x="297570" y="271761"/>
                  </a:lnTo>
                  <a:lnTo>
                    <a:pt x="300814" y="267582"/>
                  </a:lnTo>
                  <a:lnTo>
                    <a:pt x="303924" y="263303"/>
                  </a:lnTo>
                  <a:lnTo>
                    <a:pt x="306898" y="258928"/>
                  </a:lnTo>
                  <a:lnTo>
                    <a:pt x="309731" y="254461"/>
                  </a:lnTo>
                  <a:lnTo>
                    <a:pt x="312421" y="249907"/>
                  </a:lnTo>
                  <a:lnTo>
                    <a:pt x="314967" y="245270"/>
                  </a:lnTo>
                  <a:lnTo>
                    <a:pt x="317364" y="240554"/>
                  </a:lnTo>
                  <a:lnTo>
                    <a:pt x="319611" y="235765"/>
                  </a:lnTo>
                  <a:lnTo>
                    <a:pt x="321705" y="230908"/>
                  </a:lnTo>
                  <a:lnTo>
                    <a:pt x="323644" y="225986"/>
                  </a:lnTo>
                  <a:lnTo>
                    <a:pt x="325427" y="221006"/>
                  </a:lnTo>
                  <a:lnTo>
                    <a:pt x="327051" y="215971"/>
                  </a:lnTo>
                  <a:lnTo>
                    <a:pt x="328515" y="210888"/>
                  </a:lnTo>
                  <a:lnTo>
                    <a:pt x="329818" y="205761"/>
                  </a:lnTo>
                  <a:lnTo>
                    <a:pt x="330957" y="200596"/>
                  </a:lnTo>
                  <a:lnTo>
                    <a:pt x="331933" y="195397"/>
                  </a:lnTo>
                  <a:lnTo>
                    <a:pt x="332744" y="190169"/>
                  </a:lnTo>
                  <a:lnTo>
                    <a:pt x="333389" y="184919"/>
                  </a:lnTo>
                  <a:lnTo>
                    <a:pt x="333867" y="179651"/>
                  </a:lnTo>
                  <a:lnTo>
                    <a:pt x="334178" y="174370"/>
                  </a:lnTo>
                  <a:lnTo>
                    <a:pt x="334323" y="169082"/>
                  </a:lnTo>
                  <a:lnTo>
                    <a:pt x="334300" y="163793"/>
                  </a:lnTo>
                  <a:lnTo>
                    <a:pt x="334109" y="158506"/>
                  </a:lnTo>
                  <a:lnTo>
                    <a:pt x="333752" y="153229"/>
                  </a:lnTo>
                  <a:lnTo>
                    <a:pt x="333227" y="147965"/>
                  </a:lnTo>
                  <a:lnTo>
                    <a:pt x="332537" y="142720"/>
                  </a:lnTo>
                  <a:lnTo>
                    <a:pt x="331680" y="137500"/>
                  </a:lnTo>
                  <a:lnTo>
                    <a:pt x="330659" y="132310"/>
                  </a:lnTo>
                  <a:lnTo>
                    <a:pt x="329475" y="127154"/>
                  </a:lnTo>
                  <a:lnTo>
                    <a:pt x="328127" y="122039"/>
                  </a:lnTo>
                  <a:lnTo>
                    <a:pt x="326619" y="116969"/>
                  </a:lnTo>
                  <a:lnTo>
                    <a:pt x="324951" y="111949"/>
                  </a:lnTo>
                  <a:lnTo>
                    <a:pt x="323125" y="106984"/>
                  </a:lnTo>
                  <a:lnTo>
                    <a:pt x="321142" y="102080"/>
                  </a:lnTo>
                  <a:lnTo>
                    <a:pt x="319006" y="97241"/>
                  </a:lnTo>
                  <a:lnTo>
                    <a:pt x="316718" y="92472"/>
                  </a:lnTo>
                  <a:lnTo>
                    <a:pt x="314279" y="87777"/>
                  </a:lnTo>
                  <a:lnTo>
                    <a:pt x="311694" y="83162"/>
                  </a:lnTo>
                  <a:lnTo>
                    <a:pt x="308964" y="78632"/>
                  </a:lnTo>
                  <a:lnTo>
                    <a:pt x="306091" y="74190"/>
                  </a:lnTo>
                  <a:lnTo>
                    <a:pt x="303080" y="69841"/>
                  </a:lnTo>
                  <a:lnTo>
                    <a:pt x="299933" y="65589"/>
                  </a:lnTo>
                  <a:lnTo>
                    <a:pt x="296652" y="61439"/>
                  </a:lnTo>
                  <a:lnTo>
                    <a:pt x="293242" y="57395"/>
                  </a:lnTo>
                  <a:lnTo>
                    <a:pt x="289706" y="53461"/>
                  </a:lnTo>
                  <a:lnTo>
                    <a:pt x="286047" y="49641"/>
                  </a:lnTo>
                  <a:lnTo>
                    <a:pt x="282269" y="45938"/>
                  </a:lnTo>
                  <a:lnTo>
                    <a:pt x="278376" y="42357"/>
                  </a:lnTo>
                  <a:lnTo>
                    <a:pt x="274371" y="38901"/>
                  </a:lnTo>
                  <a:lnTo>
                    <a:pt x="270259" y="35573"/>
                  </a:lnTo>
                  <a:lnTo>
                    <a:pt x="266044" y="32377"/>
                  </a:lnTo>
                  <a:lnTo>
                    <a:pt x="261729" y="29316"/>
                  </a:lnTo>
                  <a:lnTo>
                    <a:pt x="257321" y="26393"/>
                  </a:lnTo>
                  <a:lnTo>
                    <a:pt x="252821" y="23612"/>
                  </a:lnTo>
                  <a:lnTo>
                    <a:pt x="248236" y="20973"/>
                  </a:lnTo>
                  <a:lnTo>
                    <a:pt x="243570" y="18481"/>
                  </a:lnTo>
                  <a:lnTo>
                    <a:pt x="238828" y="16138"/>
                  </a:lnTo>
                  <a:lnTo>
                    <a:pt x="234013" y="13947"/>
                  </a:lnTo>
                  <a:lnTo>
                    <a:pt x="229132" y="11908"/>
                  </a:lnTo>
                  <a:lnTo>
                    <a:pt x="224189" y="10026"/>
                  </a:lnTo>
                  <a:lnTo>
                    <a:pt x="219188" y="8300"/>
                  </a:lnTo>
                  <a:lnTo>
                    <a:pt x="214136" y="6734"/>
                  </a:lnTo>
                  <a:lnTo>
                    <a:pt x="209036" y="5328"/>
                  </a:lnTo>
                  <a:lnTo>
                    <a:pt x="203894" y="4084"/>
                  </a:lnTo>
                  <a:lnTo>
                    <a:pt x="198716" y="3004"/>
                  </a:lnTo>
                  <a:lnTo>
                    <a:pt x="193506" y="2088"/>
                  </a:lnTo>
                  <a:lnTo>
                    <a:pt x="188270" y="1337"/>
                  </a:lnTo>
                  <a:lnTo>
                    <a:pt x="183013" y="752"/>
                  </a:lnTo>
                  <a:lnTo>
                    <a:pt x="177739" y="334"/>
                  </a:lnTo>
                  <a:lnTo>
                    <a:pt x="172455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57453" y="2126963"/>
              <a:ext cx="23834" cy="167167"/>
            </a:xfrm>
            <a:custGeom>
              <a:avLst/>
              <a:pathLst>
                <a:path w="23834" h="167167">
                  <a:moveTo>
                    <a:pt x="23834" y="0"/>
                  </a:moveTo>
                  <a:lnTo>
                    <a:pt x="15865" y="190"/>
                  </a:lnTo>
                  <a:lnTo>
                    <a:pt x="7914" y="759"/>
                  </a:lnTo>
                  <a:lnTo>
                    <a:pt x="0" y="1707"/>
                  </a:lnTo>
                  <a:lnTo>
                    <a:pt x="2383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7453" y="2128671"/>
              <a:ext cx="23834" cy="165459"/>
            </a:xfrm>
            <a:custGeom>
              <a:avLst/>
              <a:pathLst>
                <a:path w="23834" h="165459">
                  <a:moveTo>
                    <a:pt x="0" y="0"/>
                  </a:moveTo>
                  <a:lnTo>
                    <a:pt x="23834" y="1654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614121" y="2127754"/>
              <a:ext cx="334318" cy="333539"/>
            </a:xfrm>
            <a:custGeom>
              <a:avLst/>
              <a:pathLst>
                <a:path w="334318" h="333539">
                  <a:moveTo>
                    <a:pt x="143331" y="916"/>
                  </a:moveTo>
                  <a:lnTo>
                    <a:pt x="138109" y="1753"/>
                  </a:lnTo>
                  <a:lnTo>
                    <a:pt x="132916" y="2755"/>
                  </a:lnTo>
                  <a:lnTo>
                    <a:pt x="127758" y="3920"/>
                  </a:lnTo>
                  <a:lnTo>
                    <a:pt x="122639" y="5248"/>
                  </a:lnTo>
                  <a:lnTo>
                    <a:pt x="117564" y="6737"/>
                  </a:lnTo>
                  <a:lnTo>
                    <a:pt x="112539" y="8386"/>
                  </a:lnTo>
                  <a:lnTo>
                    <a:pt x="107569" y="10193"/>
                  </a:lnTo>
                  <a:lnTo>
                    <a:pt x="102658" y="12156"/>
                  </a:lnTo>
                  <a:lnTo>
                    <a:pt x="97812" y="14274"/>
                  </a:lnTo>
                  <a:lnTo>
                    <a:pt x="93036" y="16544"/>
                  </a:lnTo>
                  <a:lnTo>
                    <a:pt x="88333" y="18964"/>
                  </a:lnTo>
                  <a:lnTo>
                    <a:pt x="83710" y="21531"/>
                  </a:lnTo>
                  <a:lnTo>
                    <a:pt x="79169" y="24243"/>
                  </a:lnTo>
                  <a:lnTo>
                    <a:pt x="74718" y="27098"/>
                  </a:lnTo>
                  <a:lnTo>
                    <a:pt x="70358" y="30092"/>
                  </a:lnTo>
                  <a:lnTo>
                    <a:pt x="66096" y="33223"/>
                  </a:lnTo>
                  <a:lnTo>
                    <a:pt x="61934" y="36486"/>
                  </a:lnTo>
                  <a:lnTo>
                    <a:pt x="57878" y="39880"/>
                  </a:lnTo>
                  <a:lnTo>
                    <a:pt x="53931" y="43400"/>
                  </a:lnTo>
                  <a:lnTo>
                    <a:pt x="50098" y="47044"/>
                  </a:lnTo>
                  <a:lnTo>
                    <a:pt x="46382" y="50807"/>
                  </a:lnTo>
                  <a:lnTo>
                    <a:pt x="42787" y="54685"/>
                  </a:lnTo>
                  <a:lnTo>
                    <a:pt x="39316" y="58675"/>
                  </a:lnTo>
                  <a:lnTo>
                    <a:pt x="35973" y="62774"/>
                  </a:lnTo>
                  <a:lnTo>
                    <a:pt x="32761" y="66975"/>
                  </a:lnTo>
                  <a:lnTo>
                    <a:pt x="29684" y="71277"/>
                  </a:lnTo>
                  <a:lnTo>
                    <a:pt x="26745" y="75673"/>
                  </a:lnTo>
                  <a:lnTo>
                    <a:pt x="23946" y="80160"/>
                  </a:lnTo>
                  <a:lnTo>
                    <a:pt x="21291" y="84734"/>
                  </a:lnTo>
                  <a:lnTo>
                    <a:pt x="18781" y="89389"/>
                  </a:lnTo>
                  <a:lnTo>
                    <a:pt x="16420" y="94121"/>
                  </a:lnTo>
                  <a:lnTo>
                    <a:pt x="14210" y="98926"/>
                  </a:lnTo>
                  <a:lnTo>
                    <a:pt x="12153" y="103798"/>
                  </a:lnTo>
                  <a:lnTo>
                    <a:pt x="10251" y="108733"/>
                  </a:lnTo>
                  <a:lnTo>
                    <a:pt x="8506" y="113725"/>
                  </a:lnTo>
                  <a:lnTo>
                    <a:pt x="6920" y="118770"/>
                  </a:lnTo>
                  <a:lnTo>
                    <a:pt x="5494" y="123863"/>
                  </a:lnTo>
                  <a:lnTo>
                    <a:pt x="4230" y="128998"/>
                  </a:lnTo>
                  <a:lnTo>
                    <a:pt x="3130" y="134171"/>
                  </a:lnTo>
                  <a:lnTo>
                    <a:pt x="2193" y="139376"/>
                  </a:lnTo>
                  <a:lnTo>
                    <a:pt x="1421" y="144608"/>
                  </a:lnTo>
                  <a:lnTo>
                    <a:pt x="816" y="149862"/>
                  </a:lnTo>
                  <a:lnTo>
                    <a:pt x="377" y="155132"/>
                  </a:lnTo>
                  <a:lnTo>
                    <a:pt x="104" y="160414"/>
                  </a:lnTo>
                  <a:lnTo>
                    <a:pt x="0" y="165701"/>
                  </a:lnTo>
                  <a:lnTo>
                    <a:pt x="62" y="170990"/>
                  </a:lnTo>
                  <a:lnTo>
                    <a:pt x="291" y="176273"/>
                  </a:lnTo>
                  <a:lnTo>
                    <a:pt x="688" y="181547"/>
                  </a:lnTo>
                  <a:lnTo>
                    <a:pt x="1251" y="186805"/>
                  </a:lnTo>
                  <a:lnTo>
                    <a:pt x="1980" y="192043"/>
                  </a:lnTo>
                  <a:lnTo>
                    <a:pt x="2875" y="197256"/>
                  </a:lnTo>
                  <a:lnTo>
                    <a:pt x="3934" y="202437"/>
                  </a:lnTo>
                  <a:lnTo>
                    <a:pt x="5156" y="207583"/>
                  </a:lnTo>
                  <a:lnTo>
                    <a:pt x="6541" y="212687"/>
                  </a:lnTo>
                  <a:lnTo>
                    <a:pt x="8086" y="217744"/>
                  </a:lnTo>
                  <a:lnTo>
                    <a:pt x="9791" y="222751"/>
                  </a:lnTo>
                  <a:lnTo>
                    <a:pt x="11653" y="227701"/>
                  </a:lnTo>
                  <a:lnTo>
                    <a:pt x="13670" y="232589"/>
                  </a:lnTo>
                  <a:lnTo>
                    <a:pt x="15842" y="237412"/>
                  </a:lnTo>
                  <a:lnTo>
                    <a:pt x="18165" y="242163"/>
                  </a:lnTo>
                  <a:lnTo>
                    <a:pt x="20636" y="246838"/>
                  </a:lnTo>
                  <a:lnTo>
                    <a:pt x="23255" y="251433"/>
                  </a:lnTo>
                  <a:lnTo>
                    <a:pt x="26018" y="255943"/>
                  </a:lnTo>
                  <a:lnTo>
                    <a:pt x="28921" y="260363"/>
                  </a:lnTo>
                  <a:lnTo>
                    <a:pt x="31964" y="264689"/>
                  </a:lnTo>
                  <a:lnTo>
                    <a:pt x="35141" y="268916"/>
                  </a:lnTo>
                  <a:lnTo>
                    <a:pt x="38451" y="273041"/>
                  </a:lnTo>
                  <a:lnTo>
                    <a:pt x="41889" y="277059"/>
                  </a:lnTo>
                  <a:lnTo>
                    <a:pt x="45453" y="280967"/>
                  </a:lnTo>
                  <a:lnTo>
                    <a:pt x="49139" y="284759"/>
                  </a:lnTo>
                  <a:lnTo>
                    <a:pt x="52943" y="288434"/>
                  </a:lnTo>
                  <a:lnTo>
                    <a:pt x="56861" y="291986"/>
                  </a:lnTo>
                  <a:lnTo>
                    <a:pt x="60889" y="295412"/>
                  </a:lnTo>
                  <a:lnTo>
                    <a:pt x="65024" y="298709"/>
                  </a:lnTo>
                  <a:lnTo>
                    <a:pt x="69261" y="301874"/>
                  </a:lnTo>
                  <a:lnTo>
                    <a:pt x="73597" y="304903"/>
                  </a:lnTo>
                  <a:lnTo>
                    <a:pt x="78025" y="307794"/>
                  </a:lnTo>
                  <a:lnTo>
                    <a:pt x="82543" y="310543"/>
                  </a:lnTo>
                  <a:lnTo>
                    <a:pt x="87146" y="313147"/>
                  </a:lnTo>
                  <a:lnTo>
                    <a:pt x="91829" y="315605"/>
                  </a:lnTo>
                  <a:lnTo>
                    <a:pt x="96587" y="317913"/>
                  </a:lnTo>
                  <a:lnTo>
                    <a:pt x="101416" y="320070"/>
                  </a:lnTo>
                  <a:lnTo>
                    <a:pt x="106310" y="322073"/>
                  </a:lnTo>
                  <a:lnTo>
                    <a:pt x="111266" y="323920"/>
                  </a:lnTo>
                  <a:lnTo>
                    <a:pt x="116277" y="325610"/>
                  </a:lnTo>
                  <a:lnTo>
                    <a:pt x="121340" y="327140"/>
                  </a:lnTo>
                  <a:lnTo>
                    <a:pt x="126448" y="328509"/>
                  </a:lnTo>
                  <a:lnTo>
                    <a:pt x="131597" y="329716"/>
                  </a:lnTo>
                  <a:lnTo>
                    <a:pt x="136782" y="330759"/>
                  </a:lnTo>
                  <a:lnTo>
                    <a:pt x="141997" y="331638"/>
                  </a:lnTo>
                  <a:lnTo>
                    <a:pt x="147237" y="332351"/>
                  </a:lnTo>
                  <a:lnTo>
                    <a:pt x="152497" y="332899"/>
                  </a:lnTo>
                  <a:lnTo>
                    <a:pt x="157772" y="333279"/>
                  </a:lnTo>
                  <a:lnTo>
                    <a:pt x="163056" y="333493"/>
                  </a:lnTo>
                  <a:lnTo>
                    <a:pt x="168345" y="333539"/>
                  </a:lnTo>
                  <a:lnTo>
                    <a:pt x="173632" y="333418"/>
                  </a:lnTo>
                  <a:lnTo>
                    <a:pt x="178913" y="333130"/>
                  </a:lnTo>
                  <a:lnTo>
                    <a:pt x="184181" y="332675"/>
                  </a:lnTo>
                  <a:lnTo>
                    <a:pt x="189433" y="332054"/>
                  </a:lnTo>
                  <a:lnTo>
                    <a:pt x="194663" y="331266"/>
                  </a:lnTo>
                  <a:lnTo>
                    <a:pt x="199865" y="330314"/>
                  </a:lnTo>
                  <a:lnTo>
                    <a:pt x="205035" y="329198"/>
                  </a:lnTo>
                  <a:lnTo>
                    <a:pt x="210166" y="327918"/>
                  </a:lnTo>
                  <a:lnTo>
                    <a:pt x="215255" y="326477"/>
                  </a:lnTo>
                  <a:lnTo>
                    <a:pt x="220295" y="324876"/>
                  </a:lnTo>
                  <a:lnTo>
                    <a:pt x="225282" y="323116"/>
                  </a:lnTo>
                  <a:lnTo>
                    <a:pt x="230211" y="321199"/>
                  </a:lnTo>
                  <a:lnTo>
                    <a:pt x="235077" y="319127"/>
                  </a:lnTo>
                  <a:lnTo>
                    <a:pt x="239875" y="316903"/>
                  </a:lnTo>
                  <a:lnTo>
                    <a:pt x="244600" y="314527"/>
                  </a:lnTo>
                  <a:lnTo>
                    <a:pt x="249248" y="312004"/>
                  </a:lnTo>
                  <a:lnTo>
                    <a:pt x="253813" y="309335"/>
                  </a:lnTo>
                  <a:lnTo>
                    <a:pt x="258292" y="306522"/>
                  </a:lnTo>
                  <a:lnTo>
                    <a:pt x="262679" y="303569"/>
                  </a:lnTo>
                  <a:lnTo>
                    <a:pt x="266971" y="300479"/>
                  </a:lnTo>
                  <a:lnTo>
                    <a:pt x="271163" y="297255"/>
                  </a:lnTo>
                  <a:lnTo>
                    <a:pt x="275251" y="293900"/>
                  </a:lnTo>
                  <a:lnTo>
                    <a:pt x="279231" y="290417"/>
                  </a:lnTo>
                  <a:lnTo>
                    <a:pt x="283099" y="286810"/>
                  </a:lnTo>
                  <a:lnTo>
                    <a:pt x="286850" y="283083"/>
                  </a:lnTo>
                  <a:lnTo>
                    <a:pt x="290482" y="279238"/>
                  </a:lnTo>
                  <a:lnTo>
                    <a:pt x="293991" y="275281"/>
                  </a:lnTo>
                  <a:lnTo>
                    <a:pt x="297372" y="271215"/>
                  </a:lnTo>
                  <a:lnTo>
                    <a:pt x="300623" y="267044"/>
                  </a:lnTo>
                  <a:lnTo>
                    <a:pt x="303741" y="262772"/>
                  </a:lnTo>
                  <a:lnTo>
                    <a:pt x="306722" y="258403"/>
                  </a:lnTo>
                  <a:lnTo>
                    <a:pt x="309563" y="253943"/>
                  </a:lnTo>
                  <a:lnTo>
                    <a:pt x="312262" y="249394"/>
                  </a:lnTo>
                  <a:lnTo>
                    <a:pt x="314815" y="244763"/>
                  </a:lnTo>
                  <a:lnTo>
                    <a:pt x="317221" y="240053"/>
                  </a:lnTo>
                  <a:lnTo>
                    <a:pt x="319476" y="235270"/>
                  </a:lnTo>
                  <a:lnTo>
                    <a:pt x="321579" y="230418"/>
                  </a:lnTo>
                  <a:lnTo>
                    <a:pt x="323528" y="225501"/>
                  </a:lnTo>
                  <a:lnTo>
                    <a:pt x="325320" y="220525"/>
                  </a:lnTo>
                  <a:lnTo>
                    <a:pt x="326954" y="215495"/>
                  </a:lnTo>
                  <a:lnTo>
                    <a:pt x="328427" y="210416"/>
                  </a:lnTo>
                  <a:lnTo>
                    <a:pt x="329740" y="205293"/>
                  </a:lnTo>
                  <a:lnTo>
                    <a:pt x="330890" y="200131"/>
                  </a:lnTo>
                  <a:lnTo>
                    <a:pt x="331875" y="194935"/>
                  </a:lnTo>
                  <a:lnTo>
                    <a:pt x="332696" y="189711"/>
                  </a:lnTo>
                  <a:lnTo>
                    <a:pt x="333352" y="184463"/>
                  </a:lnTo>
                  <a:lnTo>
                    <a:pt x="333841" y="179197"/>
                  </a:lnTo>
                  <a:lnTo>
                    <a:pt x="334163" y="173918"/>
                  </a:lnTo>
                  <a:lnTo>
                    <a:pt x="334318" y="168632"/>
                  </a:lnTo>
                  <a:lnTo>
                    <a:pt x="334306" y="163343"/>
                  </a:lnTo>
                  <a:lnTo>
                    <a:pt x="334126" y="158058"/>
                  </a:lnTo>
                  <a:lnTo>
                    <a:pt x="333779" y="152781"/>
                  </a:lnTo>
                  <a:lnTo>
                    <a:pt x="333266" y="147517"/>
                  </a:lnTo>
                  <a:lnTo>
                    <a:pt x="332586" y="142272"/>
                  </a:lnTo>
                  <a:lnTo>
                    <a:pt x="331741" y="137052"/>
                  </a:lnTo>
                  <a:lnTo>
                    <a:pt x="330731" y="131861"/>
                  </a:lnTo>
                  <a:lnTo>
                    <a:pt x="329557" y="126704"/>
                  </a:lnTo>
                  <a:lnTo>
                    <a:pt x="328221" y="121587"/>
                  </a:lnTo>
                  <a:lnTo>
                    <a:pt x="326724" y="116515"/>
                  </a:lnTo>
                  <a:lnTo>
                    <a:pt x="325067" y="111492"/>
                  </a:lnTo>
                  <a:lnTo>
                    <a:pt x="323252" y="106525"/>
                  </a:lnTo>
                  <a:lnTo>
                    <a:pt x="321280" y="101618"/>
                  </a:lnTo>
                  <a:lnTo>
                    <a:pt x="319155" y="96775"/>
                  </a:lnTo>
                  <a:lnTo>
                    <a:pt x="316877" y="92002"/>
                  </a:lnTo>
                  <a:lnTo>
                    <a:pt x="314449" y="87304"/>
                  </a:lnTo>
                  <a:lnTo>
                    <a:pt x="311874" y="82684"/>
                  </a:lnTo>
                  <a:lnTo>
                    <a:pt x="309155" y="78149"/>
                  </a:lnTo>
                  <a:lnTo>
                    <a:pt x="306293" y="73701"/>
                  </a:lnTo>
                  <a:lnTo>
                    <a:pt x="303292" y="69347"/>
                  </a:lnTo>
                  <a:lnTo>
                    <a:pt x="300154" y="65089"/>
                  </a:lnTo>
                  <a:lnTo>
                    <a:pt x="296884" y="60933"/>
                  </a:lnTo>
                  <a:lnTo>
                    <a:pt x="293483" y="56883"/>
                  </a:lnTo>
                  <a:lnTo>
                    <a:pt x="289957" y="52942"/>
                  </a:lnTo>
                  <a:lnTo>
                    <a:pt x="286307" y="49114"/>
                  </a:lnTo>
                  <a:lnTo>
                    <a:pt x="282538" y="45404"/>
                  </a:lnTo>
                  <a:lnTo>
                    <a:pt x="278654" y="41815"/>
                  </a:lnTo>
                  <a:lnTo>
                    <a:pt x="274658" y="38351"/>
                  </a:lnTo>
                  <a:lnTo>
                    <a:pt x="270554" y="35015"/>
                  </a:lnTo>
                  <a:lnTo>
                    <a:pt x="266347" y="31810"/>
                  </a:lnTo>
                  <a:lnTo>
                    <a:pt x="262041" y="28740"/>
                  </a:lnTo>
                  <a:lnTo>
                    <a:pt x="257640" y="25808"/>
                  </a:lnTo>
                  <a:lnTo>
                    <a:pt x="253148" y="23016"/>
                  </a:lnTo>
                  <a:lnTo>
                    <a:pt x="248570" y="20368"/>
                  </a:lnTo>
                  <a:lnTo>
                    <a:pt x="243911" y="17866"/>
                  </a:lnTo>
                  <a:lnTo>
                    <a:pt x="239175" y="15513"/>
                  </a:lnTo>
                  <a:lnTo>
                    <a:pt x="234367" y="13311"/>
                  </a:lnTo>
                  <a:lnTo>
                    <a:pt x="229491" y="11261"/>
                  </a:lnTo>
                  <a:lnTo>
                    <a:pt x="224553" y="9368"/>
                  </a:lnTo>
                  <a:lnTo>
                    <a:pt x="219558" y="7631"/>
                  </a:lnTo>
                  <a:lnTo>
                    <a:pt x="214510" y="6053"/>
                  </a:lnTo>
                  <a:lnTo>
                    <a:pt x="209415" y="4636"/>
                  </a:lnTo>
                  <a:lnTo>
                    <a:pt x="204278" y="3380"/>
                  </a:lnTo>
                  <a:lnTo>
                    <a:pt x="199103" y="2288"/>
                  </a:lnTo>
                  <a:lnTo>
                    <a:pt x="193897" y="1360"/>
                  </a:lnTo>
                  <a:lnTo>
                    <a:pt x="188664" y="597"/>
                  </a:lnTo>
                  <a:lnTo>
                    <a:pt x="183409" y="0"/>
                  </a:lnTo>
                  <a:lnTo>
                    <a:pt x="167166" y="1663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81287" y="2126963"/>
              <a:ext cx="16243" cy="167167"/>
            </a:xfrm>
            <a:custGeom>
              <a:avLst/>
              <a:pathLst>
                <a:path w="16243" h="167167">
                  <a:moveTo>
                    <a:pt x="16243" y="791"/>
                  </a:moveTo>
                  <a:lnTo>
                    <a:pt x="8131" y="1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6232" y="2633064"/>
              <a:ext cx="4515" cy="167167"/>
            </a:xfrm>
            <a:custGeom>
              <a:avLst/>
              <a:pathLst>
                <a:path w="4515" h="167167">
                  <a:moveTo>
                    <a:pt x="4515" y="0"/>
                  </a:moveTo>
                  <a:lnTo>
                    <a:pt x="0" y="61"/>
                  </a:lnTo>
                  <a:lnTo>
                    <a:pt x="451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6232" y="2633125"/>
              <a:ext cx="4515" cy="167106"/>
            </a:xfrm>
            <a:custGeom>
              <a:avLst/>
              <a:pathLst>
                <a:path w="4515" h="167106">
                  <a:moveTo>
                    <a:pt x="0" y="0"/>
                  </a:moveTo>
                  <a:lnTo>
                    <a:pt x="4515" y="1671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423596" y="2633125"/>
              <a:ext cx="334304" cy="334273"/>
            </a:xfrm>
            <a:custGeom>
              <a:avLst/>
              <a:pathLst>
                <a:path w="334304" h="334273">
                  <a:moveTo>
                    <a:pt x="162636" y="0"/>
                  </a:moveTo>
                  <a:lnTo>
                    <a:pt x="157328" y="227"/>
                  </a:lnTo>
                  <a:lnTo>
                    <a:pt x="152030" y="624"/>
                  </a:lnTo>
                  <a:lnTo>
                    <a:pt x="146747" y="1188"/>
                  </a:lnTo>
                  <a:lnTo>
                    <a:pt x="141485" y="1921"/>
                  </a:lnTo>
                  <a:lnTo>
                    <a:pt x="136249" y="2820"/>
                  </a:lnTo>
                  <a:lnTo>
                    <a:pt x="131044" y="3885"/>
                  </a:lnTo>
                  <a:lnTo>
                    <a:pt x="125876" y="5114"/>
                  </a:lnTo>
                  <a:lnTo>
                    <a:pt x="120749" y="6508"/>
                  </a:lnTo>
                  <a:lnTo>
                    <a:pt x="115669" y="8063"/>
                  </a:lnTo>
                  <a:lnTo>
                    <a:pt x="110641" y="9780"/>
                  </a:lnTo>
                  <a:lnTo>
                    <a:pt x="105670" y="11655"/>
                  </a:lnTo>
                  <a:lnTo>
                    <a:pt x="100762" y="13687"/>
                  </a:lnTo>
                  <a:lnTo>
                    <a:pt x="95920" y="15874"/>
                  </a:lnTo>
                  <a:lnTo>
                    <a:pt x="91150" y="18214"/>
                  </a:lnTo>
                  <a:lnTo>
                    <a:pt x="86457" y="20704"/>
                  </a:lnTo>
                  <a:lnTo>
                    <a:pt x="81846" y="23343"/>
                  </a:lnTo>
                  <a:lnTo>
                    <a:pt x="77321" y="26126"/>
                  </a:lnTo>
                  <a:lnTo>
                    <a:pt x="72886" y="29052"/>
                  </a:lnTo>
                  <a:lnTo>
                    <a:pt x="68547" y="32117"/>
                  </a:lnTo>
                  <a:lnTo>
                    <a:pt x="64307" y="35318"/>
                  </a:lnTo>
                  <a:lnTo>
                    <a:pt x="60171" y="38653"/>
                  </a:lnTo>
                  <a:lnTo>
                    <a:pt x="56143" y="42117"/>
                  </a:lnTo>
                  <a:lnTo>
                    <a:pt x="52228" y="45708"/>
                  </a:lnTo>
                  <a:lnTo>
                    <a:pt x="48428" y="49421"/>
                  </a:lnTo>
                  <a:lnTo>
                    <a:pt x="44748" y="53253"/>
                  </a:lnTo>
                  <a:lnTo>
                    <a:pt x="41192" y="57201"/>
                  </a:lnTo>
                  <a:lnTo>
                    <a:pt x="37763" y="61259"/>
                  </a:lnTo>
                  <a:lnTo>
                    <a:pt x="34465" y="65424"/>
                  </a:lnTo>
                  <a:lnTo>
                    <a:pt x="31301" y="69691"/>
                  </a:lnTo>
                  <a:lnTo>
                    <a:pt x="28274" y="74058"/>
                  </a:lnTo>
                  <a:lnTo>
                    <a:pt x="25387" y="78518"/>
                  </a:lnTo>
                  <a:lnTo>
                    <a:pt x="22644" y="83067"/>
                  </a:lnTo>
                  <a:lnTo>
                    <a:pt x="20046" y="87702"/>
                  </a:lnTo>
                  <a:lnTo>
                    <a:pt x="17598" y="92416"/>
                  </a:lnTo>
                  <a:lnTo>
                    <a:pt x="15300" y="97206"/>
                  </a:lnTo>
                  <a:lnTo>
                    <a:pt x="13155" y="102067"/>
                  </a:lnTo>
                  <a:lnTo>
                    <a:pt x="11166" y="106993"/>
                  </a:lnTo>
                  <a:lnTo>
                    <a:pt x="9335" y="111981"/>
                  </a:lnTo>
                  <a:lnTo>
                    <a:pt x="7663" y="117023"/>
                  </a:lnTo>
                  <a:lnTo>
                    <a:pt x="6152" y="122117"/>
                  </a:lnTo>
                  <a:lnTo>
                    <a:pt x="4803" y="127256"/>
                  </a:lnTo>
                  <a:lnTo>
                    <a:pt x="3619" y="132435"/>
                  </a:lnTo>
                  <a:lnTo>
                    <a:pt x="2600" y="137649"/>
                  </a:lnTo>
                  <a:lnTo>
                    <a:pt x="1747" y="142893"/>
                  </a:lnTo>
                  <a:lnTo>
                    <a:pt x="1061" y="148161"/>
                  </a:lnTo>
                  <a:lnTo>
                    <a:pt x="543" y="153448"/>
                  </a:lnTo>
                  <a:lnTo>
                    <a:pt x="193" y="158749"/>
                  </a:lnTo>
                  <a:lnTo>
                    <a:pt x="12" y="164059"/>
                  </a:lnTo>
                  <a:lnTo>
                    <a:pt x="0" y="169372"/>
                  </a:lnTo>
                  <a:lnTo>
                    <a:pt x="156" y="174682"/>
                  </a:lnTo>
                  <a:lnTo>
                    <a:pt x="481" y="179985"/>
                  </a:lnTo>
                  <a:lnTo>
                    <a:pt x="974" y="185275"/>
                  </a:lnTo>
                  <a:lnTo>
                    <a:pt x="1636" y="190546"/>
                  </a:lnTo>
                  <a:lnTo>
                    <a:pt x="2464" y="195794"/>
                  </a:lnTo>
                  <a:lnTo>
                    <a:pt x="3459" y="201013"/>
                  </a:lnTo>
                  <a:lnTo>
                    <a:pt x="4619" y="206197"/>
                  </a:lnTo>
                  <a:lnTo>
                    <a:pt x="5943" y="211342"/>
                  </a:lnTo>
                  <a:lnTo>
                    <a:pt x="7430" y="216443"/>
                  </a:lnTo>
                  <a:lnTo>
                    <a:pt x="9079" y="221493"/>
                  </a:lnTo>
                  <a:lnTo>
                    <a:pt x="10887" y="226489"/>
                  </a:lnTo>
                  <a:lnTo>
                    <a:pt x="12853" y="231425"/>
                  </a:lnTo>
                  <a:lnTo>
                    <a:pt x="14975" y="236295"/>
                  </a:lnTo>
                  <a:lnTo>
                    <a:pt x="17250" y="241096"/>
                  </a:lnTo>
                  <a:lnTo>
                    <a:pt x="19677" y="245822"/>
                  </a:lnTo>
                  <a:lnTo>
                    <a:pt x="22253" y="250469"/>
                  </a:lnTo>
                  <a:lnTo>
                    <a:pt x="24975" y="255031"/>
                  </a:lnTo>
                  <a:lnTo>
                    <a:pt x="27841" y="259505"/>
                  </a:lnTo>
                  <a:lnTo>
                    <a:pt x="30847" y="263885"/>
                  </a:lnTo>
                  <a:lnTo>
                    <a:pt x="33992" y="268167"/>
                  </a:lnTo>
                  <a:lnTo>
                    <a:pt x="37270" y="272348"/>
                  </a:lnTo>
                  <a:lnTo>
                    <a:pt x="40680" y="276422"/>
                  </a:lnTo>
                  <a:lnTo>
                    <a:pt x="44218" y="280385"/>
                  </a:lnTo>
                  <a:lnTo>
                    <a:pt x="47880" y="284235"/>
                  </a:lnTo>
                  <a:lnTo>
                    <a:pt x="51662" y="287966"/>
                  </a:lnTo>
                  <a:lnTo>
                    <a:pt x="55561" y="291574"/>
                  </a:lnTo>
                  <a:lnTo>
                    <a:pt x="59572" y="295058"/>
                  </a:lnTo>
                  <a:lnTo>
                    <a:pt x="63692" y="298412"/>
                  </a:lnTo>
                  <a:lnTo>
                    <a:pt x="67917" y="301633"/>
                  </a:lnTo>
                  <a:lnTo>
                    <a:pt x="72242" y="304718"/>
                  </a:lnTo>
                  <a:lnTo>
                    <a:pt x="76663" y="307665"/>
                  </a:lnTo>
                  <a:lnTo>
                    <a:pt x="81175" y="310469"/>
                  </a:lnTo>
                  <a:lnTo>
                    <a:pt x="85774" y="313129"/>
                  </a:lnTo>
                  <a:lnTo>
                    <a:pt x="90456" y="315641"/>
                  </a:lnTo>
                  <a:lnTo>
                    <a:pt x="95214" y="318003"/>
                  </a:lnTo>
                  <a:lnTo>
                    <a:pt x="100046" y="320213"/>
                  </a:lnTo>
                  <a:lnTo>
                    <a:pt x="104945" y="322268"/>
                  </a:lnTo>
                  <a:lnTo>
                    <a:pt x="109907" y="324166"/>
                  </a:lnTo>
                  <a:lnTo>
                    <a:pt x="114927" y="325906"/>
                  </a:lnTo>
                  <a:lnTo>
                    <a:pt x="119999" y="327486"/>
                  </a:lnTo>
                  <a:lnTo>
                    <a:pt x="125119" y="328903"/>
                  </a:lnTo>
                  <a:lnTo>
                    <a:pt x="130282" y="330157"/>
                  </a:lnTo>
                  <a:lnTo>
                    <a:pt x="135482" y="331246"/>
                  </a:lnTo>
                  <a:lnTo>
                    <a:pt x="140714" y="332170"/>
                  </a:lnTo>
                  <a:lnTo>
                    <a:pt x="145972" y="332926"/>
                  </a:lnTo>
                  <a:lnTo>
                    <a:pt x="151252" y="333516"/>
                  </a:lnTo>
                  <a:lnTo>
                    <a:pt x="156548" y="333937"/>
                  </a:lnTo>
                  <a:lnTo>
                    <a:pt x="161855" y="334189"/>
                  </a:lnTo>
                  <a:lnTo>
                    <a:pt x="167167" y="334273"/>
                  </a:lnTo>
                  <a:lnTo>
                    <a:pt x="172479" y="334188"/>
                  </a:lnTo>
                  <a:lnTo>
                    <a:pt x="177786" y="333935"/>
                  </a:lnTo>
                  <a:lnTo>
                    <a:pt x="183082" y="333513"/>
                  </a:lnTo>
                  <a:lnTo>
                    <a:pt x="188362" y="332922"/>
                  </a:lnTo>
                  <a:lnTo>
                    <a:pt x="193620" y="332165"/>
                  </a:lnTo>
                  <a:lnTo>
                    <a:pt x="198852" y="331240"/>
                  </a:lnTo>
                  <a:lnTo>
                    <a:pt x="204052" y="330150"/>
                  </a:lnTo>
                  <a:lnTo>
                    <a:pt x="209214" y="328895"/>
                  </a:lnTo>
                  <a:lnTo>
                    <a:pt x="214334" y="327477"/>
                  </a:lnTo>
                  <a:lnTo>
                    <a:pt x="219406" y="325896"/>
                  </a:lnTo>
                  <a:lnTo>
                    <a:pt x="224426" y="324156"/>
                  </a:lnTo>
                  <a:lnTo>
                    <a:pt x="229387" y="322256"/>
                  </a:lnTo>
                  <a:lnTo>
                    <a:pt x="234286" y="320200"/>
                  </a:lnTo>
                  <a:lnTo>
                    <a:pt x="239117" y="317990"/>
                  </a:lnTo>
                  <a:lnTo>
                    <a:pt x="243875" y="315627"/>
                  </a:lnTo>
                  <a:lnTo>
                    <a:pt x="248556" y="313114"/>
                  </a:lnTo>
                  <a:lnTo>
                    <a:pt x="253155" y="310453"/>
                  </a:lnTo>
                  <a:lnTo>
                    <a:pt x="257667" y="307648"/>
                  </a:lnTo>
                  <a:lnTo>
                    <a:pt x="262087" y="304700"/>
                  </a:lnTo>
                  <a:lnTo>
                    <a:pt x="266411" y="301614"/>
                  </a:lnTo>
                  <a:lnTo>
                    <a:pt x="270635" y="298392"/>
                  </a:lnTo>
                  <a:lnTo>
                    <a:pt x="274755" y="295037"/>
                  </a:lnTo>
                  <a:lnTo>
                    <a:pt x="278766" y="291553"/>
                  </a:lnTo>
                  <a:lnTo>
                    <a:pt x="282664" y="287944"/>
                  </a:lnTo>
                  <a:lnTo>
                    <a:pt x="286446" y="284212"/>
                  </a:lnTo>
                  <a:lnTo>
                    <a:pt x="290107" y="280362"/>
                  </a:lnTo>
                  <a:lnTo>
                    <a:pt x="293644" y="276398"/>
                  </a:lnTo>
                  <a:lnTo>
                    <a:pt x="297053" y="272323"/>
                  </a:lnTo>
                  <a:lnTo>
                    <a:pt x="300331" y="268142"/>
                  </a:lnTo>
                  <a:lnTo>
                    <a:pt x="303474" y="263859"/>
                  </a:lnTo>
                  <a:lnTo>
                    <a:pt x="306480" y="259478"/>
                  </a:lnTo>
                  <a:lnTo>
                    <a:pt x="309345" y="255004"/>
                  </a:lnTo>
                  <a:lnTo>
                    <a:pt x="312066" y="250441"/>
                  </a:lnTo>
                  <a:lnTo>
                    <a:pt x="314641" y="245794"/>
                  </a:lnTo>
                  <a:lnTo>
                    <a:pt x="317067" y="241068"/>
                  </a:lnTo>
                  <a:lnTo>
                    <a:pt x="319341" y="236267"/>
                  </a:lnTo>
                  <a:lnTo>
                    <a:pt x="321462" y="231396"/>
                  </a:lnTo>
                  <a:lnTo>
                    <a:pt x="323427" y="226460"/>
                  </a:lnTo>
                  <a:lnTo>
                    <a:pt x="325234" y="221464"/>
                  </a:lnTo>
                  <a:lnTo>
                    <a:pt x="326882" y="216413"/>
                  </a:lnTo>
                  <a:lnTo>
                    <a:pt x="328368" y="211312"/>
                  </a:lnTo>
                  <a:lnTo>
                    <a:pt x="329691" y="206167"/>
                  </a:lnTo>
                  <a:lnTo>
                    <a:pt x="330851" y="200982"/>
                  </a:lnTo>
                  <a:lnTo>
                    <a:pt x="331844" y="195763"/>
                  </a:lnTo>
                  <a:lnTo>
                    <a:pt x="332672" y="190515"/>
                  </a:lnTo>
                  <a:lnTo>
                    <a:pt x="333332" y="185244"/>
                  </a:lnTo>
                  <a:lnTo>
                    <a:pt x="333825" y="179954"/>
                  </a:lnTo>
                  <a:lnTo>
                    <a:pt x="334149" y="174651"/>
                  </a:lnTo>
                  <a:lnTo>
                    <a:pt x="334304" y="169340"/>
                  </a:lnTo>
                  <a:lnTo>
                    <a:pt x="334291" y="164028"/>
                  </a:lnTo>
                  <a:lnTo>
                    <a:pt x="334108" y="158718"/>
                  </a:lnTo>
                  <a:lnTo>
                    <a:pt x="333758" y="153417"/>
                  </a:lnTo>
                  <a:lnTo>
                    <a:pt x="333238" y="148130"/>
                  </a:lnTo>
                  <a:lnTo>
                    <a:pt x="332552" y="142861"/>
                  </a:lnTo>
                  <a:lnTo>
                    <a:pt x="331698" y="137618"/>
                  </a:lnTo>
                  <a:lnTo>
                    <a:pt x="330677" y="132404"/>
                  </a:lnTo>
                  <a:lnTo>
                    <a:pt x="329492" y="127225"/>
                  </a:lnTo>
                  <a:lnTo>
                    <a:pt x="328143" y="122087"/>
                  </a:lnTo>
                  <a:lnTo>
                    <a:pt x="326631" y="116993"/>
                  </a:lnTo>
                  <a:lnTo>
                    <a:pt x="324958" y="111951"/>
                  </a:lnTo>
                  <a:lnTo>
                    <a:pt x="323126" y="106964"/>
                  </a:lnTo>
                  <a:lnTo>
                    <a:pt x="321136" y="102038"/>
                  </a:lnTo>
                  <a:lnTo>
                    <a:pt x="318990" y="97178"/>
                  </a:lnTo>
                  <a:lnTo>
                    <a:pt x="316692" y="92388"/>
                  </a:lnTo>
                  <a:lnTo>
                    <a:pt x="314242" y="87674"/>
                  </a:lnTo>
                  <a:lnTo>
                    <a:pt x="311643" y="83040"/>
                  </a:lnTo>
                  <a:lnTo>
                    <a:pt x="308899" y="78491"/>
                  </a:lnTo>
                  <a:lnTo>
                    <a:pt x="306012" y="74031"/>
                  </a:lnTo>
                  <a:lnTo>
                    <a:pt x="302984" y="69666"/>
                  </a:lnTo>
                  <a:lnTo>
                    <a:pt x="299819" y="65399"/>
                  </a:lnTo>
                  <a:lnTo>
                    <a:pt x="296520" y="61234"/>
                  </a:lnTo>
                  <a:lnTo>
                    <a:pt x="293090" y="57177"/>
                  </a:lnTo>
                  <a:lnTo>
                    <a:pt x="167152" y="1671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90748" y="2633064"/>
              <a:ext cx="125938" cy="167167"/>
            </a:xfrm>
            <a:custGeom>
              <a:avLst/>
              <a:pathLst>
                <a:path w="125938" h="167167">
                  <a:moveTo>
                    <a:pt x="125938" y="57238"/>
                  </a:moveTo>
                  <a:lnTo>
                    <a:pt x="122264" y="53165"/>
                  </a:lnTo>
                  <a:lnTo>
                    <a:pt x="118458" y="49215"/>
                  </a:lnTo>
                  <a:lnTo>
                    <a:pt x="114524" y="45392"/>
                  </a:lnTo>
                  <a:lnTo>
                    <a:pt x="110467" y="41701"/>
                  </a:lnTo>
                  <a:lnTo>
                    <a:pt x="106292" y="38144"/>
                  </a:lnTo>
                  <a:lnTo>
                    <a:pt x="102001" y="34726"/>
                  </a:lnTo>
                  <a:lnTo>
                    <a:pt x="97601" y="31451"/>
                  </a:lnTo>
                  <a:lnTo>
                    <a:pt x="93096" y="28322"/>
                  </a:lnTo>
                  <a:lnTo>
                    <a:pt x="88491" y="25342"/>
                  </a:lnTo>
                  <a:lnTo>
                    <a:pt x="83790" y="22515"/>
                  </a:lnTo>
                  <a:lnTo>
                    <a:pt x="78999" y="19844"/>
                  </a:lnTo>
                  <a:lnTo>
                    <a:pt x="74123" y="17332"/>
                  </a:lnTo>
                  <a:lnTo>
                    <a:pt x="69167" y="14980"/>
                  </a:lnTo>
                  <a:lnTo>
                    <a:pt x="64137" y="12793"/>
                  </a:lnTo>
                  <a:lnTo>
                    <a:pt x="59038" y="10772"/>
                  </a:lnTo>
                  <a:lnTo>
                    <a:pt x="53875" y="8919"/>
                  </a:lnTo>
                  <a:lnTo>
                    <a:pt x="48654" y="7237"/>
                  </a:lnTo>
                  <a:lnTo>
                    <a:pt x="43381" y="5727"/>
                  </a:lnTo>
                  <a:lnTo>
                    <a:pt x="38061" y="4390"/>
                  </a:lnTo>
                  <a:lnTo>
                    <a:pt x="32700" y="3229"/>
                  </a:lnTo>
                  <a:lnTo>
                    <a:pt x="27304" y="2244"/>
                  </a:lnTo>
                  <a:lnTo>
                    <a:pt x="21878" y="1437"/>
                  </a:lnTo>
                  <a:lnTo>
                    <a:pt x="16429" y="809"/>
                  </a:lnTo>
                  <a:lnTo>
                    <a:pt x="10963" y="359"/>
                  </a:lnTo>
                  <a:lnTo>
                    <a:pt x="5484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9277" y="3170392"/>
              <a:ext cx="16702" cy="167167"/>
            </a:xfrm>
            <a:custGeom>
              <a:avLst/>
              <a:pathLst>
                <a:path w="16702" h="167167">
                  <a:moveTo>
                    <a:pt x="16702" y="0"/>
                  </a:moveTo>
                  <a:lnTo>
                    <a:pt x="8340" y="209"/>
                  </a:lnTo>
                  <a:lnTo>
                    <a:pt x="0" y="836"/>
                  </a:lnTo>
                  <a:lnTo>
                    <a:pt x="1670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9277" y="3171229"/>
              <a:ext cx="16702" cy="166330"/>
            </a:xfrm>
            <a:custGeom>
              <a:avLst/>
              <a:pathLst>
                <a:path w="16702" h="166330">
                  <a:moveTo>
                    <a:pt x="0" y="0"/>
                  </a:moveTo>
                  <a:lnTo>
                    <a:pt x="16702" y="1663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9277" y="3171229"/>
              <a:ext cx="16702" cy="166330"/>
            </a:xfrm>
            <a:custGeom>
              <a:avLst/>
              <a:pathLst>
                <a:path w="16702" h="166330">
                  <a:moveTo>
                    <a:pt x="0" y="0"/>
                  </a:moveTo>
                  <a:lnTo>
                    <a:pt x="16702" y="1663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9277" y="3171229"/>
              <a:ext cx="16702" cy="166330"/>
            </a:xfrm>
            <a:custGeom>
              <a:avLst/>
              <a:pathLst>
                <a:path w="16702" h="166330">
                  <a:moveTo>
                    <a:pt x="0" y="0"/>
                  </a:moveTo>
                  <a:lnTo>
                    <a:pt x="16702" y="1663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9277" y="3171229"/>
              <a:ext cx="16702" cy="166330"/>
            </a:xfrm>
            <a:custGeom>
              <a:avLst/>
              <a:pathLst>
                <a:path w="16702" h="166330">
                  <a:moveTo>
                    <a:pt x="0" y="0"/>
                  </a:moveTo>
                  <a:lnTo>
                    <a:pt x="16702" y="1663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9277" y="3171229"/>
              <a:ext cx="16702" cy="166330"/>
            </a:xfrm>
            <a:custGeom>
              <a:avLst/>
              <a:pathLst>
                <a:path w="16702" h="166330">
                  <a:moveTo>
                    <a:pt x="0" y="0"/>
                  </a:moveTo>
                  <a:lnTo>
                    <a:pt x="16702" y="1663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9277" y="3171229"/>
              <a:ext cx="16702" cy="166330"/>
            </a:xfrm>
            <a:custGeom>
              <a:avLst/>
              <a:pathLst>
                <a:path w="16702" h="166330">
                  <a:moveTo>
                    <a:pt x="0" y="0"/>
                  </a:moveTo>
                  <a:lnTo>
                    <a:pt x="16702" y="1663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9277" y="3171229"/>
              <a:ext cx="16702" cy="166330"/>
            </a:xfrm>
            <a:custGeom>
              <a:avLst/>
              <a:pathLst>
                <a:path w="16702" h="166330">
                  <a:moveTo>
                    <a:pt x="0" y="0"/>
                  </a:moveTo>
                  <a:lnTo>
                    <a:pt x="16702" y="1663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9277" y="3171229"/>
              <a:ext cx="16702" cy="166330"/>
            </a:xfrm>
            <a:custGeom>
              <a:avLst/>
              <a:pathLst>
                <a:path w="16702" h="166330">
                  <a:moveTo>
                    <a:pt x="0" y="0"/>
                  </a:moveTo>
                  <a:lnTo>
                    <a:pt x="16702" y="1663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9277" y="3171229"/>
              <a:ext cx="16702" cy="166330"/>
            </a:xfrm>
            <a:custGeom>
              <a:avLst/>
              <a:pathLst>
                <a:path w="16702" h="166330">
                  <a:moveTo>
                    <a:pt x="0" y="0"/>
                  </a:moveTo>
                  <a:lnTo>
                    <a:pt x="16702" y="1663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9277" y="3171229"/>
              <a:ext cx="16702" cy="166330"/>
            </a:xfrm>
            <a:custGeom>
              <a:avLst/>
              <a:pathLst>
                <a:path w="16702" h="166330">
                  <a:moveTo>
                    <a:pt x="0" y="0"/>
                  </a:moveTo>
                  <a:lnTo>
                    <a:pt x="16702" y="1663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9277" y="3171229"/>
              <a:ext cx="16702" cy="166330"/>
            </a:xfrm>
            <a:custGeom>
              <a:avLst/>
              <a:pathLst>
                <a:path w="16702" h="166330">
                  <a:moveTo>
                    <a:pt x="0" y="0"/>
                  </a:moveTo>
                  <a:lnTo>
                    <a:pt x="16702" y="1663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9277" y="3171229"/>
              <a:ext cx="16702" cy="166330"/>
            </a:xfrm>
            <a:custGeom>
              <a:avLst/>
              <a:pathLst>
                <a:path w="16702" h="166330">
                  <a:moveTo>
                    <a:pt x="0" y="0"/>
                  </a:moveTo>
                  <a:lnTo>
                    <a:pt x="16702" y="1663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358820" y="3171229"/>
              <a:ext cx="334326" cy="333491"/>
            </a:xfrm>
            <a:custGeom>
              <a:avLst/>
              <a:pathLst>
                <a:path w="334326" h="333491">
                  <a:moveTo>
                    <a:pt x="150457" y="0"/>
                  </a:moveTo>
                  <a:lnTo>
                    <a:pt x="145181" y="614"/>
                  </a:lnTo>
                  <a:lnTo>
                    <a:pt x="139927" y="1396"/>
                  </a:lnTo>
                  <a:lnTo>
                    <a:pt x="134700" y="2345"/>
                  </a:lnTo>
                  <a:lnTo>
                    <a:pt x="129507" y="3459"/>
                  </a:lnTo>
                  <a:lnTo>
                    <a:pt x="124351" y="4737"/>
                  </a:lnTo>
                  <a:lnTo>
                    <a:pt x="119238" y="6179"/>
                  </a:lnTo>
                  <a:lnTo>
                    <a:pt x="114174" y="7783"/>
                  </a:lnTo>
                  <a:lnTo>
                    <a:pt x="109163" y="9546"/>
                  </a:lnTo>
                  <a:lnTo>
                    <a:pt x="104211" y="11468"/>
                  </a:lnTo>
                  <a:lnTo>
                    <a:pt x="99322" y="13546"/>
                  </a:lnTo>
                  <a:lnTo>
                    <a:pt x="94502" y="15779"/>
                  </a:lnTo>
                  <a:lnTo>
                    <a:pt x="89756" y="18163"/>
                  </a:lnTo>
                  <a:lnTo>
                    <a:pt x="85087" y="20697"/>
                  </a:lnTo>
                  <a:lnTo>
                    <a:pt x="80501" y="23379"/>
                  </a:lnTo>
                  <a:lnTo>
                    <a:pt x="76003" y="26204"/>
                  </a:lnTo>
                  <a:lnTo>
                    <a:pt x="71597" y="29171"/>
                  </a:lnTo>
                  <a:lnTo>
                    <a:pt x="67287" y="32277"/>
                  </a:lnTo>
                  <a:lnTo>
                    <a:pt x="63079" y="35518"/>
                  </a:lnTo>
                  <a:lnTo>
                    <a:pt x="58975" y="38891"/>
                  </a:lnTo>
                  <a:lnTo>
                    <a:pt x="54981" y="42392"/>
                  </a:lnTo>
                  <a:lnTo>
                    <a:pt x="51099" y="46019"/>
                  </a:lnTo>
                  <a:lnTo>
                    <a:pt x="47335" y="49767"/>
                  </a:lnTo>
                  <a:lnTo>
                    <a:pt x="43692" y="53633"/>
                  </a:lnTo>
                  <a:lnTo>
                    <a:pt x="40174" y="57613"/>
                  </a:lnTo>
                  <a:lnTo>
                    <a:pt x="36784" y="61703"/>
                  </a:lnTo>
                  <a:lnTo>
                    <a:pt x="33525" y="65898"/>
                  </a:lnTo>
                  <a:lnTo>
                    <a:pt x="30402" y="70194"/>
                  </a:lnTo>
                  <a:lnTo>
                    <a:pt x="27417" y="74588"/>
                  </a:lnTo>
                  <a:lnTo>
                    <a:pt x="24572" y="79074"/>
                  </a:lnTo>
                  <a:lnTo>
                    <a:pt x="21872" y="83649"/>
                  </a:lnTo>
                  <a:lnTo>
                    <a:pt x="19318" y="88307"/>
                  </a:lnTo>
                  <a:lnTo>
                    <a:pt x="16914" y="93044"/>
                  </a:lnTo>
                  <a:lnTo>
                    <a:pt x="14661" y="97854"/>
                  </a:lnTo>
                  <a:lnTo>
                    <a:pt x="12563" y="102734"/>
                  </a:lnTo>
                  <a:lnTo>
                    <a:pt x="10620" y="107678"/>
                  </a:lnTo>
                  <a:lnTo>
                    <a:pt x="8835" y="112681"/>
                  </a:lnTo>
                  <a:lnTo>
                    <a:pt x="7211" y="117739"/>
                  </a:lnTo>
                  <a:lnTo>
                    <a:pt x="5748" y="122845"/>
                  </a:lnTo>
                  <a:lnTo>
                    <a:pt x="4448" y="127996"/>
                  </a:lnTo>
                  <a:lnTo>
                    <a:pt x="3312" y="133185"/>
                  </a:lnTo>
                  <a:lnTo>
                    <a:pt x="2341" y="138408"/>
                  </a:lnTo>
                  <a:lnTo>
                    <a:pt x="1537" y="143658"/>
                  </a:lnTo>
                  <a:lnTo>
                    <a:pt x="901" y="148932"/>
                  </a:lnTo>
                  <a:lnTo>
                    <a:pt x="432" y="154223"/>
                  </a:lnTo>
                  <a:lnTo>
                    <a:pt x="131" y="159527"/>
                  </a:lnTo>
                  <a:lnTo>
                    <a:pt x="0" y="164837"/>
                  </a:lnTo>
                  <a:lnTo>
                    <a:pt x="36" y="170149"/>
                  </a:lnTo>
                  <a:lnTo>
                    <a:pt x="242" y="175457"/>
                  </a:lnTo>
                  <a:lnTo>
                    <a:pt x="616" y="180756"/>
                  </a:lnTo>
                  <a:lnTo>
                    <a:pt x="1159" y="186040"/>
                  </a:lnTo>
                  <a:lnTo>
                    <a:pt x="1869" y="191304"/>
                  </a:lnTo>
                  <a:lnTo>
                    <a:pt x="2746" y="196543"/>
                  </a:lnTo>
                  <a:lnTo>
                    <a:pt x="3789" y="201752"/>
                  </a:lnTo>
                  <a:lnTo>
                    <a:pt x="4997" y="206925"/>
                  </a:lnTo>
                  <a:lnTo>
                    <a:pt x="6368" y="212057"/>
                  </a:lnTo>
                  <a:lnTo>
                    <a:pt x="7902" y="217142"/>
                  </a:lnTo>
                  <a:lnTo>
                    <a:pt x="9597" y="222177"/>
                  </a:lnTo>
                  <a:lnTo>
                    <a:pt x="11451" y="227155"/>
                  </a:lnTo>
                  <a:lnTo>
                    <a:pt x="13462" y="232071"/>
                  </a:lnTo>
                  <a:lnTo>
                    <a:pt x="15629" y="236921"/>
                  </a:lnTo>
                  <a:lnTo>
                    <a:pt x="17948" y="241700"/>
                  </a:lnTo>
                  <a:lnTo>
                    <a:pt x="20418" y="246403"/>
                  </a:lnTo>
                  <a:lnTo>
                    <a:pt x="23036" y="251025"/>
                  </a:lnTo>
                  <a:lnTo>
                    <a:pt x="25800" y="255562"/>
                  </a:lnTo>
                  <a:lnTo>
                    <a:pt x="28706" y="260008"/>
                  </a:lnTo>
                  <a:lnTo>
                    <a:pt x="31753" y="264360"/>
                  </a:lnTo>
                  <a:lnTo>
                    <a:pt x="34936" y="268612"/>
                  </a:lnTo>
                  <a:lnTo>
                    <a:pt x="38252" y="272762"/>
                  </a:lnTo>
                  <a:lnTo>
                    <a:pt x="41699" y="276804"/>
                  </a:lnTo>
                  <a:lnTo>
                    <a:pt x="45272" y="280734"/>
                  </a:lnTo>
                  <a:lnTo>
                    <a:pt x="48969" y="284549"/>
                  </a:lnTo>
                  <a:lnTo>
                    <a:pt x="52784" y="288245"/>
                  </a:lnTo>
                  <a:lnTo>
                    <a:pt x="56716" y="291817"/>
                  </a:lnTo>
                  <a:lnTo>
                    <a:pt x="60758" y="295263"/>
                  </a:lnTo>
                  <a:lnTo>
                    <a:pt x="64909" y="298578"/>
                  </a:lnTo>
                  <a:lnTo>
                    <a:pt x="69162" y="301760"/>
                  </a:lnTo>
                  <a:lnTo>
                    <a:pt x="73515" y="304806"/>
                  </a:lnTo>
                  <a:lnTo>
                    <a:pt x="77961" y="307711"/>
                  </a:lnTo>
                  <a:lnTo>
                    <a:pt x="82499" y="310474"/>
                  </a:lnTo>
                  <a:lnTo>
                    <a:pt x="87121" y="313091"/>
                  </a:lnTo>
                  <a:lnTo>
                    <a:pt x="91824" y="315560"/>
                  </a:lnTo>
                  <a:lnTo>
                    <a:pt x="96604" y="317878"/>
                  </a:lnTo>
                  <a:lnTo>
                    <a:pt x="101455" y="320043"/>
                  </a:lnTo>
                  <a:lnTo>
                    <a:pt x="106372" y="322054"/>
                  </a:lnTo>
                  <a:lnTo>
                    <a:pt x="111350" y="323906"/>
                  </a:lnTo>
                  <a:lnTo>
                    <a:pt x="116385" y="325600"/>
                  </a:lnTo>
                  <a:lnTo>
                    <a:pt x="121471" y="327133"/>
                  </a:lnTo>
                  <a:lnTo>
                    <a:pt x="126603" y="328503"/>
                  </a:lnTo>
                  <a:lnTo>
                    <a:pt x="131776" y="329710"/>
                  </a:lnTo>
                  <a:lnTo>
                    <a:pt x="136985" y="330752"/>
                  </a:lnTo>
                  <a:lnTo>
                    <a:pt x="142224" y="331628"/>
                  </a:lnTo>
                  <a:lnTo>
                    <a:pt x="147489" y="332336"/>
                  </a:lnTo>
                  <a:lnTo>
                    <a:pt x="152773" y="332878"/>
                  </a:lnTo>
                  <a:lnTo>
                    <a:pt x="158072" y="333251"/>
                  </a:lnTo>
                  <a:lnTo>
                    <a:pt x="163380" y="333455"/>
                  </a:lnTo>
                  <a:lnTo>
                    <a:pt x="168692" y="333491"/>
                  </a:lnTo>
                  <a:lnTo>
                    <a:pt x="174002" y="333358"/>
                  </a:lnTo>
                  <a:lnTo>
                    <a:pt x="179306" y="333056"/>
                  </a:lnTo>
                  <a:lnTo>
                    <a:pt x="184597" y="332586"/>
                  </a:lnTo>
                  <a:lnTo>
                    <a:pt x="189870" y="331948"/>
                  </a:lnTo>
                  <a:lnTo>
                    <a:pt x="195121" y="331143"/>
                  </a:lnTo>
                  <a:lnTo>
                    <a:pt x="200343" y="330171"/>
                  </a:lnTo>
                  <a:lnTo>
                    <a:pt x="205532" y="329034"/>
                  </a:lnTo>
                  <a:lnTo>
                    <a:pt x="210682" y="327733"/>
                  </a:lnTo>
                  <a:lnTo>
                    <a:pt x="215788" y="326269"/>
                  </a:lnTo>
                  <a:lnTo>
                    <a:pt x="220846" y="324643"/>
                  </a:lnTo>
                  <a:lnTo>
                    <a:pt x="225848" y="322857"/>
                  </a:lnTo>
                  <a:lnTo>
                    <a:pt x="230792" y="320914"/>
                  </a:lnTo>
                  <a:lnTo>
                    <a:pt x="235671" y="318814"/>
                  </a:lnTo>
                  <a:lnTo>
                    <a:pt x="240482" y="316560"/>
                  </a:lnTo>
                  <a:lnTo>
                    <a:pt x="245218" y="314155"/>
                  </a:lnTo>
                  <a:lnTo>
                    <a:pt x="249875" y="311600"/>
                  </a:lnTo>
                  <a:lnTo>
                    <a:pt x="254449" y="308898"/>
                  </a:lnTo>
                  <a:lnTo>
                    <a:pt x="258935" y="306053"/>
                  </a:lnTo>
                  <a:lnTo>
                    <a:pt x="263328" y="303067"/>
                  </a:lnTo>
                  <a:lnTo>
                    <a:pt x="267623" y="299942"/>
                  </a:lnTo>
                  <a:lnTo>
                    <a:pt x="271818" y="296683"/>
                  </a:lnTo>
                  <a:lnTo>
                    <a:pt x="275907" y="293292"/>
                  </a:lnTo>
                  <a:lnTo>
                    <a:pt x="279886" y="289772"/>
                  </a:lnTo>
                  <a:lnTo>
                    <a:pt x="283751" y="286129"/>
                  </a:lnTo>
                  <a:lnTo>
                    <a:pt x="287498" y="282364"/>
                  </a:lnTo>
                  <a:lnTo>
                    <a:pt x="291124" y="278482"/>
                  </a:lnTo>
                  <a:lnTo>
                    <a:pt x="294625" y="274486"/>
                  </a:lnTo>
                  <a:lnTo>
                    <a:pt x="297997" y="270382"/>
                  </a:lnTo>
                  <a:lnTo>
                    <a:pt x="301237" y="266172"/>
                  </a:lnTo>
                  <a:lnTo>
                    <a:pt x="304341" y="261862"/>
                  </a:lnTo>
                  <a:lnTo>
                    <a:pt x="307307" y="257455"/>
                  </a:lnTo>
                  <a:lnTo>
                    <a:pt x="310132" y="252956"/>
                  </a:lnTo>
                  <a:lnTo>
                    <a:pt x="312812" y="248370"/>
                  </a:lnTo>
                  <a:lnTo>
                    <a:pt x="315345" y="243701"/>
                  </a:lnTo>
                  <a:lnTo>
                    <a:pt x="317729" y="238954"/>
                  </a:lnTo>
                  <a:lnTo>
                    <a:pt x="319960" y="234133"/>
                  </a:lnTo>
                  <a:lnTo>
                    <a:pt x="322037" y="229244"/>
                  </a:lnTo>
                  <a:lnTo>
                    <a:pt x="323958" y="224292"/>
                  </a:lnTo>
                  <a:lnTo>
                    <a:pt x="325720" y="219280"/>
                  </a:lnTo>
                  <a:lnTo>
                    <a:pt x="327322" y="214216"/>
                  </a:lnTo>
                  <a:lnTo>
                    <a:pt x="328763" y="209103"/>
                  </a:lnTo>
                  <a:lnTo>
                    <a:pt x="330040" y="203947"/>
                  </a:lnTo>
                  <a:lnTo>
                    <a:pt x="331153" y="198753"/>
                  </a:lnTo>
                  <a:lnTo>
                    <a:pt x="332101" y="193526"/>
                  </a:lnTo>
                  <a:lnTo>
                    <a:pt x="332882" y="188272"/>
                  </a:lnTo>
                  <a:lnTo>
                    <a:pt x="333495" y="182995"/>
                  </a:lnTo>
                  <a:lnTo>
                    <a:pt x="333940" y="177702"/>
                  </a:lnTo>
                  <a:lnTo>
                    <a:pt x="334218" y="172397"/>
                  </a:lnTo>
                  <a:lnTo>
                    <a:pt x="334326" y="167086"/>
                  </a:lnTo>
                  <a:lnTo>
                    <a:pt x="334266" y="161775"/>
                  </a:lnTo>
                  <a:lnTo>
                    <a:pt x="334037" y="156468"/>
                  </a:lnTo>
                  <a:lnTo>
                    <a:pt x="333639" y="151170"/>
                  </a:lnTo>
                  <a:lnTo>
                    <a:pt x="333073" y="145889"/>
                  </a:lnTo>
                  <a:lnTo>
                    <a:pt x="332340" y="140628"/>
                  </a:lnTo>
                  <a:lnTo>
                    <a:pt x="331440" y="135392"/>
                  </a:lnTo>
                  <a:lnTo>
                    <a:pt x="330374" y="130188"/>
                  </a:lnTo>
                  <a:lnTo>
                    <a:pt x="329143" y="125021"/>
                  </a:lnTo>
                  <a:lnTo>
                    <a:pt x="327749" y="119895"/>
                  </a:lnTo>
                  <a:lnTo>
                    <a:pt x="326193" y="114816"/>
                  </a:lnTo>
                  <a:lnTo>
                    <a:pt x="324476" y="109790"/>
                  </a:lnTo>
                  <a:lnTo>
                    <a:pt x="322600" y="104820"/>
                  </a:lnTo>
                  <a:lnTo>
                    <a:pt x="320567" y="99912"/>
                  </a:lnTo>
                  <a:lnTo>
                    <a:pt x="318379" y="95072"/>
                  </a:lnTo>
                  <a:lnTo>
                    <a:pt x="316039" y="90303"/>
                  </a:lnTo>
                  <a:lnTo>
                    <a:pt x="313548" y="85611"/>
                  </a:lnTo>
                  <a:lnTo>
                    <a:pt x="310909" y="81001"/>
                  </a:lnTo>
                  <a:lnTo>
                    <a:pt x="308126" y="76477"/>
                  </a:lnTo>
                  <a:lnTo>
                    <a:pt x="305200" y="72043"/>
                  </a:lnTo>
                  <a:lnTo>
                    <a:pt x="302134" y="67705"/>
                  </a:lnTo>
                  <a:lnTo>
                    <a:pt x="298932" y="63466"/>
                  </a:lnTo>
                  <a:lnTo>
                    <a:pt x="295598" y="59331"/>
                  </a:lnTo>
                  <a:lnTo>
                    <a:pt x="292133" y="55305"/>
                  </a:lnTo>
                  <a:lnTo>
                    <a:pt x="288543" y="51390"/>
                  </a:lnTo>
                  <a:lnTo>
                    <a:pt x="284829" y="47591"/>
                  </a:lnTo>
                  <a:lnTo>
                    <a:pt x="280997" y="43913"/>
                  </a:lnTo>
                  <a:lnTo>
                    <a:pt x="167160" y="1663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3170392"/>
              <a:ext cx="113837" cy="167167"/>
            </a:xfrm>
            <a:custGeom>
              <a:avLst/>
              <a:pathLst>
                <a:path w="113837" h="167167">
                  <a:moveTo>
                    <a:pt x="113837" y="44749"/>
                  </a:moveTo>
                  <a:lnTo>
                    <a:pt x="109603" y="40945"/>
                  </a:lnTo>
                  <a:lnTo>
                    <a:pt x="105243" y="37287"/>
                  </a:lnTo>
                  <a:lnTo>
                    <a:pt x="100760" y="33779"/>
                  </a:lnTo>
                  <a:lnTo>
                    <a:pt x="96161" y="30426"/>
                  </a:lnTo>
                  <a:lnTo>
                    <a:pt x="91450" y="27232"/>
                  </a:lnTo>
                  <a:lnTo>
                    <a:pt x="86633" y="24200"/>
                  </a:lnTo>
                  <a:lnTo>
                    <a:pt x="81716" y="21333"/>
                  </a:lnTo>
                  <a:lnTo>
                    <a:pt x="76704" y="18636"/>
                  </a:lnTo>
                  <a:lnTo>
                    <a:pt x="71603" y="16111"/>
                  </a:lnTo>
                  <a:lnTo>
                    <a:pt x="66419" y="13761"/>
                  </a:lnTo>
                  <a:lnTo>
                    <a:pt x="61158" y="11589"/>
                  </a:lnTo>
                  <a:lnTo>
                    <a:pt x="55826" y="9597"/>
                  </a:lnTo>
                  <a:lnTo>
                    <a:pt x="50430" y="7788"/>
                  </a:lnTo>
                  <a:lnTo>
                    <a:pt x="44975" y="6163"/>
                  </a:lnTo>
                  <a:lnTo>
                    <a:pt x="39467" y="4725"/>
                  </a:lnTo>
                  <a:lnTo>
                    <a:pt x="33914" y="3476"/>
                  </a:lnTo>
                  <a:lnTo>
                    <a:pt x="28322" y="2416"/>
                  </a:lnTo>
                  <a:lnTo>
                    <a:pt x="22697" y="1548"/>
                  </a:lnTo>
                  <a:lnTo>
                    <a:pt x="17046" y="871"/>
                  </a:lnTo>
                  <a:lnTo>
                    <a:pt x="11375" y="387"/>
                  </a:lnTo>
                  <a:lnTo>
                    <a:pt x="5690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6745" y="3707720"/>
              <a:ext cx="4002" cy="167167"/>
            </a:xfrm>
            <a:custGeom>
              <a:avLst/>
              <a:pathLst>
                <a:path w="4002" h="167167">
                  <a:moveTo>
                    <a:pt x="4002" y="0"/>
                  </a:moveTo>
                  <a:lnTo>
                    <a:pt x="0" y="47"/>
                  </a:lnTo>
                  <a:lnTo>
                    <a:pt x="400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6745" y="3707768"/>
              <a:ext cx="4002" cy="167119"/>
            </a:xfrm>
            <a:custGeom>
              <a:avLst/>
              <a:pathLst>
                <a:path w="4002" h="167119">
                  <a:moveTo>
                    <a:pt x="0" y="0"/>
                  </a:moveTo>
                  <a:lnTo>
                    <a:pt x="4002" y="1671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423583" y="3707768"/>
              <a:ext cx="334331" cy="334274"/>
            </a:xfrm>
            <a:custGeom>
              <a:avLst/>
              <a:pathLst>
                <a:path w="334331" h="334274">
                  <a:moveTo>
                    <a:pt x="163161" y="0"/>
                  </a:moveTo>
                  <a:lnTo>
                    <a:pt x="157869" y="210"/>
                  </a:lnTo>
                  <a:lnTo>
                    <a:pt x="152586" y="588"/>
                  </a:lnTo>
                  <a:lnTo>
                    <a:pt x="147317" y="1134"/>
                  </a:lnTo>
                  <a:lnTo>
                    <a:pt x="142068" y="1846"/>
                  </a:lnTo>
                  <a:lnTo>
                    <a:pt x="136845" y="2724"/>
                  </a:lnTo>
                  <a:lnTo>
                    <a:pt x="131652" y="3767"/>
                  </a:lnTo>
                  <a:lnTo>
                    <a:pt x="126494" y="4974"/>
                  </a:lnTo>
                  <a:lnTo>
                    <a:pt x="121378" y="6344"/>
                  </a:lnTo>
                  <a:lnTo>
                    <a:pt x="116307" y="7875"/>
                  </a:lnTo>
                  <a:lnTo>
                    <a:pt x="111287" y="9567"/>
                  </a:lnTo>
                  <a:lnTo>
                    <a:pt x="106324" y="11416"/>
                  </a:lnTo>
                  <a:lnTo>
                    <a:pt x="101422" y="13422"/>
                  </a:lnTo>
                  <a:lnTo>
                    <a:pt x="96585" y="15582"/>
                  </a:lnTo>
                  <a:lnTo>
                    <a:pt x="91820" y="17894"/>
                  </a:lnTo>
                  <a:lnTo>
                    <a:pt x="87130" y="20356"/>
                  </a:lnTo>
                  <a:lnTo>
                    <a:pt x="82520" y="22965"/>
                  </a:lnTo>
                  <a:lnTo>
                    <a:pt x="77996" y="25719"/>
                  </a:lnTo>
                  <a:lnTo>
                    <a:pt x="73561" y="28615"/>
                  </a:lnTo>
                  <a:lnTo>
                    <a:pt x="69220" y="31650"/>
                  </a:lnTo>
                  <a:lnTo>
                    <a:pt x="64977" y="34821"/>
                  </a:lnTo>
                  <a:lnTo>
                    <a:pt x="60837" y="38125"/>
                  </a:lnTo>
                  <a:lnTo>
                    <a:pt x="56804" y="41558"/>
                  </a:lnTo>
                  <a:lnTo>
                    <a:pt x="52881" y="45118"/>
                  </a:lnTo>
                  <a:lnTo>
                    <a:pt x="49073" y="48800"/>
                  </a:lnTo>
                  <a:lnTo>
                    <a:pt x="45384" y="52600"/>
                  </a:lnTo>
                  <a:lnTo>
                    <a:pt x="41817" y="56516"/>
                  </a:lnTo>
                  <a:lnTo>
                    <a:pt x="38376" y="60543"/>
                  </a:lnTo>
                  <a:lnTo>
                    <a:pt x="35064" y="64676"/>
                  </a:lnTo>
                  <a:lnTo>
                    <a:pt x="31885" y="68913"/>
                  </a:lnTo>
                  <a:lnTo>
                    <a:pt x="28841" y="73248"/>
                  </a:lnTo>
                  <a:lnTo>
                    <a:pt x="25937" y="77678"/>
                  </a:lnTo>
                  <a:lnTo>
                    <a:pt x="23174" y="82197"/>
                  </a:lnTo>
                  <a:lnTo>
                    <a:pt x="20556" y="86801"/>
                  </a:lnTo>
                  <a:lnTo>
                    <a:pt x="18085" y="91486"/>
                  </a:lnTo>
                  <a:lnTo>
                    <a:pt x="15763" y="96247"/>
                  </a:lnTo>
                  <a:lnTo>
                    <a:pt x="13594" y="101080"/>
                  </a:lnTo>
                  <a:lnTo>
                    <a:pt x="11579" y="105978"/>
                  </a:lnTo>
                  <a:lnTo>
                    <a:pt x="9720" y="110938"/>
                  </a:lnTo>
                  <a:lnTo>
                    <a:pt x="8019" y="115954"/>
                  </a:lnTo>
                  <a:lnTo>
                    <a:pt x="6478" y="121022"/>
                  </a:lnTo>
                  <a:lnTo>
                    <a:pt x="5098" y="126136"/>
                  </a:lnTo>
                  <a:lnTo>
                    <a:pt x="3881" y="131291"/>
                  </a:lnTo>
                  <a:lnTo>
                    <a:pt x="2828" y="136482"/>
                  </a:lnTo>
                  <a:lnTo>
                    <a:pt x="1940" y="141704"/>
                  </a:lnTo>
                  <a:lnTo>
                    <a:pt x="1218" y="146951"/>
                  </a:lnTo>
                  <a:lnTo>
                    <a:pt x="662" y="152219"/>
                  </a:lnTo>
                  <a:lnTo>
                    <a:pt x="274" y="157501"/>
                  </a:lnTo>
                  <a:lnTo>
                    <a:pt x="53" y="162793"/>
                  </a:lnTo>
                  <a:lnTo>
                    <a:pt x="0" y="168090"/>
                  </a:lnTo>
                  <a:lnTo>
                    <a:pt x="114" y="173386"/>
                  </a:lnTo>
                  <a:lnTo>
                    <a:pt x="397" y="178675"/>
                  </a:lnTo>
                  <a:lnTo>
                    <a:pt x="846" y="183952"/>
                  </a:lnTo>
                  <a:lnTo>
                    <a:pt x="1463" y="189213"/>
                  </a:lnTo>
                  <a:lnTo>
                    <a:pt x="2246" y="194452"/>
                  </a:lnTo>
                  <a:lnTo>
                    <a:pt x="3195" y="199663"/>
                  </a:lnTo>
                  <a:lnTo>
                    <a:pt x="4308" y="204841"/>
                  </a:lnTo>
                  <a:lnTo>
                    <a:pt x="5585" y="209982"/>
                  </a:lnTo>
                  <a:lnTo>
                    <a:pt x="7024" y="215080"/>
                  </a:lnTo>
                  <a:lnTo>
                    <a:pt x="8624" y="220129"/>
                  </a:lnTo>
                  <a:lnTo>
                    <a:pt x="10383" y="225125"/>
                  </a:lnTo>
                  <a:lnTo>
                    <a:pt x="12300" y="230063"/>
                  </a:lnTo>
                  <a:lnTo>
                    <a:pt x="14372" y="234938"/>
                  </a:lnTo>
                  <a:lnTo>
                    <a:pt x="16597" y="239745"/>
                  </a:lnTo>
                  <a:lnTo>
                    <a:pt x="18973" y="244478"/>
                  </a:lnTo>
                  <a:lnTo>
                    <a:pt x="21499" y="249134"/>
                  </a:lnTo>
                  <a:lnTo>
                    <a:pt x="24170" y="253708"/>
                  </a:lnTo>
                  <a:lnTo>
                    <a:pt x="26985" y="258195"/>
                  </a:lnTo>
                  <a:lnTo>
                    <a:pt x="29941" y="262590"/>
                  </a:lnTo>
                  <a:lnTo>
                    <a:pt x="33035" y="266890"/>
                  </a:lnTo>
                  <a:lnTo>
                    <a:pt x="36263" y="271089"/>
                  </a:lnTo>
                  <a:lnTo>
                    <a:pt x="39622" y="275184"/>
                  </a:lnTo>
                  <a:lnTo>
                    <a:pt x="43110" y="279171"/>
                  </a:lnTo>
                  <a:lnTo>
                    <a:pt x="46722" y="283045"/>
                  </a:lnTo>
                  <a:lnTo>
                    <a:pt x="50456" y="286802"/>
                  </a:lnTo>
                  <a:lnTo>
                    <a:pt x="54306" y="290440"/>
                  </a:lnTo>
                  <a:lnTo>
                    <a:pt x="58270" y="293953"/>
                  </a:lnTo>
                  <a:lnTo>
                    <a:pt x="62343" y="297340"/>
                  </a:lnTo>
                  <a:lnTo>
                    <a:pt x="66521" y="300595"/>
                  </a:lnTo>
                  <a:lnTo>
                    <a:pt x="70800" y="303717"/>
                  </a:lnTo>
                  <a:lnTo>
                    <a:pt x="75176" y="306701"/>
                  </a:lnTo>
                  <a:lnTo>
                    <a:pt x="79644" y="309545"/>
                  </a:lnTo>
                  <a:lnTo>
                    <a:pt x="84201" y="312247"/>
                  </a:lnTo>
                  <a:lnTo>
                    <a:pt x="88840" y="314802"/>
                  </a:lnTo>
                  <a:lnTo>
                    <a:pt x="93558" y="317209"/>
                  </a:lnTo>
                  <a:lnTo>
                    <a:pt x="98350" y="319466"/>
                  </a:lnTo>
                  <a:lnTo>
                    <a:pt x="103211" y="321570"/>
                  </a:lnTo>
                  <a:lnTo>
                    <a:pt x="108137" y="323518"/>
                  </a:lnTo>
                  <a:lnTo>
                    <a:pt x="113121" y="325310"/>
                  </a:lnTo>
                  <a:lnTo>
                    <a:pt x="118160" y="326943"/>
                  </a:lnTo>
                  <a:lnTo>
                    <a:pt x="123248" y="328415"/>
                  </a:lnTo>
                  <a:lnTo>
                    <a:pt x="128381" y="329725"/>
                  </a:lnTo>
                  <a:lnTo>
                    <a:pt x="133552" y="330872"/>
                  </a:lnTo>
                  <a:lnTo>
                    <a:pt x="138756" y="331855"/>
                  </a:lnTo>
                  <a:lnTo>
                    <a:pt x="143990" y="332672"/>
                  </a:lnTo>
                  <a:lnTo>
                    <a:pt x="149246" y="333323"/>
                  </a:lnTo>
                  <a:lnTo>
                    <a:pt x="154521" y="333808"/>
                  </a:lnTo>
                  <a:lnTo>
                    <a:pt x="159808" y="334125"/>
                  </a:lnTo>
                  <a:lnTo>
                    <a:pt x="165103" y="334274"/>
                  </a:lnTo>
                  <a:lnTo>
                    <a:pt x="170400" y="334255"/>
                  </a:lnTo>
                  <a:lnTo>
                    <a:pt x="175693" y="334069"/>
                  </a:lnTo>
                  <a:lnTo>
                    <a:pt x="180978" y="333715"/>
                  </a:lnTo>
                  <a:lnTo>
                    <a:pt x="186249" y="333193"/>
                  </a:lnTo>
                  <a:lnTo>
                    <a:pt x="191501" y="332505"/>
                  </a:lnTo>
                  <a:lnTo>
                    <a:pt x="196729" y="331651"/>
                  </a:lnTo>
                  <a:lnTo>
                    <a:pt x="201927" y="330632"/>
                  </a:lnTo>
                  <a:lnTo>
                    <a:pt x="207089" y="329449"/>
                  </a:lnTo>
                  <a:lnTo>
                    <a:pt x="212212" y="328102"/>
                  </a:lnTo>
                  <a:lnTo>
                    <a:pt x="217290" y="326594"/>
                  </a:lnTo>
                  <a:lnTo>
                    <a:pt x="222317" y="324926"/>
                  </a:lnTo>
                  <a:lnTo>
                    <a:pt x="227289" y="323100"/>
                  </a:lnTo>
                  <a:lnTo>
                    <a:pt x="232201" y="321116"/>
                  </a:lnTo>
                  <a:lnTo>
                    <a:pt x="237047" y="318979"/>
                  </a:lnTo>
                  <a:lnTo>
                    <a:pt x="241823" y="316688"/>
                  </a:lnTo>
                  <a:lnTo>
                    <a:pt x="246524" y="314248"/>
                  </a:lnTo>
                  <a:lnTo>
                    <a:pt x="251145" y="311660"/>
                  </a:lnTo>
                  <a:lnTo>
                    <a:pt x="255683" y="308927"/>
                  </a:lnTo>
                  <a:lnTo>
                    <a:pt x="260131" y="306051"/>
                  </a:lnTo>
                  <a:lnTo>
                    <a:pt x="264486" y="303036"/>
                  </a:lnTo>
                  <a:lnTo>
                    <a:pt x="268743" y="299885"/>
                  </a:lnTo>
                  <a:lnTo>
                    <a:pt x="272898" y="296600"/>
                  </a:lnTo>
                  <a:lnTo>
                    <a:pt x="276947" y="293185"/>
                  </a:lnTo>
                  <a:lnTo>
                    <a:pt x="280886" y="289643"/>
                  </a:lnTo>
                  <a:lnTo>
                    <a:pt x="284711" y="285979"/>
                  </a:lnTo>
                  <a:lnTo>
                    <a:pt x="288418" y="282195"/>
                  </a:lnTo>
                  <a:lnTo>
                    <a:pt x="292002" y="278296"/>
                  </a:lnTo>
                  <a:lnTo>
                    <a:pt x="295462" y="274285"/>
                  </a:lnTo>
                  <a:lnTo>
                    <a:pt x="298793" y="270167"/>
                  </a:lnTo>
                  <a:lnTo>
                    <a:pt x="301992" y="265945"/>
                  </a:lnTo>
                  <a:lnTo>
                    <a:pt x="305055" y="261624"/>
                  </a:lnTo>
                  <a:lnTo>
                    <a:pt x="307980" y="257208"/>
                  </a:lnTo>
                  <a:lnTo>
                    <a:pt x="310763" y="252701"/>
                  </a:lnTo>
                  <a:lnTo>
                    <a:pt x="313402" y="248109"/>
                  </a:lnTo>
                  <a:lnTo>
                    <a:pt x="315895" y="243435"/>
                  </a:lnTo>
                  <a:lnTo>
                    <a:pt x="318238" y="238685"/>
                  </a:lnTo>
                  <a:lnTo>
                    <a:pt x="320429" y="233862"/>
                  </a:lnTo>
                  <a:lnTo>
                    <a:pt x="322467" y="228973"/>
                  </a:lnTo>
                  <a:lnTo>
                    <a:pt x="324349" y="224022"/>
                  </a:lnTo>
                  <a:lnTo>
                    <a:pt x="326073" y="219014"/>
                  </a:lnTo>
                  <a:lnTo>
                    <a:pt x="327637" y="213953"/>
                  </a:lnTo>
                  <a:lnTo>
                    <a:pt x="329040" y="208845"/>
                  </a:lnTo>
                  <a:lnTo>
                    <a:pt x="330281" y="203696"/>
                  </a:lnTo>
                  <a:lnTo>
                    <a:pt x="331358" y="198510"/>
                  </a:lnTo>
                  <a:lnTo>
                    <a:pt x="332270" y="193292"/>
                  </a:lnTo>
                  <a:lnTo>
                    <a:pt x="333016" y="188048"/>
                  </a:lnTo>
                  <a:lnTo>
                    <a:pt x="333596" y="182783"/>
                  </a:lnTo>
                  <a:lnTo>
                    <a:pt x="334009" y="177503"/>
                  </a:lnTo>
                  <a:lnTo>
                    <a:pt x="334254" y="172211"/>
                  </a:lnTo>
                  <a:lnTo>
                    <a:pt x="334331" y="166915"/>
                  </a:lnTo>
                  <a:lnTo>
                    <a:pt x="334241" y="161619"/>
                  </a:lnTo>
                  <a:lnTo>
                    <a:pt x="333983" y="156329"/>
                  </a:lnTo>
                  <a:lnTo>
                    <a:pt x="333557" y="151049"/>
                  </a:lnTo>
                  <a:lnTo>
                    <a:pt x="332965" y="145785"/>
                  </a:lnTo>
                  <a:lnTo>
                    <a:pt x="332206" y="140543"/>
                  </a:lnTo>
                  <a:lnTo>
                    <a:pt x="331281" y="135328"/>
                  </a:lnTo>
                  <a:lnTo>
                    <a:pt x="330191" y="130144"/>
                  </a:lnTo>
                  <a:lnTo>
                    <a:pt x="328938" y="124998"/>
                  </a:lnTo>
                  <a:lnTo>
                    <a:pt x="327522" y="119894"/>
                  </a:lnTo>
                  <a:lnTo>
                    <a:pt x="325946" y="114837"/>
                  </a:lnTo>
                  <a:lnTo>
                    <a:pt x="324210" y="109833"/>
                  </a:lnTo>
                  <a:lnTo>
                    <a:pt x="322316" y="104886"/>
                  </a:lnTo>
                  <a:lnTo>
                    <a:pt x="320266" y="100002"/>
                  </a:lnTo>
                  <a:lnTo>
                    <a:pt x="318063" y="95185"/>
                  </a:lnTo>
                  <a:lnTo>
                    <a:pt x="315708" y="90441"/>
                  </a:lnTo>
                  <a:lnTo>
                    <a:pt x="313204" y="85773"/>
                  </a:lnTo>
                  <a:lnTo>
                    <a:pt x="310554" y="81187"/>
                  </a:lnTo>
                  <a:lnTo>
                    <a:pt x="307760" y="76687"/>
                  </a:lnTo>
                  <a:lnTo>
                    <a:pt x="304824" y="72278"/>
                  </a:lnTo>
                  <a:lnTo>
                    <a:pt x="301750" y="67965"/>
                  </a:lnTo>
                  <a:lnTo>
                    <a:pt x="298541" y="63751"/>
                  </a:lnTo>
                  <a:lnTo>
                    <a:pt x="295200" y="59640"/>
                  </a:lnTo>
                  <a:lnTo>
                    <a:pt x="291731" y="55638"/>
                  </a:lnTo>
                  <a:lnTo>
                    <a:pt x="288137" y="51747"/>
                  </a:lnTo>
                  <a:lnTo>
                    <a:pt x="284421" y="47973"/>
                  </a:lnTo>
                  <a:lnTo>
                    <a:pt x="280587" y="44318"/>
                  </a:lnTo>
                  <a:lnTo>
                    <a:pt x="167164" y="1671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3707720"/>
              <a:ext cx="113422" cy="167167"/>
            </a:xfrm>
            <a:custGeom>
              <a:avLst/>
              <a:pathLst>
                <a:path w="113422" h="167167">
                  <a:moveTo>
                    <a:pt x="113422" y="44366"/>
                  </a:moveTo>
                  <a:lnTo>
                    <a:pt x="109196" y="40592"/>
                  </a:lnTo>
                  <a:lnTo>
                    <a:pt x="104843" y="36964"/>
                  </a:lnTo>
                  <a:lnTo>
                    <a:pt x="100371" y="33486"/>
                  </a:lnTo>
                  <a:lnTo>
                    <a:pt x="95782" y="30161"/>
                  </a:lnTo>
                  <a:lnTo>
                    <a:pt x="91084" y="26994"/>
                  </a:lnTo>
                  <a:lnTo>
                    <a:pt x="86282" y="23987"/>
                  </a:lnTo>
                  <a:lnTo>
                    <a:pt x="81380" y="21146"/>
                  </a:lnTo>
                  <a:lnTo>
                    <a:pt x="76384" y="18472"/>
                  </a:lnTo>
                  <a:lnTo>
                    <a:pt x="71301" y="15968"/>
                  </a:lnTo>
                  <a:lnTo>
                    <a:pt x="66136" y="13639"/>
                  </a:lnTo>
                  <a:lnTo>
                    <a:pt x="60895" y="11486"/>
                  </a:lnTo>
                  <a:lnTo>
                    <a:pt x="55584" y="9511"/>
                  </a:lnTo>
                  <a:lnTo>
                    <a:pt x="50209" y="7718"/>
                  </a:lnTo>
                  <a:lnTo>
                    <a:pt x="44777" y="6108"/>
                  </a:lnTo>
                  <a:lnTo>
                    <a:pt x="39293" y="4683"/>
                  </a:lnTo>
                  <a:lnTo>
                    <a:pt x="33764" y="3445"/>
                  </a:lnTo>
                  <a:lnTo>
                    <a:pt x="28196" y="2395"/>
                  </a:lnTo>
                  <a:lnTo>
                    <a:pt x="22596" y="1534"/>
                  </a:lnTo>
                  <a:lnTo>
                    <a:pt x="16969" y="863"/>
                  </a:lnTo>
                  <a:lnTo>
                    <a:pt x="11324" y="383"/>
                  </a:lnTo>
                  <a:lnTo>
                    <a:pt x="5665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8362" y="4213821"/>
              <a:ext cx="2925" cy="167167"/>
            </a:xfrm>
            <a:custGeom>
              <a:avLst/>
              <a:pathLst>
                <a:path w="2925" h="167167">
                  <a:moveTo>
                    <a:pt x="2925" y="0"/>
                  </a:moveTo>
                  <a:lnTo>
                    <a:pt x="0" y="25"/>
                  </a:lnTo>
                  <a:lnTo>
                    <a:pt x="292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8362" y="4213847"/>
              <a:ext cx="2925" cy="167141"/>
            </a:xfrm>
            <a:custGeom>
              <a:avLst/>
              <a:pathLst>
                <a:path w="2925" h="167141">
                  <a:moveTo>
                    <a:pt x="0" y="0"/>
                  </a:moveTo>
                  <a:lnTo>
                    <a:pt x="2925" y="1671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8362" y="4213847"/>
              <a:ext cx="2925" cy="167141"/>
            </a:xfrm>
            <a:custGeom>
              <a:avLst/>
              <a:pathLst>
                <a:path w="2925" h="167141">
                  <a:moveTo>
                    <a:pt x="0" y="0"/>
                  </a:moveTo>
                  <a:lnTo>
                    <a:pt x="2925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8362" y="4213847"/>
              <a:ext cx="2925" cy="167141"/>
            </a:xfrm>
            <a:custGeom>
              <a:avLst/>
              <a:pathLst>
                <a:path w="2925" h="167141">
                  <a:moveTo>
                    <a:pt x="0" y="0"/>
                  </a:moveTo>
                  <a:lnTo>
                    <a:pt x="2925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8362" y="4213847"/>
              <a:ext cx="2925" cy="167141"/>
            </a:xfrm>
            <a:custGeom>
              <a:avLst/>
              <a:pathLst>
                <a:path w="2925" h="167141">
                  <a:moveTo>
                    <a:pt x="0" y="0"/>
                  </a:moveTo>
                  <a:lnTo>
                    <a:pt x="2925" y="1671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8362" y="4213847"/>
              <a:ext cx="2925" cy="167141"/>
            </a:xfrm>
            <a:custGeom>
              <a:avLst/>
              <a:pathLst>
                <a:path w="2925" h="167141">
                  <a:moveTo>
                    <a:pt x="0" y="0"/>
                  </a:moveTo>
                  <a:lnTo>
                    <a:pt x="2925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8362" y="4213847"/>
              <a:ext cx="2925" cy="167141"/>
            </a:xfrm>
            <a:custGeom>
              <a:avLst/>
              <a:pathLst>
                <a:path w="2925" h="167141">
                  <a:moveTo>
                    <a:pt x="0" y="0"/>
                  </a:moveTo>
                  <a:lnTo>
                    <a:pt x="2925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8362" y="4213847"/>
              <a:ext cx="2925" cy="167141"/>
            </a:xfrm>
            <a:custGeom>
              <a:avLst/>
              <a:pathLst>
                <a:path w="2925" h="167141">
                  <a:moveTo>
                    <a:pt x="0" y="0"/>
                  </a:moveTo>
                  <a:lnTo>
                    <a:pt x="2925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8362" y="4213847"/>
              <a:ext cx="2925" cy="167141"/>
            </a:xfrm>
            <a:custGeom>
              <a:avLst/>
              <a:pathLst>
                <a:path w="2925" h="167141">
                  <a:moveTo>
                    <a:pt x="0" y="0"/>
                  </a:moveTo>
                  <a:lnTo>
                    <a:pt x="2925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8362" y="4213847"/>
              <a:ext cx="2925" cy="167141"/>
            </a:xfrm>
            <a:custGeom>
              <a:avLst/>
              <a:pathLst>
                <a:path w="2925" h="167141">
                  <a:moveTo>
                    <a:pt x="0" y="0"/>
                  </a:moveTo>
                  <a:lnTo>
                    <a:pt x="2925" y="1671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8362" y="4213847"/>
              <a:ext cx="2925" cy="167141"/>
            </a:xfrm>
            <a:custGeom>
              <a:avLst/>
              <a:pathLst>
                <a:path w="2925" h="167141">
                  <a:moveTo>
                    <a:pt x="0" y="0"/>
                  </a:moveTo>
                  <a:lnTo>
                    <a:pt x="2925" y="1671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14138" y="4213847"/>
              <a:ext cx="167149" cy="260731"/>
            </a:xfrm>
            <a:custGeom>
              <a:avLst/>
              <a:pathLst>
                <a:path w="167149" h="260731">
                  <a:moveTo>
                    <a:pt x="164224" y="0"/>
                  </a:moveTo>
                  <a:lnTo>
                    <a:pt x="158869" y="179"/>
                  </a:lnTo>
                  <a:lnTo>
                    <a:pt x="153522" y="530"/>
                  </a:lnTo>
                  <a:lnTo>
                    <a:pt x="148190" y="1052"/>
                  </a:lnTo>
                  <a:lnTo>
                    <a:pt x="142877" y="1745"/>
                  </a:lnTo>
                  <a:lnTo>
                    <a:pt x="137589" y="2608"/>
                  </a:lnTo>
                  <a:lnTo>
                    <a:pt x="132331" y="3640"/>
                  </a:lnTo>
                  <a:lnTo>
                    <a:pt x="127110" y="4840"/>
                  </a:lnTo>
                  <a:lnTo>
                    <a:pt x="121929" y="6206"/>
                  </a:lnTo>
                  <a:lnTo>
                    <a:pt x="116795" y="7738"/>
                  </a:lnTo>
                  <a:lnTo>
                    <a:pt x="111712" y="9434"/>
                  </a:lnTo>
                  <a:lnTo>
                    <a:pt x="106687" y="11291"/>
                  </a:lnTo>
                  <a:lnTo>
                    <a:pt x="101723" y="13309"/>
                  </a:lnTo>
                  <a:lnTo>
                    <a:pt x="96827" y="15484"/>
                  </a:lnTo>
                  <a:lnTo>
                    <a:pt x="92003" y="17816"/>
                  </a:lnTo>
                  <a:lnTo>
                    <a:pt x="87256" y="20301"/>
                  </a:lnTo>
                  <a:lnTo>
                    <a:pt x="82591" y="22937"/>
                  </a:lnTo>
                  <a:lnTo>
                    <a:pt x="78013" y="25720"/>
                  </a:lnTo>
                  <a:lnTo>
                    <a:pt x="73527" y="28650"/>
                  </a:lnTo>
                  <a:lnTo>
                    <a:pt x="69137" y="31721"/>
                  </a:lnTo>
                  <a:lnTo>
                    <a:pt x="64848" y="34932"/>
                  </a:lnTo>
                  <a:lnTo>
                    <a:pt x="60663" y="38278"/>
                  </a:lnTo>
                  <a:lnTo>
                    <a:pt x="56588" y="41757"/>
                  </a:lnTo>
                  <a:lnTo>
                    <a:pt x="52627" y="45364"/>
                  </a:lnTo>
                  <a:lnTo>
                    <a:pt x="48783" y="49097"/>
                  </a:lnTo>
                  <a:lnTo>
                    <a:pt x="45061" y="52951"/>
                  </a:lnTo>
                  <a:lnTo>
                    <a:pt x="41464" y="56922"/>
                  </a:lnTo>
                  <a:lnTo>
                    <a:pt x="37997" y="61006"/>
                  </a:lnTo>
                  <a:lnTo>
                    <a:pt x="34662" y="65200"/>
                  </a:lnTo>
                  <a:lnTo>
                    <a:pt x="31463" y="69498"/>
                  </a:lnTo>
                  <a:lnTo>
                    <a:pt x="28403" y="73896"/>
                  </a:lnTo>
                  <a:lnTo>
                    <a:pt x="25486" y="78390"/>
                  </a:lnTo>
                  <a:lnTo>
                    <a:pt x="22715" y="82976"/>
                  </a:lnTo>
                  <a:lnTo>
                    <a:pt x="20092" y="87648"/>
                  </a:lnTo>
                  <a:lnTo>
                    <a:pt x="17620" y="92401"/>
                  </a:lnTo>
                  <a:lnTo>
                    <a:pt x="15301" y="97232"/>
                  </a:lnTo>
                  <a:lnTo>
                    <a:pt x="13139" y="102134"/>
                  </a:lnTo>
                  <a:lnTo>
                    <a:pt x="11135" y="107103"/>
                  </a:lnTo>
                  <a:lnTo>
                    <a:pt x="9291" y="112133"/>
                  </a:lnTo>
                  <a:lnTo>
                    <a:pt x="7609" y="117220"/>
                  </a:lnTo>
                  <a:lnTo>
                    <a:pt x="6091" y="122359"/>
                  </a:lnTo>
                  <a:lnTo>
                    <a:pt x="4739" y="127543"/>
                  </a:lnTo>
                  <a:lnTo>
                    <a:pt x="3553" y="132768"/>
                  </a:lnTo>
                  <a:lnTo>
                    <a:pt x="2536" y="138029"/>
                  </a:lnTo>
                  <a:lnTo>
                    <a:pt x="1687" y="143319"/>
                  </a:lnTo>
                  <a:lnTo>
                    <a:pt x="1009" y="148634"/>
                  </a:lnTo>
                  <a:lnTo>
                    <a:pt x="501" y="153967"/>
                  </a:lnTo>
                  <a:lnTo>
                    <a:pt x="165" y="159315"/>
                  </a:lnTo>
                  <a:lnTo>
                    <a:pt x="0" y="164670"/>
                  </a:lnTo>
                  <a:lnTo>
                    <a:pt x="6" y="170028"/>
                  </a:lnTo>
                  <a:lnTo>
                    <a:pt x="185" y="175383"/>
                  </a:lnTo>
                  <a:lnTo>
                    <a:pt x="534" y="180729"/>
                  </a:lnTo>
                  <a:lnTo>
                    <a:pt x="1055" y="186062"/>
                  </a:lnTo>
                  <a:lnTo>
                    <a:pt x="1747" y="191375"/>
                  </a:lnTo>
                  <a:lnTo>
                    <a:pt x="2609" y="196663"/>
                  </a:lnTo>
                  <a:lnTo>
                    <a:pt x="3639" y="201921"/>
                  </a:lnTo>
                  <a:lnTo>
                    <a:pt x="4838" y="207143"/>
                  </a:lnTo>
                  <a:lnTo>
                    <a:pt x="6203" y="212324"/>
                  </a:lnTo>
                  <a:lnTo>
                    <a:pt x="7734" y="217458"/>
                  </a:lnTo>
                  <a:lnTo>
                    <a:pt x="9428" y="222541"/>
                  </a:lnTo>
                  <a:lnTo>
                    <a:pt x="11284" y="227567"/>
                  </a:lnTo>
                  <a:lnTo>
                    <a:pt x="13301" y="232531"/>
                  </a:lnTo>
                  <a:lnTo>
                    <a:pt x="15476" y="237428"/>
                  </a:lnTo>
                  <a:lnTo>
                    <a:pt x="17806" y="242253"/>
                  </a:lnTo>
                  <a:lnTo>
                    <a:pt x="20290" y="247000"/>
                  </a:lnTo>
                  <a:lnTo>
                    <a:pt x="22924" y="251665"/>
                  </a:lnTo>
                  <a:lnTo>
                    <a:pt x="25707" y="256244"/>
                  </a:lnTo>
                  <a:lnTo>
                    <a:pt x="28635" y="260731"/>
                  </a:lnTo>
                  <a:lnTo>
                    <a:pt x="167149" y="1671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2774" y="4213821"/>
              <a:ext cx="305666" cy="334332"/>
            </a:xfrm>
            <a:custGeom>
              <a:avLst/>
              <a:pathLst>
                <a:path w="305666" h="334332">
                  <a:moveTo>
                    <a:pt x="0" y="260756"/>
                  </a:moveTo>
                  <a:lnTo>
                    <a:pt x="3033" y="265097"/>
                  </a:lnTo>
                  <a:lnTo>
                    <a:pt x="6203" y="269338"/>
                  </a:lnTo>
                  <a:lnTo>
                    <a:pt x="9505" y="273478"/>
                  </a:lnTo>
                  <a:lnTo>
                    <a:pt x="12937" y="277511"/>
                  </a:lnTo>
                  <a:lnTo>
                    <a:pt x="16495" y="281433"/>
                  </a:lnTo>
                  <a:lnTo>
                    <a:pt x="20176" y="285240"/>
                  </a:lnTo>
                  <a:lnTo>
                    <a:pt x="23975" y="288929"/>
                  </a:lnTo>
                  <a:lnTo>
                    <a:pt x="27889" y="292495"/>
                  </a:lnTo>
                  <a:lnTo>
                    <a:pt x="31914" y="295936"/>
                  </a:lnTo>
                  <a:lnTo>
                    <a:pt x="36046" y="299248"/>
                  </a:lnTo>
                  <a:lnTo>
                    <a:pt x="40281" y="302427"/>
                  </a:lnTo>
                  <a:lnTo>
                    <a:pt x="44614" y="305471"/>
                  </a:lnTo>
                  <a:lnTo>
                    <a:pt x="49042" y="308375"/>
                  </a:lnTo>
                  <a:lnTo>
                    <a:pt x="53559" y="311138"/>
                  </a:lnTo>
                  <a:lnTo>
                    <a:pt x="58162" y="313757"/>
                  </a:lnTo>
                  <a:lnTo>
                    <a:pt x="62845" y="316228"/>
                  </a:lnTo>
                  <a:lnTo>
                    <a:pt x="67604" y="318550"/>
                  </a:lnTo>
                  <a:lnTo>
                    <a:pt x="72434" y="320720"/>
                  </a:lnTo>
                  <a:lnTo>
                    <a:pt x="77331" y="322736"/>
                  </a:lnTo>
                  <a:lnTo>
                    <a:pt x="82289" y="324596"/>
                  </a:lnTo>
                  <a:lnTo>
                    <a:pt x="87303" y="326298"/>
                  </a:lnTo>
                  <a:lnTo>
                    <a:pt x="92369" y="327840"/>
                  </a:lnTo>
                  <a:lnTo>
                    <a:pt x="97481" y="329221"/>
                  </a:lnTo>
                  <a:lnTo>
                    <a:pt x="102635" y="330439"/>
                  </a:lnTo>
                  <a:lnTo>
                    <a:pt x="107824" y="331493"/>
                  </a:lnTo>
                  <a:lnTo>
                    <a:pt x="113044" y="332383"/>
                  </a:lnTo>
                  <a:lnTo>
                    <a:pt x="118290" y="333107"/>
                  </a:lnTo>
                  <a:lnTo>
                    <a:pt x="123556" y="333664"/>
                  </a:lnTo>
                  <a:lnTo>
                    <a:pt x="128837" y="334054"/>
                  </a:lnTo>
                  <a:lnTo>
                    <a:pt x="134127" y="334277"/>
                  </a:lnTo>
                  <a:lnTo>
                    <a:pt x="139422" y="334332"/>
                  </a:lnTo>
                  <a:lnTo>
                    <a:pt x="144717" y="334219"/>
                  </a:lnTo>
                  <a:lnTo>
                    <a:pt x="150005" y="333939"/>
                  </a:lnTo>
                  <a:lnTo>
                    <a:pt x="155281" y="333491"/>
                  </a:lnTo>
                  <a:lnTo>
                    <a:pt x="160541" y="332877"/>
                  </a:lnTo>
                  <a:lnTo>
                    <a:pt x="165778" y="332096"/>
                  </a:lnTo>
                  <a:lnTo>
                    <a:pt x="170988" y="331150"/>
                  </a:lnTo>
                  <a:lnTo>
                    <a:pt x="176166" y="330039"/>
                  </a:lnTo>
                  <a:lnTo>
                    <a:pt x="181305" y="328764"/>
                  </a:lnTo>
                  <a:lnTo>
                    <a:pt x="186402" y="327328"/>
                  </a:lnTo>
                  <a:lnTo>
                    <a:pt x="191451" y="325731"/>
                  </a:lnTo>
                  <a:lnTo>
                    <a:pt x="196447" y="323975"/>
                  </a:lnTo>
                  <a:lnTo>
                    <a:pt x="201384" y="322061"/>
                  </a:lnTo>
                  <a:lnTo>
                    <a:pt x="206259" y="319992"/>
                  </a:lnTo>
                  <a:lnTo>
                    <a:pt x="211065" y="317770"/>
                  </a:lnTo>
                  <a:lnTo>
                    <a:pt x="215799" y="315396"/>
                  </a:lnTo>
                  <a:lnTo>
                    <a:pt x="220455" y="312874"/>
                  </a:lnTo>
                  <a:lnTo>
                    <a:pt x="225029" y="310205"/>
                  </a:lnTo>
                  <a:lnTo>
                    <a:pt x="229516" y="307393"/>
                  </a:lnTo>
                  <a:lnTo>
                    <a:pt x="233911" y="304441"/>
                  </a:lnTo>
                  <a:lnTo>
                    <a:pt x="238211" y="301350"/>
                  </a:lnTo>
                  <a:lnTo>
                    <a:pt x="242411" y="298125"/>
                  </a:lnTo>
                  <a:lnTo>
                    <a:pt x="246507" y="294769"/>
                  </a:lnTo>
                  <a:lnTo>
                    <a:pt x="250494" y="291284"/>
                  </a:lnTo>
                  <a:lnTo>
                    <a:pt x="254369" y="287675"/>
                  </a:lnTo>
                  <a:lnTo>
                    <a:pt x="258128" y="283945"/>
                  </a:lnTo>
                  <a:lnTo>
                    <a:pt x="261767" y="280098"/>
                  </a:lnTo>
                  <a:lnTo>
                    <a:pt x="265282" y="276138"/>
                  </a:lnTo>
                  <a:lnTo>
                    <a:pt x="268670" y="272068"/>
                  </a:lnTo>
                  <a:lnTo>
                    <a:pt x="271927" y="267893"/>
                  </a:lnTo>
                  <a:lnTo>
                    <a:pt x="275050" y="263616"/>
                  </a:lnTo>
                  <a:lnTo>
                    <a:pt x="278037" y="259244"/>
                  </a:lnTo>
                  <a:lnTo>
                    <a:pt x="280883" y="254778"/>
                  </a:lnTo>
                  <a:lnTo>
                    <a:pt x="283586" y="250225"/>
                  </a:lnTo>
                  <a:lnTo>
                    <a:pt x="286144" y="245588"/>
                  </a:lnTo>
                  <a:lnTo>
                    <a:pt x="288554" y="240873"/>
                  </a:lnTo>
                  <a:lnTo>
                    <a:pt x="290813" y="236084"/>
                  </a:lnTo>
                  <a:lnTo>
                    <a:pt x="292920" y="231225"/>
                  </a:lnTo>
                  <a:lnTo>
                    <a:pt x="294871" y="226303"/>
                  </a:lnTo>
                  <a:lnTo>
                    <a:pt x="296666" y="221321"/>
                  </a:lnTo>
                  <a:lnTo>
                    <a:pt x="298302" y="216284"/>
                  </a:lnTo>
                  <a:lnTo>
                    <a:pt x="299777" y="211199"/>
                  </a:lnTo>
                  <a:lnTo>
                    <a:pt x="301091" y="206069"/>
                  </a:lnTo>
                  <a:lnTo>
                    <a:pt x="302241" y="200900"/>
                  </a:lnTo>
                  <a:lnTo>
                    <a:pt x="303228" y="195697"/>
                  </a:lnTo>
                  <a:lnTo>
                    <a:pt x="304049" y="190466"/>
                  </a:lnTo>
                  <a:lnTo>
                    <a:pt x="304704" y="185211"/>
                  </a:lnTo>
                  <a:lnTo>
                    <a:pt x="305192" y="179939"/>
                  </a:lnTo>
                  <a:lnTo>
                    <a:pt x="305513" y="174653"/>
                  </a:lnTo>
                  <a:lnTo>
                    <a:pt x="305666" y="169360"/>
                  </a:lnTo>
                  <a:lnTo>
                    <a:pt x="305652" y="164065"/>
                  </a:lnTo>
                  <a:lnTo>
                    <a:pt x="305469" y="158772"/>
                  </a:lnTo>
                  <a:lnTo>
                    <a:pt x="305120" y="153489"/>
                  </a:lnTo>
                  <a:lnTo>
                    <a:pt x="304603" y="148218"/>
                  </a:lnTo>
                  <a:lnTo>
                    <a:pt x="303920" y="142967"/>
                  </a:lnTo>
                  <a:lnTo>
                    <a:pt x="303070" y="137741"/>
                  </a:lnTo>
                  <a:lnTo>
                    <a:pt x="302055" y="132543"/>
                  </a:lnTo>
                  <a:lnTo>
                    <a:pt x="300877" y="127381"/>
                  </a:lnTo>
                  <a:lnTo>
                    <a:pt x="299535" y="122258"/>
                  </a:lnTo>
                  <a:lnTo>
                    <a:pt x="298032" y="117181"/>
                  </a:lnTo>
                  <a:lnTo>
                    <a:pt x="296369" y="112153"/>
                  </a:lnTo>
                  <a:lnTo>
                    <a:pt x="294547" y="107181"/>
                  </a:lnTo>
                  <a:lnTo>
                    <a:pt x="292569" y="102269"/>
                  </a:lnTo>
                  <a:lnTo>
                    <a:pt x="290436" y="97422"/>
                  </a:lnTo>
                  <a:lnTo>
                    <a:pt x="288151" y="92645"/>
                  </a:lnTo>
                  <a:lnTo>
                    <a:pt x="285715" y="87943"/>
                  </a:lnTo>
                  <a:lnTo>
                    <a:pt x="283132" y="83321"/>
                  </a:lnTo>
                  <a:lnTo>
                    <a:pt x="280404" y="78782"/>
                  </a:lnTo>
                  <a:lnTo>
                    <a:pt x="277534" y="74333"/>
                  </a:lnTo>
                  <a:lnTo>
                    <a:pt x="274523" y="69976"/>
                  </a:lnTo>
                  <a:lnTo>
                    <a:pt x="271377" y="65717"/>
                  </a:lnTo>
                  <a:lnTo>
                    <a:pt x="268097" y="61560"/>
                  </a:lnTo>
                  <a:lnTo>
                    <a:pt x="264687" y="57508"/>
                  </a:lnTo>
                  <a:lnTo>
                    <a:pt x="261151" y="53567"/>
                  </a:lnTo>
                  <a:lnTo>
                    <a:pt x="257491" y="49740"/>
                  </a:lnTo>
                  <a:lnTo>
                    <a:pt x="253712" y="46030"/>
                  </a:lnTo>
                  <a:lnTo>
                    <a:pt x="249817" y="42442"/>
                  </a:lnTo>
                  <a:lnTo>
                    <a:pt x="245811" y="38979"/>
                  </a:lnTo>
                  <a:lnTo>
                    <a:pt x="241697" y="35645"/>
                  </a:lnTo>
                  <a:lnTo>
                    <a:pt x="237480" y="32443"/>
                  </a:lnTo>
                  <a:lnTo>
                    <a:pt x="233163" y="29376"/>
                  </a:lnTo>
                  <a:lnTo>
                    <a:pt x="228751" y="26447"/>
                  </a:lnTo>
                  <a:lnTo>
                    <a:pt x="224249" y="23660"/>
                  </a:lnTo>
                  <a:lnTo>
                    <a:pt x="219661" y="21016"/>
                  </a:lnTo>
                  <a:lnTo>
                    <a:pt x="214991" y="18519"/>
                  </a:lnTo>
                  <a:lnTo>
                    <a:pt x="210244" y="16172"/>
                  </a:lnTo>
                  <a:lnTo>
                    <a:pt x="205426" y="13976"/>
                  </a:lnTo>
                  <a:lnTo>
                    <a:pt x="200540" y="11933"/>
                  </a:lnTo>
                  <a:lnTo>
                    <a:pt x="195593" y="10046"/>
                  </a:lnTo>
                  <a:lnTo>
                    <a:pt x="190587" y="8317"/>
                  </a:lnTo>
                  <a:lnTo>
                    <a:pt x="185530" y="6748"/>
                  </a:lnTo>
                  <a:lnTo>
                    <a:pt x="180426" y="5339"/>
                  </a:lnTo>
                  <a:lnTo>
                    <a:pt x="175279" y="4093"/>
                  </a:lnTo>
                  <a:lnTo>
                    <a:pt x="170095" y="3010"/>
                  </a:lnTo>
                  <a:lnTo>
                    <a:pt x="164880" y="2092"/>
                  </a:lnTo>
                  <a:lnTo>
                    <a:pt x="159639" y="1340"/>
                  </a:lnTo>
                  <a:lnTo>
                    <a:pt x="154376" y="754"/>
                  </a:lnTo>
                  <a:lnTo>
                    <a:pt x="149097" y="335"/>
                  </a:lnTo>
                  <a:lnTo>
                    <a:pt x="143808" y="83"/>
                  </a:lnTo>
                  <a:lnTo>
                    <a:pt x="138513" y="0"/>
                  </a:lnTo>
                  <a:lnTo>
                    <a:pt x="13851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4369" y="4659281"/>
              <a:ext cx="2155" cy="167167"/>
            </a:xfrm>
            <a:custGeom>
              <a:avLst/>
              <a:pathLst>
                <a:path w="2155" h="167167">
                  <a:moveTo>
                    <a:pt x="2155" y="0"/>
                  </a:moveTo>
                  <a:lnTo>
                    <a:pt x="0" y="13"/>
                  </a:lnTo>
                  <a:lnTo>
                    <a:pt x="215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4369" y="4659295"/>
              <a:ext cx="2155" cy="167153"/>
            </a:xfrm>
            <a:custGeom>
              <a:avLst/>
              <a:pathLst>
                <a:path w="2155" h="167153">
                  <a:moveTo>
                    <a:pt x="0" y="0"/>
                  </a:moveTo>
                  <a:lnTo>
                    <a:pt x="2155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4369" y="4659295"/>
              <a:ext cx="2155" cy="167153"/>
            </a:xfrm>
            <a:custGeom>
              <a:avLst/>
              <a:pathLst>
                <a:path w="2155" h="167153">
                  <a:moveTo>
                    <a:pt x="0" y="0"/>
                  </a:moveTo>
                  <a:lnTo>
                    <a:pt x="2155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4369" y="4659295"/>
              <a:ext cx="2155" cy="167153"/>
            </a:xfrm>
            <a:custGeom>
              <a:avLst/>
              <a:pathLst>
                <a:path w="2155" h="167153">
                  <a:moveTo>
                    <a:pt x="0" y="0"/>
                  </a:moveTo>
                  <a:lnTo>
                    <a:pt x="2155" y="1671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4369" y="4659295"/>
              <a:ext cx="2155" cy="167153"/>
            </a:xfrm>
            <a:custGeom>
              <a:avLst/>
              <a:pathLst>
                <a:path w="2155" h="167153">
                  <a:moveTo>
                    <a:pt x="0" y="0"/>
                  </a:moveTo>
                  <a:lnTo>
                    <a:pt x="2155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4369" y="4659295"/>
              <a:ext cx="2155" cy="167153"/>
            </a:xfrm>
            <a:custGeom>
              <a:avLst/>
              <a:pathLst>
                <a:path w="2155" h="167153">
                  <a:moveTo>
                    <a:pt x="0" y="0"/>
                  </a:moveTo>
                  <a:lnTo>
                    <a:pt x="2155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4369" y="4659295"/>
              <a:ext cx="2155" cy="167153"/>
            </a:xfrm>
            <a:custGeom>
              <a:avLst/>
              <a:pathLst>
                <a:path w="2155" h="167153">
                  <a:moveTo>
                    <a:pt x="0" y="0"/>
                  </a:moveTo>
                  <a:lnTo>
                    <a:pt x="2155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4369" y="4659295"/>
              <a:ext cx="2155" cy="167153"/>
            </a:xfrm>
            <a:custGeom>
              <a:avLst/>
              <a:pathLst>
                <a:path w="2155" h="167153">
                  <a:moveTo>
                    <a:pt x="0" y="0"/>
                  </a:moveTo>
                  <a:lnTo>
                    <a:pt x="2155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369" y="4659295"/>
              <a:ext cx="2155" cy="167153"/>
            </a:xfrm>
            <a:custGeom>
              <a:avLst/>
              <a:pathLst>
                <a:path w="2155" h="167153">
                  <a:moveTo>
                    <a:pt x="0" y="0"/>
                  </a:moveTo>
                  <a:lnTo>
                    <a:pt x="2155" y="1671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369" y="4659295"/>
              <a:ext cx="2155" cy="167153"/>
            </a:xfrm>
            <a:custGeom>
              <a:avLst/>
              <a:pathLst>
                <a:path w="2155" h="167153">
                  <a:moveTo>
                    <a:pt x="0" y="0"/>
                  </a:moveTo>
                  <a:lnTo>
                    <a:pt x="2155" y="1671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919794" y="4659295"/>
              <a:ext cx="166730" cy="167153"/>
            </a:xfrm>
            <a:custGeom>
              <a:avLst/>
              <a:pathLst>
                <a:path w="166730" h="167153">
                  <a:moveTo>
                    <a:pt x="164575" y="0"/>
                  </a:moveTo>
                  <a:lnTo>
                    <a:pt x="159178" y="156"/>
                  </a:lnTo>
                  <a:lnTo>
                    <a:pt x="153790" y="487"/>
                  </a:lnTo>
                  <a:lnTo>
                    <a:pt x="148415" y="992"/>
                  </a:lnTo>
                  <a:lnTo>
                    <a:pt x="143059" y="1670"/>
                  </a:lnTo>
                  <a:lnTo>
                    <a:pt x="137728" y="2521"/>
                  </a:lnTo>
                  <a:lnTo>
                    <a:pt x="132427" y="3543"/>
                  </a:lnTo>
                  <a:lnTo>
                    <a:pt x="127162" y="4736"/>
                  </a:lnTo>
                  <a:lnTo>
                    <a:pt x="121938" y="6098"/>
                  </a:lnTo>
                  <a:lnTo>
                    <a:pt x="116761" y="7629"/>
                  </a:lnTo>
                  <a:lnTo>
                    <a:pt x="111636" y="9325"/>
                  </a:lnTo>
                  <a:lnTo>
                    <a:pt x="106569" y="11187"/>
                  </a:lnTo>
                  <a:lnTo>
                    <a:pt x="101564" y="13210"/>
                  </a:lnTo>
                  <a:lnTo>
                    <a:pt x="96627" y="15395"/>
                  </a:lnTo>
                  <a:lnTo>
                    <a:pt x="91763" y="17738"/>
                  </a:lnTo>
                  <a:lnTo>
                    <a:pt x="86978" y="20236"/>
                  </a:lnTo>
                  <a:lnTo>
                    <a:pt x="82276" y="22888"/>
                  </a:lnTo>
                  <a:lnTo>
                    <a:pt x="77661" y="25690"/>
                  </a:lnTo>
                  <a:lnTo>
                    <a:pt x="73140" y="28640"/>
                  </a:lnTo>
                  <a:lnTo>
                    <a:pt x="68716" y="31735"/>
                  </a:lnTo>
                  <a:lnTo>
                    <a:pt x="64394" y="34970"/>
                  </a:lnTo>
                  <a:lnTo>
                    <a:pt x="60180" y="38343"/>
                  </a:lnTo>
                  <a:lnTo>
                    <a:pt x="56076" y="41851"/>
                  </a:lnTo>
                  <a:lnTo>
                    <a:pt x="52088" y="45489"/>
                  </a:lnTo>
                  <a:lnTo>
                    <a:pt x="48219" y="49255"/>
                  </a:lnTo>
                  <a:lnTo>
                    <a:pt x="44474" y="53143"/>
                  </a:lnTo>
                  <a:lnTo>
                    <a:pt x="40856" y="57150"/>
                  </a:lnTo>
                  <a:lnTo>
                    <a:pt x="37370" y="61272"/>
                  </a:lnTo>
                  <a:lnTo>
                    <a:pt x="34018" y="65504"/>
                  </a:lnTo>
                  <a:lnTo>
                    <a:pt x="30805" y="69842"/>
                  </a:lnTo>
                  <a:lnTo>
                    <a:pt x="27734" y="74282"/>
                  </a:lnTo>
                  <a:lnTo>
                    <a:pt x="24808" y="78819"/>
                  </a:lnTo>
                  <a:lnTo>
                    <a:pt x="22029" y="83448"/>
                  </a:lnTo>
                  <a:lnTo>
                    <a:pt x="19402" y="88164"/>
                  </a:lnTo>
                  <a:lnTo>
                    <a:pt x="16928" y="92962"/>
                  </a:lnTo>
                  <a:lnTo>
                    <a:pt x="14611" y="97838"/>
                  </a:lnTo>
                  <a:lnTo>
                    <a:pt x="12452" y="102786"/>
                  </a:lnTo>
                  <a:lnTo>
                    <a:pt x="10454" y="107801"/>
                  </a:lnTo>
                  <a:lnTo>
                    <a:pt x="8619" y="112878"/>
                  </a:lnTo>
                  <a:lnTo>
                    <a:pt x="6949" y="118012"/>
                  </a:lnTo>
                  <a:lnTo>
                    <a:pt x="5445" y="123197"/>
                  </a:lnTo>
                  <a:lnTo>
                    <a:pt x="4110" y="128428"/>
                  </a:lnTo>
                  <a:lnTo>
                    <a:pt x="2944" y="133699"/>
                  </a:lnTo>
                  <a:lnTo>
                    <a:pt x="1950" y="139005"/>
                  </a:lnTo>
                  <a:lnTo>
                    <a:pt x="1127" y="144341"/>
                  </a:lnTo>
                  <a:lnTo>
                    <a:pt x="476" y="149700"/>
                  </a:lnTo>
                  <a:lnTo>
                    <a:pt x="0" y="155077"/>
                  </a:lnTo>
                  <a:lnTo>
                    <a:pt x="166730" y="1671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19364" y="4659281"/>
              <a:ext cx="334312" cy="334333"/>
            </a:xfrm>
            <a:custGeom>
              <a:avLst/>
              <a:pathLst>
                <a:path w="334312" h="334333">
                  <a:moveTo>
                    <a:pt x="430" y="155091"/>
                  </a:moveTo>
                  <a:lnTo>
                    <a:pt x="131" y="160380"/>
                  </a:lnTo>
                  <a:lnTo>
                    <a:pt x="0" y="165675"/>
                  </a:lnTo>
                  <a:lnTo>
                    <a:pt x="36" y="170971"/>
                  </a:lnTo>
                  <a:lnTo>
                    <a:pt x="241" y="176264"/>
                  </a:lnTo>
                  <a:lnTo>
                    <a:pt x="613" y="181548"/>
                  </a:lnTo>
                  <a:lnTo>
                    <a:pt x="1152" y="186817"/>
                  </a:lnTo>
                  <a:lnTo>
                    <a:pt x="1858" y="192067"/>
                  </a:lnTo>
                  <a:lnTo>
                    <a:pt x="2729" y="197291"/>
                  </a:lnTo>
                  <a:lnTo>
                    <a:pt x="3766" y="202485"/>
                  </a:lnTo>
                  <a:lnTo>
                    <a:pt x="4967" y="207644"/>
                  </a:lnTo>
                  <a:lnTo>
                    <a:pt x="6331" y="212762"/>
                  </a:lnTo>
                  <a:lnTo>
                    <a:pt x="7856" y="217835"/>
                  </a:lnTo>
                  <a:lnTo>
                    <a:pt x="9542" y="222856"/>
                  </a:lnTo>
                  <a:lnTo>
                    <a:pt x="11385" y="227822"/>
                  </a:lnTo>
                  <a:lnTo>
                    <a:pt x="13385" y="232727"/>
                  </a:lnTo>
                  <a:lnTo>
                    <a:pt x="15539" y="237566"/>
                  </a:lnTo>
                  <a:lnTo>
                    <a:pt x="17846" y="242334"/>
                  </a:lnTo>
                  <a:lnTo>
                    <a:pt x="20302" y="247027"/>
                  </a:lnTo>
                  <a:lnTo>
                    <a:pt x="22906" y="251639"/>
                  </a:lnTo>
                  <a:lnTo>
                    <a:pt x="25654" y="256167"/>
                  </a:lnTo>
                  <a:lnTo>
                    <a:pt x="28545" y="260605"/>
                  </a:lnTo>
                  <a:lnTo>
                    <a:pt x="31575" y="264950"/>
                  </a:lnTo>
                  <a:lnTo>
                    <a:pt x="34741" y="269196"/>
                  </a:lnTo>
                  <a:lnTo>
                    <a:pt x="38040" y="273340"/>
                  </a:lnTo>
                  <a:lnTo>
                    <a:pt x="41468" y="277378"/>
                  </a:lnTo>
                  <a:lnTo>
                    <a:pt x="45023" y="281305"/>
                  </a:lnTo>
                  <a:lnTo>
                    <a:pt x="48700" y="285117"/>
                  </a:lnTo>
                  <a:lnTo>
                    <a:pt x="52497" y="288811"/>
                  </a:lnTo>
                  <a:lnTo>
                    <a:pt x="56408" y="292382"/>
                  </a:lnTo>
                  <a:lnTo>
                    <a:pt x="60431" y="295828"/>
                  </a:lnTo>
                  <a:lnTo>
                    <a:pt x="64560" y="299145"/>
                  </a:lnTo>
                  <a:lnTo>
                    <a:pt x="68793" y="302329"/>
                  </a:lnTo>
                  <a:lnTo>
                    <a:pt x="73125" y="305378"/>
                  </a:lnTo>
                  <a:lnTo>
                    <a:pt x="77550" y="308288"/>
                  </a:lnTo>
                  <a:lnTo>
                    <a:pt x="82066" y="311056"/>
                  </a:lnTo>
                  <a:lnTo>
                    <a:pt x="86668" y="313679"/>
                  </a:lnTo>
                  <a:lnTo>
                    <a:pt x="91350" y="316156"/>
                  </a:lnTo>
                  <a:lnTo>
                    <a:pt x="96108" y="318483"/>
                  </a:lnTo>
                  <a:lnTo>
                    <a:pt x="100938" y="320658"/>
                  </a:lnTo>
                  <a:lnTo>
                    <a:pt x="105834" y="322679"/>
                  </a:lnTo>
                  <a:lnTo>
                    <a:pt x="110791" y="324544"/>
                  </a:lnTo>
                  <a:lnTo>
                    <a:pt x="115805" y="326251"/>
                  </a:lnTo>
                  <a:lnTo>
                    <a:pt x="120871" y="327798"/>
                  </a:lnTo>
                  <a:lnTo>
                    <a:pt x="125983" y="329184"/>
                  </a:lnTo>
                  <a:lnTo>
                    <a:pt x="131137" y="330407"/>
                  </a:lnTo>
                  <a:lnTo>
                    <a:pt x="136327" y="331466"/>
                  </a:lnTo>
                  <a:lnTo>
                    <a:pt x="141547" y="332361"/>
                  </a:lnTo>
                  <a:lnTo>
                    <a:pt x="146794" y="333089"/>
                  </a:lnTo>
                  <a:lnTo>
                    <a:pt x="152061" y="333651"/>
                  </a:lnTo>
                  <a:lnTo>
                    <a:pt x="157343" y="334046"/>
                  </a:lnTo>
                  <a:lnTo>
                    <a:pt x="162635" y="334273"/>
                  </a:lnTo>
                  <a:lnTo>
                    <a:pt x="167931" y="334333"/>
                  </a:lnTo>
                  <a:lnTo>
                    <a:pt x="173227" y="334224"/>
                  </a:lnTo>
                  <a:lnTo>
                    <a:pt x="178516" y="333948"/>
                  </a:lnTo>
                  <a:lnTo>
                    <a:pt x="183794" y="333505"/>
                  </a:lnTo>
                  <a:lnTo>
                    <a:pt x="189056" y="332894"/>
                  </a:lnTo>
                  <a:lnTo>
                    <a:pt x="194295" y="332117"/>
                  </a:lnTo>
                  <a:lnTo>
                    <a:pt x="199508" y="331175"/>
                  </a:lnTo>
                  <a:lnTo>
                    <a:pt x="204687" y="330068"/>
                  </a:lnTo>
                  <a:lnTo>
                    <a:pt x="209830" y="328797"/>
                  </a:lnTo>
                  <a:lnTo>
                    <a:pt x="214929" y="327364"/>
                  </a:lnTo>
                  <a:lnTo>
                    <a:pt x="219980" y="325770"/>
                  </a:lnTo>
                  <a:lnTo>
                    <a:pt x="224978" y="324017"/>
                  </a:lnTo>
                  <a:lnTo>
                    <a:pt x="229919" y="322107"/>
                  </a:lnTo>
                  <a:lnTo>
                    <a:pt x="234796" y="320041"/>
                  </a:lnTo>
                  <a:lnTo>
                    <a:pt x="239605" y="317821"/>
                  </a:lnTo>
                  <a:lnTo>
                    <a:pt x="244342" y="315450"/>
                  </a:lnTo>
                  <a:lnTo>
                    <a:pt x="249001" y="312931"/>
                  </a:lnTo>
                  <a:lnTo>
                    <a:pt x="253578" y="310265"/>
                  </a:lnTo>
                  <a:lnTo>
                    <a:pt x="258068" y="307455"/>
                  </a:lnTo>
                  <a:lnTo>
                    <a:pt x="262467" y="304505"/>
                  </a:lnTo>
                  <a:lnTo>
                    <a:pt x="266770" y="301416"/>
                  </a:lnTo>
                  <a:lnTo>
                    <a:pt x="270973" y="298193"/>
                  </a:lnTo>
                  <a:lnTo>
                    <a:pt x="275072" y="294838"/>
                  </a:lnTo>
                  <a:lnTo>
                    <a:pt x="279063" y="291356"/>
                  </a:lnTo>
                  <a:lnTo>
                    <a:pt x="282941" y="287748"/>
                  </a:lnTo>
                  <a:lnTo>
                    <a:pt x="286703" y="284019"/>
                  </a:lnTo>
                  <a:lnTo>
                    <a:pt x="290345" y="280173"/>
                  </a:lnTo>
                  <a:lnTo>
                    <a:pt x="293863" y="276214"/>
                  </a:lnTo>
                  <a:lnTo>
                    <a:pt x="297255" y="272145"/>
                  </a:lnTo>
                  <a:lnTo>
                    <a:pt x="300515" y="267971"/>
                  </a:lnTo>
                  <a:lnTo>
                    <a:pt x="303642" y="263695"/>
                  </a:lnTo>
                  <a:lnTo>
                    <a:pt x="306631" y="259323"/>
                  </a:lnTo>
                  <a:lnTo>
                    <a:pt x="309481" y="254858"/>
                  </a:lnTo>
                  <a:lnTo>
                    <a:pt x="312188" y="250305"/>
                  </a:lnTo>
                  <a:lnTo>
                    <a:pt x="314749" y="245669"/>
                  </a:lnTo>
                  <a:lnTo>
                    <a:pt x="317162" y="240954"/>
                  </a:lnTo>
                  <a:lnTo>
                    <a:pt x="319424" y="236164"/>
                  </a:lnTo>
                  <a:lnTo>
                    <a:pt x="321534" y="231306"/>
                  </a:lnTo>
                  <a:lnTo>
                    <a:pt x="323488" y="226383"/>
                  </a:lnTo>
                  <a:lnTo>
                    <a:pt x="325286" y="221400"/>
                  </a:lnTo>
                  <a:lnTo>
                    <a:pt x="326925" y="216364"/>
                  </a:lnTo>
                  <a:lnTo>
                    <a:pt x="328403" y="211277"/>
                  </a:lnTo>
                  <a:lnTo>
                    <a:pt x="329720" y="206147"/>
                  </a:lnTo>
                  <a:lnTo>
                    <a:pt x="330873" y="200977"/>
                  </a:lnTo>
                  <a:lnTo>
                    <a:pt x="331862" y="195773"/>
                  </a:lnTo>
                  <a:lnTo>
                    <a:pt x="332686" y="190541"/>
                  </a:lnTo>
                  <a:lnTo>
                    <a:pt x="333343" y="185285"/>
                  </a:lnTo>
                  <a:lnTo>
                    <a:pt x="333834" y="180011"/>
                  </a:lnTo>
                  <a:lnTo>
                    <a:pt x="334157" y="174724"/>
                  </a:lnTo>
                  <a:lnTo>
                    <a:pt x="334312" y="169430"/>
                  </a:lnTo>
                  <a:lnTo>
                    <a:pt x="334300" y="164133"/>
                  </a:lnTo>
                  <a:lnTo>
                    <a:pt x="334120" y="158839"/>
                  </a:lnTo>
                  <a:lnTo>
                    <a:pt x="333773" y="153554"/>
                  </a:lnTo>
                  <a:lnTo>
                    <a:pt x="333258" y="148282"/>
                  </a:lnTo>
                  <a:lnTo>
                    <a:pt x="332576" y="143030"/>
                  </a:lnTo>
                  <a:lnTo>
                    <a:pt x="331728" y="137801"/>
                  </a:lnTo>
                  <a:lnTo>
                    <a:pt x="330715" y="132602"/>
                  </a:lnTo>
                  <a:lnTo>
                    <a:pt x="329538" y="127438"/>
                  </a:lnTo>
                  <a:lnTo>
                    <a:pt x="328198" y="122314"/>
                  </a:lnTo>
                  <a:lnTo>
                    <a:pt x="326696" y="117234"/>
                  </a:lnTo>
                  <a:lnTo>
                    <a:pt x="325034" y="112205"/>
                  </a:lnTo>
                  <a:lnTo>
                    <a:pt x="323214" y="107231"/>
                  </a:lnTo>
                  <a:lnTo>
                    <a:pt x="321236" y="102317"/>
                  </a:lnTo>
                  <a:lnTo>
                    <a:pt x="319104" y="97468"/>
                  </a:lnTo>
                  <a:lnTo>
                    <a:pt x="316820" y="92689"/>
                  </a:lnTo>
                  <a:lnTo>
                    <a:pt x="314385" y="87985"/>
                  </a:lnTo>
                  <a:lnTo>
                    <a:pt x="311803" y="83361"/>
                  </a:lnTo>
                  <a:lnTo>
                    <a:pt x="309075" y="78820"/>
                  </a:lnTo>
                  <a:lnTo>
                    <a:pt x="306205" y="74369"/>
                  </a:lnTo>
                  <a:lnTo>
                    <a:pt x="303195" y="70010"/>
                  </a:lnTo>
                  <a:lnTo>
                    <a:pt x="300049" y="65749"/>
                  </a:lnTo>
                  <a:lnTo>
                    <a:pt x="296769" y="61590"/>
                  </a:lnTo>
                  <a:lnTo>
                    <a:pt x="293359" y="57537"/>
                  </a:lnTo>
                  <a:lnTo>
                    <a:pt x="289823" y="53594"/>
                  </a:lnTo>
                  <a:lnTo>
                    <a:pt x="286163" y="49765"/>
                  </a:lnTo>
                  <a:lnTo>
                    <a:pt x="282384" y="46053"/>
                  </a:lnTo>
                  <a:lnTo>
                    <a:pt x="278489" y="42464"/>
                  </a:lnTo>
                  <a:lnTo>
                    <a:pt x="274482" y="38999"/>
                  </a:lnTo>
                  <a:lnTo>
                    <a:pt x="270368" y="35663"/>
                  </a:lnTo>
                  <a:lnTo>
                    <a:pt x="266150" y="32460"/>
                  </a:lnTo>
                  <a:lnTo>
                    <a:pt x="261832" y="29391"/>
                  </a:lnTo>
                  <a:lnTo>
                    <a:pt x="257420" y="26461"/>
                  </a:lnTo>
                  <a:lnTo>
                    <a:pt x="252917" y="23672"/>
                  </a:lnTo>
                  <a:lnTo>
                    <a:pt x="248328" y="21027"/>
                  </a:lnTo>
                  <a:lnTo>
                    <a:pt x="243657" y="18529"/>
                  </a:lnTo>
                  <a:lnTo>
                    <a:pt x="238910" y="16180"/>
                  </a:lnTo>
                  <a:lnTo>
                    <a:pt x="234090" y="13983"/>
                  </a:lnTo>
                  <a:lnTo>
                    <a:pt x="229203" y="11939"/>
                  </a:lnTo>
                  <a:lnTo>
                    <a:pt x="224254" y="10052"/>
                  </a:lnTo>
                  <a:lnTo>
                    <a:pt x="219248" y="8322"/>
                  </a:lnTo>
                  <a:lnTo>
                    <a:pt x="214190" y="6751"/>
                  </a:lnTo>
                  <a:lnTo>
                    <a:pt x="209084" y="5342"/>
                  </a:lnTo>
                  <a:lnTo>
                    <a:pt x="203936" y="4095"/>
                  </a:lnTo>
                  <a:lnTo>
                    <a:pt x="198751" y="3012"/>
                  </a:lnTo>
                  <a:lnTo>
                    <a:pt x="193535" y="2093"/>
                  </a:lnTo>
                  <a:lnTo>
                    <a:pt x="188292" y="1340"/>
                  </a:lnTo>
                  <a:lnTo>
                    <a:pt x="183027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321568" y="5018213"/>
              <a:ext cx="334312" cy="334333"/>
            </a:xfrm>
            <a:custGeom>
              <a:avLst/>
              <a:pathLst>
                <a:path w="334312" h="334333">
                  <a:moveTo>
                    <a:pt x="167152" y="0"/>
                  </a:moveTo>
                  <a:lnTo>
                    <a:pt x="161855" y="83"/>
                  </a:lnTo>
                  <a:lnTo>
                    <a:pt x="156565" y="335"/>
                  </a:lnTo>
                  <a:lnTo>
                    <a:pt x="151284" y="754"/>
                  </a:lnTo>
                  <a:lnTo>
                    <a:pt x="146020" y="1340"/>
                  </a:lnTo>
                  <a:lnTo>
                    <a:pt x="140777" y="2093"/>
                  </a:lnTo>
                  <a:lnTo>
                    <a:pt x="135560" y="3012"/>
                  </a:lnTo>
                  <a:lnTo>
                    <a:pt x="130376" y="4095"/>
                  </a:lnTo>
                  <a:lnTo>
                    <a:pt x="125228" y="5342"/>
                  </a:lnTo>
                  <a:lnTo>
                    <a:pt x="120122" y="6751"/>
                  </a:lnTo>
                  <a:lnTo>
                    <a:pt x="115063" y="8322"/>
                  </a:lnTo>
                  <a:lnTo>
                    <a:pt x="110057" y="10052"/>
                  </a:lnTo>
                  <a:lnTo>
                    <a:pt x="105108" y="11940"/>
                  </a:lnTo>
                  <a:lnTo>
                    <a:pt x="100221" y="13983"/>
                  </a:lnTo>
                  <a:lnTo>
                    <a:pt x="95401" y="16181"/>
                  </a:lnTo>
                  <a:lnTo>
                    <a:pt x="90654" y="18530"/>
                  </a:lnTo>
                  <a:lnTo>
                    <a:pt x="85983" y="21028"/>
                  </a:lnTo>
                  <a:lnTo>
                    <a:pt x="81394" y="23673"/>
                  </a:lnTo>
                  <a:lnTo>
                    <a:pt x="76891" y="26462"/>
                  </a:lnTo>
                  <a:lnTo>
                    <a:pt x="72478" y="29392"/>
                  </a:lnTo>
                  <a:lnTo>
                    <a:pt x="68161" y="32460"/>
                  </a:lnTo>
                  <a:lnTo>
                    <a:pt x="63943" y="35664"/>
                  </a:lnTo>
                  <a:lnTo>
                    <a:pt x="59829" y="39000"/>
                  </a:lnTo>
                  <a:lnTo>
                    <a:pt x="55822" y="42465"/>
                  </a:lnTo>
                  <a:lnTo>
                    <a:pt x="51927" y="46054"/>
                  </a:lnTo>
                  <a:lnTo>
                    <a:pt x="48148" y="49766"/>
                  </a:lnTo>
                  <a:lnTo>
                    <a:pt x="44488" y="53595"/>
                  </a:lnTo>
                  <a:lnTo>
                    <a:pt x="40951" y="57538"/>
                  </a:lnTo>
                  <a:lnTo>
                    <a:pt x="37542" y="61591"/>
                  </a:lnTo>
                  <a:lnTo>
                    <a:pt x="34262" y="65751"/>
                  </a:lnTo>
                  <a:lnTo>
                    <a:pt x="31115" y="70012"/>
                  </a:lnTo>
                  <a:lnTo>
                    <a:pt x="28106" y="74370"/>
                  </a:lnTo>
                  <a:lnTo>
                    <a:pt x="25236" y="78822"/>
                  </a:lnTo>
                  <a:lnTo>
                    <a:pt x="22508" y="83363"/>
                  </a:lnTo>
                  <a:lnTo>
                    <a:pt x="19925" y="87987"/>
                  </a:lnTo>
                  <a:lnTo>
                    <a:pt x="17491" y="92691"/>
                  </a:lnTo>
                  <a:lnTo>
                    <a:pt x="15206" y="97470"/>
                  </a:lnTo>
                  <a:lnTo>
                    <a:pt x="13075" y="102319"/>
                  </a:lnTo>
                  <a:lnTo>
                    <a:pt x="11097" y="107233"/>
                  </a:lnTo>
                  <a:lnTo>
                    <a:pt x="9277" y="112207"/>
                  </a:lnTo>
                  <a:lnTo>
                    <a:pt x="7615" y="117237"/>
                  </a:lnTo>
                  <a:lnTo>
                    <a:pt x="6113" y="122316"/>
                  </a:lnTo>
                  <a:lnTo>
                    <a:pt x="4773" y="127441"/>
                  </a:lnTo>
                  <a:lnTo>
                    <a:pt x="3596" y="132605"/>
                  </a:lnTo>
                  <a:lnTo>
                    <a:pt x="2583" y="137804"/>
                  </a:lnTo>
                  <a:lnTo>
                    <a:pt x="1735" y="143033"/>
                  </a:lnTo>
                  <a:lnTo>
                    <a:pt x="1054" y="148285"/>
                  </a:lnTo>
                  <a:lnTo>
                    <a:pt x="539" y="153557"/>
                  </a:lnTo>
                  <a:lnTo>
                    <a:pt x="192" y="158843"/>
                  </a:lnTo>
                  <a:lnTo>
                    <a:pt x="12" y="164136"/>
                  </a:lnTo>
                  <a:lnTo>
                    <a:pt x="0" y="169433"/>
                  </a:lnTo>
                  <a:lnTo>
                    <a:pt x="155" y="174728"/>
                  </a:lnTo>
                  <a:lnTo>
                    <a:pt x="479" y="180015"/>
                  </a:lnTo>
                  <a:lnTo>
                    <a:pt x="969" y="185289"/>
                  </a:lnTo>
                  <a:lnTo>
                    <a:pt x="1627" y="190545"/>
                  </a:lnTo>
                  <a:lnTo>
                    <a:pt x="2451" y="195777"/>
                  </a:lnTo>
                  <a:lnTo>
                    <a:pt x="3440" y="200981"/>
                  </a:lnTo>
                  <a:lnTo>
                    <a:pt x="4593" y="206150"/>
                  </a:lnTo>
                  <a:lnTo>
                    <a:pt x="5910" y="211281"/>
                  </a:lnTo>
                  <a:lnTo>
                    <a:pt x="7388" y="216367"/>
                  </a:lnTo>
                  <a:lnTo>
                    <a:pt x="9027" y="221404"/>
                  </a:lnTo>
                  <a:lnTo>
                    <a:pt x="10825" y="226387"/>
                  </a:lnTo>
                  <a:lnTo>
                    <a:pt x="12780" y="231309"/>
                  </a:lnTo>
                  <a:lnTo>
                    <a:pt x="14889" y="236168"/>
                  </a:lnTo>
                  <a:lnTo>
                    <a:pt x="17152" y="240957"/>
                  </a:lnTo>
                  <a:lnTo>
                    <a:pt x="19565" y="245673"/>
                  </a:lnTo>
                  <a:lnTo>
                    <a:pt x="22126" y="250309"/>
                  </a:lnTo>
                  <a:lnTo>
                    <a:pt x="24833" y="254862"/>
                  </a:lnTo>
                  <a:lnTo>
                    <a:pt x="27683" y="259327"/>
                  </a:lnTo>
                  <a:lnTo>
                    <a:pt x="30673" y="263699"/>
                  </a:lnTo>
                  <a:lnTo>
                    <a:pt x="33800" y="267975"/>
                  </a:lnTo>
                  <a:lnTo>
                    <a:pt x="37060" y="272149"/>
                  </a:lnTo>
                  <a:lnTo>
                    <a:pt x="40452" y="276218"/>
                  </a:lnTo>
                  <a:lnTo>
                    <a:pt x="43970" y="280177"/>
                  </a:lnTo>
                  <a:lnTo>
                    <a:pt x="47612" y="284023"/>
                  </a:lnTo>
                  <a:lnTo>
                    <a:pt x="51374" y="287751"/>
                  </a:lnTo>
                  <a:lnTo>
                    <a:pt x="55253" y="291359"/>
                  </a:lnTo>
                  <a:lnTo>
                    <a:pt x="59244" y="294842"/>
                  </a:lnTo>
                  <a:lnTo>
                    <a:pt x="63343" y="298196"/>
                  </a:lnTo>
                  <a:lnTo>
                    <a:pt x="67546" y="301419"/>
                  </a:lnTo>
                  <a:lnTo>
                    <a:pt x="71850" y="304508"/>
                  </a:lnTo>
                  <a:lnTo>
                    <a:pt x="76249" y="307458"/>
                  </a:lnTo>
                  <a:lnTo>
                    <a:pt x="80739" y="310268"/>
                  </a:lnTo>
                  <a:lnTo>
                    <a:pt x="85316" y="312933"/>
                  </a:lnTo>
                  <a:lnTo>
                    <a:pt x="89975" y="315453"/>
                  </a:lnTo>
                  <a:lnTo>
                    <a:pt x="94712" y="317824"/>
                  </a:lnTo>
                  <a:lnTo>
                    <a:pt x="99521" y="320043"/>
                  </a:lnTo>
                  <a:lnTo>
                    <a:pt x="104399" y="322109"/>
                  </a:lnTo>
                  <a:lnTo>
                    <a:pt x="109339" y="324019"/>
                  </a:lnTo>
                  <a:lnTo>
                    <a:pt x="114337" y="325772"/>
                  </a:lnTo>
                  <a:lnTo>
                    <a:pt x="119389" y="327366"/>
                  </a:lnTo>
                  <a:lnTo>
                    <a:pt x="124488" y="328799"/>
                  </a:lnTo>
                  <a:lnTo>
                    <a:pt x="129630" y="330069"/>
                  </a:lnTo>
                  <a:lnTo>
                    <a:pt x="134810" y="331176"/>
                  </a:lnTo>
                  <a:lnTo>
                    <a:pt x="140023" y="332118"/>
                  </a:lnTo>
                  <a:lnTo>
                    <a:pt x="145262" y="332895"/>
                  </a:lnTo>
                  <a:lnTo>
                    <a:pt x="150524" y="333505"/>
                  </a:lnTo>
                  <a:lnTo>
                    <a:pt x="155802" y="333949"/>
                  </a:lnTo>
                  <a:lnTo>
                    <a:pt x="161092" y="334225"/>
                  </a:lnTo>
                  <a:lnTo>
                    <a:pt x="166387" y="334333"/>
                  </a:lnTo>
                  <a:lnTo>
                    <a:pt x="171684" y="334273"/>
                  </a:lnTo>
                  <a:lnTo>
                    <a:pt x="176976" y="334045"/>
                  </a:lnTo>
                  <a:lnTo>
                    <a:pt x="182258" y="333650"/>
                  </a:lnTo>
                  <a:lnTo>
                    <a:pt x="187525" y="333088"/>
                  </a:lnTo>
                  <a:lnTo>
                    <a:pt x="192771" y="332360"/>
                  </a:lnTo>
                  <a:lnTo>
                    <a:pt x="197992" y="331465"/>
                  </a:lnTo>
                  <a:lnTo>
                    <a:pt x="203182" y="330405"/>
                  </a:lnTo>
                  <a:lnTo>
                    <a:pt x="208335" y="329182"/>
                  </a:lnTo>
                  <a:lnTo>
                    <a:pt x="213447" y="327796"/>
                  </a:lnTo>
                  <a:lnTo>
                    <a:pt x="218513" y="326248"/>
                  </a:lnTo>
                  <a:lnTo>
                    <a:pt x="223527" y="324541"/>
                  </a:lnTo>
                  <a:lnTo>
                    <a:pt x="228485" y="322676"/>
                  </a:lnTo>
                  <a:lnTo>
                    <a:pt x="233381" y="320655"/>
                  </a:lnTo>
                  <a:lnTo>
                    <a:pt x="238211" y="318480"/>
                  </a:lnTo>
                  <a:lnTo>
                    <a:pt x="242969" y="316153"/>
                  </a:lnTo>
                  <a:lnTo>
                    <a:pt x="247651" y="313676"/>
                  </a:lnTo>
                  <a:lnTo>
                    <a:pt x="252252" y="311052"/>
                  </a:lnTo>
                  <a:lnTo>
                    <a:pt x="256768" y="308283"/>
                  </a:lnTo>
                  <a:lnTo>
                    <a:pt x="261194" y="305373"/>
                  </a:lnTo>
                  <a:lnTo>
                    <a:pt x="265525" y="302325"/>
                  </a:lnTo>
                  <a:lnTo>
                    <a:pt x="269758" y="299140"/>
                  </a:lnTo>
                  <a:lnTo>
                    <a:pt x="273887" y="295823"/>
                  </a:lnTo>
                  <a:lnTo>
                    <a:pt x="277910" y="292377"/>
                  </a:lnTo>
                  <a:lnTo>
                    <a:pt x="281821" y="288805"/>
                  </a:lnTo>
                  <a:lnTo>
                    <a:pt x="285617" y="285111"/>
                  </a:lnTo>
                  <a:lnTo>
                    <a:pt x="289295" y="281299"/>
                  </a:lnTo>
                  <a:lnTo>
                    <a:pt x="292849" y="277372"/>
                  </a:lnTo>
                  <a:lnTo>
                    <a:pt x="296277" y="273334"/>
                  </a:lnTo>
                  <a:lnTo>
                    <a:pt x="299576" y="269190"/>
                  </a:lnTo>
                  <a:lnTo>
                    <a:pt x="302742" y="264943"/>
                  </a:lnTo>
                  <a:lnTo>
                    <a:pt x="305772" y="260598"/>
                  </a:lnTo>
                  <a:lnTo>
                    <a:pt x="308662" y="256160"/>
                  </a:lnTo>
                  <a:lnTo>
                    <a:pt x="311411" y="251632"/>
                  </a:lnTo>
                  <a:lnTo>
                    <a:pt x="314014" y="247019"/>
                  </a:lnTo>
                  <a:lnTo>
                    <a:pt x="316470" y="242326"/>
                  </a:lnTo>
                  <a:lnTo>
                    <a:pt x="318776" y="237558"/>
                  </a:lnTo>
                  <a:lnTo>
                    <a:pt x="320930" y="232718"/>
                  </a:lnTo>
                  <a:lnTo>
                    <a:pt x="322930" y="227814"/>
                  </a:lnTo>
                  <a:lnTo>
                    <a:pt x="324773" y="222848"/>
                  </a:lnTo>
                  <a:lnTo>
                    <a:pt x="326458" y="217826"/>
                  </a:lnTo>
                  <a:lnTo>
                    <a:pt x="327983" y="212754"/>
                  </a:lnTo>
                  <a:lnTo>
                    <a:pt x="329347" y="207635"/>
                  </a:lnTo>
                  <a:lnTo>
                    <a:pt x="330547" y="202476"/>
                  </a:lnTo>
                  <a:lnTo>
                    <a:pt x="331584" y="197282"/>
                  </a:lnTo>
                  <a:lnTo>
                    <a:pt x="332456" y="192057"/>
                  </a:lnTo>
                  <a:lnTo>
                    <a:pt x="333161" y="186808"/>
                  </a:lnTo>
                  <a:lnTo>
                    <a:pt x="333700" y="181538"/>
                  </a:lnTo>
                  <a:lnTo>
                    <a:pt x="334072" y="176255"/>
                  </a:lnTo>
                  <a:lnTo>
                    <a:pt x="334276" y="170962"/>
                  </a:lnTo>
                  <a:lnTo>
                    <a:pt x="334312" y="165665"/>
                  </a:lnTo>
                  <a:lnTo>
                    <a:pt x="334181" y="160370"/>
                  </a:lnTo>
                  <a:lnTo>
                    <a:pt x="333882" y="155081"/>
                  </a:lnTo>
                  <a:lnTo>
                    <a:pt x="333415" y="149805"/>
                  </a:lnTo>
                  <a:lnTo>
                    <a:pt x="332781" y="144546"/>
                  </a:lnTo>
                  <a:lnTo>
                    <a:pt x="331982" y="139310"/>
                  </a:lnTo>
                  <a:lnTo>
                    <a:pt x="331016" y="134102"/>
                  </a:lnTo>
                  <a:lnTo>
                    <a:pt x="329887" y="128927"/>
                  </a:lnTo>
                  <a:lnTo>
                    <a:pt x="328593" y="123791"/>
                  </a:lnTo>
                  <a:lnTo>
                    <a:pt x="327138" y="118698"/>
                  </a:lnTo>
                  <a:lnTo>
                    <a:pt x="325522" y="113653"/>
                  </a:lnTo>
                  <a:lnTo>
                    <a:pt x="323747" y="108663"/>
                  </a:lnTo>
                  <a:lnTo>
                    <a:pt x="321815" y="103731"/>
                  </a:lnTo>
                  <a:lnTo>
                    <a:pt x="319728" y="98863"/>
                  </a:lnTo>
                  <a:lnTo>
                    <a:pt x="317487" y="94063"/>
                  </a:lnTo>
                  <a:lnTo>
                    <a:pt x="315096" y="89337"/>
                  </a:lnTo>
                  <a:lnTo>
                    <a:pt x="312556" y="84689"/>
                  </a:lnTo>
                  <a:lnTo>
                    <a:pt x="309870" y="80124"/>
                  </a:lnTo>
                  <a:lnTo>
                    <a:pt x="307040" y="75646"/>
                  </a:lnTo>
                  <a:lnTo>
                    <a:pt x="304070" y="71260"/>
                  </a:lnTo>
                  <a:lnTo>
                    <a:pt x="300963" y="66970"/>
                  </a:lnTo>
                  <a:lnTo>
                    <a:pt x="297722" y="62781"/>
                  </a:lnTo>
                  <a:lnTo>
                    <a:pt x="294349" y="58697"/>
                  </a:lnTo>
                  <a:lnTo>
                    <a:pt x="290849" y="54721"/>
                  </a:lnTo>
                  <a:lnTo>
                    <a:pt x="287224" y="50859"/>
                  </a:lnTo>
                  <a:lnTo>
                    <a:pt x="283479" y="47113"/>
                  </a:lnTo>
                  <a:lnTo>
                    <a:pt x="279617" y="43488"/>
                  </a:lnTo>
                  <a:lnTo>
                    <a:pt x="275642" y="39987"/>
                  </a:lnTo>
                  <a:lnTo>
                    <a:pt x="271558" y="36614"/>
                  </a:lnTo>
                  <a:lnTo>
                    <a:pt x="267370" y="33371"/>
                  </a:lnTo>
                  <a:lnTo>
                    <a:pt x="263081" y="30263"/>
                  </a:lnTo>
                  <a:lnTo>
                    <a:pt x="258695" y="27293"/>
                  </a:lnTo>
                  <a:lnTo>
                    <a:pt x="254218" y="24463"/>
                  </a:lnTo>
                  <a:lnTo>
                    <a:pt x="249653" y="21776"/>
                  </a:lnTo>
                  <a:lnTo>
                    <a:pt x="245005" y="19235"/>
                  </a:lnTo>
                  <a:lnTo>
                    <a:pt x="240279" y="16843"/>
                  </a:lnTo>
                  <a:lnTo>
                    <a:pt x="235480" y="14602"/>
                  </a:lnTo>
                  <a:lnTo>
                    <a:pt x="230612" y="12513"/>
                  </a:lnTo>
                  <a:lnTo>
                    <a:pt x="225681" y="10581"/>
                  </a:lnTo>
                  <a:lnTo>
                    <a:pt x="220690" y="8805"/>
                  </a:lnTo>
                  <a:lnTo>
                    <a:pt x="215646" y="7188"/>
                  </a:lnTo>
                  <a:lnTo>
                    <a:pt x="210554" y="5732"/>
                  </a:lnTo>
                  <a:lnTo>
                    <a:pt x="205417" y="4438"/>
                  </a:lnTo>
                  <a:lnTo>
                    <a:pt x="200243" y="3307"/>
                  </a:lnTo>
                  <a:lnTo>
                    <a:pt x="195035" y="2341"/>
                  </a:lnTo>
                  <a:lnTo>
                    <a:pt x="189799" y="1541"/>
                  </a:lnTo>
                  <a:lnTo>
                    <a:pt x="184540" y="906"/>
                  </a:lnTo>
                  <a:lnTo>
                    <a:pt x="179264" y="439"/>
                  </a:lnTo>
                  <a:lnTo>
                    <a:pt x="173975" y="13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720" y="5018213"/>
              <a:ext cx="6823" cy="167167"/>
            </a:xfrm>
            <a:custGeom>
              <a:avLst/>
              <a:pathLst>
                <a:path w="6823" h="167167">
                  <a:moveTo>
                    <a:pt x="6823" y="13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797376" y="5269756"/>
              <a:ext cx="167124" cy="167167"/>
            </a:xfrm>
            <a:custGeom>
              <a:avLst/>
              <a:pathLst>
                <a:path w="167124" h="167167">
                  <a:moveTo>
                    <a:pt x="167124" y="0"/>
                  </a:moveTo>
                  <a:lnTo>
                    <a:pt x="161733" y="86"/>
                  </a:lnTo>
                  <a:lnTo>
                    <a:pt x="156348" y="347"/>
                  </a:lnTo>
                  <a:lnTo>
                    <a:pt x="150974" y="782"/>
                  </a:lnTo>
                  <a:lnTo>
                    <a:pt x="145616" y="1389"/>
                  </a:lnTo>
                  <a:lnTo>
                    <a:pt x="140281" y="2169"/>
                  </a:lnTo>
                  <a:lnTo>
                    <a:pt x="134974" y="3120"/>
                  </a:lnTo>
                  <a:lnTo>
                    <a:pt x="129701" y="4242"/>
                  </a:lnTo>
                  <a:lnTo>
                    <a:pt x="124466" y="5534"/>
                  </a:lnTo>
                  <a:lnTo>
                    <a:pt x="119275" y="6994"/>
                  </a:lnTo>
                  <a:lnTo>
                    <a:pt x="114135" y="8620"/>
                  </a:lnTo>
                  <a:lnTo>
                    <a:pt x="109049" y="10412"/>
                  </a:lnTo>
                  <a:lnTo>
                    <a:pt x="104024" y="12366"/>
                  </a:lnTo>
                  <a:lnTo>
                    <a:pt x="99065" y="14481"/>
                  </a:lnTo>
                  <a:lnTo>
                    <a:pt x="94176" y="16756"/>
                  </a:lnTo>
                  <a:lnTo>
                    <a:pt x="89364" y="19186"/>
                  </a:lnTo>
                  <a:lnTo>
                    <a:pt x="84632" y="21771"/>
                  </a:lnTo>
                  <a:lnTo>
                    <a:pt x="79986" y="24507"/>
                  </a:lnTo>
                  <a:lnTo>
                    <a:pt x="75431" y="27391"/>
                  </a:lnTo>
                  <a:lnTo>
                    <a:pt x="70971" y="30421"/>
                  </a:lnTo>
                  <a:lnTo>
                    <a:pt x="66611" y="33593"/>
                  </a:lnTo>
                  <a:lnTo>
                    <a:pt x="62355" y="36904"/>
                  </a:lnTo>
                  <a:lnTo>
                    <a:pt x="58209" y="40351"/>
                  </a:lnTo>
                  <a:lnTo>
                    <a:pt x="54176" y="43929"/>
                  </a:lnTo>
                  <a:lnTo>
                    <a:pt x="50260" y="47636"/>
                  </a:lnTo>
                  <a:lnTo>
                    <a:pt x="46466" y="51467"/>
                  </a:lnTo>
                  <a:lnTo>
                    <a:pt x="42798" y="55418"/>
                  </a:lnTo>
                  <a:lnTo>
                    <a:pt x="39259" y="59485"/>
                  </a:lnTo>
                  <a:lnTo>
                    <a:pt x="35853" y="63665"/>
                  </a:lnTo>
                  <a:lnTo>
                    <a:pt x="32583" y="67952"/>
                  </a:lnTo>
                  <a:lnTo>
                    <a:pt x="29453" y="72343"/>
                  </a:lnTo>
                  <a:lnTo>
                    <a:pt x="26467" y="76832"/>
                  </a:lnTo>
                  <a:lnTo>
                    <a:pt x="23627" y="81415"/>
                  </a:lnTo>
                  <a:lnTo>
                    <a:pt x="20936" y="86087"/>
                  </a:lnTo>
                  <a:lnTo>
                    <a:pt x="18397" y="90844"/>
                  </a:lnTo>
                  <a:lnTo>
                    <a:pt x="16013" y="95680"/>
                  </a:lnTo>
                  <a:lnTo>
                    <a:pt x="13787" y="100590"/>
                  </a:lnTo>
                  <a:lnTo>
                    <a:pt x="11719" y="105570"/>
                  </a:lnTo>
                  <a:lnTo>
                    <a:pt x="9814" y="110614"/>
                  </a:lnTo>
                  <a:lnTo>
                    <a:pt x="8072" y="115716"/>
                  </a:lnTo>
                  <a:lnTo>
                    <a:pt x="6495" y="120872"/>
                  </a:lnTo>
                  <a:lnTo>
                    <a:pt x="5086" y="126077"/>
                  </a:lnTo>
                  <a:lnTo>
                    <a:pt x="3845" y="131324"/>
                  </a:lnTo>
                  <a:lnTo>
                    <a:pt x="2774" y="136608"/>
                  </a:lnTo>
                  <a:lnTo>
                    <a:pt x="1874" y="141924"/>
                  </a:lnTo>
                  <a:lnTo>
                    <a:pt x="1146" y="147266"/>
                  </a:lnTo>
                  <a:lnTo>
                    <a:pt x="590" y="152629"/>
                  </a:lnTo>
                  <a:lnTo>
                    <a:pt x="208" y="158007"/>
                  </a:lnTo>
                  <a:lnTo>
                    <a:pt x="0" y="163395"/>
                  </a:lnTo>
                  <a:lnTo>
                    <a:pt x="16712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797341" y="5269756"/>
              <a:ext cx="334312" cy="334333"/>
            </a:xfrm>
            <a:custGeom>
              <a:avLst/>
              <a:pathLst>
                <a:path w="334312" h="334333">
                  <a:moveTo>
                    <a:pt x="35" y="163395"/>
                  </a:moveTo>
                  <a:lnTo>
                    <a:pt x="0" y="168707"/>
                  </a:lnTo>
                  <a:lnTo>
                    <a:pt x="133" y="174017"/>
                  </a:lnTo>
                  <a:lnTo>
                    <a:pt x="435" y="179321"/>
                  </a:lnTo>
                  <a:lnTo>
                    <a:pt x="905" y="184612"/>
                  </a:lnTo>
                  <a:lnTo>
                    <a:pt x="1543" y="189886"/>
                  </a:lnTo>
                  <a:lnTo>
                    <a:pt x="2349" y="195136"/>
                  </a:lnTo>
                  <a:lnTo>
                    <a:pt x="3321" y="200359"/>
                  </a:lnTo>
                  <a:lnTo>
                    <a:pt x="4458" y="205548"/>
                  </a:lnTo>
                  <a:lnTo>
                    <a:pt x="5760" y="210698"/>
                  </a:lnTo>
                  <a:lnTo>
                    <a:pt x="7224" y="215804"/>
                  </a:lnTo>
                  <a:lnTo>
                    <a:pt x="8850" y="220861"/>
                  </a:lnTo>
                  <a:lnTo>
                    <a:pt x="10636" y="225864"/>
                  </a:lnTo>
                  <a:lnTo>
                    <a:pt x="12580" y="230807"/>
                  </a:lnTo>
                  <a:lnTo>
                    <a:pt x="14680" y="235687"/>
                  </a:lnTo>
                  <a:lnTo>
                    <a:pt x="16934" y="240497"/>
                  </a:lnTo>
                  <a:lnTo>
                    <a:pt x="19340" y="245233"/>
                  </a:lnTo>
                  <a:lnTo>
                    <a:pt x="21895" y="249890"/>
                  </a:lnTo>
                  <a:lnTo>
                    <a:pt x="24597" y="254464"/>
                  </a:lnTo>
                  <a:lnTo>
                    <a:pt x="27442" y="258949"/>
                  </a:lnTo>
                  <a:lnTo>
                    <a:pt x="30429" y="263342"/>
                  </a:lnTo>
                  <a:lnTo>
                    <a:pt x="33554" y="267638"/>
                  </a:lnTo>
                  <a:lnTo>
                    <a:pt x="36814" y="271832"/>
                  </a:lnTo>
                  <a:lnTo>
                    <a:pt x="40205" y="275921"/>
                  </a:lnTo>
                  <a:lnTo>
                    <a:pt x="43725" y="279900"/>
                  </a:lnTo>
                  <a:lnTo>
                    <a:pt x="47369" y="283765"/>
                  </a:lnTo>
                  <a:lnTo>
                    <a:pt x="51134" y="287512"/>
                  </a:lnTo>
                  <a:lnTo>
                    <a:pt x="55016" y="291138"/>
                  </a:lnTo>
                  <a:lnTo>
                    <a:pt x="59012" y="294638"/>
                  </a:lnTo>
                  <a:lnTo>
                    <a:pt x="63116" y="298010"/>
                  </a:lnTo>
                  <a:lnTo>
                    <a:pt x="67326" y="301250"/>
                  </a:lnTo>
                  <a:lnTo>
                    <a:pt x="71637" y="304354"/>
                  </a:lnTo>
                  <a:lnTo>
                    <a:pt x="76044" y="307320"/>
                  </a:lnTo>
                  <a:lnTo>
                    <a:pt x="80543" y="310144"/>
                  </a:lnTo>
                  <a:lnTo>
                    <a:pt x="85129" y="312824"/>
                  </a:lnTo>
                  <a:lnTo>
                    <a:pt x="89799" y="315357"/>
                  </a:lnTo>
                  <a:lnTo>
                    <a:pt x="94546" y="317740"/>
                  </a:lnTo>
                  <a:lnTo>
                    <a:pt x="99367" y="319971"/>
                  </a:lnTo>
                  <a:lnTo>
                    <a:pt x="104256" y="322048"/>
                  </a:lnTo>
                  <a:lnTo>
                    <a:pt x="109209" y="323968"/>
                  </a:lnTo>
                  <a:lnTo>
                    <a:pt x="114220" y="325730"/>
                  </a:lnTo>
                  <a:lnTo>
                    <a:pt x="119285" y="327332"/>
                  </a:lnTo>
                  <a:lnTo>
                    <a:pt x="124398" y="328773"/>
                  </a:lnTo>
                  <a:lnTo>
                    <a:pt x="129554" y="330050"/>
                  </a:lnTo>
                  <a:lnTo>
                    <a:pt x="134749" y="331162"/>
                  </a:lnTo>
                  <a:lnTo>
                    <a:pt x="139976" y="332109"/>
                  </a:lnTo>
                  <a:lnTo>
                    <a:pt x="145230" y="332890"/>
                  </a:lnTo>
                  <a:lnTo>
                    <a:pt x="150507" y="333503"/>
                  </a:lnTo>
                  <a:lnTo>
                    <a:pt x="155800" y="333948"/>
                  </a:lnTo>
                  <a:lnTo>
                    <a:pt x="161105" y="334225"/>
                  </a:lnTo>
                  <a:lnTo>
                    <a:pt x="166416" y="334333"/>
                  </a:lnTo>
                  <a:lnTo>
                    <a:pt x="171728" y="334272"/>
                  </a:lnTo>
                  <a:lnTo>
                    <a:pt x="177035" y="334042"/>
                  </a:lnTo>
                  <a:lnTo>
                    <a:pt x="182332" y="333644"/>
                  </a:lnTo>
                  <a:lnTo>
                    <a:pt x="187614" y="333078"/>
                  </a:lnTo>
                  <a:lnTo>
                    <a:pt x="192875" y="332345"/>
                  </a:lnTo>
                  <a:lnTo>
                    <a:pt x="198110" y="331444"/>
                  </a:lnTo>
                  <a:lnTo>
                    <a:pt x="203314" y="330378"/>
                  </a:lnTo>
                  <a:lnTo>
                    <a:pt x="208481" y="329147"/>
                  </a:lnTo>
                  <a:lnTo>
                    <a:pt x="213607" y="327752"/>
                  </a:lnTo>
                  <a:lnTo>
                    <a:pt x="218686" y="326195"/>
                  </a:lnTo>
                  <a:lnTo>
                    <a:pt x="223713" y="324478"/>
                  </a:lnTo>
                  <a:lnTo>
                    <a:pt x="228682" y="322602"/>
                  </a:lnTo>
                  <a:lnTo>
                    <a:pt x="233590" y="320568"/>
                  </a:lnTo>
                  <a:lnTo>
                    <a:pt x="238430" y="318380"/>
                  </a:lnTo>
                  <a:lnTo>
                    <a:pt x="243199" y="316039"/>
                  </a:lnTo>
                  <a:lnTo>
                    <a:pt x="247890" y="313548"/>
                  </a:lnTo>
                  <a:lnTo>
                    <a:pt x="252501" y="310909"/>
                  </a:lnTo>
                  <a:lnTo>
                    <a:pt x="257025" y="308125"/>
                  </a:lnTo>
                  <a:lnTo>
                    <a:pt x="261458" y="305199"/>
                  </a:lnTo>
                  <a:lnTo>
                    <a:pt x="265796" y="302133"/>
                  </a:lnTo>
                  <a:lnTo>
                    <a:pt x="270035" y="298931"/>
                  </a:lnTo>
                  <a:lnTo>
                    <a:pt x="274169" y="295596"/>
                  </a:lnTo>
                  <a:lnTo>
                    <a:pt x="278196" y="292131"/>
                  </a:lnTo>
                  <a:lnTo>
                    <a:pt x="282110" y="288540"/>
                  </a:lnTo>
                  <a:lnTo>
                    <a:pt x="285908" y="284826"/>
                  </a:lnTo>
                  <a:lnTo>
                    <a:pt x="289587" y="280994"/>
                  </a:lnTo>
                  <a:lnTo>
                    <a:pt x="293142" y="277047"/>
                  </a:lnTo>
                  <a:lnTo>
                    <a:pt x="296569" y="272988"/>
                  </a:lnTo>
                  <a:lnTo>
                    <a:pt x="299866" y="268823"/>
                  </a:lnTo>
                  <a:lnTo>
                    <a:pt x="303029" y="264555"/>
                  </a:lnTo>
                  <a:lnTo>
                    <a:pt x="306055" y="260189"/>
                  </a:lnTo>
                  <a:lnTo>
                    <a:pt x="308940" y="255729"/>
                  </a:lnTo>
                  <a:lnTo>
                    <a:pt x="311682" y="251180"/>
                  </a:lnTo>
                  <a:lnTo>
                    <a:pt x="314279" y="246546"/>
                  </a:lnTo>
                  <a:lnTo>
                    <a:pt x="316727" y="241831"/>
                  </a:lnTo>
                  <a:lnTo>
                    <a:pt x="319023" y="237041"/>
                  </a:lnTo>
                  <a:lnTo>
                    <a:pt x="321167" y="232181"/>
                  </a:lnTo>
                  <a:lnTo>
                    <a:pt x="323155" y="227255"/>
                  </a:lnTo>
                  <a:lnTo>
                    <a:pt x="324985" y="222268"/>
                  </a:lnTo>
                  <a:lnTo>
                    <a:pt x="326656" y="217226"/>
                  </a:lnTo>
                  <a:lnTo>
                    <a:pt x="328166" y="212133"/>
                  </a:lnTo>
                  <a:lnTo>
                    <a:pt x="329514" y="206994"/>
                  </a:lnTo>
                  <a:lnTo>
                    <a:pt x="330697" y="201816"/>
                  </a:lnTo>
                  <a:lnTo>
                    <a:pt x="331715" y="196602"/>
                  </a:lnTo>
                  <a:lnTo>
                    <a:pt x="332568" y="191359"/>
                  </a:lnTo>
                  <a:lnTo>
                    <a:pt x="333253" y="186091"/>
                  </a:lnTo>
                  <a:lnTo>
                    <a:pt x="333770" y="180804"/>
                  </a:lnTo>
                  <a:lnTo>
                    <a:pt x="334119" y="175504"/>
                  </a:lnTo>
                  <a:lnTo>
                    <a:pt x="334300" y="170195"/>
                  </a:lnTo>
                  <a:lnTo>
                    <a:pt x="334312" y="164883"/>
                  </a:lnTo>
                  <a:lnTo>
                    <a:pt x="334155" y="159573"/>
                  </a:lnTo>
                  <a:lnTo>
                    <a:pt x="333829" y="154271"/>
                  </a:lnTo>
                  <a:lnTo>
                    <a:pt x="333335" y="148982"/>
                  </a:lnTo>
                  <a:lnTo>
                    <a:pt x="332674" y="143711"/>
                  </a:lnTo>
                  <a:lnTo>
                    <a:pt x="331845" y="138464"/>
                  </a:lnTo>
                  <a:lnTo>
                    <a:pt x="330850" y="133246"/>
                  </a:lnTo>
                  <a:lnTo>
                    <a:pt x="329689" y="128063"/>
                  </a:lnTo>
                  <a:lnTo>
                    <a:pt x="328365" y="122918"/>
                  </a:lnTo>
                  <a:lnTo>
                    <a:pt x="326877" y="117819"/>
                  </a:lnTo>
                  <a:lnTo>
                    <a:pt x="325229" y="112769"/>
                  </a:lnTo>
                  <a:lnTo>
                    <a:pt x="323421" y="107774"/>
                  </a:lnTo>
                  <a:lnTo>
                    <a:pt x="321455" y="102839"/>
                  </a:lnTo>
                  <a:lnTo>
                    <a:pt x="319333" y="97969"/>
                  </a:lnTo>
                  <a:lnTo>
                    <a:pt x="317057" y="93169"/>
                  </a:lnTo>
                  <a:lnTo>
                    <a:pt x="314631" y="88444"/>
                  </a:lnTo>
                  <a:lnTo>
                    <a:pt x="312055" y="83798"/>
                  </a:lnTo>
                  <a:lnTo>
                    <a:pt x="309333" y="79236"/>
                  </a:lnTo>
                  <a:lnTo>
                    <a:pt x="306467" y="74764"/>
                  </a:lnTo>
                  <a:lnTo>
                    <a:pt x="303461" y="70384"/>
                  </a:lnTo>
                  <a:lnTo>
                    <a:pt x="300317" y="66102"/>
                  </a:lnTo>
                  <a:lnTo>
                    <a:pt x="297039" y="61922"/>
                  </a:lnTo>
                  <a:lnTo>
                    <a:pt x="293629" y="57849"/>
                  </a:lnTo>
                  <a:lnTo>
                    <a:pt x="290092" y="53886"/>
                  </a:lnTo>
                  <a:lnTo>
                    <a:pt x="286431" y="50037"/>
                  </a:lnTo>
                  <a:lnTo>
                    <a:pt x="282649" y="46307"/>
                  </a:lnTo>
                  <a:lnTo>
                    <a:pt x="278751" y="42698"/>
                  </a:lnTo>
                  <a:lnTo>
                    <a:pt x="274740" y="39216"/>
                  </a:lnTo>
                  <a:lnTo>
                    <a:pt x="270620" y="35862"/>
                  </a:lnTo>
                  <a:lnTo>
                    <a:pt x="266396" y="32641"/>
                  </a:lnTo>
                  <a:lnTo>
                    <a:pt x="262071" y="29556"/>
                  </a:lnTo>
                  <a:lnTo>
                    <a:pt x="257651" y="26610"/>
                  </a:lnTo>
                  <a:lnTo>
                    <a:pt x="253140" y="23806"/>
                  </a:lnTo>
                  <a:lnTo>
                    <a:pt x="248541" y="21146"/>
                  </a:lnTo>
                  <a:lnTo>
                    <a:pt x="243861" y="18634"/>
                  </a:lnTo>
                  <a:lnTo>
                    <a:pt x="239103" y="16272"/>
                  </a:lnTo>
                  <a:lnTo>
                    <a:pt x="234272" y="14063"/>
                  </a:lnTo>
                  <a:lnTo>
                    <a:pt x="229373" y="12008"/>
                  </a:lnTo>
                  <a:lnTo>
                    <a:pt x="224412" y="10109"/>
                  </a:lnTo>
                  <a:lnTo>
                    <a:pt x="219393" y="8369"/>
                  </a:lnTo>
                  <a:lnTo>
                    <a:pt x="214321" y="6790"/>
                  </a:lnTo>
                  <a:lnTo>
                    <a:pt x="209202" y="5373"/>
                  </a:lnTo>
                  <a:lnTo>
                    <a:pt x="204040" y="4118"/>
                  </a:lnTo>
                  <a:lnTo>
                    <a:pt x="198841" y="3029"/>
                  </a:lnTo>
                  <a:lnTo>
                    <a:pt x="193610" y="2105"/>
                  </a:lnTo>
                  <a:lnTo>
                    <a:pt x="188352" y="1348"/>
                  </a:lnTo>
                  <a:lnTo>
                    <a:pt x="183073" y="759"/>
                  </a:lnTo>
                  <a:lnTo>
                    <a:pt x="177777" y="337"/>
                  </a:lnTo>
                  <a:lnTo>
                    <a:pt x="172471" y="84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1751" y="5399291"/>
              <a:ext cx="4464" cy="167167"/>
            </a:xfrm>
            <a:custGeom>
              <a:avLst/>
              <a:pathLst>
                <a:path w="4464" h="167167">
                  <a:moveTo>
                    <a:pt x="4464" y="0"/>
                  </a:moveTo>
                  <a:lnTo>
                    <a:pt x="0" y="59"/>
                  </a:lnTo>
                  <a:lnTo>
                    <a:pt x="446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1751" y="5399351"/>
              <a:ext cx="4464" cy="167107"/>
            </a:xfrm>
            <a:custGeom>
              <a:avLst/>
              <a:pathLst>
                <a:path w="4464" h="167107">
                  <a:moveTo>
                    <a:pt x="0" y="0"/>
                  </a:moveTo>
                  <a:lnTo>
                    <a:pt x="4464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1751" y="5399351"/>
              <a:ext cx="4464" cy="167107"/>
            </a:xfrm>
            <a:custGeom>
              <a:avLst/>
              <a:pathLst>
                <a:path w="4464" h="167107">
                  <a:moveTo>
                    <a:pt x="0" y="0"/>
                  </a:moveTo>
                  <a:lnTo>
                    <a:pt x="4464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1751" y="5399351"/>
              <a:ext cx="4464" cy="167107"/>
            </a:xfrm>
            <a:custGeom>
              <a:avLst/>
              <a:pathLst>
                <a:path w="4464" h="167107">
                  <a:moveTo>
                    <a:pt x="0" y="0"/>
                  </a:moveTo>
                  <a:lnTo>
                    <a:pt x="4464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1751" y="5399351"/>
              <a:ext cx="4464" cy="167107"/>
            </a:xfrm>
            <a:custGeom>
              <a:avLst/>
              <a:pathLst>
                <a:path w="4464" h="167107">
                  <a:moveTo>
                    <a:pt x="0" y="0"/>
                  </a:moveTo>
                  <a:lnTo>
                    <a:pt x="4464" y="167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1751" y="5399351"/>
              <a:ext cx="4464" cy="167107"/>
            </a:xfrm>
            <a:custGeom>
              <a:avLst/>
              <a:pathLst>
                <a:path w="4464" h="167107">
                  <a:moveTo>
                    <a:pt x="0" y="0"/>
                  </a:moveTo>
                  <a:lnTo>
                    <a:pt x="4464" y="1671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1751" y="5399351"/>
              <a:ext cx="4464" cy="167107"/>
            </a:xfrm>
            <a:custGeom>
              <a:avLst/>
              <a:pathLst>
                <a:path w="4464" h="167107">
                  <a:moveTo>
                    <a:pt x="0" y="0"/>
                  </a:moveTo>
                  <a:lnTo>
                    <a:pt x="4464" y="1671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319059" y="5399351"/>
              <a:ext cx="334312" cy="334273"/>
            </a:xfrm>
            <a:custGeom>
              <a:avLst/>
              <a:pathLst>
                <a:path w="334312" h="334273">
                  <a:moveTo>
                    <a:pt x="162692" y="0"/>
                  </a:moveTo>
                  <a:lnTo>
                    <a:pt x="157391" y="225"/>
                  </a:lnTo>
                  <a:lnTo>
                    <a:pt x="152099" y="619"/>
                  </a:lnTo>
                  <a:lnTo>
                    <a:pt x="146823" y="1181"/>
                  </a:lnTo>
                  <a:lnTo>
                    <a:pt x="141568" y="1910"/>
                  </a:lnTo>
                  <a:lnTo>
                    <a:pt x="136338" y="2805"/>
                  </a:lnTo>
                  <a:lnTo>
                    <a:pt x="131139" y="3866"/>
                  </a:lnTo>
                  <a:lnTo>
                    <a:pt x="125976" y="5091"/>
                  </a:lnTo>
                  <a:lnTo>
                    <a:pt x="120855" y="6480"/>
                  </a:lnTo>
                  <a:lnTo>
                    <a:pt x="115781" y="8030"/>
                  </a:lnTo>
                  <a:lnTo>
                    <a:pt x="110758" y="9741"/>
                  </a:lnTo>
                  <a:lnTo>
                    <a:pt x="105792" y="11610"/>
                  </a:lnTo>
                  <a:lnTo>
                    <a:pt x="100888" y="13636"/>
                  </a:lnTo>
                  <a:lnTo>
                    <a:pt x="96051" y="15816"/>
                  </a:lnTo>
                  <a:lnTo>
                    <a:pt x="91285" y="18149"/>
                  </a:lnTo>
                  <a:lnTo>
                    <a:pt x="86596" y="20632"/>
                  </a:lnTo>
                  <a:lnTo>
                    <a:pt x="81988" y="23263"/>
                  </a:lnTo>
                  <a:lnTo>
                    <a:pt x="77466" y="26038"/>
                  </a:lnTo>
                  <a:lnTo>
                    <a:pt x="73034" y="28955"/>
                  </a:lnTo>
                  <a:lnTo>
                    <a:pt x="68697" y="32012"/>
                  </a:lnTo>
                  <a:lnTo>
                    <a:pt x="64459" y="35205"/>
                  </a:lnTo>
                  <a:lnTo>
                    <a:pt x="60325" y="38531"/>
                  </a:lnTo>
                  <a:lnTo>
                    <a:pt x="56298" y="41986"/>
                  </a:lnTo>
                  <a:lnTo>
                    <a:pt x="52383" y="45567"/>
                  </a:lnTo>
                  <a:lnTo>
                    <a:pt x="48583" y="49271"/>
                  </a:lnTo>
                  <a:lnTo>
                    <a:pt x="44903" y="53093"/>
                  </a:lnTo>
                  <a:lnTo>
                    <a:pt x="41347" y="57031"/>
                  </a:lnTo>
                  <a:lnTo>
                    <a:pt x="37917" y="61079"/>
                  </a:lnTo>
                  <a:lnTo>
                    <a:pt x="34617" y="65234"/>
                  </a:lnTo>
                  <a:lnTo>
                    <a:pt x="31450" y="69492"/>
                  </a:lnTo>
                  <a:lnTo>
                    <a:pt x="28421" y="73848"/>
                  </a:lnTo>
                  <a:lnTo>
                    <a:pt x="25531" y="78297"/>
                  </a:lnTo>
                  <a:lnTo>
                    <a:pt x="22784" y="82837"/>
                  </a:lnTo>
                  <a:lnTo>
                    <a:pt x="20182" y="87461"/>
                  </a:lnTo>
                  <a:lnTo>
                    <a:pt x="17728" y="92166"/>
                  </a:lnTo>
                  <a:lnTo>
                    <a:pt x="15425" y="96946"/>
                  </a:lnTo>
                  <a:lnTo>
                    <a:pt x="13275" y="101797"/>
                  </a:lnTo>
                  <a:lnTo>
                    <a:pt x="11280" y="106713"/>
                  </a:lnTo>
                  <a:lnTo>
                    <a:pt x="9442" y="111691"/>
                  </a:lnTo>
                  <a:lnTo>
                    <a:pt x="7762" y="116724"/>
                  </a:lnTo>
                  <a:lnTo>
                    <a:pt x="6244" y="121808"/>
                  </a:lnTo>
                  <a:lnTo>
                    <a:pt x="4887" y="126937"/>
                  </a:lnTo>
                  <a:lnTo>
                    <a:pt x="3694" y="132108"/>
                  </a:lnTo>
                  <a:lnTo>
                    <a:pt x="2665" y="137313"/>
                  </a:lnTo>
                  <a:lnTo>
                    <a:pt x="1803" y="142548"/>
                  </a:lnTo>
                  <a:lnTo>
                    <a:pt x="1107" y="147808"/>
                  </a:lnTo>
                  <a:lnTo>
                    <a:pt x="578" y="153088"/>
                  </a:lnTo>
                  <a:lnTo>
                    <a:pt x="217" y="158382"/>
                  </a:lnTo>
                  <a:lnTo>
                    <a:pt x="24" y="163684"/>
                  </a:lnTo>
                  <a:lnTo>
                    <a:pt x="0" y="168990"/>
                  </a:lnTo>
                  <a:lnTo>
                    <a:pt x="143" y="174294"/>
                  </a:lnTo>
                  <a:lnTo>
                    <a:pt x="456" y="179591"/>
                  </a:lnTo>
                  <a:lnTo>
                    <a:pt x="936" y="184875"/>
                  </a:lnTo>
                  <a:lnTo>
                    <a:pt x="1583" y="190141"/>
                  </a:lnTo>
                  <a:lnTo>
                    <a:pt x="2398" y="195384"/>
                  </a:lnTo>
                  <a:lnTo>
                    <a:pt x="3378" y="200599"/>
                  </a:lnTo>
                  <a:lnTo>
                    <a:pt x="4524" y="205780"/>
                  </a:lnTo>
                  <a:lnTo>
                    <a:pt x="5833" y="210922"/>
                  </a:lnTo>
                  <a:lnTo>
                    <a:pt x="7305" y="216020"/>
                  </a:lnTo>
                  <a:lnTo>
                    <a:pt x="8938" y="221068"/>
                  </a:lnTo>
                  <a:lnTo>
                    <a:pt x="10730" y="226062"/>
                  </a:lnTo>
                  <a:lnTo>
                    <a:pt x="12680" y="230997"/>
                  </a:lnTo>
                  <a:lnTo>
                    <a:pt x="14785" y="235867"/>
                  </a:lnTo>
                  <a:lnTo>
                    <a:pt x="17044" y="240668"/>
                  </a:lnTo>
                  <a:lnTo>
                    <a:pt x="19454" y="245395"/>
                  </a:lnTo>
                  <a:lnTo>
                    <a:pt x="22013" y="250044"/>
                  </a:lnTo>
                  <a:lnTo>
                    <a:pt x="24718" y="254608"/>
                  </a:lnTo>
                  <a:lnTo>
                    <a:pt x="27567" y="259084"/>
                  </a:lnTo>
                  <a:lnTo>
                    <a:pt x="30556" y="263468"/>
                  </a:lnTo>
                  <a:lnTo>
                    <a:pt x="33683" y="267755"/>
                  </a:lnTo>
                  <a:lnTo>
                    <a:pt x="36945" y="271940"/>
                  </a:lnTo>
                  <a:lnTo>
                    <a:pt x="40337" y="276020"/>
                  </a:lnTo>
                  <a:lnTo>
                    <a:pt x="43858" y="279990"/>
                  </a:lnTo>
                  <a:lnTo>
                    <a:pt x="47502" y="283846"/>
                  </a:lnTo>
                  <a:lnTo>
                    <a:pt x="51268" y="287585"/>
                  </a:lnTo>
                  <a:lnTo>
                    <a:pt x="55149" y="291202"/>
                  </a:lnTo>
                  <a:lnTo>
                    <a:pt x="59144" y="294694"/>
                  </a:lnTo>
                  <a:lnTo>
                    <a:pt x="63248" y="298058"/>
                  </a:lnTo>
                  <a:lnTo>
                    <a:pt x="67456" y="301289"/>
                  </a:lnTo>
                  <a:lnTo>
                    <a:pt x="71765" y="304386"/>
                  </a:lnTo>
                  <a:lnTo>
                    <a:pt x="76170" y="307344"/>
                  </a:lnTo>
                  <a:lnTo>
                    <a:pt x="80666" y="310161"/>
                  </a:lnTo>
                  <a:lnTo>
                    <a:pt x="85250" y="312834"/>
                  </a:lnTo>
                  <a:lnTo>
                    <a:pt x="89916" y="315360"/>
                  </a:lnTo>
                  <a:lnTo>
                    <a:pt x="94660" y="317737"/>
                  </a:lnTo>
                  <a:lnTo>
                    <a:pt x="99477" y="319962"/>
                  </a:lnTo>
                  <a:lnTo>
                    <a:pt x="104362" y="322032"/>
                  </a:lnTo>
                  <a:lnTo>
                    <a:pt x="109310" y="323947"/>
                  </a:lnTo>
                  <a:lnTo>
                    <a:pt x="114317" y="325704"/>
                  </a:lnTo>
                  <a:lnTo>
                    <a:pt x="119377" y="327301"/>
                  </a:lnTo>
                  <a:lnTo>
                    <a:pt x="124485" y="328737"/>
                  </a:lnTo>
                  <a:lnTo>
                    <a:pt x="129636" y="330010"/>
                  </a:lnTo>
                  <a:lnTo>
                    <a:pt x="134825" y="331118"/>
                  </a:lnTo>
                  <a:lnTo>
                    <a:pt x="140046" y="332062"/>
                  </a:lnTo>
                  <a:lnTo>
                    <a:pt x="145295" y="332839"/>
                  </a:lnTo>
                  <a:lnTo>
                    <a:pt x="150566" y="333449"/>
                  </a:lnTo>
                  <a:lnTo>
                    <a:pt x="155853" y="333892"/>
                  </a:lnTo>
                  <a:lnTo>
                    <a:pt x="161152" y="334167"/>
                  </a:lnTo>
                  <a:lnTo>
                    <a:pt x="166457" y="334273"/>
                  </a:lnTo>
                  <a:lnTo>
                    <a:pt x="171762" y="334211"/>
                  </a:lnTo>
                  <a:lnTo>
                    <a:pt x="177063" y="333981"/>
                  </a:lnTo>
                  <a:lnTo>
                    <a:pt x="182354" y="333582"/>
                  </a:lnTo>
                  <a:lnTo>
                    <a:pt x="187630" y="333016"/>
                  </a:lnTo>
                  <a:lnTo>
                    <a:pt x="192885" y="332283"/>
                  </a:lnTo>
                  <a:lnTo>
                    <a:pt x="198114" y="331383"/>
                  </a:lnTo>
                  <a:lnTo>
                    <a:pt x="203312" y="330318"/>
                  </a:lnTo>
                  <a:lnTo>
                    <a:pt x="208474" y="329088"/>
                  </a:lnTo>
                  <a:lnTo>
                    <a:pt x="213594" y="327695"/>
                  </a:lnTo>
                  <a:lnTo>
                    <a:pt x="218667" y="326141"/>
                  </a:lnTo>
                  <a:lnTo>
                    <a:pt x="223688" y="324426"/>
                  </a:lnTo>
                  <a:lnTo>
                    <a:pt x="228652" y="322553"/>
                  </a:lnTo>
                  <a:lnTo>
                    <a:pt x="233555" y="320523"/>
                  </a:lnTo>
                  <a:lnTo>
                    <a:pt x="238390" y="318338"/>
                  </a:lnTo>
                  <a:lnTo>
                    <a:pt x="243154" y="316001"/>
                  </a:lnTo>
                  <a:lnTo>
                    <a:pt x="247841" y="313514"/>
                  </a:lnTo>
                  <a:lnTo>
                    <a:pt x="252447" y="310880"/>
                  </a:lnTo>
                  <a:lnTo>
                    <a:pt x="256966" y="308101"/>
                  </a:lnTo>
                  <a:lnTo>
                    <a:pt x="261396" y="305179"/>
                  </a:lnTo>
                  <a:lnTo>
                    <a:pt x="265730" y="302119"/>
                  </a:lnTo>
                  <a:lnTo>
                    <a:pt x="269965" y="298923"/>
                  </a:lnTo>
                  <a:lnTo>
                    <a:pt x="274097" y="295593"/>
                  </a:lnTo>
                  <a:lnTo>
                    <a:pt x="278121" y="292135"/>
                  </a:lnTo>
                  <a:lnTo>
                    <a:pt x="282033" y="288550"/>
                  </a:lnTo>
                  <a:lnTo>
                    <a:pt x="285829" y="284843"/>
                  </a:lnTo>
                  <a:lnTo>
                    <a:pt x="289506" y="281018"/>
                  </a:lnTo>
                  <a:lnTo>
                    <a:pt x="293059" y="277077"/>
                  </a:lnTo>
                  <a:lnTo>
                    <a:pt x="296486" y="273026"/>
                  </a:lnTo>
                  <a:lnTo>
                    <a:pt x="299782" y="268868"/>
                  </a:lnTo>
                  <a:lnTo>
                    <a:pt x="302945" y="264608"/>
                  </a:lnTo>
                  <a:lnTo>
                    <a:pt x="305971" y="260249"/>
                  </a:lnTo>
                  <a:lnTo>
                    <a:pt x="308857" y="255797"/>
                  </a:lnTo>
                  <a:lnTo>
                    <a:pt x="311600" y="251255"/>
                  </a:lnTo>
                  <a:lnTo>
                    <a:pt x="314198" y="246629"/>
                  </a:lnTo>
                  <a:lnTo>
                    <a:pt x="316648" y="241922"/>
                  </a:lnTo>
                  <a:lnTo>
                    <a:pt x="318947" y="237140"/>
                  </a:lnTo>
                  <a:lnTo>
                    <a:pt x="321093" y="232287"/>
                  </a:lnTo>
                  <a:lnTo>
                    <a:pt x="323084" y="227369"/>
                  </a:lnTo>
                  <a:lnTo>
                    <a:pt x="324918" y="222390"/>
                  </a:lnTo>
                  <a:lnTo>
                    <a:pt x="326593" y="217356"/>
                  </a:lnTo>
                  <a:lnTo>
                    <a:pt x="328107" y="212270"/>
                  </a:lnTo>
                  <a:lnTo>
                    <a:pt x="329460" y="207140"/>
                  </a:lnTo>
                  <a:lnTo>
                    <a:pt x="330648" y="201968"/>
                  </a:lnTo>
                  <a:lnTo>
                    <a:pt x="331672" y="196762"/>
                  </a:lnTo>
                  <a:lnTo>
                    <a:pt x="332531" y="191526"/>
                  </a:lnTo>
                  <a:lnTo>
                    <a:pt x="333222" y="186265"/>
                  </a:lnTo>
                  <a:lnTo>
                    <a:pt x="333747" y="180985"/>
                  </a:lnTo>
                  <a:lnTo>
                    <a:pt x="334103" y="175691"/>
                  </a:lnTo>
                  <a:lnTo>
                    <a:pt x="334292" y="170389"/>
                  </a:lnTo>
                  <a:lnTo>
                    <a:pt x="334312" y="165083"/>
                  </a:lnTo>
                  <a:lnTo>
                    <a:pt x="334163" y="159779"/>
                  </a:lnTo>
                  <a:lnTo>
                    <a:pt x="333846" y="154482"/>
                  </a:lnTo>
                  <a:lnTo>
                    <a:pt x="333362" y="149199"/>
                  </a:lnTo>
                  <a:lnTo>
                    <a:pt x="332710" y="143933"/>
                  </a:lnTo>
                  <a:lnTo>
                    <a:pt x="331891" y="138691"/>
                  </a:lnTo>
                  <a:lnTo>
                    <a:pt x="330906" y="133477"/>
                  </a:lnTo>
                  <a:lnTo>
                    <a:pt x="329756" y="128297"/>
                  </a:lnTo>
                  <a:lnTo>
                    <a:pt x="328443" y="123156"/>
                  </a:lnTo>
                  <a:lnTo>
                    <a:pt x="326966" y="118060"/>
                  </a:lnTo>
                  <a:lnTo>
                    <a:pt x="325329" y="113012"/>
                  </a:lnTo>
                  <a:lnTo>
                    <a:pt x="323533" y="108020"/>
                  </a:lnTo>
                  <a:lnTo>
                    <a:pt x="321579" y="103087"/>
                  </a:lnTo>
                  <a:lnTo>
                    <a:pt x="319469" y="98218"/>
                  </a:lnTo>
                  <a:lnTo>
                    <a:pt x="317206" y="93419"/>
                  </a:lnTo>
                  <a:lnTo>
                    <a:pt x="314792" y="88694"/>
                  </a:lnTo>
                  <a:lnTo>
                    <a:pt x="312229" y="84048"/>
                  </a:lnTo>
                  <a:lnTo>
                    <a:pt x="309520" y="79486"/>
                  </a:lnTo>
                  <a:lnTo>
                    <a:pt x="306668" y="75012"/>
                  </a:lnTo>
                  <a:lnTo>
                    <a:pt x="303674" y="70631"/>
                  </a:lnTo>
                  <a:lnTo>
                    <a:pt x="300544" y="66347"/>
                  </a:lnTo>
                  <a:lnTo>
                    <a:pt x="297279" y="62164"/>
                  </a:lnTo>
                  <a:lnTo>
                    <a:pt x="293883" y="58087"/>
                  </a:lnTo>
                  <a:lnTo>
                    <a:pt x="290359" y="54120"/>
                  </a:lnTo>
                  <a:lnTo>
                    <a:pt x="286711" y="50267"/>
                  </a:lnTo>
                  <a:lnTo>
                    <a:pt x="282943" y="46532"/>
                  </a:lnTo>
                  <a:lnTo>
                    <a:pt x="279058" y="42918"/>
                  </a:lnTo>
                  <a:lnTo>
                    <a:pt x="275060" y="39429"/>
                  </a:lnTo>
                  <a:lnTo>
                    <a:pt x="270954" y="36069"/>
                  </a:lnTo>
                  <a:lnTo>
                    <a:pt x="266743" y="32841"/>
                  </a:lnTo>
                  <a:lnTo>
                    <a:pt x="262432" y="29748"/>
                  </a:lnTo>
                  <a:lnTo>
                    <a:pt x="258024" y="26793"/>
                  </a:lnTo>
                  <a:lnTo>
                    <a:pt x="253525" y="23980"/>
                  </a:lnTo>
                  <a:lnTo>
                    <a:pt x="248940" y="21311"/>
                  </a:lnTo>
                  <a:lnTo>
                    <a:pt x="244271" y="18789"/>
                  </a:lnTo>
                  <a:lnTo>
                    <a:pt x="239525" y="16417"/>
                  </a:lnTo>
                  <a:lnTo>
                    <a:pt x="234706" y="14196"/>
                  </a:lnTo>
                  <a:lnTo>
                    <a:pt x="229820" y="12129"/>
                  </a:lnTo>
                  <a:lnTo>
                    <a:pt x="224870" y="10218"/>
                  </a:lnTo>
                  <a:lnTo>
                    <a:pt x="219861" y="8466"/>
                  </a:lnTo>
                  <a:lnTo>
                    <a:pt x="214800" y="6873"/>
                  </a:lnTo>
                  <a:lnTo>
                    <a:pt x="209691" y="5442"/>
                  </a:lnTo>
                  <a:lnTo>
                    <a:pt x="167156" y="1671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42534" cy="167167"/>
            </a:xfrm>
            <a:custGeom>
              <a:avLst/>
              <a:pathLst>
                <a:path w="42534" h="167167">
                  <a:moveTo>
                    <a:pt x="42534" y="5501"/>
                  </a:moveTo>
                  <a:lnTo>
                    <a:pt x="36565" y="4048"/>
                  </a:lnTo>
                  <a:lnTo>
                    <a:pt x="30546" y="2814"/>
                  </a:lnTo>
                  <a:lnTo>
                    <a:pt x="24487" y="1803"/>
                  </a:lnTo>
                  <a:lnTo>
                    <a:pt x="18394" y="1015"/>
                  </a:lnTo>
                  <a:lnTo>
                    <a:pt x="12276" y="451"/>
                  </a:lnTo>
                  <a:lnTo>
                    <a:pt x="6142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7890" y="5399291"/>
              <a:ext cx="45653" cy="167167"/>
            </a:xfrm>
            <a:custGeom>
              <a:avLst/>
              <a:pathLst>
                <a:path w="45653" h="167167">
                  <a:moveTo>
                    <a:pt x="45653" y="0"/>
                  </a:moveTo>
                  <a:lnTo>
                    <a:pt x="39049" y="130"/>
                  </a:lnTo>
                  <a:lnTo>
                    <a:pt x="32455" y="521"/>
                  </a:lnTo>
                  <a:lnTo>
                    <a:pt x="25882" y="1173"/>
                  </a:lnTo>
                  <a:lnTo>
                    <a:pt x="19339" y="2083"/>
                  </a:lnTo>
                  <a:lnTo>
                    <a:pt x="12838" y="3252"/>
                  </a:lnTo>
                  <a:lnTo>
                    <a:pt x="6388" y="4676"/>
                  </a:lnTo>
                  <a:lnTo>
                    <a:pt x="0" y="6354"/>
                  </a:lnTo>
                  <a:lnTo>
                    <a:pt x="4565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7890" y="5405646"/>
              <a:ext cx="45653" cy="160812"/>
            </a:xfrm>
            <a:custGeom>
              <a:avLst/>
              <a:pathLst>
                <a:path w="45653" h="160812">
                  <a:moveTo>
                    <a:pt x="0" y="0"/>
                  </a:moveTo>
                  <a:lnTo>
                    <a:pt x="45653" y="1608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7890" y="5405646"/>
              <a:ext cx="45653" cy="160812"/>
            </a:xfrm>
            <a:custGeom>
              <a:avLst/>
              <a:pathLst>
                <a:path w="45653" h="160812">
                  <a:moveTo>
                    <a:pt x="0" y="0"/>
                  </a:moveTo>
                  <a:lnTo>
                    <a:pt x="45653" y="1608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7890" y="5405646"/>
              <a:ext cx="45653" cy="160812"/>
            </a:xfrm>
            <a:custGeom>
              <a:avLst/>
              <a:pathLst>
                <a:path w="45653" h="160812">
                  <a:moveTo>
                    <a:pt x="0" y="0"/>
                  </a:moveTo>
                  <a:lnTo>
                    <a:pt x="45653" y="1608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7890" y="5405646"/>
              <a:ext cx="45653" cy="160812"/>
            </a:xfrm>
            <a:custGeom>
              <a:avLst/>
              <a:pathLst>
                <a:path w="45653" h="160812">
                  <a:moveTo>
                    <a:pt x="0" y="0"/>
                  </a:moveTo>
                  <a:lnTo>
                    <a:pt x="45653" y="1608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77890" y="5405646"/>
              <a:ext cx="45653" cy="160812"/>
            </a:xfrm>
            <a:custGeom>
              <a:avLst/>
              <a:pathLst>
                <a:path w="45653" h="160812">
                  <a:moveTo>
                    <a:pt x="0" y="0"/>
                  </a:moveTo>
                  <a:lnTo>
                    <a:pt x="45653" y="1608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856392" y="5405646"/>
              <a:ext cx="167151" cy="321820"/>
            </a:xfrm>
            <a:custGeom>
              <a:avLst/>
              <a:pathLst>
                <a:path w="167151" h="321820">
                  <a:moveTo>
                    <a:pt x="121498" y="0"/>
                  </a:moveTo>
                  <a:lnTo>
                    <a:pt x="116375" y="1543"/>
                  </a:lnTo>
                  <a:lnTo>
                    <a:pt x="111304" y="3249"/>
                  </a:lnTo>
                  <a:lnTo>
                    <a:pt x="106290" y="5117"/>
                  </a:lnTo>
                  <a:lnTo>
                    <a:pt x="101338" y="7145"/>
                  </a:lnTo>
                  <a:lnTo>
                    <a:pt x="96454" y="9330"/>
                  </a:lnTo>
                  <a:lnTo>
                    <a:pt x="91643" y="11670"/>
                  </a:lnTo>
                  <a:lnTo>
                    <a:pt x="86908" y="14163"/>
                  </a:lnTo>
                  <a:lnTo>
                    <a:pt x="82256" y="16806"/>
                  </a:lnTo>
                  <a:lnTo>
                    <a:pt x="77691" y="19596"/>
                  </a:lnTo>
                  <a:lnTo>
                    <a:pt x="73218" y="22532"/>
                  </a:lnTo>
                  <a:lnTo>
                    <a:pt x="68840" y="25609"/>
                  </a:lnTo>
                  <a:lnTo>
                    <a:pt x="64564" y="28824"/>
                  </a:lnTo>
                  <a:lnTo>
                    <a:pt x="60392" y="32175"/>
                  </a:lnTo>
                  <a:lnTo>
                    <a:pt x="56330" y="35657"/>
                  </a:lnTo>
                  <a:lnTo>
                    <a:pt x="52382" y="39268"/>
                  </a:lnTo>
                  <a:lnTo>
                    <a:pt x="48551" y="43003"/>
                  </a:lnTo>
                  <a:lnTo>
                    <a:pt x="44841" y="46859"/>
                  </a:lnTo>
                  <a:lnTo>
                    <a:pt x="41257" y="50832"/>
                  </a:lnTo>
                  <a:lnTo>
                    <a:pt x="37802" y="54917"/>
                  </a:lnTo>
                  <a:lnTo>
                    <a:pt x="34479" y="59111"/>
                  </a:lnTo>
                  <a:lnTo>
                    <a:pt x="31293" y="63409"/>
                  </a:lnTo>
                  <a:lnTo>
                    <a:pt x="28245" y="67806"/>
                  </a:lnTo>
                  <a:lnTo>
                    <a:pt x="25340" y="72299"/>
                  </a:lnTo>
                  <a:lnTo>
                    <a:pt x="22580" y="76883"/>
                  </a:lnTo>
                  <a:lnTo>
                    <a:pt x="19968" y="81553"/>
                  </a:lnTo>
                  <a:lnTo>
                    <a:pt x="17507" y="86304"/>
                  </a:lnTo>
                  <a:lnTo>
                    <a:pt x="15199" y="91131"/>
                  </a:lnTo>
                  <a:lnTo>
                    <a:pt x="13047" y="96029"/>
                  </a:lnTo>
                  <a:lnTo>
                    <a:pt x="11052" y="100994"/>
                  </a:lnTo>
                  <a:lnTo>
                    <a:pt x="9218" y="106021"/>
                  </a:lnTo>
                  <a:lnTo>
                    <a:pt x="7545" y="111103"/>
                  </a:lnTo>
                  <a:lnTo>
                    <a:pt x="6036" y="116236"/>
                  </a:lnTo>
                  <a:lnTo>
                    <a:pt x="4692" y="121415"/>
                  </a:lnTo>
                  <a:lnTo>
                    <a:pt x="3515" y="126634"/>
                  </a:lnTo>
                  <a:lnTo>
                    <a:pt x="2505" y="131889"/>
                  </a:lnTo>
                  <a:lnTo>
                    <a:pt x="1663" y="137173"/>
                  </a:lnTo>
                  <a:lnTo>
                    <a:pt x="992" y="142481"/>
                  </a:lnTo>
                  <a:lnTo>
                    <a:pt x="490" y="147808"/>
                  </a:lnTo>
                  <a:lnTo>
                    <a:pt x="159" y="153148"/>
                  </a:lnTo>
                  <a:lnTo>
                    <a:pt x="0" y="158496"/>
                  </a:lnTo>
                  <a:lnTo>
                    <a:pt x="11" y="163847"/>
                  </a:lnTo>
                  <a:lnTo>
                    <a:pt x="194" y="169194"/>
                  </a:lnTo>
                  <a:lnTo>
                    <a:pt x="547" y="174533"/>
                  </a:lnTo>
                  <a:lnTo>
                    <a:pt x="1072" y="179858"/>
                  </a:lnTo>
                  <a:lnTo>
                    <a:pt x="1766" y="185163"/>
                  </a:lnTo>
                  <a:lnTo>
                    <a:pt x="2630" y="190443"/>
                  </a:lnTo>
                  <a:lnTo>
                    <a:pt x="3663" y="195693"/>
                  </a:lnTo>
                  <a:lnTo>
                    <a:pt x="4863" y="200907"/>
                  </a:lnTo>
                  <a:lnTo>
                    <a:pt x="6229" y="206080"/>
                  </a:lnTo>
                  <a:lnTo>
                    <a:pt x="7760" y="211207"/>
                  </a:lnTo>
                  <a:lnTo>
                    <a:pt x="9455" y="216282"/>
                  </a:lnTo>
                  <a:lnTo>
                    <a:pt x="11311" y="221301"/>
                  </a:lnTo>
                  <a:lnTo>
                    <a:pt x="13326" y="226257"/>
                  </a:lnTo>
                  <a:lnTo>
                    <a:pt x="15500" y="231146"/>
                  </a:lnTo>
                  <a:lnTo>
                    <a:pt x="17828" y="235963"/>
                  </a:lnTo>
                  <a:lnTo>
                    <a:pt x="20310" y="240704"/>
                  </a:lnTo>
                  <a:lnTo>
                    <a:pt x="22942" y="245362"/>
                  </a:lnTo>
                  <a:lnTo>
                    <a:pt x="25721" y="249934"/>
                  </a:lnTo>
                  <a:lnTo>
                    <a:pt x="28646" y="254414"/>
                  </a:lnTo>
                  <a:lnTo>
                    <a:pt x="31712" y="258799"/>
                  </a:lnTo>
                  <a:lnTo>
                    <a:pt x="34918" y="263083"/>
                  </a:lnTo>
                  <a:lnTo>
                    <a:pt x="38258" y="267263"/>
                  </a:lnTo>
                  <a:lnTo>
                    <a:pt x="41731" y="271333"/>
                  </a:lnTo>
                  <a:lnTo>
                    <a:pt x="45332" y="275290"/>
                  </a:lnTo>
                  <a:lnTo>
                    <a:pt x="49058" y="279130"/>
                  </a:lnTo>
                  <a:lnTo>
                    <a:pt x="52905" y="282849"/>
                  </a:lnTo>
                  <a:lnTo>
                    <a:pt x="56869" y="286442"/>
                  </a:lnTo>
                  <a:lnTo>
                    <a:pt x="60946" y="289907"/>
                  </a:lnTo>
                  <a:lnTo>
                    <a:pt x="65132" y="293240"/>
                  </a:lnTo>
                  <a:lnTo>
                    <a:pt x="69422" y="296437"/>
                  </a:lnTo>
                  <a:lnTo>
                    <a:pt x="73813" y="299495"/>
                  </a:lnTo>
                  <a:lnTo>
                    <a:pt x="78299" y="302411"/>
                  </a:lnTo>
                  <a:lnTo>
                    <a:pt x="82876" y="305182"/>
                  </a:lnTo>
                  <a:lnTo>
                    <a:pt x="87539" y="307805"/>
                  </a:lnTo>
                  <a:lnTo>
                    <a:pt x="92284" y="310278"/>
                  </a:lnTo>
                  <a:lnTo>
                    <a:pt x="97106" y="312597"/>
                  </a:lnTo>
                  <a:lnTo>
                    <a:pt x="101999" y="314761"/>
                  </a:lnTo>
                  <a:lnTo>
                    <a:pt x="106960" y="316767"/>
                  </a:lnTo>
                  <a:lnTo>
                    <a:pt x="111981" y="318614"/>
                  </a:lnTo>
                  <a:lnTo>
                    <a:pt x="117060" y="320298"/>
                  </a:lnTo>
                  <a:lnTo>
                    <a:pt x="122189" y="321820"/>
                  </a:lnTo>
                  <a:lnTo>
                    <a:pt x="167151" y="1608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978582" y="5399291"/>
              <a:ext cx="212124" cy="334316"/>
            </a:xfrm>
            <a:custGeom>
              <a:avLst/>
              <a:pathLst>
                <a:path w="212124" h="334316">
                  <a:moveTo>
                    <a:pt x="0" y="328174"/>
                  </a:moveTo>
                  <a:lnTo>
                    <a:pt x="5159" y="329527"/>
                  </a:lnTo>
                  <a:lnTo>
                    <a:pt x="10358" y="330714"/>
                  </a:lnTo>
                  <a:lnTo>
                    <a:pt x="15593" y="331734"/>
                  </a:lnTo>
                  <a:lnTo>
                    <a:pt x="20858" y="332588"/>
                  </a:lnTo>
                  <a:lnTo>
                    <a:pt x="26147" y="333272"/>
                  </a:lnTo>
                  <a:lnTo>
                    <a:pt x="31455" y="333788"/>
                  </a:lnTo>
                  <a:lnTo>
                    <a:pt x="36777" y="334134"/>
                  </a:lnTo>
                  <a:lnTo>
                    <a:pt x="42108" y="334310"/>
                  </a:lnTo>
                  <a:lnTo>
                    <a:pt x="47441" y="334316"/>
                  </a:lnTo>
                  <a:lnTo>
                    <a:pt x="52772" y="334152"/>
                  </a:lnTo>
                  <a:lnTo>
                    <a:pt x="58095" y="333818"/>
                  </a:lnTo>
                  <a:lnTo>
                    <a:pt x="63404" y="333314"/>
                  </a:lnTo>
                  <a:lnTo>
                    <a:pt x="68695" y="332641"/>
                  </a:lnTo>
                  <a:lnTo>
                    <a:pt x="73962" y="331800"/>
                  </a:lnTo>
                  <a:lnTo>
                    <a:pt x="79199" y="330791"/>
                  </a:lnTo>
                  <a:lnTo>
                    <a:pt x="84401" y="329615"/>
                  </a:lnTo>
                  <a:lnTo>
                    <a:pt x="89563" y="328274"/>
                  </a:lnTo>
                  <a:lnTo>
                    <a:pt x="94680" y="326770"/>
                  </a:lnTo>
                  <a:lnTo>
                    <a:pt x="99746" y="325102"/>
                  </a:lnTo>
                  <a:lnTo>
                    <a:pt x="104756" y="323274"/>
                  </a:lnTo>
                  <a:lnTo>
                    <a:pt x="109706" y="321287"/>
                  </a:lnTo>
                  <a:lnTo>
                    <a:pt x="114589" y="319144"/>
                  </a:lnTo>
                  <a:lnTo>
                    <a:pt x="119402" y="316845"/>
                  </a:lnTo>
                  <a:lnTo>
                    <a:pt x="124139" y="314394"/>
                  </a:lnTo>
                  <a:lnTo>
                    <a:pt x="128795" y="311793"/>
                  </a:lnTo>
                  <a:lnTo>
                    <a:pt x="133366" y="309046"/>
                  </a:lnTo>
                  <a:lnTo>
                    <a:pt x="137847" y="306153"/>
                  </a:lnTo>
                  <a:lnTo>
                    <a:pt x="142233" y="303119"/>
                  </a:lnTo>
                  <a:lnTo>
                    <a:pt x="146521" y="299947"/>
                  </a:lnTo>
                  <a:lnTo>
                    <a:pt x="150705" y="296640"/>
                  </a:lnTo>
                  <a:lnTo>
                    <a:pt x="154781" y="293201"/>
                  </a:lnTo>
                  <a:lnTo>
                    <a:pt x="158746" y="289633"/>
                  </a:lnTo>
                  <a:lnTo>
                    <a:pt x="162595" y="285941"/>
                  </a:lnTo>
                  <a:lnTo>
                    <a:pt x="166324" y="282128"/>
                  </a:lnTo>
                  <a:lnTo>
                    <a:pt x="169929" y="278198"/>
                  </a:lnTo>
                  <a:lnTo>
                    <a:pt x="173407" y="274155"/>
                  </a:lnTo>
                  <a:lnTo>
                    <a:pt x="176755" y="270003"/>
                  </a:lnTo>
                  <a:lnTo>
                    <a:pt x="179968" y="265747"/>
                  </a:lnTo>
                  <a:lnTo>
                    <a:pt x="183044" y="261390"/>
                  </a:lnTo>
                  <a:lnTo>
                    <a:pt x="185980" y="256937"/>
                  </a:lnTo>
                  <a:lnTo>
                    <a:pt x="188772" y="252393"/>
                  </a:lnTo>
                  <a:lnTo>
                    <a:pt x="191417" y="247762"/>
                  </a:lnTo>
                  <a:lnTo>
                    <a:pt x="193914" y="243049"/>
                  </a:lnTo>
                  <a:lnTo>
                    <a:pt x="196259" y="238258"/>
                  </a:lnTo>
                  <a:lnTo>
                    <a:pt x="198449" y="233396"/>
                  </a:lnTo>
                  <a:lnTo>
                    <a:pt x="200484" y="228466"/>
                  </a:lnTo>
                  <a:lnTo>
                    <a:pt x="202360" y="223473"/>
                  </a:lnTo>
                  <a:lnTo>
                    <a:pt x="204076" y="218424"/>
                  </a:lnTo>
                  <a:lnTo>
                    <a:pt x="205631" y="213322"/>
                  </a:lnTo>
                  <a:lnTo>
                    <a:pt x="207021" y="208173"/>
                  </a:lnTo>
                  <a:lnTo>
                    <a:pt x="208247" y="202982"/>
                  </a:lnTo>
                  <a:lnTo>
                    <a:pt x="209306" y="197755"/>
                  </a:lnTo>
                  <a:lnTo>
                    <a:pt x="210198" y="192497"/>
                  </a:lnTo>
                  <a:lnTo>
                    <a:pt x="210922" y="187213"/>
                  </a:lnTo>
                  <a:lnTo>
                    <a:pt x="211477" y="181908"/>
                  </a:lnTo>
                  <a:lnTo>
                    <a:pt x="211863" y="176589"/>
                  </a:lnTo>
                  <a:lnTo>
                    <a:pt x="212078" y="171260"/>
                  </a:lnTo>
                  <a:lnTo>
                    <a:pt x="212124" y="165927"/>
                  </a:lnTo>
                  <a:lnTo>
                    <a:pt x="211999" y="160595"/>
                  </a:lnTo>
                  <a:lnTo>
                    <a:pt x="211705" y="155270"/>
                  </a:lnTo>
                  <a:lnTo>
                    <a:pt x="211240" y="149957"/>
                  </a:lnTo>
                  <a:lnTo>
                    <a:pt x="210607" y="144661"/>
                  </a:lnTo>
                  <a:lnTo>
                    <a:pt x="209804" y="139388"/>
                  </a:lnTo>
                  <a:lnTo>
                    <a:pt x="208834" y="134144"/>
                  </a:lnTo>
                  <a:lnTo>
                    <a:pt x="207697" y="128933"/>
                  </a:lnTo>
                  <a:lnTo>
                    <a:pt x="206395" y="123761"/>
                  </a:lnTo>
                  <a:lnTo>
                    <a:pt x="204928" y="118634"/>
                  </a:lnTo>
                  <a:lnTo>
                    <a:pt x="203298" y="113555"/>
                  </a:lnTo>
                  <a:lnTo>
                    <a:pt x="201508" y="108532"/>
                  </a:lnTo>
                  <a:lnTo>
                    <a:pt x="199558" y="103568"/>
                  </a:lnTo>
                  <a:lnTo>
                    <a:pt x="197450" y="98668"/>
                  </a:lnTo>
                  <a:lnTo>
                    <a:pt x="195187" y="93839"/>
                  </a:lnTo>
                  <a:lnTo>
                    <a:pt x="192772" y="89084"/>
                  </a:lnTo>
                  <a:lnTo>
                    <a:pt x="190206" y="84408"/>
                  </a:lnTo>
                  <a:lnTo>
                    <a:pt x="187492" y="79817"/>
                  </a:lnTo>
                  <a:lnTo>
                    <a:pt x="184633" y="75315"/>
                  </a:lnTo>
                  <a:lnTo>
                    <a:pt x="181631" y="70906"/>
                  </a:lnTo>
                  <a:lnTo>
                    <a:pt x="178491" y="66595"/>
                  </a:lnTo>
                  <a:lnTo>
                    <a:pt x="175215" y="62387"/>
                  </a:lnTo>
                  <a:lnTo>
                    <a:pt x="171806" y="58285"/>
                  </a:lnTo>
                  <a:lnTo>
                    <a:pt x="168268" y="54294"/>
                  </a:lnTo>
                  <a:lnTo>
                    <a:pt x="164605" y="50418"/>
                  </a:lnTo>
                  <a:lnTo>
                    <a:pt x="160819" y="46661"/>
                  </a:lnTo>
                  <a:lnTo>
                    <a:pt x="156916" y="43026"/>
                  </a:lnTo>
                  <a:lnTo>
                    <a:pt x="152899" y="39518"/>
                  </a:lnTo>
                  <a:lnTo>
                    <a:pt x="148772" y="36139"/>
                  </a:lnTo>
                  <a:lnTo>
                    <a:pt x="144540" y="32895"/>
                  </a:lnTo>
                  <a:lnTo>
                    <a:pt x="140206" y="29786"/>
                  </a:lnTo>
                  <a:lnTo>
                    <a:pt x="135775" y="26818"/>
                  </a:lnTo>
                  <a:lnTo>
                    <a:pt x="131251" y="23992"/>
                  </a:lnTo>
                  <a:lnTo>
                    <a:pt x="126640" y="21313"/>
                  </a:lnTo>
                  <a:lnTo>
                    <a:pt x="121946" y="18781"/>
                  </a:lnTo>
                  <a:lnTo>
                    <a:pt x="117173" y="16401"/>
                  </a:lnTo>
                  <a:lnTo>
                    <a:pt x="112327" y="14174"/>
                  </a:lnTo>
                  <a:lnTo>
                    <a:pt x="107412" y="12103"/>
                  </a:lnTo>
                  <a:lnTo>
                    <a:pt x="102434" y="10190"/>
                  </a:lnTo>
                  <a:lnTo>
                    <a:pt x="97397" y="8436"/>
                  </a:lnTo>
                  <a:lnTo>
                    <a:pt x="92306" y="6844"/>
                  </a:lnTo>
                  <a:lnTo>
                    <a:pt x="87168" y="5415"/>
                  </a:lnTo>
                  <a:lnTo>
                    <a:pt x="81987" y="4151"/>
                  </a:lnTo>
                  <a:lnTo>
                    <a:pt x="76767" y="3053"/>
                  </a:lnTo>
                  <a:lnTo>
                    <a:pt x="71516" y="2122"/>
                  </a:lnTo>
                  <a:lnTo>
                    <a:pt x="66238" y="1359"/>
                  </a:lnTo>
                  <a:lnTo>
                    <a:pt x="60937" y="765"/>
                  </a:lnTo>
                  <a:lnTo>
                    <a:pt x="55621" y="340"/>
                  </a:lnTo>
                  <a:lnTo>
                    <a:pt x="50294" y="85"/>
                  </a:lnTo>
                  <a:lnTo>
                    <a:pt x="44961" y="0"/>
                  </a:lnTo>
                  <a:lnTo>
                    <a:pt x="449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32133" y="5269756"/>
              <a:ext cx="13124" cy="167167"/>
            </a:xfrm>
            <a:custGeom>
              <a:avLst/>
              <a:pathLst>
                <a:path w="13124" h="167167">
                  <a:moveTo>
                    <a:pt x="13124" y="0"/>
                  </a:moveTo>
                  <a:lnTo>
                    <a:pt x="0" y="516"/>
                  </a:lnTo>
                  <a:lnTo>
                    <a:pt x="1312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32133" y="5270272"/>
              <a:ext cx="13124" cy="166651"/>
            </a:xfrm>
            <a:custGeom>
              <a:avLst/>
              <a:pathLst>
                <a:path w="13124" h="166651">
                  <a:moveTo>
                    <a:pt x="0" y="0"/>
                  </a:moveTo>
                  <a:lnTo>
                    <a:pt x="13124" y="1666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32133" y="5270272"/>
              <a:ext cx="13124" cy="166651"/>
            </a:xfrm>
            <a:custGeom>
              <a:avLst/>
              <a:pathLst>
                <a:path w="13124" h="166651">
                  <a:moveTo>
                    <a:pt x="0" y="0"/>
                  </a:moveTo>
                  <a:lnTo>
                    <a:pt x="13124" y="1666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32133" y="5270272"/>
              <a:ext cx="13124" cy="166651"/>
            </a:xfrm>
            <a:custGeom>
              <a:avLst/>
              <a:pathLst>
                <a:path w="13124" h="166651">
                  <a:moveTo>
                    <a:pt x="0" y="0"/>
                  </a:moveTo>
                  <a:lnTo>
                    <a:pt x="13124" y="1666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32133" y="5270272"/>
              <a:ext cx="13124" cy="166651"/>
            </a:xfrm>
            <a:custGeom>
              <a:avLst/>
              <a:pathLst>
                <a:path w="13124" h="166651">
                  <a:moveTo>
                    <a:pt x="0" y="0"/>
                  </a:moveTo>
                  <a:lnTo>
                    <a:pt x="13124" y="1666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420303" y="5270272"/>
              <a:ext cx="124955" cy="166651"/>
            </a:xfrm>
            <a:custGeom>
              <a:avLst/>
              <a:pathLst>
                <a:path w="124955" h="166651">
                  <a:moveTo>
                    <a:pt x="111830" y="0"/>
                  </a:moveTo>
                  <a:lnTo>
                    <a:pt x="106290" y="529"/>
                  </a:lnTo>
                  <a:lnTo>
                    <a:pt x="100771" y="1242"/>
                  </a:lnTo>
                  <a:lnTo>
                    <a:pt x="95279" y="2139"/>
                  </a:lnTo>
                  <a:lnTo>
                    <a:pt x="89820" y="3217"/>
                  </a:lnTo>
                  <a:lnTo>
                    <a:pt x="84400" y="4477"/>
                  </a:lnTo>
                  <a:lnTo>
                    <a:pt x="79025" y="5917"/>
                  </a:lnTo>
                  <a:lnTo>
                    <a:pt x="73700" y="7535"/>
                  </a:lnTo>
                  <a:lnTo>
                    <a:pt x="68432" y="9329"/>
                  </a:lnTo>
                  <a:lnTo>
                    <a:pt x="63227" y="11297"/>
                  </a:lnTo>
                  <a:lnTo>
                    <a:pt x="58091" y="13438"/>
                  </a:lnTo>
                  <a:lnTo>
                    <a:pt x="53028" y="15748"/>
                  </a:lnTo>
                  <a:lnTo>
                    <a:pt x="48046" y="18226"/>
                  </a:lnTo>
                  <a:lnTo>
                    <a:pt x="43148" y="20868"/>
                  </a:lnTo>
                  <a:lnTo>
                    <a:pt x="38341" y="23672"/>
                  </a:lnTo>
                  <a:lnTo>
                    <a:pt x="33630" y="26634"/>
                  </a:lnTo>
                  <a:lnTo>
                    <a:pt x="29020" y="29751"/>
                  </a:lnTo>
                  <a:lnTo>
                    <a:pt x="24517" y="33020"/>
                  </a:lnTo>
                  <a:lnTo>
                    <a:pt x="20125" y="36437"/>
                  </a:lnTo>
                  <a:lnTo>
                    <a:pt x="15849" y="39998"/>
                  </a:lnTo>
                  <a:lnTo>
                    <a:pt x="11694" y="43700"/>
                  </a:lnTo>
                  <a:lnTo>
                    <a:pt x="7664" y="47538"/>
                  </a:lnTo>
                  <a:lnTo>
                    <a:pt x="3765" y="51508"/>
                  </a:lnTo>
                  <a:lnTo>
                    <a:pt x="0" y="55605"/>
                  </a:lnTo>
                  <a:lnTo>
                    <a:pt x="124955" y="1666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378091" y="5269756"/>
              <a:ext cx="334325" cy="334324"/>
            </a:xfrm>
            <a:custGeom>
              <a:avLst/>
              <a:pathLst>
                <a:path w="334325" h="334324">
                  <a:moveTo>
                    <a:pt x="42212" y="56121"/>
                  </a:moveTo>
                  <a:lnTo>
                    <a:pt x="38763" y="60127"/>
                  </a:lnTo>
                  <a:lnTo>
                    <a:pt x="35443" y="64240"/>
                  </a:lnTo>
                  <a:lnTo>
                    <a:pt x="32255" y="68456"/>
                  </a:lnTo>
                  <a:lnTo>
                    <a:pt x="29202" y="72771"/>
                  </a:lnTo>
                  <a:lnTo>
                    <a:pt x="26286" y="77180"/>
                  </a:lnTo>
                  <a:lnTo>
                    <a:pt x="23512" y="81679"/>
                  </a:lnTo>
                  <a:lnTo>
                    <a:pt x="20881" y="86264"/>
                  </a:lnTo>
                  <a:lnTo>
                    <a:pt x="18396" y="90929"/>
                  </a:lnTo>
                  <a:lnTo>
                    <a:pt x="16060" y="95671"/>
                  </a:lnTo>
                  <a:lnTo>
                    <a:pt x="13875" y="100484"/>
                  </a:lnTo>
                  <a:lnTo>
                    <a:pt x="11843" y="105364"/>
                  </a:lnTo>
                  <a:lnTo>
                    <a:pt x="9967" y="110306"/>
                  </a:lnTo>
                  <a:lnTo>
                    <a:pt x="8248" y="115304"/>
                  </a:lnTo>
                  <a:lnTo>
                    <a:pt x="6688" y="120355"/>
                  </a:lnTo>
                  <a:lnTo>
                    <a:pt x="5288" y="125452"/>
                  </a:lnTo>
                  <a:lnTo>
                    <a:pt x="4050" y="130591"/>
                  </a:lnTo>
                  <a:lnTo>
                    <a:pt x="2975" y="135766"/>
                  </a:lnTo>
                  <a:lnTo>
                    <a:pt x="2064" y="140973"/>
                  </a:lnTo>
                  <a:lnTo>
                    <a:pt x="1319" y="146206"/>
                  </a:lnTo>
                  <a:lnTo>
                    <a:pt x="739" y="151460"/>
                  </a:lnTo>
                  <a:lnTo>
                    <a:pt x="326" y="156730"/>
                  </a:lnTo>
                  <a:lnTo>
                    <a:pt x="79" y="162010"/>
                  </a:lnTo>
                  <a:lnTo>
                    <a:pt x="0" y="167295"/>
                  </a:lnTo>
                  <a:lnTo>
                    <a:pt x="87" y="172580"/>
                  </a:lnTo>
                  <a:lnTo>
                    <a:pt x="342" y="177860"/>
                  </a:lnTo>
                  <a:lnTo>
                    <a:pt x="763" y="183129"/>
                  </a:lnTo>
                  <a:lnTo>
                    <a:pt x="1351" y="188382"/>
                  </a:lnTo>
                  <a:lnTo>
                    <a:pt x="2105" y="193614"/>
                  </a:lnTo>
                  <a:lnTo>
                    <a:pt x="3023" y="198820"/>
                  </a:lnTo>
                  <a:lnTo>
                    <a:pt x="4106" y="203993"/>
                  </a:lnTo>
                  <a:lnTo>
                    <a:pt x="5352" y="209130"/>
                  </a:lnTo>
                  <a:lnTo>
                    <a:pt x="6760" y="214225"/>
                  </a:lnTo>
                  <a:lnTo>
                    <a:pt x="8328" y="219273"/>
                  </a:lnTo>
                  <a:lnTo>
                    <a:pt x="10055" y="224269"/>
                  </a:lnTo>
                  <a:lnTo>
                    <a:pt x="11938" y="229208"/>
                  </a:lnTo>
                  <a:lnTo>
                    <a:pt x="13978" y="234085"/>
                  </a:lnTo>
                  <a:lnTo>
                    <a:pt x="16170" y="238895"/>
                  </a:lnTo>
                  <a:lnTo>
                    <a:pt x="18513" y="243633"/>
                  </a:lnTo>
                  <a:lnTo>
                    <a:pt x="21005" y="248294"/>
                  </a:lnTo>
                  <a:lnTo>
                    <a:pt x="23643" y="252875"/>
                  </a:lnTo>
                  <a:lnTo>
                    <a:pt x="26425" y="257370"/>
                  </a:lnTo>
                  <a:lnTo>
                    <a:pt x="29347" y="261774"/>
                  </a:lnTo>
                  <a:lnTo>
                    <a:pt x="32407" y="266084"/>
                  </a:lnTo>
                  <a:lnTo>
                    <a:pt x="35602" y="270296"/>
                  </a:lnTo>
                  <a:lnTo>
                    <a:pt x="38928" y="274404"/>
                  </a:lnTo>
                  <a:lnTo>
                    <a:pt x="42382" y="278405"/>
                  </a:lnTo>
                  <a:lnTo>
                    <a:pt x="45962" y="282294"/>
                  </a:lnTo>
                  <a:lnTo>
                    <a:pt x="49662" y="286069"/>
                  </a:lnTo>
                  <a:lnTo>
                    <a:pt x="53480" y="289724"/>
                  </a:lnTo>
                  <a:lnTo>
                    <a:pt x="57412" y="293257"/>
                  </a:lnTo>
                  <a:lnTo>
                    <a:pt x="61453" y="296664"/>
                  </a:lnTo>
                  <a:lnTo>
                    <a:pt x="65600" y="299942"/>
                  </a:lnTo>
                  <a:lnTo>
                    <a:pt x="69849" y="303087"/>
                  </a:lnTo>
                  <a:lnTo>
                    <a:pt x="74195" y="306096"/>
                  </a:lnTo>
                  <a:lnTo>
                    <a:pt x="78634" y="308966"/>
                  </a:lnTo>
                  <a:lnTo>
                    <a:pt x="83161" y="311694"/>
                  </a:lnTo>
                  <a:lnTo>
                    <a:pt x="87773" y="314277"/>
                  </a:lnTo>
                  <a:lnTo>
                    <a:pt x="92463" y="316714"/>
                  </a:lnTo>
                  <a:lnTo>
                    <a:pt x="97229" y="319001"/>
                  </a:lnTo>
                  <a:lnTo>
                    <a:pt x="102064" y="321136"/>
                  </a:lnTo>
                  <a:lnTo>
                    <a:pt x="106965" y="323118"/>
                  </a:lnTo>
                  <a:lnTo>
                    <a:pt x="111926" y="324943"/>
                  </a:lnTo>
                  <a:lnTo>
                    <a:pt x="116942" y="326611"/>
                  </a:lnTo>
                  <a:lnTo>
                    <a:pt x="122008" y="328119"/>
                  </a:lnTo>
                  <a:lnTo>
                    <a:pt x="127119" y="329466"/>
                  </a:lnTo>
                  <a:lnTo>
                    <a:pt x="132270" y="330651"/>
                  </a:lnTo>
                  <a:lnTo>
                    <a:pt x="137457" y="331673"/>
                  </a:lnTo>
                  <a:lnTo>
                    <a:pt x="142672" y="332530"/>
                  </a:lnTo>
                  <a:lnTo>
                    <a:pt x="147913" y="333222"/>
                  </a:lnTo>
                  <a:lnTo>
                    <a:pt x="153173" y="333748"/>
                  </a:lnTo>
                  <a:lnTo>
                    <a:pt x="158446" y="334107"/>
                  </a:lnTo>
                  <a:lnTo>
                    <a:pt x="163729" y="334299"/>
                  </a:lnTo>
                  <a:lnTo>
                    <a:pt x="169014" y="334324"/>
                  </a:lnTo>
                  <a:lnTo>
                    <a:pt x="174298" y="334182"/>
                  </a:lnTo>
                  <a:lnTo>
                    <a:pt x="179575" y="333873"/>
                  </a:lnTo>
                  <a:lnTo>
                    <a:pt x="184840" y="333398"/>
                  </a:lnTo>
                  <a:lnTo>
                    <a:pt x="190086" y="332756"/>
                  </a:lnTo>
                  <a:lnTo>
                    <a:pt x="195310" y="331948"/>
                  </a:lnTo>
                  <a:lnTo>
                    <a:pt x="200506" y="330976"/>
                  </a:lnTo>
                  <a:lnTo>
                    <a:pt x="205668" y="329840"/>
                  </a:lnTo>
                  <a:lnTo>
                    <a:pt x="210792" y="328542"/>
                  </a:lnTo>
                  <a:lnTo>
                    <a:pt x="215873" y="327082"/>
                  </a:lnTo>
                  <a:lnTo>
                    <a:pt x="220904" y="325462"/>
                  </a:lnTo>
                  <a:lnTo>
                    <a:pt x="225882" y="323684"/>
                  </a:lnTo>
                  <a:lnTo>
                    <a:pt x="230801" y="321749"/>
                  </a:lnTo>
                  <a:lnTo>
                    <a:pt x="235657" y="319660"/>
                  </a:lnTo>
                  <a:lnTo>
                    <a:pt x="240444" y="317418"/>
                  </a:lnTo>
                  <a:lnTo>
                    <a:pt x="245157" y="315026"/>
                  </a:lnTo>
                  <a:lnTo>
                    <a:pt x="249793" y="312487"/>
                  </a:lnTo>
                  <a:lnTo>
                    <a:pt x="254346" y="309802"/>
                  </a:lnTo>
                  <a:lnTo>
                    <a:pt x="258812" y="306974"/>
                  </a:lnTo>
                  <a:lnTo>
                    <a:pt x="263187" y="304007"/>
                  </a:lnTo>
                  <a:lnTo>
                    <a:pt x="267465" y="300903"/>
                  </a:lnTo>
                  <a:lnTo>
                    <a:pt x="271643" y="297665"/>
                  </a:lnTo>
                  <a:lnTo>
                    <a:pt x="275717" y="294296"/>
                  </a:lnTo>
                  <a:lnTo>
                    <a:pt x="279682" y="290801"/>
                  </a:lnTo>
                  <a:lnTo>
                    <a:pt x="283535" y="287182"/>
                  </a:lnTo>
                  <a:lnTo>
                    <a:pt x="287271" y="283442"/>
                  </a:lnTo>
                  <a:lnTo>
                    <a:pt x="290887" y="279587"/>
                  </a:lnTo>
                  <a:lnTo>
                    <a:pt x="294379" y="275619"/>
                  </a:lnTo>
                  <a:lnTo>
                    <a:pt x="297745" y="271543"/>
                  </a:lnTo>
                  <a:lnTo>
                    <a:pt x="300979" y="267363"/>
                  </a:lnTo>
                  <a:lnTo>
                    <a:pt x="304080" y="263082"/>
                  </a:lnTo>
                  <a:lnTo>
                    <a:pt x="307044" y="258705"/>
                  </a:lnTo>
                  <a:lnTo>
                    <a:pt x="309869" y="254237"/>
                  </a:lnTo>
                  <a:lnTo>
                    <a:pt x="312550" y="249682"/>
                  </a:lnTo>
                  <a:lnTo>
                    <a:pt x="315086" y="245044"/>
                  </a:lnTo>
                  <a:lnTo>
                    <a:pt x="317474" y="240328"/>
                  </a:lnTo>
                  <a:lnTo>
                    <a:pt x="319712" y="235540"/>
                  </a:lnTo>
                  <a:lnTo>
                    <a:pt x="321798" y="230683"/>
                  </a:lnTo>
                  <a:lnTo>
                    <a:pt x="323729" y="225762"/>
                  </a:lnTo>
                  <a:lnTo>
                    <a:pt x="325503" y="220783"/>
                  </a:lnTo>
                  <a:lnTo>
                    <a:pt x="327119" y="215750"/>
                  </a:lnTo>
                  <a:lnTo>
                    <a:pt x="328575" y="210668"/>
                  </a:lnTo>
                  <a:lnTo>
                    <a:pt x="329870" y="205544"/>
                  </a:lnTo>
                  <a:lnTo>
                    <a:pt x="331002" y="200380"/>
                  </a:lnTo>
                  <a:lnTo>
                    <a:pt x="331970" y="195184"/>
                  </a:lnTo>
                  <a:lnTo>
                    <a:pt x="332773" y="189959"/>
                  </a:lnTo>
                  <a:lnTo>
                    <a:pt x="333411" y="184712"/>
                  </a:lnTo>
                  <a:lnTo>
                    <a:pt x="333883" y="179447"/>
                  </a:lnTo>
                  <a:lnTo>
                    <a:pt x="334188" y="174170"/>
                  </a:lnTo>
                  <a:lnTo>
                    <a:pt x="334325" y="168886"/>
                  </a:lnTo>
                  <a:lnTo>
                    <a:pt x="334296" y="163600"/>
                  </a:lnTo>
                  <a:lnTo>
                    <a:pt x="334100" y="158318"/>
                  </a:lnTo>
                  <a:lnTo>
                    <a:pt x="333737" y="153045"/>
                  </a:lnTo>
                  <a:lnTo>
                    <a:pt x="333207" y="147785"/>
                  </a:lnTo>
                  <a:lnTo>
                    <a:pt x="332511" y="142546"/>
                  </a:lnTo>
                  <a:lnTo>
                    <a:pt x="331650" y="137330"/>
                  </a:lnTo>
                  <a:lnTo>
                    <a:pt x="330625" y="132145"/>
                  </a:lnTo>
                  <a:lnTo>
                    <a:pt x="329436" y="126994"/>
                  </a:lnTo>
                  <a:lnTo>
                    <a:pt x="328084" y="121884"/>
                  </a:lnTo>
                  <a:lnTo>
                    <a:pt x="326572" y="116819"/>
                  </a:lnTo>
                  <a:lnTo>
                    <a:pt x="324901" y="111805"/>
                  </a:lnTo>
                  <a:lnTo>
                    <a:pt x="323072" y="106845"/>
                  </a:lnTo>
                  <a:lnTo>
                    <a:pt x="321086" y="101946"/>
                  </a:lnTo>
                  <a:lnTo>
                    <a:pt x="318947" y="97113"/>
                  </a:lnTo>
                  <a:lnTo>
                    <a:pt x="316657" y="92349"/>
                  </a:lnTo>
                  <a:lnTo>
                    <a:pt x="314216" y="87660"/>
                  </a:lnTo>
                  <a:lnTo>
                    <a:pt x="311629" y="83050"/>
                  </a:lnTo>
                  <a:lnTo>
                    <a:pt x="308898" y="78525"/>
                  </a:lnTo>
                  <a:lnTo>
                    <a:pt x="306024" y="74088"/>
                  </a:lnTo>
                  <a:lnTo>
                    <a:pt x="303012" y="69745"/>
                  </a:lnTo>
                  <a:lnTo>
                    <a:pt x="299864" y="65499"/>
                  </a:lnTo>
                  <a:lnTo>
                    <a:pt x="296583" y="61354"/>
                  </a:lnTo>
                  <a:lnTo>
                    <a:pt x="293173" y="57315"/>
                  </a:lnTo>
                  <a:lnTo>
                    <a:pt x="289637" y="53386"/>
                  </a:lnTo>
                  <a:lnTo>
                    <a:pt x="285978" y="49571"/>
                  </a:lnTo>
                  <a:lnTo>
                    <a:pt x="282201" y="45874"/>
                  </a:lnTo>
                  <a:lnTo>
                    <a:pt x="278309" y="42297"/>
                  </a:lnTo>
                  <a:lnTo>
                    <a:pt x="274305" y="38846"/>
                  </a:lnTo>
                  <a:lnTo>
                    <a:pt x="270195" y="35523"/>
                  </a:lnTo>
                  <a:lnTo>
                    <a:pt x="265981" y="32331"/>
                  </a:lnTo>
                  <a:lnTo>
                    <a:pt x="261669" y="29274"/>
                  </a:lnTo>
                  <a:lnTo>
                    <a:pt x="257262" y="26355"/>
                  </a:lnTo>
                  <a:lnTo>
                    <a:pt x="252765" y="23577"/>
                  </a:lnTo>
                  <a:lnTo>
                    <a:pt x="248182" y="20943"/>
                  </a:lnTo>
                  <a:lnTo>
                    <a:pt x="243519" y="18455"/>
                  </a:lnTo>
                  <a:lnTo>
                    <a:pt x="238779" y="16115"/>
                  </a:lnTo>
                  <a:lnTo>
                    <a:pt x="233967" y="13926"/>
                  </a:lnTo>
                  <a:lnTo>
                    <a:pt x="229089" y="11891"/>
                  </a:lnTo>
                  <a:lnTo>
                    <a:pt x="224149" y="10011"/>
                  </a:lnTo>
                  <a:lnTo>
                    <a:pt x="219151" y="8288"/>
                  </a:lnTo>
                  <a:lnTo>
                    <a:pt x="214102" y="6724"/>
                  </a:lnTo>
                  <a:lnTo>
                    <a:pt x="209006" y="5320"/>
                  </a:lnTo>
                  <a:lnTo>
                    <a:pt x="203868" y="4078"/>
                  </a:lnTo>
                  <a:lnTo>
                    <a:pt x="198694" y="2999"/>
                  </a:lnTo>
                  <a:lnTo>
                    <a:pt x="193487" y="2085"/>
                  </a:lnTo>
                  <a:lnTo>
                    <a:pt x="188255" y="1335"/>
                  </a:lnTo>
                  <a:lnTo>
                    <a:pt x="183001" y="751"/>
                  </a:lnTo>
                  <a:lnTo>
                    <a:pt x="177732" y="334"/>
                  </a:lnTo>
                  <a:lnTo>
                    <a:pt x="172452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994515" y="5018213"/>
              <a:ext cx="26523" cy="167167"/>
            </a:xfrm>
            <a:custGeom>
              <a:avLst/>
              <a:pathLst>
                <a:path w="26523" h="167167">
                  <a:moveTo>
                    <a:pt x="26523" y="0"/>
                  </a:moveTo>
                  <a:lnTo>
                    <a:pt x="19866" y="132"/>
                  </a:lnTo>
                  <a:lnTo>
                    <a:pt x="13219" y="530"/>
                  </a:lnTo>
                  <a:lnTo>
                    <a:pt x="6593" y="1192"/>
                  </a:lnTo>
                  <a:lnTo>
                    <a:pt x="0" y="2117"/>
                  </a:lnTo>
                  <a:lnTo>
                    <a:pt x="2652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94515" y="5020330"/>
              <a:ext cx="26523" cy="165049"/>
            </a:xfrm>
            <a:custGeom>
              <a:avLst/>
              <a:pathLst>
                <a:path w="26523" h="165049">
                  <a:moveTo>
                    <a:pt x="0" y="0"/>
                  </a:moveTo>
                  <a:lnTo>
                    <a:pt x="26523" y="1650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94515" y="5020330"/>
              <a:ext cx="26523" cy="165049"/>
            </a:xfrm>
            <a:custGeom>
              <a:avLst/>
              <a:pathLst>
                <a:path w="26523" h="165049">
                  <a:moveTo>
                    <a:pt x="0" y="0"/>
                  </a:moveTo>
                  <a:lnTo>
                    <a:pt x="26523" y="1650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94515" y="5020330"/>
              <a:ext cx="26523" cy="165049"/>
            </a:xfrm>
            <a:custGeom>
              <a:avLst/>
              <a:pathLst>
                <a:path w="26523" h="165049">
                  <a:moveTo>
                    <a:pt x="0" y="0"/>
                  </a:moveTo>
                  <a:lnTo>
                    <a:pt x="26523" y="1650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854635" y="5020330"/>
              <a:ext cx="166403" cy="165049"/>
            </a:xfrm>
            <a:custGeom>
              <a:avLst/>
              <a:pathLst>
                <a:path w="166403" h="165049">
                  <a:moveTo>
                    <a:pt x="139880" y="0"/>
                  </a:moveTo>
                  <a:lnTo>
                    <a:pt x="134466" y="961"/>
                  </a:lnTo>
                  <a:lnTo>
                    <a:pt x="129086" y="2100"/>
                  </a:lnTo>
                  <a:lnTo>
                    <a:pt x="123747" y="3416"/>
                  </a:lnTo>
                  <a:lnTo>
                    <a:pt x="118454" y="4906"/>
                  </a:lnTo>
                  <a:lnTo>
                    <a:pt x="113213" y="6570"/>
                  </a:lnTo>
                  <a:lnTo>
                    <a:pt x="108029" y="8405"/>
                  </a:lnTo>
                  <a:lnTo>
                    <a:pt x="102909" y="10410"/>
                  </a:lnTo>
                  <a:lnTo>
                    <a:pt x="97857" y="12582"/>
                  </a:lnTo>
                  <a:lnTo>
                    <a:pt x="92880" y="14919"/>
                  </a:lnTo>
                  <a:lnTo>
                    <a:pt x="87982" y="17418"/>
                  </a:lnTo>
                  <a:lnTo>
                    <a:pt x="83169" y="20077"/>
                  </a:lnTo>
                  <a:lnTo>
                    <a:pt x="78445" y="22893"/>
                  </a:lnTo>
                  <a:lnTo>
                    <a:pt x="73818" y="25863"/>
                  </a:lnTo>
                  <a:lnTo>
                    <a:pt x="69290" y="28983"/>
                  </a:lnTo>
                  <a:lnTo>
                    <a:pt x="64867" y="32251"/>
                  </a:lnTo>
                  <a:lnTo>
                    <a:pt x="60554" y="35662"/>
                  </a:lnTo>
                  <a:lnTo>
                    <a:pt x="56356" y="39214"/>
                  </a:lnTo>
                  <a:lnTo>
                    <a:pt x="52277" y="42901"/>
                  </a:lnTo>
                  <a:lnTo>
                    <a:pt x="48321" y="46721"/>
                  </a:lnTo>
                  <a:lnTo>
                    <a:pt x="44493" y="50669"/>
                  </a:lnTo>
                  <a:lnTo>
                    <a:pt x="40797" y="54740"/>
                  </a:lnTo>
                  <a:lnTo>
                    <a:pt x="37237" y="58931"/>
                  </a:lnTo>
                  <a:lnTo>
                    <a:pt x="33817" y="63236"/>
                  </a:lnTo>
                  <a:lnTo>
                    <a:pt x="30540" y="67652"/>
                  </a:lnTo>
                  <a:lnTo>
                    <a:pt x="27410" y="72173"/>
                  </a:lnTo>
                  <a:lnTo>
                    <a:pt x="24431" y="76795"/>
                  </a:lnTo>
                  <a:lnTo>
                    <a:pt x="21605" y="81512"/>
                  </a:lnTo>
                  <a:lnTo>
                    <a:pt x="18936" y="86320"/>
                  </a:lnTo>
                  <a:lnTo>
                    <a:pt x="16426" y="91213"/>
                  </a:lnTo>
                  <a:lnTo>
                    <a:pt x="14079" y="96185"/>
                  </a:lnTo>
                  <a:lnTo>
                    <a:pt x="11896" y="101233"/>
                  </a:lnTo>
                  <a:lnTo>
                    <a:pt x="9881" y="106349"/>
                  </a:lnTo>
                  <a:lnTo>
                    <a:pt x="8035" y="111528"/>
                  </a:lnTo>
                  <a:lnTo>
                    <a:pt x="6360" y="116766"/>
                  </a:lnTo>
                  <a:lnTo>
                    <a:pt x="4859" y="122056"/>
                  </a:lnTo>
                  <a:lnTo>
                    <a:pt x="3532" y="127392"/>
                  </a:lnTo>
                  <a:lnTo>
                    <a:pt x="2382" y="132770"/>
                  </a:lnTo>
                  <a:lnTo>
                    <a:pt x="1409" y="138182"/>
                  </a:lnTo>
                  <a:lnTo>
                    <a:pt x="615" y="143623"/>
                  </a:lnTo>
                  <a:lnTo>
                    <a:pt x="0" y="149087"/>
                  </a:lnTo>
                  <a:lnTo>
                    <a:pt x="166403" y="1650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853871" y="5018213"/>
              <a:ext cx="334325" cy="334326"/>
            </a:xfrm>
            <a:custGeom>
              <a:avLst/>
              <a:pathLst>
                <a:path w="334325" h="334326">
                  <a:moveTo>
                    <a:pt x="763" y="151205"/>
                  </a:moveTo>
                  <a:lnTo>
                    <a:pt x="342" y="156475"/>
                  </a:lnTo>
                  <a:lnTo>
                    <a:pt x="87" y="161757"/>
                  </a:lnTo>
                  <a:lnTo>
                    <a:pt x="0" y="167044"/>
                  </a:lnTo>
                  <a:lnTo>
                    <a:pt x="79" y="172331"/>
                  </a:lnTo>
                  <a:lnTo>
                    <a:pt x="326" y="177612"/>
                  </a:lnTo>
                  <a:lnTo>
                    <a:pt x="740" y="182884"/>
                  </a:lnTo>
                  <a:lnTo>
                    <a:pt x="1320" y="188139"/>
                  </a:lnTo>
                  <a:lnTo>
                    <a:pt x="2067" y="193374"/>
                  </a:lnTo>
                  <a:lnTo>
                    <a:pt x="2978" y="198583"/>
                  </a:lnTo>
                  <a:lnTo>
                    <a:pt x="4054" y="203760"/>
                  </a:lnTo>
                  <a:lnTo>
                    <a:pt x="5293" y="208900"/>
                  </a:lnTo>
                  <a:lnTo>
                    <a:pt x="6693" y="213999"/>
                  </a:lnTo>
                  <a:lnTo>
                    <a:pt x="8255" y="219050"/>
                  </a:lnTo>
                  <a:lnTo>
                    <a:pt x="9975" y="224050"/>
                  </a:lnTo>
                  <a:lnTo>
                    <a:pt x="11853" y="228993"/>
                  </a:lnTo>
                  <a:lnTo>
                    <a:pt x="13886" y="233874"/>
                  </a:lnTo>
                  <a:lnTo>
                    <a:pt x="16072" y="238689"/>
                  </a:lnTo>
                  <a:lnTo>
                    <a:pt x="18410" y="243431"/>
                  </a:lnTo>
                  <a:lnTo>
                    <a:pt x="20896" y="248098"/>
                  </a:lnTo>
                  <a:lnTo>
                    <a:pt x="23529" y="252684"/>
                  </a:lnTo>
                  <a:lnTo>
                    <a:pt x="26305" y="257183"/>
                  </a:lnTo>
                  <a:lnTo>
                    <a:pt x="29223" y="261593"/>
                  </a:lnTo>
                  <a:lnTo>
                    <a:pt x="32278" y="265909"/>
                  </a:lnTo>
                  <a:lnTo>
                    <a:pt x="35468" y="270126"/>
                  </a:lnTo>
                  <a:lnTo>
                    <a:pt x="38791" y="274239"/>
                  </a:lnTo>
                  <a:lnTo>
                    <a:pt x="42241" y="278246"/>
                  </a:lnTo>
                  <a:lnTo>
                    <a:pt x="45817" y="282141"/>
                  </a:lnTo>
                  <a:lnTo>
                    <a:pt x="49513" y="285921"/>
                  </a:lnTo>
                  <a:lnTo>
                    <a:pt x="53328" y="289583"/>
                  </a:lnTo>
                  <a:lnTo>
                    <a:pt x="57257" y="293122"/>
                  </a:lnTo>
                  <a:lnTo>
                    <a:pt x="61295" y="296535"/>
                  </a:lnTo>
                  <a:lnTo>
                    <a:pt x="65440" y="299819"/>
                  </a:lnTo>
                  <a:lnTo>
                    <a:pt x="69686" y="302970"/>
                  </a:lnTo>
                  <a:lnTo>
                    <a:pt x="74029" y="305985"/>
                  </a:lnTo>
                  <a:lnTo>
                    <a:pt x="78466" y="308861"/>
                  </a:lnTo>
                  <a:lnTo>
                    <a:pt x="82992" y="311595"/>
                  </a:lnTo>
                  <a:lnTo>
                    <a:pt x="87602" y="314185"/>
                  </a:lnTo>
                  <a:lnTo>
                    <a:pt x="92291" y="316628"/>
                  </a:lnTo>
                  <a:lnTo>
                    <a:pt x="97056" y="318921"/>
                  </a:lnTo>
                  <a:lnTo>
                    <a:pt x="101890" y="321063"/>
                  </a:lnTo>
                  <a:lnTo>
                    <a:pt x="106790" y="323050"/>
                  </a:lnTo>
                  <a:lnTo>
                    <a:pt x="111750" y="324882"/>
                  </a:lnTo>
                  <a:lnTo>
                    <a:pt x="116766" y="326555"/>
                  </a:lnTo>
                  <a:lnTo>
                    <a:pt x="121832" y="328070"/>
                  </a:lnTo>
                  <a:lnTo>
                    <a:pt x="126944" y="329423"/>
                  </a:lnTo>
                  <a:lnTo>
                    <a:pt x="132095" y="330614"/>
                  </a:lnTo>
                  <a:lnTo>
                    <a:pt x="137282" y="331641"/>
                  </a:lnTo>
                  <a:lnTo>
                    <a:pt x="142499" y="332504"/>
                  </a:lnTo>
                  <a:lnTo>
                    <a:pt x="147740" y="333202"/>
                  </a:lnTo>
                  <a:lnTo>
                    <a:pt x="153001" y="333733"/>
                  </a:lnTo>
                  <a:lnTo>
                    <a:pt x="158276" y="334098"/>
                  </a:lnTo>
                  <a:lnTo>
                    <a:pt x="163560" y="334295"/>
                  </a:lnTo>
                  <a:lnTo>
                    <a:pt x="168847" y="334326"/>
                  </a:lnTo>
                  <a:lnTo>
                    <a:pt x="174133" y="334189"/>
                  </a:lnTo>
                  <a:lnTo>
                    <a:pt x="179412" y="333885"/>
                  </a:lnTo>
                  <a:lnTo>
                    <a:pt x="184679" y="333415"/>
                  </a:lnTo>
                  <a:lnTo>
                    <a:pt x="189928" y="332778"/>
                  </a:lnTo>
                  <a:lnTo>
                    <a:pt x="195154" y="331975"/>
                  </a:lnTo>
                  <a:lnTo>
                    <a:pt x="200352" y="331007"/>
                  </a:lnTo>
                  <a:lnTo>
                    <a:pt x="205517" y="329876"/>
                  </a:lnTo>
                  <a:lnTo>
                    <a:pt x="210644" y="328582"/>
                  </a:lnTo>
                  <a:lnTo>
                    <a:pt x="215727" y="327126"/>
                  </a:lnTo>
                  <a:lnTo>
                    <a:pt x="220762" y="325510"/>
                  </a:lnTo>
                  <a:lnTo>
                    <a:pt x="225743" y="323736"/>
                  </a:lnTo>
                  <a:lnTo>
                    <a:pt x="230665" y="321805"/>
                  </a:lnTo>
                  <a:lnTo>
                    <a:pt x="235524" y="319719"/>
                  </a:lnTo>
                  <a:lnTo>
                    <a:pt x="240315" y="317481"/>
                  </a:lnTo>
                  <a:lnTo>
                    <a:pt x="245032" y="315093"/>
                  </a:lnTo>
                  <a:lnTo>
                    <a:pt x="249671" y="312556"/>
                  </a:lnTo>
                  <a:lnTo>
                    <a:pt x="254228" y="309874"/>
                  </a:lnTo>
                  <a:lnTo>
                    <a:pt x="258698" y="307049"/>
                  </a:lnTo>
                  <a:lnTo>
                    <a:pt x="263076" y="304084"/>
                  </a:lnTo>
                  <a:lnTo>
                    <a:pt x="267358" y="300983"/>
                  </a:lnTo>
                  <a:lnTo>
                    <a:pt x="271540" y="297747"/>
                  </a:lnTo>
                  <a:lnTo>
                    <a:pt x="275618" y="294381"/>
                  </a:lnTo>
                  <a:lnTo>
                    <a:pt x="279587" y="290887"/>
                  </a:lnTo>
                  <a:lnTo>
                    <a:pt x="283444" y="287270"/>
                  </a:lnTo>
                  <a:lnTo>
                    <a:pt x="287184" y="283532"/>
                  </a:lnTo>
                  <a:lnTo>
                    <a:pt x="290804" y="279678"/>
                  </a:lnTo>
                  <a:lnTo>
                    <a:pt x="294301" y="275712"/>
                  </a:lnTo>
                  <a:lnTo>
                    <a:pt x="297670" y="271637"/>
                  </a:lnTo>
                  <a:lnTo>
                    <a:pt x="300909" y="267457"/>
                  </a:lnTo>
                  <a:lnTo>
                    <a:pt x="304013" y="263177"/>
                  </a:lnTo>
                  <a:lnTo>
                    <a:pt x="306982" y="258801"/>
                  </a:lnTo>
                  <a:lnTo>
                    <a:pt x="309810" y="254333"/>
                  </a:lnTo>
                  <a:lnTo>
                    <a:pt x="312495" y="249779"/>
                  </a:lnTo>
                  <a:lnTo>
                    <a:pt x="315035" y="245141"/>
                  </a:lnTo>
                  <a:lnTo>
                    <a:pt x="317427" y="240426"/>
                  </a:lnTo>
                  <a:lnTo>
                    <a:pt x="319669" y="235637"/>
                  </a:lnTo>
                  <a:lnTo>
                    <a:pt x="321758" y="230779"/>
                  </a:lnTo>
                  <a:lnTo>
                    <a:pt x="323693" y="225858"/>
                  </a:lnTo>
                  <a:lnTo>
                    <a:pt x="325470" y="220879"/>
                  </a:lnTo>
                  <a:lnTo>
                    <a:pt x="327090" y="215845"/>
                  </a:lnTo>
                  <a:lnTo>
                    <a:pt x="328549" y="210763"/>
                  </a:lnTo>
                  <a:lnTo>
                    <a:pt x="329848" y="205637"/>
                  </a:lnTo>
                  <a:lnTo>
                    <a:pt x="330983" y="200473"/>
                  </a:lnTo>
                  <a:lnTo>
                    <a:pt x="331954" y="195275"/>
                  </a:lnTo>
                  <a:lnTo>
                    <a:pt x="332761" y="190050"/>
                  </a:lnTo>
                  <a:lnTo>
                    <a:pt x="333402" y="184801"/>
                  </a:lnTo>
                  <a:lnTo>
                    <a:pt x="333876" y="179535"/>
                  </a:lnTo>
                  <a:lnTo>
                    <a:pt x="334184" y="174256"/>
                  </a:lnTo>
                  <a:lnTo>
                    <a:pt x="334325" y="168971"/>
                  </a:lnTo>
                  <a:lnTo>
                    <a:pt x="334298" y="163683"/>
                  </a:lnTo>
                  <a:lnTo>
                    <a:pt x="334104" y="158399"/>
                  </a:lnTo>
                  <a:lnTo>
                    <a:pt x="333743" y="153124"/>
                  </a:lnTo>
                  <a:lnTo>
                    <a:pt x="333216" y="147863"/>
                  </a:lnTo>
                  <a:lnTo>
                    <a:pt x="332522" y="142621"/>
                  </a:lnTo>
                  <a:lnTo>
                    <a:pt x="331663" y="137403"/>
                  </a:lnTo>
                  <a:lnTo>
                    <a:pt x="330640" y="132216"/>
                  </a:lnTo>
                  <a:lnTo>
                    <a:pt x="329453" y="127063"/>
                  </a:lnTo>
                  <a:lnTo>
                    <a:pt x="328103" y="121951"/>
                  </a:lnTo>
                  <a:lnTo>
                    <a:pt x="326593" y="116884"/>
                  </a:lnTo>
                  <a:lnTo>
                    <a:pt x="324923" y="111867"/>
                  </a:lnTo>
                  <a:lnTo>
                    <a:pt x="323095" y="106905"/>
                  </a:lnTo>
                  <a:lnTo>
                    <a:pt x="321111" y="102004"/>
                  </a:lnTo>
                  <a:lnTo>
                    <a:pt x="318973" y="97168"/>
                  </a:lnTo>
                  <a:lnTo>
                    <a:pt x="316683" y="92402"/>
                  </a:lnTo>
                  <a:lnTo>
                    <a:pt x="314244" y="87710"/>
                  </a:lnTo>
                  <a:lnTo>
                    <a:pt x="311657" y="83099"/>
                  </a:lnTo>
                  <a:lnTo>
                    <a:pt x="308926" y="78571"/>
                  </a:lnTo>
                  <a:lnTo>
                    <a:pt x="306053" y="74132"/>
                  </a:lnTo>
                  <a:lnTo>
                    <a:pt x="303041" y="69786"/>
                  </a:lnTo>
                  <a:lnTo>
                    <a:pt x="299894" y="65537"/>
                  </a:lnTo>
                  <a:lnTo>
                    <a:pt x="296613" y="61391"/>
                  </a:lnTo>
                  <a:lnTo>
                    <a:pt x="293203" y="57350"/>
                  </a:lnTo>
                  <a:lnTo>
                    <a:pt x="289667" y="53418"/>
                  </a:lnTo>
                  <a:lnTo>
                    <a:pt x="286008" y="49601"/>
                  </a:lnTo>
                  <a:lnTo>
                    <a:pt x="282230" y="45901"/>
                  </a:lnTo>
                  <a:lnTo>
                    <a:pt x="278338" y="42323"/>
                  </a:lnTo>
                  <a:lnTo>
                    <a:pt x="274334" y="38870"/>
                  </a:lnTo>
                  <a:lnTo>
                    <a:pt x="270223" y="35544"/>
                  </a:lnTo>
                  <a:lnTo>
                    <a:pt x="266008" y="32351"/>
                  </a:lnTo>
                  <a:lnTo>
                    <a:pt x="261695" y="29292"/>
                  </a:lnTo>
                  <a:lnTo>
                    <a:pt x="257287" y="26372"/>
                  </a:lnTo>
                  <a:lnTo>
                    <a:pt x="252789" y="23592"/>
                  </a:lnTo>
                  <a:lnTo>
                    <a:pt x="248206" y="20956"/>
                  </a:lnTo>
                  <a:lnTo>
                    <a:pt x="243541" y="18466"/>
                  </a:lnTo>
                  <a:lnTo>
                    <a:pt x="238800" y="16125"/>
                  </a:lnTo>
                  <a:lnTo>
                    <a:pt x="233987" y="13935"/>
                  </a:lnTo>
                  <a:lnTo>
                    <a:pt x="229108" y="11898"/>
                  </a:lnTo>
                  <a:lnTo>
                    <a:pt x="224166" y="10017"/>
                  </a:lnTo>
                  <a:lnTo>
                    <a:pt x="219167" y="8293"/>
                  </a:lnTo>
                  <a:lnTo>
                    <a:pt x="214117" y="6728"/>
                  </a:lnTo>
                  <a:lnTo>
                    <a:pt x="209019" y="5323"/>
                  </a:lnTo>
                  <a:lnTo>
                    <a:pt x="203880" y="4081"/>
                  </a:lnTo>
                  <a:lnTo>
                    <a:pt x="198704" y="3001"/>
                  </a:lnTo>
                  <a:lnTo>
                    <a:pt x="193496" y="2086"/>
                  </a:lnTo>
                  <a:lnTo>
                    <a:pt x="188262" y="1336"/>
                  </a:lnTo>
                  <a:lnTo>
                    <a:pt x="183006" y="752"/>
                  </a:lnTo>
                  <a:lnTo>
                    <a:pt x="177735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339717" y="4659281"/>
              <a:ext cx="83517" cy="167167"/>
            </a:xfrm>
            <a:custGeom>
              <a:avLst/>
              <a:pathLst>
                <a:path w="83517" h="167167">
                  <a:moveTo>
                    <a:pt x="83517" y="0"/>
                  </a:moveTo>
                  <a:lnTo>
                    <a:pt x="77688" y="101"/>
                  </a:lnTo>
                  <a:lnTo>
                    <a:pt x="71866" y="406"/>
                  </a:lnTo>
                  <a:lnTo>
                    <a:pt x="66058" y="914"/>
                  </a:lnTo>
                  <a:lnTo>
                    <a:pt x="60272" y="1624"/>
                  </a:lnTo>
                  <a:lnTo>
                    <a:pt x="54513" y="2535"/>
                  </a:lnTo>
                  <a:lnTo>
                    <a:pt x="48791" y="3646"/>
                  </a:lnTo>
                  <a:lnTo>
                    <a:pt x="43110" y="4956"/>
                  </a:lnTo>
                  <a:lnTo>
                    <a:pt x="37478" y="6464"/>
                  </a:lnTo>
                  <a:lnTo>
                    <a:pt x="31903" y="8167"/>
                  </a:lnTo>
                  <a:lnTo>
                    <a:pt x="26390" y="10063"/>
                  </a:lnTo>
                  <a:lnTo>
                    <a:pt x="20947" y="12151"/>
                  </a:lnTo>
                  <a:lnTo>
                    <a:pt x="15580" y="14427"/>
                  </a:lnTo>
                  <a:lnTo>
                    <a:pt x="10295" y="16889"/>
                  </a:lnTo>
                  <a:lnTo>
                    <a:pt x="5100" y="19533"/>
                  </a:lnTo>
                  <a:lnTo>
                    <a:pt x="0" y="22357"/>
                  </a:lnTo>
                  <a:lnTo>
                    <a:pt x="8351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39717" y="4681639"/>
              <a:ext cx="83517" cy="144809"/>
            </a:xfrm>
            <a:custGeom>
              <a:avLst/>
              <a:pathLst>
                <a:path w="83517" h="144809">
                  <a:moveTo>
                    <a:pt x="0" y="0"/>
                  </a:moveTo>
                  <a:lnTo>
                    <a:pt x="83517" y="1448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39717" y="4681639"/>
              <a:ext cx="83517" cy="144809"/>
            </a:xfrm>
            <a:custGeom>
              <a:avLst/>
              <a:pathLst>
                <a:path w="83517" h="144809">
                  <a:moveTo>
                    <a:pt x="0" y="0"/>
                  </a:moveTo>
                  <a:lnTo>
                    <a:pt x="83517" y="1448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256067" y="4681639"/>
              <a:ext cx="288443" cy="311960"/>
            </a:xfrm>
            <a:custGeom>
              <a:avLst/>
              <a:pathLst>
                <a:path w="288443" h="311960">
                  <a:moveTo>
                    <a:pt x="83650" y="0"/>
                  </a:moveTo>
                  <a:lnTo>
                    <a:pt x="79093" y="2725"/>
                  </a:lnTo>
                  <a:lnTo>
                    <a:pt x="74626" y="5593"/>
                  </a:lnTo>
                  <a:lnTo>
                    <a:pt x="70252" y="8602"/>
                  </a:lnTo>
                  <a:lnTo>
                    <a:pt x="65975" y="11748"/>
                  </a:lnTo>
                  <a:lnTo>
                    <a:pt x="61801" y="15029"/>
                  </a:lnTo>
                  <a:lnTo>
                    <a:pt x="57733" y="18440"/>
                  </a:lnTo>
                  <a:lnTo>
                    <a:pt x="53775" y="21979"/>
                  </a:lnTo>
                  <a:lnTo>
                    <a:pt x="49932" y="25642"/>
                  </a:lnTo>
                  <a:lnTo>
                    <a:pt x="46207" y="29425"/>
                  </a:lnTo>
                  <a:lnTo>
                    <a:pt x="42603" y="33324"/>
                  </a:lnTo>
                  <a:lnTo>
                    <a:pt x="39126" y="37336"/>
                  </a:lnTo>
                  <a:lnTo>
                    <a:pt x="35778" y="41456"/>
                  </a:lnTo>
                  <a:lnTo>
                    <a:pt x="32562" y="45681"/>
                  </a:lnTo>
                  <a:lnTo>
                    <a:pt x="29482" y="50005"/>
                  </a:lnTo>
                  <a:lnTo>
                    <a:pt x="26541" y="54425"/>
                  </a:lnTo>
                  <a:lnTo>
                    <a:pt x="23742" y="58936"/>
                  </a:lnTo>
                  <a:lnTo>
                    <a:pt x="21087" y="63534"/>
                  </a:lnTo>
                  <a:lnTo>
                    <a:pt x="18580" y="68214"/>
                  </a:lnTo>
                  <a:lnTo>
                    <a:pt x="16222" y="72971"/>
                  </a:lnTo>
                  <a:lnTo>
                    <a:pt x="14017" y="77801"/>
                  </a:lnTo>
                  <a:lnTo>
                    <a:pt x="11967" y="82698"/>
                  </a:lnTo>
                  <a:lnTo>
                    <a:pt x="10072" y="87658"/>
                  </a:lnTo>
                  <a:lnTo>
                    <a:pt x="8337" y="92675"/>
                  </a:lnTo>
                  <a:lnTo>
                    <a:pt x="6761" y="97745"/>
                  </a:lnTo>
                  <a:lnTo>
                    <a:pt x="5348" y="102863"/>
                  </a:lnTo>
                  <a:lnTo>
                    <a:pt x="4097" y="108023"/>
                  </a:lnTo>
                  <a:lnTo>
                    <a:pt x="3011" y="113220"/>
                  </a:lnTo>
                  <a:lnTo>
                    <a:pt x="2091" y="118448"/>
                  </a:lnTo>
                  <a:lnTo>
                    <a:pt x="1337" y="123704"/>
                  </a:lnTo>
                  <a:lnTo>
                    <a:pt x="751" y="128980"/>
                  </a:lnTo>
                  <a:lnTo>
                    <a:pt x="332" y="134273"/>
                  </a:lnTo>
                  <a:lnTo>
                    <a:pt x="81" y="139576"/>
                  </a:lnTo>
                  <a:lnTo>
                    <a:pt x="0" y="144885"/>
                  </a:lnTo>
                  <a:lnTo>
                    <a:pt x="86" y="150193"/>
                  </a:lnTo>
                  <a:lnTo>
                    <a:pt x="341" y="155496"/>
                  </a:lnTo>
                  <a:lnTo>
                    <a:pt x="765" y="160789"/>
                  </a:lnTo>
                  <a:lnTo>
                    <a:pt x="1356" y="166065"/>
                  </a:lnTo>
                  <a:lnTo>
                    <a:pt x="2115" y="171319"/>
                  </a:lnTo>
                  <a:lnTo>
                    <a:pt x="3040" y="176547"/>
                  </a:lnTo>
                  <a:lnTo>
                    <a:pt x="4131" y="181743"/>
                  </a:lnTo>
                  <a:lnTo>
                    <a:pt x="5386" y="186902"/>
                  </a:lnTo>
                  <a:lnTo>
                    <a:pt x="6804" y="192018"/>
                  </a:lnTo>
                  <a:lnTo>
                    <a:pt x="8384" y="197087"/>
                  </a:lnTo>
                  <a:lnTo>
                    <a:pt x="10124" y="202103"/>
                  </a:lnTo>
                  <a:lnTo>
                    <a:pt x="12023" y="207061"/>
                  </a:lnTo>
                  <a:lnTo>
                    <a:pt x="14078" y="211956"/>
                  </a:lnTo>
                  <a:lnTo>
                    <a:pt x="16287" y="216784"/>
                  </a:lnTo>
                  <a:lnTo>
                    <a:pt x="18649" y="221539"/>
                  </a:lnTo>
                  <a:lnTo>
                    <a:pt x="21161" y="226216"/>
                  </a:lnTo>
                  <a:lnTo>
                    <a:pt x="23819" y="230812"/>
                  </a:lnTo>
                  <a:lnTo>
                    <a:pt x="26623" y="235320"/>
                  </a:lnTo>
                  <a:lnTo>
                    <a:pt x="29568" y="239738"/>
                  </a:lnTo>
                  <a:lnTo>
                    <a:pt x="32652" y="244059"/>
                  </a:lnTo>
                  <a:lnTo>
                    <a:pt x="35871" y="248281"/>
                  </a:lnTo>
                  <a:lnTo>
                    <a:pt x="39223" y="252398"/>
                  </a:lnTo>
                  <a:lnTo>
                    <a:pt x="42704" y="256407"/>
                  </a:lnTo>
                  <a:lnTo>
                    <a:pt x="46311" y="260303"/>
                  </a:lnTo>
                  <a:lnTo>
                    <a:pt x="50039" y="264082"/>
                  </a:lnTo>
                  <a:lnTo>
                    <a:pt x="53886" y="267742"/>
                  </a:lnTo>
                  <a:lnTo>
                    <a:pt x="57847" y="271277"/>
                  </a:lnTo>
                  <a:lnTo>
                    <a:pt x="61918" y="274685"/>
                  </a:lnTo>
                  <a:lnTo>
                    <a:pt x="66096" y="277962"/>
                  </a:lnTo>
                  <a:lnTo>
                    <a:pt x="70375" y="281104"/>
                  </a:lnTo>
                  <a:lnTo>
                    <a:pt x="74752" y="284109"/>
                  </a:lnTo>
                  <a:lnTo>
                    <a:pt x="79222" y="286973"/>
                  </a:lnTo>
                  <a:lnTo>
                    <a:pt x="83781" y="289694"/>
                  </a:lnTo>
                  <a:lnTo>
                    <a:pt x="88424" y="292269"/>
                  </a:lnTo>
                  <a:lnTo>
                    <a:pt x="93146" y="294695"/>
                  </a:lnTo>
                  <a:lnTo>
                    <a:pt x="97943" y="296970"/>
                  </a:lnTo>
                  <a:lnTo>
                    <a:pt x="102810" y="299092"/>
                  </a:lnTo>
                  <a:lnTo>
                    <a:pt x="107742" y="301058"/>
                  </a:lnTo>
                  <a:lnTo>
                    <a:pt x="112734" y="302866"/>
                  </a:lnTo>
                  <a:lnTo>
                    <a:pt x="117780" y="304515"/>
                  </a:lnTo>
                  <a:lnTo>
                    <a:pt x="122877" y="306003"/>
                  </a:lnTo>
                  <a:lnTo>
                    <a:pt x="128018" y="307328"/>
                  </a:lnTo>
                  <a:lnTo>
                    <a:pt x="133198" y="308489"/>
                  </a:lnTo>
                  <a:lnTo>
                    <a:pt x="138413" y="309485"/>
                  </a:lnTo>
                  <a:lnTo>
                    <a:pt x="143657" y="310315"/>
                  </a:lnTo>
                  <a:lnTo>
                    <a:pt x="148925" y="310978"/>
                  </a:lnTo>
                  <a:lnTo>
                    <a:pt x="154211" y="311474"/>
                  </a:lnTo>
                  <a:lnTo>
                    <a:pt x="159510" y="311801"/>
                  </a:lnTo>
                  <a:lnTo>
                    <a:pt x="164817" y="311960"/>
                  </a:lnTo>
                  <a:lnTo>
                    <a:pt x="170126" y="311950"/>
                  </a:lnTo>
                  <a:lnTo>
                    <a:pt x="175432" y="311772"/>
                  </a:lnTo>
                  <a:lnTo>
                    <a:pt x="180730" y="311426"/>
                  </a:lnTo>
                  <a:lnTo>
                    <a:pt x="186014" y="310911"/>
                  </a:lnTo>
                  <a:lnTo>
                    <a:pt x="191279" y="310229"/>
                  </a:lnTo>
                  <a:lnTo>
                    <a:pt x="196520" y="309379"/>
                  </a:lnTo>
                  <a:lnTo>
                    <a:pt x="201731" y="308364"/>
                  </a:lnTo>
                  <a:lnTo>
                    <a:pt x="206908" y="307184"/>
                  </a:lnTo>
                  <a:lnTo>
                    <a:pt x="212044" y="305840"/>
                  </a:lnTo>
                  <a:lnTo>
                    <a:pt x="217135" y="304334"/>
                  </a:lnTo>
                  <a:lnTo>
                    <a:pt x="222175" y="302667"/>
                  </a:lnTo>
                  <a:lnTo>
                    <a:pt x="227161" y="300840"/>
                  </a:lnTo>
                  <a:lnTo>
                    <a:pt x="232085" y="298857"/>
                  </a:lnTo>
                  <a:lnTo>
                    <a:pt x="236944" y="296717"/>
                  </a:lnTo>
                  <a:lnTo>
                    <a:pt x="241733" y="294425"/>
                  </a:lnTo>
                  <a:lnTo>
                    <a:pt x="246447" y="291982"/>
                  </a:lnTo>
                  <a:lnTo>
                    <a:pt x="251080" y="289390"/>
                  </a:lnTo>
                  <a:lnTo>
                    <a:pt x="255629" y="286652"/>
                  </a:lnTo>
                  <a:lnTo>
                    <a:pt x="260089" y="283771"/>
                  </a:lnTo>
                  <a:lnTo>
                    <a:pt x="264455" y="280751"/>
                  </a:lnTo>
                  <a:lnTo>
                    <a:pt x="268722" y="277593"/>
                  </a:lnTo>
                  <a:lnTo>
                    <a:pt x="272888" y="274301"/>
                  </a:lnTo>
                  <a:lnTo>
                    <a:pt x="276947" y="270878"/>
                  </a:lnTo>
                  <a:lnTo>
                    <a:pt x="280895" y="267328"/>
                  </a:lnTo>
                  <a:lnTo>
                    <a:pt x="284728" y="263655"/>
                  </a:lnTo>
                  <a:lnTo>
                    <a:pt x="288443" y="259862"/>
                  </a:lnTo>
                  <a:lnTo>
                    <a:pt x="167167" y="1448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167163" cy="282220"/>
            </a:xfrm>
            <a:custGeom>
              <a:avLst/>
              <a:pathLst>
                <a:path w="167163" h="282220">
                  <a:moveTo>
                    <a:pt x="121275" y="282220"/>
                  </a:moveTo>
                  <a:lnTo>
                    <a:pt x="124885" y="278291"/>
                  </a:lnTo>
                  <a:lnTo>
                    <a:pt x="128367" y="274249"/>
                  </a:lnTo>
                  <a:lnTo>
                    <a:pt x="131719" y="270099"/>
                  </a:lnTo>
                  <a:lnTo>
                    <a:pt x="134937" y="265843"/>
                  </a:lnTo>
                  <a:lnTo>
                    <a:pt x="138017" y="261487"/>
                  </a:lnTo>
                  <a:lnTo>
                    <a:pt x="140956" y="257034"/>
                  </a:lnTo>
                  <a:lnTo>
                    <a:pt x="143752" y="252491"/>
                  </a:lnTo>
                  <a:lnTo>
                    <a:pt x="146402" y="247860"/>
                  </a:lnTo>
                  <a:lnTo>
                    <a:pt x="148902" y="243147"/>
                  </a:lnTo>
                  <a:lnTo>
                    <a:pt x="151251" y="238357"/>
                  </a:lnTo>
                  <a:lnTo>
                    <a:pt x="153445" y="233494"/>
                  </a:lnTo>
                  <a:lnTo>
                    <a:pt x="155484" y="228564"/>
                  </a:lnTo>
                  <a:lnTo>
                    <a:pt x="157364" y="223571"/>
                  </a:lnTo>
                  <a:lnTo>
                    <a:pt x="159084" y="218521"/>
                  </a:lnTo>
                  <a:lnTo>
                    <a:pt x="160641" y="213418"/>
                  </a:lnTo>
                  <a:lnTo>
                    <a:pt x="162035" y="208268"/>
                  </a:lnTo>
                  <a:lnTo>
                    <a:pt x="163264" y="203077"/>
                  </a:lnTo>
                  <a:lnTo>
                    <a:pt x="164327" y="197848"/>
                  </a:lnTo>
                  <a:lnTo>
                    <a:pt x="165223" y="192589"/>
                  </a:lnTo>
                  <a:lnTo>
                    <a:pt x="165950" y="187304"/>
                  </a:lnTo>
                  <a:lnTo>
                    <a:pt x="166508" y="181998"/>
                  </a:lnTo>
                  <a:lnTo>
                    <a:pt x="166896" y="176677"/>
                  </a:lnTo>
                  <a:lnTo>
                    <a:pt x="167115" y="171346"/>
                  </a:lnTo>
                  <a:lnTo>
                    <a:pt x="167163" y="166012"/>
                  </a:lnTo>
                  <a:lnTo>
                    <a:pt x="167041" y="160678"/>
                  </a:lnTo>
                  <a:lnTo>
                    <a:pt x="166749" y="155351"/>
                  </a:lnTo>
                  <a:lnTo>
                    <a:pt x="166287" y="150036"/>
                  </a:lnTo>
                  <a:lnTo>
                    <a:pt x="165655" y="144738"/>
                  </a:lnTo>
                  <a:lnTo>
                    <a:pt x="164855" y="139463"/>
                  </a:lnTo>
                  <a:lnTo>
                    <a:pt x="163887" y="134217"/>
                  </a:lnTo>
                  <a:lnTo>
                    <a:pt x="162752" y="129004"/>
                  </a:lnTo>
                  <a:lnTo>
                    <a:pt x="161452" y="123830"/>
                  </a:lnTo>
                  <a:lnTo>
                    <a:pt x="159987" y="118700"/>
                  </a:lnTo>
                  <a:lnTo>
                    <a:pt x="158359" y="113619"/>
                  </a:lnTo>
                  <a:lnTo>
                    <a:pt x="156569" y="108593"/>
                  </a:lnTo>
                  <a:lnTo>
                    <a:pt x="154620" y="103627"/>
                  </a:lnTo>
                  <a:lnTo>
                    <a:pt x="152514" y="98725"/>
                  </a:lnTo>
                  <a:lnTo>
                    <a:pt x="150252" y="93893"/>
                  </a:lnTo>
                  <a:lnTo>
                    <a:pt x="147838" y="89136"/>
                  </a:lnTo>
                  <a:lnTo>
                    <a:pt x="145272" y="84458"/>
                  </a:lnTo>
                  <a:lnTo>
                    <a:pt x="142559" y="79864"/>
                  </a:lnTo>
                  <a:lnTo>
                    <a:pt x="139700" y="75360"/>
                  </a:lnTo>
                  <a:lnTo>
                    <a:pt x="136700" y="70948"/>
                  </a:lnTo>
                  <a:lnTo>
                    <a:pt x="133560" y="66635"/>
                  </a:lnTo>
                  <a:lnTo>
                    <a:pt x="130284" y="62424"/>
                  </a:lnTo>
                  <a:lnTo>
                    <a:pt x="126875" y="58320"/>
                  </a:lnTo>
                  <a:lnTo>
                    <a:pt x="123337" y="54327"/>
                  </a:lnTo>
                  <a:lnTo>
                    <a:pt x="119673" y="50449"/>
                  </a:lnTo>
                  <a:lnTo>
                    <a:pt x="115888" y="46689"/>
                  </a:lnTo>
                  <a:lnTo>
                    <a:pt x="111984" y="43053"/>
                  </a:lnTo>
                  <a:lnTo>
                    <a:pt x="107967" y="39542"/>
                  </a:lnTo>
                  <a:lnTo>
                    <a:pt x="103839" y="36162"/>
                  </a:lnTo>
                  <a:lnTo>
                    <a:pt x="99606" y="32915"/>
                  </a:lnTo>
                  <a:lnTo>
                    <a:pt x="95271" y="29805"/>
                  </a:lnTo>
                  <a:lnTo>
                    <a:pt x="90839" y="26835"/>
                  </a:lnTo>
                  <a:lnTo>
                    <a:pt x="86315" y="24008"/>
                  </a:lnTo>
                  <a:lnTo>
                    <a:pt x="81703" y="21326"/>
                  </a:lnTo>
                  <a:lnTo>
                    <a:pt x="77007" y="18793"/>
                  </a:lnTo>
                  <a:lnTo>
                    <a:pt x="72233" y="16411"/>
                  </a:lnTo>
                  <a:lnTo>
                    <a:pt x="67386" y="14183"/>
                  </a:lnTo>
                  <a:lnTo>
                    <a:pt x="62470" y="12111"/>
                  </a:lnTo>
                  <a:lnTo>
                    <a:pt x="57490" y="10196"/>
                  </a:lnTo>
                  <a:lnTo>
                    <a:pt x="52451" y="8442"/>
                  </a:lnTo>
                  <a:lnTo>
                    <a:pt x="47360" y="6849"/>
                  </a:lnTo>
                  <a:lnTo>
                    <a:pt x="42220" y="5419"/>
                  </a:lnTo>
                  <a:lnTo>
                    <a:pt x="37037" y="4154"/>
                  </a:lnTo>
                  <a:lnTo>
                    <a:pt x="31816" y="3055"/>
                  </a:lnTo>
                  <a:lnTo>
                    <a:pt x="26563" y="2124"/>
                  </a:lnTo>
                  <a:lnTo>
                    <a:pt x="21283" y="1360"/>
                  </a:lnTo>
                  <a:lnTo>
                    <a:pt x="15981" y="765"/>
                  </a:lnTo>
                  <a:lnTo>
                    <a:pt x="10663" y="340"/>
                  </a:lnTo>
                  <a:lnTo>
                    <a:pt x="533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622203" y="4213821"/>
              <a:ext cx="106269" cy="167167"/>
            </a:xfrm>
            <a:custGeom>
              <a:avLst/>
              <a:pathLst>
                <a:path w="106269" h="167167">
                  <a:moveTo>
                    <a:pt x="106269" y="0"/>
                  </a:moveTo>
                  <a:lnTo>
                    <a:pt x="100512" y="99"/>
                  </a:lnTo>
                  <a:lnTo>
                    <a:pt x="94761" y="396"/>
                  </a:lnTo>
                  <a:lnTo>
                    <a:pt x="89025" y="891"/>
                  </a:lnTo>
                  <a:lnTo>
                    <a:pt x="83308" y="1584"/>
                  </a:lnTo>
                  <a:lnTo>
                    <a:pt x="77620" y="2473"/>
                  </a:lnTo>
                  <a:lnTo>
                    <a:pt x="71965" y="3557"/>
                  </a:lnTo>
                  <a:lnTo>
                    <a:pt x="66350" y="4836"/>
                  </a:lnTo>
                  <a:lnTo>
                    <a:pt x="60783" y="6307"/>
                  </a:lnTo>
                  <a:lnTo>
                    <a:pt x="55270" y="7969"/>
                  </a:lnTo>
                  <a:lnTo>
                    <a:pt x="49818" y="9819"/>
                  </a:lnTo>
                  <a:lnTo>
                    <a:pt x="44433" y="11857"/>
                  </a:lnTo>
                  <a:lnTo>
                    <a:pt x="39121" y="14078"/>
                  </a:lnTo>
                  <a:lnTo>
                    <a:pt x="33888" y="16482"/>
                  </a:lnTo>
                  <a:lnTo>
                    <a:pt x="28742" y="19064"/>
                  </a:lnTo>
                  <a:lnTo>
                    <a:pt x="23687" y="21822"/>
                  </a:lnTo>
                  <a:lnTo>
                    <a:pt x="18730" y="24752"/>
                  </a:lnTo>
                  <a:lnTo>
                    <a:pt x="13878" y="27851"/>
                  </a:lnTo>
                  <a:lnTo>
                    <a:pt x="9135" y="31116"/>
                  </a:lnTo>
                  <a:lnTo>
                    <a:pt x="4507" y="34542"/>
                  </a:lnTo>
                  <a:lnTo>
                    <a:pt x="0" y="38125"/>
                  </a:lnTo>
                  <a:lnTo>
                    <a:pt x="10626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622203" y="4251946"/>
              <a:ext cx="106269" cy="129041"/>
            </a:xfrm>
            <a:custGeom>
              <a:avLst/>
              <a:pathLst>
                <a:path w="106269" h="129041">
                  <a:moveTo>
                    <a:pt x="0" y="0"/>
                  </a:moveTo>
                  <a:lnTo>
                    <a:pt x="106269" y="1290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561313" y="4251946"/>
              <a:ext cx="334320" cy="296209"/>
            </a:xfrm>
            <a:custGeom>
              <a:avLst/>
              <a:pathLst>
                <a:path w="334320" h="296209">
                  <a:moveTo>
                    <a:pt x="60889" y="0"/>
                  </a:moveTo>
                  <a:lnTo>
                    <a:pt x="56831" y="3451"/>
                  </a:lnTo>
                  <a:lnTo>
                    <a:pt x="52886" y="7030"/>
                  </a:lnTo>
                  <a:lnTo>
                    <a:pt x="49056" y="10733"/>
                  </a:lnTo>
                  <a:lnTo>
                    <a:pt x="45347" y="14556"/>
                  </a:lnTo>
                  <a:lnTo>
                    <a:pt x="41761" y="18495"/>
                  </a:lnTo>
                  <a:lnTo>
                    <a:pt x="38302" y="22546"/>
                  </a:lnTo>
                  <a:lnTo>
                    <a:pt x="34975" y="26706"/>
                  </a:lnTo>
                  <a:lnTo>
                    <a:pt x="31781" y="30969"/>
                  </a:lnTo>
                  <a:lnTo>
                    <a:pt x="28725" y="35332"/>
                  </a:lnTo>
                  <a:lnTo>
                    <a:pt x="25810" y="39791"/>
                  </a:lnTo>
                  <a:lnTo>
                    <a:pt x="23038" y="44339"/>
                  </a:lnTo>
                  <a:lnTo>
                    <a:pt x="20412" y="48974"/>
                  </a:lnTo>
                  <a:lnTo>
                    <a:pt x="17936" y="53690"/>
                  </a:lnTo>
                  <a:lnTo>
                    <a:pt x="15611" y="58483"/>
                  </a:lnTo>
                  <a:lnTo>
                    <a:pt x="13440" y="63347"/>
                  </a:lnTo>
                  <a:lnTo>
                    <a:pt x="11425" y="68279"/>
                  </a:lnTo>
                  <a:lnTo>
                    <a:pt x="9568" y="73271"/>
                  </a:lnTo>
                  <a:lnTo>
                    <a:pt x="7871" y="78321"/>
                  </a:lnTo>
                  <a:lnTo>
                    <a:pt x="6336" y="83421"/>
                  </a:lnTo>
                  <a:lnTo>
                    <a:pt x="4964" y="88569"/>
                  </a:lnTo>
                  <a:lnTo>
                    <a:pt x="3757" y="93757"/>
                  </a:lnTo>
                  <a:lnTo>
                    <a:pt x="2715" y="98981"/>
                  </a:lnTo>
                  <a:lnTo>
                    <a:pt x="1841" y="104236"/>
                  </a:lnTo>
                  <a:lnTo>
                    <a:pt x="1135" y="109515"/>
                  </a:lnTo>
                  <a:lnTo>
                    <a:pt x="597" y="114815"/>
                  </a:lnTo>
                  <a:lnTo>
                    <a:pt x="228" y="120129"/>
                  </a:lnTo>
                  <a:lnTo>
                    <a:pt x="29" y="125452"/>
                  </a:lnTo>
                  <a:lnTo>
                    <a:pt x="0" y="130779"/>
                  </a:lnTo>
                  <a:lnTo>
                    <a:pt x="140" y="136104"/>
                  </a:lnTo>
                  <a:lnTo>
                    <a:pt x="450" y="141422"/>
                  </a:lnTo>
                  <a:lnTo>
                    <a:pt x="929" y="146727"/>
                  </a:lnTo>
                  <a:lnTo>
                    <a:pt x="1577" y="152015"/>
                  </a:lnTo>
                  <a:lnTo>
                    <a:pt x="2393" y="157279"/>
                  </a:lnTo>
                  <a:lnTo>
                    <a:pt x="3376" y="162514"/>
                  </a:lnTo>
                  <a:lnTo>
                    <a:pt x="4526" y="167715"/>
                  </a:lnTo>
                  <a:lnTo>
                    <a:pt x="5840" y="172877"/>
                  </a:lnTo>
                  <a:lnTo>
                    <a:pt x="7319" y="177995"/>
                  </a:lnTo>
                  <a:lnTo>
                    <a:pt x="8960" y="183063"/>
                  </a:lnTo>
                  <a:lnTo>
                    <a:pt x="10761" y="188076"/>
                  </a:lnTo>
                  <a:lnTo>
                    <a:pt x="12722" y="193029"/>
                  </a:lnTo>
                  <a:lnTo>
                    <a:pt x="14839" y="197917"/>
                  </a:lnTo>
                  <a:lnTo>
                    <a:pt x="17110" y="202735"/>
                  </a:lnTo>
                  <a:lnTo>
                    <a:pt x="19535" y="207478"/>
                  </a:lnTo>
                  <a:lnTo>
                    <a:pt x="22109" y="212142"/>
                  </a:lnTo>
                  <a:lnTo>
                    <a:pt x="24830" y="216721"/>
                  </a:lnTo>
                  <a:lnTo>
                    <a:pt x="27696" y="221211"/>
                  </a:lnTo>
                  <a:lnTo>
                    <a:pt x="30703" y="225608"/>
                  </a:lnTo>
                  <a:lnTo>
                    <a:pt x="33849" y="229907"/>
                  </a:lnTo>
                  <a:lnTo>
                    <a:pt x="37131" y="234103"/>
                  </a:lnTo>
                  <a:lnTo>
                    <a:pt x="40544" y="238192"/>
                  </a:lnTo>
                  <a:lnTo>
                    <a:pt x="44086" y="242171"/>
                  </a:lnTo>
                  <a:lnTo>
                    <a:pt x="47753" y="246035"/>
                  </a:lnTo>
                  <a:lnTo>
                    <a:pt x="51541" y="249780"/>
                  </a:lnTo>
                  <a:lnTo>
                    <a:pt x="55447" y="253402"/>
                  </a:lnTo>
                  <a:lnTo>
                    <a:pt x="59466" y="256898"/>
                  </a:lnTo>
                  <a:lnTo>
                    <a:pt x="63594" y="260265"/>
                  </a:lnTo>
                  <a:lnTo>
                    <a:pt x="67828" y="263498"/>
                  </a:lnTo>
                  <a:lnTo>
                    <a:pt x="72162" y="266594"/>
                  </a:lnTo>
                  <a:lnTo>
                    <a:pt x="76593" y="269551"/>
                  </a:lnTo>
                  <a:lnTo>
                    <a:pt x="81116" y="272365"/>
                  </a:lnTo>
                  <a:lnTo>
                    <a:pt x="85726" y="275034"/>
                  </a:lnTo>
                  <a:lnTo>
                    <a:pt x="90419" y="277554"/>
                  </a:lnTo>
                  <a:lnTo>
                    <a:pt x="95190" y="279924"/>
                  </a:lnTo>
                  <a:lnTo>
                    <a:pt x="100034" y="282140"/>
                  </a:lnTo>
                  <a:lnTo>
                    <a:pt x="104946" y="284201"/>
                  </a:lnTo>
                  <a:lnTo>
                    <a:pt x="109921" y="286105"/>
                  </a:lnTo>
                  <a:lnTo>
                    <a:pt x="114954" y="287849"/>
                  </a:lnTo>
                  <a:lnTo>
                    <a:pt x="120040" y="289431"/>
                  </a:lnTo>
                  <a:lnTo>
                    <a:pt x="125175" y="290851"/>
                  </a:lnTo>
                  <a:lnTo>
                    <a:pt x="130351" y="292107"/>
                  </a:lnTo>
                  <a:lnTo>
                    <a:pt x="135566" y="293196"/>
                  </a:lnTo>
                  <a:lnTo>
                    <a:pt x="140812" y="294120"/>
                  </a:lnTo>
                  <a:lnTo>
                    <a:pt x="146085" y="294875"/>
                  </a:lnTo>
                  <a:lnTo>
                    <a:pt x="151379" y="295463"/>
                  </a:lnTo>
                  <a:lnTo>
                    <a:pt x="156690" y="295881"/>
                  </a:lnTo>
                  <a:lnTo>
                    <a:pt x="162011" y="296130"/>
                  </a:lnTo>
                  <a:lnTo>
                    <a:pt x="167337" y="296209"/>
                  </a:lnTo>
                  <a:lnTo>
                    <a:pt x="172663" y="296118"/>
                  </a:lnTo>
                  <a:lnTo>
                    <a:pt x="177984" y="295858"/>
                  </a:lnTo>
                  <a:lnTo>
                    <a:pt x="183293" y="295428"/>
                  </a:lnTo>
                  <a:lnTo>
                    <a:pt x="188586" y="294830"/>
                  </a:lnTo>
                  <a:lnTo>
                    <a:pt x="193858" y="294063"/>
                  </a:lnTo>
                  <a:lnTo>
                    <a:pt x="199102" y="293128"/>
                  </a:lnTo>
                  <a:lnTo>
                    <a:pt x="204314" y="292027"/>
                  </a:lnTo>
                  <a:lnTo>
                    <a:pt x="209488" y="290761"/>
                  </a:lnTo>
                  <a:lnTo>
                    <a:pt x="214619" y="289330"/>
                  </a:lnTo>
                  <a:lnTo>
                    <a:pt x="219702" y="287736"/>
                  </a:lnTo>
                  <a:lnTo>
                    <a:pt x="224731" y="285982"/>
                  </a:lnTo>
                  <a:lnTo>
                    <a:pt x="229702" y="284068"/>
                  </a:lnTo>
                  <a:lnTo>
                    <a:pt x="234610" y="281996"/>
                  </a:lnTo>
                  <a:lnTo>
                    <a:pt x="239449" y="279769"/>
                  </a:lnTo>
                  <a:lnTo>
                    <a:pt x="244215" y="277390"/>
                  </a:lnTo>
                  <a:lnTo>
                    <a:pt x="248902" y="274859"/>
                  </a:lnTo>
                  <a:lnTo>
                    <a:pt x="253507" y="272181"/>
                  </a:lnTo>
                  <a:lnTo>
                    <a:pt x="258024" y="269357"/>
                  </a:lnTo>
                  <a:lnTo>
                    <a:pt x="262448" y="266390"/>
                  </a:lnTo>
                  <a:lnTo>
                    <a:pt x="266776" y="263285"/>
                  </a:lnTo>
                  <a:lnTo>
                    <a:pt x="271002" y="260042"/>
                  </a:lnTo>
                  <a:lnTo>
                    <a:pt x="275124" y="256667"/>
                  </a:lnTo>
                  <a:lnTo>
                    <a:pt x="279135" y="253163"/>
                  </a:lnTo>
                  <a:lnTo>
                    <a:pt x="283033" y="249532"/>
                  </a:lnTo>
                  <a:lnTo>
                    <a:pt x="286813" y="245779"/>
                  </a:lnTo>
                  <a:lnTo>
                    <a:pt x="290472" y="241907"/>
                  </a:lnTo>
                  <a:lnTo>
                    <a:pt x="294005" y="237921"/>
                  </a:lnTo>
                  <a:lnTo>
                    <a:pt x="297410" y="233824"/>
                  </a:lnTo>
                  <a:lnTo>
                    <a:pt x="300682" y="229621"/>
                  </a:lnTo>
                  <a:lnTo>
                    <a:pt x="303819" y="225315"/>
                  </a:lnTo>
                  <a:lnTo>
                    <a:pt x="306817" y="220912"/>
                  </a:lnTo>
                  <a:lnTo>
                    <a:pt x="309673" y="216416"/>
                  </a:lnTo>
                  <a:lnTo>
                    <a:pt x="312385" y="211831"/>
                  </a:lnTo>
                  <a:lnTo>
                    <a:pt x="314949" y="207162"/>
                  </a:lnTo>
                  <a:lnTo>
                    <a:pt x="317363" y="202413"/>
                  </a:lnTo>
                  <a:lnTo>
                    <a:pt x="319624" y="197590"/>
                  </a:lnTo>
                  <a:lnTo>
                    <a:pt x="321731" y="192698"/>
                  </a:lnTo>
                  <a:lnTo>
                    <a:pt x="323681" y="187740"/>
                  </a:lnTo>
                  <a:lnTo>
                    <a:pt x="325471" y="182724"/>
                  </a:lnTo>
                  <a:lnTo>
                    <a:pt x="327101" y="177652"/>
                  </a:lnTo>
                  <a:lnTo>
                    <a:pt x="328569" y="172532"/>
                  </a:lnTo>
                  <a:lnTo>
                    <a:pt x="329873" y="167367"/>
                  </a:lnTo>
                  <a:lnTo>
                    <a:pt x="331011" y="162163"/>
                  </a:lnTo>
                  <a:lnTo>
                    <a:pt x="331983" y="156925"/>
                  </a:lnTo>
                  <a:lnTo>
                    <a:pt x="332788" y="151660"/>
                  </a:lnTo>
                  <a:lnTo>
                    <a:pt x="333425" y="146371"/>
                  </a:lnTo>
                  <a:lnTo>
                    <a:pt x="333892" y="141065"/>
                  </a:lnTo>
                  <a:lnTo>
                    <a:pt x="334191" y="135746"/>
                  </a:lnTo>
                  <a:lnTo>
                    <a:pt x="334320" y="130421"/>
                  </a:lnTo>
                  <a:lnTo>
                    <a:pt x="334279" y="125094"/>
                  </a:lnTo>
                  <a:lnTo>
                    <a:pt x="334068" y="119772"/>
                  </a:lnTo>
                  <a:lnTo>
                    <a:pt x="333688" y="114458"/>
                  </a:lnTo>
                  <a:lnTo>
                    <a:pt x="333139" y="109160"/>
                  </a:lnTo>
                  <a:lnTo>
                    <a:pt x="332421" y="103882"/>
                  </a:lnTo>
                  <a:lnTo>
                    <a:pt x="331536" y="98629"/>
                  </a:lnTo>
                  <a:lnTo>
                    <a:pt x="330483" y="93407"/>
                  </a:lnTo>
                  <a:lnTo>
                    <a:pt x="329265" y="88221"/>
                  </a:lnTo>
                  <a:lnTo>
                    <a:pt x="327882" y="83077"/>
                  </a:lnTo>
                  <a:lnTo>
                    <a:pt x="326336" y="77979"/>
                  </a:lnTo>
                  <a:lnTo>
                    <a:pt x="324628" y="72934"/>
                  </a:lnTo>
                  <a:lnTo>
                    <a:pt x="322761" y="67945"/>
                  </a:lnTo>
                  <a:lnTo>
                    <a:pt x="320735" y="63018"/>
                  </a:lnTo>
                  <a:lnTo>
                    <a:pt x="167158" y="1290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153577" cy="167167"/>
            </a:xfrm>
            <a:custGeom>
              <a:avLst/>
              <a:pathLst>
                <a:path w="153577" h="167167">
                  <a:moveTo>
                    <a:pt x="153577" y="101144"/>
                  </a:moveTo>
                  <a:lnTo>
                    <a:pt x="151360" y="96210"/>
                  </a:lnTo>
                  <a:lnTo>
                    <a:pt x="148986" y="91351"/>
                  </a:lnTo>
                  <a:lnTo>
                    <a:pt x="146455" y="86571"/>
                  </a:lnTo>
                  <a:lnTo>
                    <a:pt x="143771" y="81875"/>
                  </a:lnTo>
                  <a:lnTo>
                    <a:pt x="140937" y="77269"/>
                  </a:lnTo>
                  <a:lnTo>
                    <a:pt x="137955" y="72757"/>
                  </a:lnTo>
                  <a:lnTo>
                    <a:pt x="134829" y="68344"/>
                  </a:lnTo>
                  <a:lnTo>
                    <a:pt x="131561" y="64034"/>
                  </a:lnTo>
                  <a:lnTo>
                    <a:pt x="128156" y="59832"/>
                  </a:lnTo>
                  <a:lnTo>
                    <a:pt x="124617" y="55742"/>
                  </a:lnTo>
                  <a:lnTo>
                    <a:pt x="120947" y="51769"/>
                  </a:lnTo>
                  <a:lnTo>
                    <a:pt x="117151" y="47917"/>
                  </a:lnTo>
                  <a:lnTo>
                    <a:pt x="113232" y="44190"/>
                  </a:lnTo>
                  <a:lnTo>
                    <a:pt x="109194" y="40591"/>
                  </a:lnTo>
                  <a:lnTo>
                    <a:pt x="105042" y="37125"/>
                  </a:lnTo>
                  <a:lnTo>
                    <a:pt x="100781" y="33795"/>
                  </a:lnTo>
                  <a:lnTo>
                    <a:pt x="96413" y="30604"/>
                  </a:lnTo>
                  <a:lnTo>
                    <a:pt x="91945" y="27557"/>
                  </a:lnTo>
                  <a:lnTo>
                    <a:pt x="87381" y="24656"/>
                  </a:lnTo>
                  <a:lnTo>
                    <a:pt x="82725" y="21904"/>
                  </a:lnTo>
                  <a:lnTo>
                    <a:pt x="77982" y="19303"/>
                  </a:lnTo>
                  <a:lnTo>
                    <a:pt x="73158" y="16858"/>
                  </a:lnTo>
                  <a:lnTo>
                    <a:pt x="68258" y="14570"/>
                  </a:lnTo>
                  <a:lnTo>
                    <a:pt x="63286" y="12442"/>
                  </a:lnTo>
                  <a:lnTo>
                    <a:pt x="58247" y="10476"/>
                  </a:lnTo>
                  <a:lnTo>
                    <a:pt x="53148" y="8673"/>
                  </a:lnTo>
                  <a:lnTo>
                    <a:pt x="47993" y="7037"/>
                  </a:lnTo>
                  <a:lnTo>
                    <a:pt x="42788" y="5568"/>
                  </a:lnTo>
                  <a:lnTo>
                    <a:pt x="37538" y="4269"/>
                  </a:lnTo>
                  <a:lnTo>
                    <a:pt x="32248" y="3140"/>
                  </a:lnTo>
                  <a:lnTo>
                    <a:pt x="26925" y="2182"/>
                  </a:lnTo>
                  <a:lnTo>
                    <a:pt x="21574" y="1398"/>
                  </a:lnTo>
                  <a:lnTo>
                    <a:pt x="16200" y="786"/>
                  </a:lnTo>
                  <a:lnTo>
                    <a:pt x="10809" y="349"/>
                  </a:lnTo>
                  <a:lnTo>
                    <a:pt x="5407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62449" y="3707720"/>
              <a:ext cx="156561" cy="167167"/>
            </a:xfrm>
            <a:custGeom>
              <a:avLst/>
              <a:pathLst>
                <a:path w="156561" h="167167">
                  <a:moveTo>
                    <a:pt x="156561" y="0"/>
                  </a:moveTo>
                  <a:lnTo>
                    <a:pt x="151083" y="89"/>
                  </a:lnTo>
                  <a:lnTo>
                    <a:pt x="145611" y="359"/>
                  </a:lnTo>
                  <a:lnTo>
                    <a:pt x="140151" y="807"/>
                  </a:lnTo>
                  <a:lnTo>
                    <a:pt x="134708" y="1434"/>
                  </a:lnTo>
                  <a:lnTo>
                    <a:pt x="129289" y="2239"/>
                  </a:lnTo>
                  <a:lnTo>
                    <a:pt x="123899" y="3221"/>
                  </a:lnTo>
                  <a:lnTo>
                    <a:pt x="118544" y="4380"/>
                  </a:lnTo>
                  <a:lnTo>
                    <a:pt x="113231" y="5713"/>
                  </a:lnTo>
                  <a:lnTo>
                    <a:pt x="107963" y="7220"/>
                  </a:lnTo>
                  <a:lnTo>
                    <a:pt x="102748" y="8898"/>
                  </a:lnTo>
                  <a:lnTo>
                    <a:pt x="97590" y="10746"/>
                  </a:lnTo>
                  <a:lnTo>
                    <a:pt x="92496" y="12763"/>
                  </a:lnTo>
                  <a:lnTo>
                    <a:pt x="87471" y="14945"/>
                  </a:lnTo>
                  <a:lnTo>
                    <a:pt x="82520" y="17291"/>
                  </a:lnTo>
                  <a:lnTo>
                    <a:pt x="77648" y="19798"/>
                  </a:lnTo>
                  <a:lnTo>
                    <a:pt x="72862" y="22463"/>
                  </a:lnTo>
                  <a:lnTo>
                    <a:pt x="68165" y="25283"/>
                  </a:lnTo>
                  <a:lnTo>
                    <a:pt x="63563" y="28256"/>
                  </a:lnTo>
                  <a:lnTo>
                    <a:pt x="59061" y="31378"/>
                  </a:lnTo>
                  <a:lnTo>
                    <a:pt x="54663" y="34646"/>
                  </a:lnTo>
                  <a:lnTo>
                    <a:pt x="50376" y="38056"/>
                  </a:lnTo>
                  <a:lnTo>
                    <a:pt x="46202" y="41605"/>
                  </a:lnTo>
                  <a:lnTo>
                    <a:pt x="42147" y="45289"/>
                  </a:lnTo>
                  <a:lnTo>
                    <a:pt x="38214" y="49104"/>
                  </a:lnTo>
                  <a:lnTo>
                    <a:pt x="34409" y="53045"/>
                  </a:lnTo>
                  <a:lnTo>
                    <a:pt x="30735" y="57109"/>
                  </a:lnTo>
                  <a:lnTo>
                    <a:pt x="27196" y="61292"/>
                  </a:lnTo>
                  <a:lnTo>
                    <a:pt x="23796" y="65588"/>
                  </a:lnTo>
                  <a:lnTo>
                    <a:pt x="20539" y="69993"/>
                  </a:lnTo>
                  <a:lnTo>
                    <a:pt x="17427" y="74502"/>
                  </a:lnTo>
                  <a:lnTo>
                    <a:pt x="14466" y="79112"/>
                  </a:lnTo>
                  <a:lnTo>
                    <a:pt x="11656" y="83815"/>
                  </a:lnTo>
                  <a:lnTo>
                    <a:pt x="9003" y="88608"/>
                  </a:lnTo>
                  <a:lnTo>
                    <a:pt x="6508" y="93486"/>
                  </a:lnTo>
                  <a:lnTo>
                    <a:pt x="4174" y="98443"/>
                  </a:lnTo>
                  <a:lnTo>
                    <a:pt x="2004" y="103473"/>
                  </a:lnTo>
                  <a:lnTo>
                    <a:pt x="0" y="108572"/>
                  </a:lnTo>
                  <a:lnTo>
                    <a:pt x="15656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51852" y="3710055"/>
              <a:ext cx="334315" cy="332000"/>
            </a:xfrm>
            <a:custGeom>
              <a:avLst/>
              <a:pathLst>
                <a:path w="334315" h="332000">
                  <a:moveTo>
                    <a:pt x="10597" y="106237"/>
                  </a:moveTo>
                  <a:lnTo>
                    <a:pt x="8822" y="111219"/>
                  </a:lnTo>
                  <a:lnTo>
                    <a:pt x="7205" y="116253"/>
                  </a:lnTo>
                  <a:lnTo>
                    <a:pt x="5749" y="121337"/>
                  </a:lnTo>
                  <a:lnTo>
                    <a:pt x="4454" y="126464"/>
                  </a:lnTo>
                  <a:lnTo>
                    <a:pt x="3322" y="131629"/>
                  </a:lnTo>
                  <a:lnTo>
                    <a:pt x="2353" y="136827"/>
                  </a:lnTo>
                  <a:lnTo>
                    <a:pt x="1550" y="142054"/>
                  </a:lnTo>
                  <a:lnTo>
                    <a:pt x="913" y="147303"/>
                  </a:lnTo>
                  <a:lnTo>
                    <a:pt x="441" y="152570"/>
                  </a:lnTo>
                  <a:lnTo>
                    <a:pt x="137" y="157849"/>
                  </a:lnTo>
                  <a:lnTo>
                    <a:pt x="0" y="163135"/>
                  </a:lnTo>
                  <a:lnTo>
                    <a:pt x="29" y="168423"/>
                  </a:lnTo>
                  <a:lnTo>
                    <a:pt x="227" y="173707"/>
                  </a:lnTo>
                  <a:lnTo>
                    <a:pt x="591" y="178982"/>
                  </a:lnTo>
                  <a:lnTo>
                    <a:pt x="1122" y="184244"/>
                  </a:lnTo>
                  <a:lnTo>
                    <a:pt x="1819" y="189485"/>
                  </a:lnTo>
                  <a:lnTo>
                    <a:pt x="2681" y="194702"/>
                  </a:lnTo>
                  <a:lnTo>
                    <a:pt x="3708" y="199889"/>
                  </a:lnTo>
                  <a:lnTo>
                    <a:pt x="4899" y="205042"/>
                  </a:lnTo>
                  <a:lnTo>
                    <a:pt x="6252" y="210153"/>
                  </a:lnTo>
                  <a:lnTo>
                    <a:pt x="7766" y="215220"/>
                  </a:lnTo>
                  <a:lnTo>
                    <a:pt x="9439" y="220236"/>
                  </a:lnTo>
                  <a:lnTo>
                    <a:pt x="11270" y="225197"/>
                  </a:lnTo>
                  <a:lnTo>
                    <a:pt x="13257" y="230097"/>
                  </a:lnTo>
                  <a:lnTo>
                    <a:pt x="15399" y="234932"/>
                  </a:lnTo>
                  <a:lnTo>
                    <a:pt x="17692" y="239697"/>
                  </a:lnTo>
                  <a:lnTo>
                    <a:pt x="20134" y="244387"/>
                  </a:lnTo>
                  <a:lnTo>
                    <a:pt x="22724" y="248997"/>
                  </a:lnTo>
                  <a:lnTo>
                    <a:pt x="25458" y="253523"/>
                  </a:lnTo>
                  <a:lnTo>
                    <a:pt x="28334" y="257960"/>
                  </a:lnTo>
                  <a:lnTo>
                    <a:pt x="31349" y="262305"/>
                  </a:lnTo>
                  <a:lnTo>
                    <a:pt x="34500" y="266551"/>
                  </a:lnTo>
                  <a:lnTo>
                    <a:pt x="37784" y="270696"/>
                  </a:lnTo>
                  <a:lnTo>
                    <a:pt x="41197" y="274735"/>
                  </a:lnTo>
                  <a:lnTo>
                    <a:pt x="44736" y="278664"/>
                  </a:lnTo>
                  <a:lnTo>
                    <a:pt x="48397" y="282479"/>
                  </a:lnTo>
                  <a:lnTo>
                    <a:pt x="52177" y="286176"/>
                  </a:lnTo>
                  <a:lnTo>
                    <a:pt x="56073" y="289752"/>
                  </a:lnTo>
                  <a:lnTo>
                    <a:pt x="60079" y="293203"/>
                  </a:lnTo>
                  <a:lnTo>
                    <a:pt x="64193" y="296526"/>
                  </a:lnTo>
                  <a:lnTo>
                    <a:pt x="68410" y="299717"/>
                  </a:lnTo>
                  <a:lnTo>
                    <a:pt x="72725" y="302772"/>
                  </a:lnTo>
                  <a:lnTo>
                    <a:pt x="77136" y="305690"/>
                  </a:lnTo>
                  <a:lnTo>
                    <a:pt x="81636" y="308467"/>
                  </a:lnTo>
                  <a:lnTo>
                    <a:pt x="86221" y="311100"/>
                  </a:lnTo>
                  <a:lnTo>
                    <a:pt x="90888" y="313587"/>
                  </a:lnTo>
                  <a:lnTo>
                    <a:pt x="95631" y="315924"/>
                  </a:lnTo>
                  <a:lnTo>
                    <a:pt x="100446" y="318111"/>
                  </a:lnTo>
                  <a:lnTo>
                    <a:pt x="105327" y="320144"/>
                  </a:lnTo>
                  <a:lnTo>
                    <a:pt x="110270" y="322022"/>
                  </a:lnTo>
                  <a:lnTo>
                    <a:pt x="115270" y="323743"/>
                  </a:lnTo>
                  <a:lnTo>
                    <a:pt x="120322" y="325305"/>
                  </a:lnTo>
                  <a:lnTo>
                    <a:pt x="125421" y="326706"/>
                  </a:lnTo>
                  <a:lnTo>
                    <a:pt x="130562" y="327945"/>
                  </a:lnTo>
                  <a:lnTo>
                    <a:pt x="135739" y="329021"/>
                  </a:lnTo>
                  <a:lnTo>
                    <a:pt x="140948" y="329932"/>
                  </a:lnTo>
                  <a:lnTo>
                    <a:pt x="146183" y="330679"/>
                  </a:lnTo>
                  <a:lnTo>
                    <a:pt x="151438" y="331259"/>
                  </a:lnTo>
                  <a:lnTo>
                    <a:pt x="156710" y="331673"/>
                  </a:lnTo>
                  <a:lnTo>
                    <a:pt x="161992" y="331920"/>
                  </a:lnTo>
                  <a:lnTo>
                    <a:pt x="167280" y="332000"/>
                  </a:lnTo>
                  <a:lnTo>
                    <a:pt x="172567" y="331912"/>
                  </a:lnTo>
                  <a:lnTo>
                    <a:pt x="177848" y="331658"/>
                  </a:lnTo>
                  <a:lnTo>
                    <a:pt x="183119" y="331236"/>
                  </a:lnTo>
                  <a:lnTo>
                    <a:pt x="188375" y="330648"/>
                  </a:lnTo>
                  <a:lnTo>
                    <a:pt x="193608" y="329894"/>
                  </a:lnTo>
                  <a:lnTo>
                    <a:pt x="198816" y="328975"/>
                  </a:lnTo>
                  <a:lnTo>
                    <a:pt x="203991" y="327892"/>
                  </a:lnTo>
                  <a:lnTo>
                    <a:pt x="209130" y="326645"/>
                  </a:lnTo>
                  <a:lnTo>
                    <a:pt x="214227" y="325237"/>
                  </a:lnTo>
                  <a:lnTo>
                    <a:pt x="219277" y="323668"/>
                  </a:lnTo>
                  <a:lnTo>
                    <a:pt x="224274" y="321940"/>
                  </a:lnTo>
                  <a:lnTo>
                    <a:pt x="229215" y="320055"/>
                  </a:lnTo>
                  <a:lnTo>
                    <a:pt x="234093" y="318014"/>
                  </a:lnTo>
                  <a:lnTo>
                    <a:pt x="238905" y="315821"/>
                  </a:lnTo>
                  <a:lnTo>
                    <a:pt x="243644" y="313476"/>
                  </a:lnTo>
                  <a:lnTo>
                    <a:pt x="248307" y="310982"/>
                  </a:lnTo>
                  <a:lnTo>
                    <a:pt x="252889" y="308343"/>
                  </a:lnTo>
                  <a:lnTo>
                    <a:pt x="257385" y="305559"/>
                  </a:lnTo>
                  <a:lnTo>
                    <a:pt x="261791" y="302635"/>
                  </a:lnTo>
                  <a:lnTo>
                    <a:pt x="266102" y="299573"/>
                  </a:lnTo>
                  <a:lnTo>
                    <a:pt x="270314" y="296376"/>
                  </a:lnTo>
                  <a:lnTo>
                    <a:pt x="274423" y="293048"/>
                  </a:lnTo>
                  <a:lnTo>
                    <a:pt x="278425" y="289591"/>
                  </a:lnTo>
                  <a:lnTo>
                    <a:pt x="282315" y="286010"/>
                  </a:lnTo>
                  <a:lnTo>
                    <a:pt x="286090" y="282307"/>
                  </a:lnTo>
                  <a:lnTo>
                    <a:pt x="289746" y="278486"/>
                  </a:lnTo>
                  <a:lnTo>
                    <a:pt x="293279" y="274552"/>
                  </a:lnTo>
                  <a:lnTo>
                    <a:pt x="296686" y="270508"/>
                  </a:lnTo>
                  <a:lnTo>
                    <a:pt x="299964" y="266359"/>
                  </a:lnTo>
                  <a:lnTo>
                    <a:pt x="303109" y="262108"/>
                  </a:lnTo>
                  <a:lnTo>
                    <a:pt x="306117" y="257759"/>
                  </a:lnTo>
                  <a:lnTo>
                    <a:pt x="308987" y="253318"/>
                  </a:lnTo>
                  <a:lnTo>
                    <a:pt x="311715" y="248788"/>
                  </a:lnTo>
                  <a:lnTo>
                    <a:pt x="314298" y="244173"/>
                  </a:lnTo>
                  <a:lnTo>
                    <a:pt x="316733" y="239480"/>
                  </a:lnTo>
                  <a:lnTo>
                    <a:pt x="319020" y="234712"/>
                  </a:lnTo>
                  <a:lnTo>
                    <a:pt x="321154" y="229874"/>
                  </a:lnTo>
                  <a:lnTo>
                    <a:pt x="323134" y="224971"/>
                  </a:lnTo>
                  <a:lnTo>
                    <a:pt x="324958" y="220007"/>
                  </a:lnTo>
                  <a:lnTo>
                    <a:pt x="326624" y="214989"/>
                  </a:lnTo>
                  <a:lnTo>
                    <a:pt x="328131" y="209920"/>
                  </a:lnTo>
                  <a:lnTo>
                    <a:pt x="329476" y="204806"/>
                  </a:lnTo>
                  <a:lnTo>
                    <a:pt x="330659" y="199652"/>
                  </a:lnTo>
                  <a:lnTo>
                    <a:pt x="331679" y="194464"/>
                  </a:lnTo>
                  <a:lnTo>
                    <a:pt x="332534" y="189245"/>
                  </a:lnTo>
                  <a:lnTo>
                    <a:pt x="333223" y="184003"/>
                  </a:lnTo>
                  <a:lnTo>
                    <a:pt x="333746" y="178741"/>
                  </a:lnTo>
                  <a:lnTo>
                    <a:pt x="334103" y="173465"/>
                  </a:lnTo>
                  <a:lnTo>
                    <a:pt x="334292" y="168181"/>
                  </a:lnTo>
                  <a:lnTo>
                    <a:pt x="334315" y="162893"/>
                  </a:lnTo>
                  <a:lnTo>
                    <a:pt x="334170" y="157607"/>
                  </a:lnTo>
                  <a:lnTo>
                    <a:pt x="333857" y="152328"/>
                  </a:lnTo>
                  <a:lnTo>
                    <a:pt x="333379" y="147062"/>
                  </a:lnTo>
                  <a:lnTo>
                    <a:pt x="332733" y="141814"/>
                  </a:lnTo>
                  <a:lnTo>
                    <a:pt x="331922" y="136588"/>
                  </a:lnTo>
                  <a:lnTo>
                    <a:pt x="330947" y="131391"/>
                  </a:lnTo>
                  <a:lnTo>
                    <a:pt x="329807" y="126228"/>
                  </a:lnTo>
                  <a:lnTo>
                    <a:pt x="328505" y="121103"/>
                  </a:lnTo>
                  <a:lnTo>
                    <a:pt x="327041" y="116021"/>
                  </a:lnTo>
                  <a:lnTo>
                    <a:pt x="325417" y="110989"/>
                  </a:lnTo>
                  <a:lnTo>
                    <a:pt x="323635" y="106011"/>
                  </a:lnTo>
                  <a:lnTo>
                    <a:pt x="321696" y="101091"/>
                  </a:lnTo>
                  <a:lnTo>
                    <a:pt x="319603" y="96235"/>
                  </a:lnTo>
                  <a:lnTo>
                    <a:pt x="317357" y="91448"/>
                  </a:lnTo>
                  <a:lnTo>
                    <a:pt x="314961" y="86734"/>
                  </a:lnTo>
                  <a:lnTo>
                    <a:pt x="312417" y="82098"/>
                  </a:lnTo>
                  <a:lnTo>
                    <a:pt x="309727" y="77545"/>
                  </a:lnTo>
                  <a:lnTo>
                    <a:pt x="306895" y="73080"/>
                  </a:lnTo>
                  <a:lnTo>
                    <a:pt x="303923" y="68706"/>
                  </a:lnTo>
                  <a:lnTo>
                    <a:pt x="300815" y="64429"/>
                  </a:lnTo>
                  <a:lnTo>
                    <a:pt x="297572" y="60252"/>
                  </a:lnTo>
                  <a:lnTo>
                    <a:pt x="294199" y="56179"/>
                  </a:lnTo>
                  <a:lnTo>
                    <a:pt x="290699" y="52215"/>
                  </a:lnTo>
                  <a:lnTo>
                    <a:pt x="287076" y="48364"/>
                  </a:lnTo>
                  <a:lnTo>
                    <a:pt x="283332" y="44630"/>
                  </a:lnTo>
                  <a:lnTo>
                    <a:pt x="279472" y="41016"/>
                  </a:lnTo>
                  <a:lnTo>
                    <a:pt x="275500" y="37525"/>
                  </a:lnTo>
                  <a:lnTo>
                    <a:pt x="271419" y="34162"/>
                  </a:lnTo>
                  <a:lnTo>
                    <a:pt x="267234" y="30930"/>
                  </a:lnTo>
                  <a:lnTo>
                    <a:pt x="262949" y="27832"/>
                  </a:lnTo>
                  <a:lnTo>
                    <a:pt x="258568" y="24871"/>
                  </a:lnTo>
                  <a:lnTo>
                    <a:pt x="254095" y="22050"/>
                  </a:lnTo>
                  <a:lnTo>
                    <a:pt x="249536" y="19371"/>
                  </a:lnTo>
                  <a:lnTo>
                    <a:pt x="244894" y="16839"/>
                  </a:lnTo>
                  <a:lnTo>
                    <a:pt x="240174" y="14454"/>
                  </a:lnTo>
                  <a:lnTo>
                    <a:pt x="235382" y="12220"/>
                  </a:lnTo>
                  <a:lnTo>
                    <a:pt x="230521" y="10139"/>
                  </a:lnTo>
                  <a:lnTo>
                    <a:pt x="225596" y="8212"/>
                  </a:lnTo>
                  <a:lnTo>
                    <a:pt x="220613" y="6442"/>
                  </a:lnTo>
                  <a:lnTo>
                    <a:pt x="215577" y="4831"/>
                  </a:lnTo>
                  <a:lnTo>
                    <a:pt x="210492" y="3379"/>
                  </a:lnTo>
                  <a:lnTo>
                    <a:pt x="205364" y="2089"/>
                  </a:lnTo>
                  <a:lnTo>
                    <a:pt x="200198" y="962"/>
                  </a:lnTo>
                  <a:lnTo>
                    <a:pt x="194998" y="0"/>
                  </a:lnTo>
                  <a:lnTo>
                    <a:pt x="167158" y="1648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27839" cy="167167"/>
            </a:xfrm>
            <a:custGeom>
              <a:avLst/>
              <a:pathLst>
                <a:path w="27839" h="167167">
                  <a:moveTo>
                    <a:pt x="27839" y="2334"/>
                  </a:moveTo>
                  <a:lnTo>
                    <a:pt x="20922" y="1314"/>
                  </a:lnTo>
                  <a:lnTo>
                    <a:pt x="13968" y="584"/>
                  </a:lnTo>
                  <a:lnTo>
                    <a:pt x="6990" y="14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tx76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2025-06-06T06:16:31Z</dcterms:modified>
  <cp:category/>
</cp:coreProperties>
</file>