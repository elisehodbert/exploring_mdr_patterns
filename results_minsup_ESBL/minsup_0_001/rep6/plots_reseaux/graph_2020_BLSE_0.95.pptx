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5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1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1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1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0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5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8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5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9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52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2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54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92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07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9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100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2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4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9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6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4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1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4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3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3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1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21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6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21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1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6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5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92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4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90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8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6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17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9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28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2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4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8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2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7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25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0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32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145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6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4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5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80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4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13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36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29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7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116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40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145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39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192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51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190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6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1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67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1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69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636719" y="1274694"/>
              <a:ext cx="479517" cy="4095589"/>
            </a:xfrm>
            <a:custGeom>
              <a:avLst/>
              <a:pathLst>
                <a:path w="479517" h="4095589">
                  <a:moveTo>
                    <a:pt x="0" y="0"/>
                  </a:moveTo>
                  <a:lnTo>
                    <a:pt x="479517" y="4095589"/>
                  </a:lnTo>
                </a:path>
              </a:pathLst>
            </a:custGeom>
            <a:ln w="62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28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73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269826" y="1265715"/>
              <a:ext cx="1290193" cy="3538779"/>
            </a:xfrm>
            <a:custGeom>
              <a:avLst/>
              <a:pathLst>
                <a:path w="1290193" h="3538779">
                  <a:moveTo>
                    <a:pt x="1290193" y="0"/>
                  </a:moveTo>
                  <a:lnTo>
                    <a:pt x="0" y="3538779"/>
                  </a:lnTo>
                </a:path>
              </a:pathLst>
            </a:custGeom>
            <a:ln w="6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228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674540" y="1265715"/>
              <a:ext cx="1351039" cy="3705671"/>
            </a:xfrm>
            <a:custGeom>
              <a:avLst/>
              <a:pathLst>
                <a:path w="1351039" h="3705671">
                  <a:moveTo>
                    <a:pt x="0" y="0"/>
                  </a:moveTo>
                  <a:lnTo>
                    <a:pt x="1351039" y="3705671"/>
                  </a:lnTo>
                </a:path>
              </a:pathLst>
            </a:custGeom>
            <a:ln w="73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82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43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5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4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80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0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36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265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02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8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207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16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324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0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303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25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2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25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2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54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27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7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92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0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3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282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62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42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30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50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212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20126" y="1841537"/>
              <a:ext cx="2655153" cy="3158935"/>
            </a:xfrm>
            <a:custGeom>
              <a:avLst/>
              <a:pathLst>
                <a:path w="2655153" h="3158935">
                  <a:moveTo>
                    <a:pt x="0" y="0"/>
                  </a:moveTo>
                  <a:lnTo>
                    <a:pt x="2655153" y="3158935"/>
                  </a:lnTo>
                </a:path>
              </a:pathLst>
            </a:custGeom>
            <a:ln w="21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00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6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7613" y="3170392"/>
              <a:ext cx="46166" cy="167167"/>
            </a:xfrm>
            <a:custGeom>
              <a:avLst/>
              <a:pathLst>
                <a:path w="46166" h="167167">
                  <a:moveTo>
                    <a:pt x="46166" y="0"/>
                  </a:moveTo>
                  <a:lnTo>
                    <a:pt x="39485" y="133"/>
                  </a:lnTo>
                  <a:lnTo>
                    <a:pt x="32816" y="533"/>
                  </a:lnTo>
                  <a:lnTo>
                    <a:pt x="26168" y="1200"/>
                  </a:lnTo>
                  <a:lnTo>
                    <a:pt x="19551" y="2132"/>
                  </a:lnTo>
                  <a:lnTo>
                    <a:pt x="12978" y="3327"/>
                  </a:lnTo>
                  <a:lnTo>
                    <a:pt x="6457" y="4784"/>
                  </a:lnTo>
                  <a:lnTo>
                    <a:pt x="0" y="6501"/>
                  </a:lnTo>
                  <a:lnTo>
                    <a:pt x="46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37613" y="3176893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816613" y="3170475"/>
              <a:ext cx="334326" cy="334236"/>
            </a:xfrm>
            <a:custGeom>
              <a:avLst/>
              <a:pathLst>
                <a:path w="334326" h="334236">
                  <a:moveTo>
                    <a:pt x="120999" y="6417"/>
                  </a:moveTo>
                  <a:lnTo>
                    <a:pt x="115947" y="7956"/>
                  </a:lnTo>
                  <a:lnTo>
                    <a:pt x="110945" y="9654"/>
                  </a:lnTo>
                  <a:lnTo>
                    <a:pt x="106000" y="11508"/>
                  </a:lnTo>
                  <a:lnTo>
                    <a:pt x="101115" y="13518"/>
                  </a:lnTo>
                  <a:lnTo>
                    <a:pt x="96297" y="15681"/>
                  </a:lnTo>
                  <a:lnTo>
                    <a:pt x="91549" y="17996"/>
                  </a:lnTo>
                  <a:lnTo>
                    <a:pt x="86877" y="20459"/>
                  </a:lnTo>
                  <a:lnTo>
                    <a:pt x="82285" y="23069"/>
                  </a:lnTo>
                  <a:lnTo>
                    <a:pt x="77778" y="25822"/>
                  </a:lnTo>
                  <a:lnTo>
                    <a:pt x="73360" y="28717"/>
                  </a:lnTo>
                  <a:lnTo>
                    <a:pt x="69035" y="31749"/>
                  </a:lnTo>
                  <a:lnTo>
                    <a:pt x="64809" y="34917"/>
                  </a:lnTo>
                  <a:lnTo>
                    <a:pt x="60684" y="38216"/>
                  </a:lnTo>
                  <a:lnTo>
                    <a:pt x="56666" y="41645"/>
                  </a:lnTo>
                  <a:lnTo>
                    <a:pt x="52759" y="45198"/>
                  </a:lnTo>
                  <a:lnTo>
                    <a:pt x="48965" y="48873"/>
                  </a:lnTo>
                  <a:lnTo>
                    <a:pt x="45290" y="52666"/>
                  </a:lnTo>
                  <a:lnTo>
                    <a:pt x="41736" y="56574"/>
                  </a:lnTo>
                  <a:lnTo>
                    <a:pt x="38308" y="60591"/>
                  </a:lnTo>
                  <a:lnTo>
                    <a:pt x="35008" y="64715"/>
                  </a:lnTo>
                  <a:lnTo>
                    <a:pt x="31840" y="68941"/>
                  </a:lnTo>
                  <a:lnTo>
                    <a:pt x="28807" y="73266"/>
                  </a:lnTo>
                  <a:lnTo>
                    <a:pt x="25912" y="77683"/>
                  </a:lnTo>
                  <a:lnTo>
                    <a:pt x="23158" y="82190"/>
                  </a:lnTo>
                  <a:lnTo>
                    <a:pt x="20548" y="86782"/>
                  </a:lnTo>
                  <a:lnTo>
                    <a:pt x="18084" y="91454"/>
                  </a:lnTo>
                  <a:lnTo>
                    <a:pt x="15769" y="96202"/>
                  </a:lnTo>
                  <a:lnTo>
                    <a:pt x="13606" y="101020"/>
                  </a:lnTo>
                  <a:lnTo>
                    <a:pt x="11595" y="105904"/>
                  </a:lnTo>
                  <a:lnTo>
                    <a:pt x="9740" y="110849"/>
                  </a:lnTo>
                  <a:lnTo>
                    <a:pt x="8042" y="115851"/>
                  </a:lnTo>
                  <a:lnTo>
                    <a:pt x="6503" y="120903"/>
                  </a:lnTo>
                  <a:lnTo>
                    <a:pt x="5124" y="126002"/>
                  </a:lnTo>
                  <a:lnTo>
                    <a:pt x="3907" y="131141"/>
                  </a:lnTo>
                  <a:lnTo>
                    <a:pt x="2853" y="136317"/>
                  </a:lnTo>
                  <a:lnTo>
                    <a:pt x="1964" y="141523"/>
                  </a:lnTo>
                  <a:lnTo>
                    <a:pt x="1238" y="146755"/>
                  </a:lnTo>
                  <a:lnTo>
                    <a:pt x="679" y="152007"/>
                  </a:lnTo>
                  <a:lnTo>
                    <a:pt x="286" y="157274"/>
                  </a:lnTo>
                  <a:lnTo>
                    <a:pt x="59" y="162551"/>
                  </a:lnTo>
                  <a:lnTo>
                    <a:pt x="0" y="167832"/>
                  </a:lnTo>
                  <a:lnTo>
                    <a:pt x="107" y="173113"/>
                  </a:lnTo>
                  <a:lnTo>
                    <a:pt x="380" y="178388"/>
                  </a:lnTo>
                  <a:lnTo>
                    <a:pt x="821" y="183651"/>
                  </a:lnTo>
                  <a:lnTo>
                    <a:pt x="1427" y="188898"/>
                  </a:lnTo>
                  <a:lnTo>
                    <a:pt x="2199" y="194123"/>
                  </a:lnTo>
                  <a:lnTo>
                    <a:pt x="3136" y="199321"/>
                  </a:lnTo>
                  <a:lnTo>
                    <a:pt x="4236" y="204487"/>
                  </a:lnTo>
                  <a:lnTo>
                    <a:pt x="5499" y="209615"/>
                  </a:lnTo>
                  <a:lnTo>
                    <a:pt x="6923" y="214701"/>
                  </a:lnTo>
                  <a:lnTo>
                    <a:pt x="8508" y="219740"/>
                  </a:lnTo>
                  <a:lnTo>
                    <a:pt x="10250" y="224726"/>
                  </a:lnTo>
                  <a:lnTo>
                    <a:pt x="12150" y="229654"/>
                  </a:lnTo>
                  <a:lnTo>
                    <a:pt x="14204" y="234520"/>
                  </a:lnTo>
                  <a:lnTo>
                    <a:pt x="16410" y="239319"/>
                  </a:lnTo>
                  <a:lnTo>
                    <a:pt x="18768" y="244046"/>
                  </a:lnTo>
                  <a:lnTo>
                    <a:pt x="21273" y="248695"/>
                  </a:lnTo>
                  <a:lnTo>
                    <a:pt x="23924" y="253263"/>
                  </a:lnTo>
                  <a:lnTo>
                    <a:pt x="26718" y="257746"/>
                  </a:lnTo>
                  <a:lnTo>
                    <a:pt x="29653" y="262137"/>
                  </a:lnTo>
                  <a:lnTo>
                    <a:pt x="32724" y="266434"/>
                  </a:lnTo>
                  <a:lnTo>
                    <a:pt x="35930" y="270632"/>
                  </a:lnTo>
                  <a:lnTo>
                    <a:pt x="39267" y="274726"/>
                  </a:lnTo>
                  <a:lnTo>
                    <a:pt x="42731" y="278713"/>
                  </a:lnTo>
                  <a:lnTo>
                    <a:pt x="46320" y="282588"/>
                  </a:lnTo>
                  <a:lnTo>
                    <a:pt x="50029" y="286348"/>
                  </a:lnTo>
                  <a:lnTo>
                    <a:pt x="53855" y="289989"/>
                  </a:lnTo>
                  <a:lnTo>
                    <a:pt x="57795" y="293508"/>
                  </a:lnTo>
                  <a:lnTo>
                    <a:pt x="61843" y="296900"/>
                  </a:lnTo>
                  <a:lnTo>
                    <a:pt x="65997" y="300162"/>
                  </a:lnTo>
                  <a:lnTo>
                    <a:pt x="70251" y="303292"/>
                  </a:lnTo>
                  <a:lnTo>
                    <a:pt x="74603" y="306285"/>
                  </a:lnTo>
                  <a:lnTo>
                    <a:pt x="79047" y="309140"/>
                  </a:lnTo>
                  <a:lnTo>
                    <a:pt x="83578" y="311853"/>
                  </a:lnTo>
                  <a:lnTo>
                    <a:pt x="88194" y="314421"/>
                  </a:lnTo>
                  <a:lnTo>
                    <a:pt x="92888" y="316843"/>
                  </a:lnTo>
                  <a:lnTo>
                    <a:pt x="97656" y="319115"/>
                  </a:lnTo>
                  <a:lnTo>
                    <a:pt x="102494" y="321235"/>
                  </a:lnTo>
                  <a:lnTo>
                    <a:pt x="107396" y="323201"/>
                  </a:lnTo>
                  <a:lnTo>
                    <a:pt x="112358" y="325011"/>
                  </a:lnTo>
                  <a:lnTo>
                    <a:pt x="117374" y="326664"/>
                  </a:lnTo>
                  <a:lnTo>
                    <a:pt x="122440" y="328157"/>
                  </a:lnTo>
                  <a:lnTo>
                    <a:pt x="127551" y="329490"/>
                  </a:lnTo>
                  <a:lnTo>
                    <a:pt x="132702" y="330660"/>
                  </a:lnTo>
                  <a:lnTo>
                    <a:pt x="137887" y="331667"/>
                  </a:lnTo>
                  <a:lnTo>
                    <a:pt x="143101" y="332510"/>
                  </a:lnTo>
                  <a:lnTo>
                    <a:pt x="148339" y="333188"/>
                  </a:lnTo>
                  <a:lnTo>
                    <a:pt x="153596" y="333699"/>
                  </a:lnTo>
                  <a:lnTo>
                    <a:pt x="158866" y="334045"/>
                  </a:lnTo>
                  <a:lnTo>
                    <a:pt x="164145" y="334224"/>
                  </a:lnTo>
                  <a:lnTo>
                    <a:pt x="169426" y="334236"/>
                  </a:lnTo>
                  <a:lnTo>
                    <a:pt x="174706" y="334081"/>
                  </a:lnTo>
                  <a:lnTo>
                    <a:pt x="179978" y="333759"/>
                  </a:lnTo>
                  <a:lnTo>
                    <a:pt x="185237" y="333271"/>
                  </a:lnTo>
                  <a:lnTo>
                    <a:pt x="190478" y="332618"/>
                  </a:lnTo>
                  <a:lnTo>
                    <a:pt x="195696" y="331798"/>
                  </a:lnTo>
                  <a:lnTo>
                    <a:pt x="200885" y="330815"/>
                  </a:lnTo>
                  <a:lnTo>
                    <a:pt x="206041" y="329668"/>
                  </a:lnTo>
                  <a:lnTo>
                    <a:pt x="211158" y="328359"/>
                  </a:lnTo>
                  <a:lnTo>
                    <a:pt x="216231" y="326888"/>
                  </a:lnTo>
                  <a:lnTo>
                    <a:pt x="221255" y="325258"/>
                  </a:lnTo>
                  <a:lnTo>
                    <a:pt x="226225" y="323471"/>
                  </a:lnTo>
                  <a:lnTo>
                    <a:pt x="231136" y="321527"/>
                  </a:lnTo>
                  <a:lnTo>
                    <a:pt x="235983" y="319429"/>
                  </a:lnTo>
                  <a:lnTo>
                    <a:pt x="240762" y="317179"/>
                  </a:lnTo>
                  <a:lnTo>
                    <a:pt x="245467" y="314779"/>
                  </a:lnTo>
                  <a:lnTo>
                    <a:pt x="250094" y="312231"/>
                  </a:lnTo>
                  <a:lnTo>
                    <a:pt x="254638" y="309539"/>
                  </a:lnTo>
                  <a:lnTo>
                    <a:pt x="259094" y="306705"/>
                  </a:lnTo>
                  <a:lnTo>
                    <a:pt x="263459" y="303731"/>
                  </a:lnTo>
                  <a:lnTo>
                    <a:pt x="267728" y="300620"/>
                  </a:lnTo>
                  <a:lnTo>
                    <a:pt x="271897" y="297377"/>
                  </a:lnTo>
                  <a:lnTo>
                    <a:pt x="275960" y="294003"/>
                  </a:lnTo>
                  <a:lnTo>
                    <a:pt x="279916" y="290503"/>
                  </a:lnTo>
                  <a:lnTo>
                    <a:pt x="283759" y="286879"/>
                  </a:lnTo>
                  <a:lnTo>
                    <a:pt x="287485" y="283136"/>
                  </a:lnTo>
                  <a:lnTo>
                    <a:pt x="291091" y="279277"/>
                  </a:lnTo>
                  <a:lnTo>
                    <a:pt x="294574" y="275306"/>
                  </a:lnTo>
                  <a:lnTo>
                    <a:pt x="297929" y="271227"/>
                  </a:lnTo>
                  <a:lnTo>
                    <a:pt x="301154" y="267044"/>
                  </a:lnTo>
                  <a:lnTo>
                    <a:pt x="304245" y="262761"/>
                  </a:lnTo>
                  <a:lnTo>
                    <a:pt x="307199" y="258383"/>
                  </a:lnTo>
                  <a:lnTo>
                    <a:pt x="310013" y="253913"/>
                  </a:lnTo>
                  <a:lnTo>
                    <a:pt x="312685" y="249357"/>
                  </a:lnTo>
                  <a:lnTo>
                    <a:pt x="315212" y="244719"/>
                  </a:lnTo>
                  <a:lnTo>
                    <a:pt x="317590" y="240003"/>
                  </a:lnTo>
                  <a:lnTo>
                    <a:pt x="319819" y="235215"/>
                  </a:lnTo>
                  <a:lnTo>
                    <a:pt x="321895" y="230358"/>
                  </a:lnTo>
                  <a:lnTo>
                    <a:pt x="323817" y="225438"/>
                  </a:lnTo>
                  <a:lnTo>
                    <a:pt x="325582" y="220460"/>
                  </a:lnTo>
                  <a:lnTo>
                    <a:pt x="327189" y="215429"/>
                  </a:lnTo>
                  <a:lnTo>
                    <a:pt x="328637" y="210349"/>
                  </a:lnTo>
                  <a:lnTo>
                    <a:pt x="329923" y="205227"/>
                  </a:lnTo>
                  <a:lnTo>
                    <a:pt x="331047" y="200066"/>
                  </a:lnTo>
                  <a:lnTo>
                    <a:pt x="332007" y="194872"/>
                  </a:lnTo>
                  <a:lnTo>
                    <a:pt x="332802" y="189651"/>
                  </a:lnTo>
                  <a:lnTo>
                    <a:pt x="333433" y="184407"/>
                  </a:lnTo>
                  <a:lnTo>
                    <a:pt x="333897" y="179145"/>
                  </a:lnTo>
                  <a:lnTo>
                    <a:pt x="334195" y="173872"/>
                  </a:lnTo>
                  <a:lnTo>
                    <a:pt x="334326" y="168592"/>
                  </a:lnTo>
                  <a:lnTo>
                    <a:pt x="334290" y="163310"/>
                  </a:lnTo>
                  <a:lnTo>
                    <a:pt x="334087" y="158032"/>
                  </a:lnTo>
                  <a:lnTo>
                    <a:pt x="333718" y="152763"/>
                  </a:lnTo>
                  <a:lnTo>
                    <a:pt x="333183" y="147509"/>
                  </a:lnTo>
                  <a:lnTo>
                    <a:pt x="332481" y="142274"/>
                  </a:lnTo>
                  <a:lnTo>
                    <a:pt x="331615" y="137064"/>
                  </a:lnTo>
                  <a:lnTo>
                    <a:pt x="330585" y="131883"/>
                  </a:lnTo>
                  <a:lnTo>
                    <a:pt x="329391" y="126738"/>
                  </a:lnTo>
                  <a:lnTo>
                    <a:pt x="328036" y="121634"/>
                  </a:lnTo>
                  <a:lnTo>
                    <a:pt x="326519" y="116574"/>
                  </a:lnTo>
                  <a:lnTo>
                    <a:pt x="324844" y="111565"/>
                  </a:lnTo>
                  <a:lnTo>
                    <a:pt x="323012" y="106611"/>
                  </a:lnTo>
                  <a:lnTo>
                    <a:pt x="321023" y="101718"/>
                  </a:lnTo>
                  <a:lnTo>
                    <a:pt x="318882" y="96890"/>
                  </a:lnTo>
                  <a:lnTo>
                    <a:pt x="316588" y="92132"/>
                  </a:lnTo>
                  <a:lnTo>
                    <a:pt x="314146" y="87449"/>
                  </a:lnTo>
                  <a:lnTo>
                    <a:pt x="311557" y="82845"/>
                  </a:lnTo>
                  <a:lnTo>
                    <a:pt x="308823" y="78326"/>
                  </a:lnTo>
                  <a:lnTo>
                    <a:pt x="305949" y="73895"/>
                  </a:lnTo>
                  <a:lnTo>
                    <a:pt x="302935" y="69557"/>
                  </a:lnTo>
                  <a:lnTo>
                    <a:pt x="299787" y="65317"/>
                  </a:lnTo>
                  <a:lnTo>
                    <a:pt x="296505" y="61178"/>
                  </a:lnTo>
                  <a:lnTo>
                    <a:pt x="293095" y="57145"/>
                  </a:lnTo>
                  <a:lnTo>
                    <a:pt x="289559" y="53221"/>
                  </a:lnTo>
                  <a:lnTo>
                    <a:pt x="285901" y="49411"/>
                  </a:lnTo>
                  <a:lnTo>
                    <a:pt x="282124" y="45719"/>
                  </a:lnTo>
                  <a:lnTo>
                    <a:pt x="278233" y="42148"/>
                  </a:lnTo>
                  <a:lnTo>
                    <a:pt x="274230" y="38701"/>
                  </a:lnTo>
                  <a:lnTo>
                    <a:pt x="270121" y="35383"/>
                  </a:lnTo>
                  <a:lnTo>
                    <a:pt x="265909" y="32196"/>
                  </a:lnTo>
                  <a:lnTo>
                    <a:pt x="261599" y="29144"/>
                  </a:lnTo>
                  <a:lnTo>
                    <a:pt x="257194" y="26230"/>
                  </a:lnTo>
                  <a:lnTo>
                    <a:pt x="252699" y="23456"/>
                  </a:lnTo>
                  <a:lnTo>
                    <a:pt x="248119" y="20825"/>
                  </a:lnTo>
                  <a:lnTo>
                    <a:pt x="243458" y="18341"/>
                  </a:lnTo>
                  <a:lnTo>
                    <a:pt x="238721" y="16005"/>
                  </a:lnTo>
                  <a:lnTo>
                    <a:pt x="233912" y="13820"/>
                  </a:lnTo>
                  <a:lnTo>
                    <a:pt x="229037" y="11788"/>
                  </a:lnTo>
                  <a:lnTo>
                    <a:pt x="224100" y="9911"/>
                  </a:lnTo>
                  <a:lnTo>
                    <a:pt x="219106" y="8190"/>
                  </a:lnTo>
                  <a:lnTo>
                    <a:pt x="214061" y="6629"/>
                  </a:lnTo>
                  <a:lnTo>
                    <a:pt x="208968" y="5227"/>
                  </a:lnTo>
                  <a:lnTo>
                    <a:pt x="203834" y="3987"/>
                  </a:lnTo>
                  <a:lnTo>
                    <a:pt x="198663" y="2910"/>
                  </a:lnTo>
                  <a:lnTo>
                    <a:pt x="193461" y="1997"/>
                  </a:lnTo>
                  <a:lnTo>
                    <a:pt x="188233" y="1249"/>
                  </a:lnTo>
                  <a:lnTo>
                    <a:pt x="182983" y="666"/>
                  </a:lnTo>
                  <a:lnTo>
                    <a:pt x="177718" y="250"/>
                  </a:lnTo>
                  <a:lnTo>
                    <a:pt x="172442" y="0"/>
                  </a:lnTo>
                  <a:lnTo>
                    <a:pt x="167165" y="167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5276" cy="167167"/>
            </a:xfrm>
            <a:custGeom>
              <a:avLst/>
              <a:pathLst>
                <a:path w="5276" h="167167">
                  <a:moveTo>
                    <a:pt x="5276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040" y="2655501"/>
              <a:ext cx="162454" cy="167167"/>
            </a:xfrm>
            <a:custGeom>
              <a:avLst/>
              <a:pathLst>
                <a:path w="162454" h="167167">
                  <a:moveTo>
                    <a:pt x="162454" y="0"/>
                  </a:moveTo>
                  <a:lnTo>
                    <a:pt x="157021" y="88"/>
                  </a:lnTo>
                  <a:lnTo>
                    <a:pt x="151594" y="353"/>
                  </a:lnTo>
                  <a:lnTo>
                    <a:pt x="146178" y="794"/>
                  </a:lnTo>
                  <a:lnTo>
                    <a:pt x="140779" y="1411"/>
                  </a:lnTo>
                  <a:lnTo>
                    <a:pt x="135403" y="2203"/>
                  </a:lnTo>
                  <a:lnTo>
                    <a:pt x="130056" y="3169"/>
                  </a:lnTo>
                  <a:lnTo>
                    <a:pt x="124743" y="4309"/>
                  </a:lnTo>
                  <a:lnTo>
                    <a:pt x="119470" y="5620"/>
                  </a:lnTo>
                  <a:lnTo>
                    <a:pt x="114242" y="7103"/>
                  </a:lnTo>
                  <a:lnTo>
                    <a:pt x="109065" y="8754"/>
                  </a:lnTo>
                  <a:lnTo>
                    <a:pt x="103945" y="10573"/>
                  </a:lnTo>
                  <a:lnTo>
                    <a:pt x="98886" y="12557"/>
                  </a:lnTo>
                  <a:lnTo>
                    <a:pt x="93895" y="14705"/>
                  </a:lnTo>
                  <a:lnTo>
                    <a:pt x="88976" y="17014"/>
                  </a:lnTo>
                  <a:lnTo>
                    <a:pt x="84135" y="19481"/>
                  </a:lnTo>
                  <a:lnTo>
                    <a:pt x="79376" y="22105"/>
                  </a:lnTo>
                  <a:lnTo>
                    <a:pt x="74705" y="24882"/>
                  </a:lnTo>
                  <a:lnTo>
                    <a:pt x="70127" y="27809"/>
                  </a:lnTo>
                  <a:lnTo>
                    <a:pt x="65647" y="30883"/>
                  </a:lnTo>
                  <a:lnTo>
                    <a:pt x="61268" y="34101"/>
                  </a:lnTo>
                  <a:lnTo>
                    <a:pt x="56997" y="37460"/>
                  </a:lnTo>
                  <a:lnTo>
                    <a:pt x="52837" y="40956"/>
                  </a:lnTo>
                  <a:lnTo>
                    <a:pt x="48793" y="44586"/>
                  </a:lnTo>
                  <a:lnTo>
                    <a:pt x="44869" y="48344"/>
                  </a:lnTo>
                  <a:lnTo>
                    <a:pt x="41070" y="52229"/>
                  </a:lnTo>
                  <a:lnTo>
                    <a:pt x="37398" y="56235"/>
                  </a:lnTo>
                  <a:lnTo>
                    <a:pt x="33859" y="60358"/>
                  </a:lnTo>
                  <a:lnTo>
                    <a:pt x="30455" y="64594"/>
                  </a:lnTo>
                  <a:lnTo>
                    <a:pt x="27191" y="68938"/>
                  </a:lnTo>
                  <a:lnTo>
                    <a:pt x="24070" y="73386"/>
                  </a:lnTo>
                  <a:lnTo>
                    <a:pt x="21095" y="77933"/>
                  </a:lnTo>
                  <a:lnTo>
                    <a:pt x="18270" y="82575"/>
                  </a:lnTo>
                  <a:lnTo>
                    <a:pt x="15597" y="87306"/>
                  </a:lnTo>
                  <a:lnTo>
                    <a:pt x="13079" y="92121"/>
                  </a:lnTo>
                  <a:lnTo>
                    <a:pt x="10718" y="97015"/>
                  </a:lnTo>
                  <a:lnTo>
                    <a:pt x="8519" y="101984"/>
                  </a:lnTo>
                  <a:lnTo>
                    <a:pt x="6481" y="107021"/>
                  </a:lnTo>
                  <a:lnTo>
                    <a:pt x="4609" y="112122"/>
                  </a:lnTo>
                  <a:lnTo>
                    <a:pt x="2903" y="117282"/>
                  </a:lnTo>
                  <a:lnTo>
                    <a:pt x="1366" y="122494"/>
                  </a:lnTo>
                  <a:lnTo>
                    <a:pt x="0" y="127753"/>
                  </a:lnTo>
                  <a:lnTo>
                    <a:pt x="1624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6347" y="2714211"/>
              <a:ext cx="334308" cy="275624"/>
            </a:xfrm>
            <a:custGeom>
              <a:avLst/>
              <a:pathLst>
                <a:path w="334308" h="275624">
                  <a:moveTo>
                    <a:pt x="4693" y="69044"/>
                  </a:moveTo>
                  <a:lnTo>
                    <a:pt x="3526" y="74208"/>
                  </a:lnTo>
                  <a:lnTo>
                    <a:pt x="2524" y="79406"/>
                  </a:lnTo>
                  <a:lnTo>
                    <a:pt x="1686" y="84634"/>
                  </a:lnTo>
                  <a:lnTo>
                    <a:pt x="1015" y="89885"/>
                  </a:lnTo>
                  <a:lnTo>
                    <a:pt x="510" y="95155"/>
                  </a:lnTo>
                  <a:lnTo>
                    <a:pt x="172" y="100439"/>
                  </a:lnTo>
                  <a:lnTo>
                    <a:pt x="2" y="105730"/>
                  </a:lnTo>
                  <a:lnTo>
                    <a:pt x="0" y="111024"/>
                  </a:lnTo>
                  <a:lnTo>
                    <a:pt x="165" y="116316"/>
                  </a:lnTo>
                  <a:lnTo>
                    <a:pt x="497" y="121600"/>
                  </a:lnTo>
                  <a:lnTo>
                    <a:pt x="997" y="126870"/>
                  </a:lnTo>
                  <a:lnTo>
                    <a:pt x="1663" y="132122"/>
                  </a:lnTo>
                  <a:lnTo>
                    <a:pt x="2496" y="137351"/>
                  </a:lnTo>
                  <a:lnTo>
                    <a:pt x="3493" y="142550"/>
                  </a:lnTo>
                  <a:lnTo>
                    <a:pt x="4655" y="147715"/>
                  </a:lnTo>
                  <a:lnTo>
                    <a:pt x="5979" y="152841"/>
                  </a:lnTo>
                  <a:lnTo>
                    <a:pt x="7466" y="157923"/>
                  </a:lnTo>
                  <a:lnTo>
                    <a:pt x="9112" y="162954"/>
                  </a:lnTo>
                  <a:lnTo>
                    <a:pt x="10917" y="167931"/>
                  </a:lnTo>
                  <a:lnTo>
                    <a:pt x="12879" y="172849"/>
                  </a:lnTo>
                  <a:lnTo>
                    <a:pt x="14995" y="177701"/>
                  </a:lnTo>
                  <a:lnTo>
                    <a:pt x="17264" y="182485"/>
                  </a:lnTo>
                  <a:lnTo>
                    <a:pt x="19683" y="187194"/>
                  </a:lnTo>
                  <a:lnTo>
                    <a:pt x="22251" y="191824"/>
                  </a:lnTo>
                  <a:lnTo>
                    <a:pt x="24963" y="196371"/>
                  </a:lnTo>
                  <a:lnTo>
                    <a:pt x="27818" y="200829"/>
                  </a:lnTo>
                  <a:lnTo>
                    <a:pt x="30813" y="205195"/>
                  </a:lnTo>
                  <a:lnTo>
                    <a:pt x="33945" y="209463"/>
                  </a:lnTo>
                  <a:lnTo>
                    <a:pt x="37210" y="213631"/>
                  </a:lnTo>
                  <a:lnTo>
                    <a:pt x="40606" y="217692"/>
                  </a:lnTo>
                  <a:lnTo>
                    <a:pt x="44128" y="221645"/>
                  </a:lnTo>
                  <a:lnTo>
                    <a:pt x="47774" y="225484"/>
                  </a:lnTo>
                  <a:lnTo>
                    <a:pt x="51540" y="229205"/>
                  </a:lnTo>
                  <a:lnTo>
                    <a:pt x="55421" y="232805"/>
                  </a:lnTo>
                  <a:lnTo>
                    <a:pt x="59415" y="236281"/>
                  </a:lnTo>
                  <a:lnTo>
                    <a:pt x="63517" y="239628"/>
                  </a:lnTo>
                  <a:lnTo>
                    <a:pt x="67722" y="242844"/>
                  </a:lnTo>
                  <a:lnTo>
                    <a:pt x="72028" y="245925"/>
                  </a:lnTo>
                  <a:lnTo>
                    <a:pt x="76428" y="248868"/>
                  </a:lnTo>
                  <a:lnTo>
                    <a:pt x="80920" y="251670"/>
                  </a:lnTo>
                  <a:lnTo>
                    <a:pt x="85498" y="254329"/>
                  </a:lnTo>
                  <a:lnTo>
                    <a:pt x="90158" y="256841"/>
                  </a:lnTo>
                  <a:lnTo>
                    <a:pt x="94896" y="259205"/>
                  </a:lnTo>
                  <a:lnTo>
                    <a:pt x="99706" y="261417"/>
                  </a:lnTo>
                  <a:lnTo>
                    <a:pt x="104583" y="263476"/>
                  </a:lnTo>
                  <a:lnTo>
                    <a:pt x="109523" y="265380"/>
                  </a:lnTo>
                  <a:lnTo>
                    <a:pt x="114521" y="267126"/>
                  </a:lnTo>
                  <a:lnTo>
                    <a:pt x="119572" y="268713"/>
                  </a:lnTo>
                  <a:lnTo>
                    <a:pt x="124671" y="270139"/>
                  </a:lnTo>
                  <a:lnTo>
                    <a:pt x="129812" y="271403"/>
                  </a:lnTo>
                  <a:lnTo>
                    <a:pt x="134990" y="272503"/>
                  </a:lnTo>
                  <a:lnTo>
                    <a:pt x="140201" y="273439"/>
                  </a:lnTo>
                  <a:lnTo>
                    <a:pt x="145439" y="274210"/>
                  </a:lnTo>
                  <a:lnTo>
                    <a:pt x="150699" y="274814"/>
                  </a:lnTo>
                  <a:lnTo>
                    <a:pt x="155975" y="275252"/>
                  </a:lnTo>
                  <a:lnTo>
                    <a:pt x="161262" y="275522"/>
                  </a:lnTo>
                  <a:lnTo>
                    <a:pt x="166555" y="275624"/>
                  </a:lnTo>
                  <a:lnTo>
                    <a:pt x="171849" y="275559"/>
                  </a:lnTo>
                  <a:lnTo>
                    <a:pt x="177138" y="275326"/>
                  </a:lnTo>
                  <a:lnTo>
                    <a:pt x="182417" y="274926"/>
                  </a:lnTo>
                  <a:lnTo>
                    <a:pt x="187681" y="274359"/>
                  </a:lnTo>
                  <a:lnTo>
                    <a:pt x="192924" y="273626"/>
                  </a:lnTo>
                  <a:lnTo>
                    <a:pt x="198141" y="272727"/>
                  </a:lnTo>
                  <a:lnTo>
                    <a:pt x="203328" y="271663"/>
                  </a:lnTo>
                  <a:lnTo>
                    <a:pt x="208478" y="270435"/>
                  </a:lnTo>
                  <a:lnTo>
                    <a:pt x="213586" y="269045"/>
                  </a:lnTo>
                  <a:lnTo>
                    <a:pt x="218648" y="267494"/>
                  </a:lnTo>
                  <a:lnTo>
                    <a:pt x="223658" y="265784"/>
                  </a:lnTo>
                  <a:lnTo>
                    <a:pt x="228612" y="263915"/>
                  </a:lnTo>
                  <a:lnTo>
                    <a:pt x="233504" y="261891"/>
                  </a:lnTo>
                  <a:lnTo>
                    <a:pt x="238329" y="259713"/>
                  </a:lnTo>
                  <a:lnTo>
                    <a:pt x="243083" y="257383"/>
                  </a:lnTo>
                  <a:lnTo>
                    <a:pt x="247761" y="254904"/>
                  </a:lnTo>
                  <a:lnTo>
                    <a:pt x="252358" y="252278"/>
                  </a:lnTo>
                  <a:lnTo>
                    <a:pt x="256869" y="249507"/>
                  </a:lnTo>
                  <a:lnTo>
                    <a:pt x="261291" y="246595"/>
                  </a:lnTo>
                  <a:lnTo>
                    <a:pt x="265618" y="243545"/>
                  </a:lnTo>
                  <a:lnTo>
                    <a:pt x="269846" y="240359"/>
                  </a:lnTo>
                  <a:lnTo>
                    <a:pt x="273971" y="237041"/>
                  </a:lnTo>
                  <a:lnTo>
                    <a:pt x="277990" y="233593"/>
                  </a:lnTo>
                  <a:lnTo>
                    <a:pt x="281897" y="230021"/>
                  </a:lnTo>
                  <a:lnTo>
                    <a:pt x="285689" y="226326"/>
                  </a:lnTo>
                  <a:lnTo>
                    <a:pt x="289361" y="222513"/>
                  </a:lnTo>
                  <a:lnTo>
                    <a:pt x="292912" y="218586"/>
                  </a:lnTo>
                  <a:lnTo>
                    <a:pt x="296336" y="214548"/>
                  </a:lnTo>
                  <a:lnTo>
                    <a:pt x="299631" y="210404"/>
                  </a:lnTo>
                  <a:lnTo>
                    <a:pt x="302793" y="206158"/>
                  </a:lnTo>
                  <a:lnTo>
                    <a:pt x="305818" y="201813"/>
                  </a:lnTo>
                  <a:lnTo>
                    <a:pt x="308705" y="197375"/>
                  </a:lnTo>
                  <a:lnTo>
                    <a:pt x="311450" y="192848"/>
                  </a:lnTo>
                  <a:lnTo>
                    <a:pt x="314050" y="188236"/>
                  </a:lnTo>
                  <a:lnTo>
                    <a:pt x="316502" y="183545"/>
                  </a:lnTo>
                  <a:lnTo>
                    <a:pt x="318805" y="178777"/>
                  </a:lnTo>
                  <a:lnTo>
                    <a:pt x="320956" y="173940"/>
                  </a:lnTo>
                  <a:lnTo>
                    <a:pt x="322952" y="169036"/>
                  </a:lnTo>
                  <a:lnTo>
                    <a:pt x="324792" y="164072"/>
                  </a:lnTo>
                  <a:lnTo>
                    <a:pt x="326474" y="159052"/>
                  </a:lnTo>
                  <a:lnTo>
                    <a:pt x="327997" y="153982"/>
                  </a:lnTo>
                  <a:lnTo>
                    <a:pt x="329358" y="148865"/>
                  </a:lnTo>
                  <a:lnTo>
                    <a:pt x="330556" y="143708"/>
                  </a:lnTo>
                  <a:lnTo>
                    <a:pt x="331590" y="138516"/>
                  </a:lnTo>
                  <a:lnTo>
                    <a:pt x="332459" y="133294"/>
                  </a:lnTo>
                  <a:lnTo>
                    <a:pt x="333163" y="128047"/>
                  </a:lnTo>
                  <a:lnTo>
                    <a:pt x="333700" y="122780"/>
                  </a:lnTo>
                  <a:lnTo>
                    <a:pt x="334070" y="117498"/>
                  </a:lnTo>
                  <a:lnTo>
                    <a:pt x="334273" y="112208"/>
                  </a:lnTo>
                  <a:lnTo>
                    <a:pt x="334308" y="106914"/>
                  </a:lnTo>
                  <a:lnTo>
                    <a:pt x="334175" y="101621"/>
                  </a:lnTo>
                  <a:lnTo>
                    <a:pt x="333875" y="96336"/>
                  </a:lnTo>
                  <a:lnTo>
                    <a:pt x="333407" y="91062"/>
                  </a:lnTo>
                  <a:lnTo>
                    <a:pt x="332773" y="85806"/>
                  </a:lnTo>
                  <a:lnTo>
                    <a:pt x="331973" y="80573"/>
                  </a:lnTo>
                  <a:lnTo>
                    <a:pt x="331007" y="75367"/>
                  </a:lnTo>
                  <a:lnTo>
                    <a:pt x="329877" y="70195"/>
                  </a:lnTo>
                  <a:lnTo>
                    <a:pt x="328584" y="65061"/>
                  </a:lnTo>
                  <a:lnTo>
                    <a:pt x="327128" y="59971"/>
                  </a:lnTo>
                  <a:lnTo>
                    <a:pt x="325513" y="54929"/>
                  </a:lnTo>
                  <a:lnTo>
                    <a:pt x="323738" y="49941"/>
                  </a:lnTo>
                  <a:lnTo>
                    <a:pt x="321807" y="45012"/>
                  </a:lnTo>
                  <a:lnTo>
                    <a:pt x="319720" y="40146"/>
                  </a:lnTo>
                  <a:lnTo>
                    <a:pt x="317481" y="35349"/>
                  </a:lnTo>
                  <a:lnTo>
                    <a:pt x="315090" y="30625"/>
                  </a:lnTo>
                  <a:lnTo>
                    <a:pt x="312551" y="25980"/>
                  </a:lnTo>
                  <a:lnTo>
                    <a:pt x="309867" y="21417"/>
                  </a:lnTo>
                  <a:lnTo>
                    <a:pt x="307039" y="16941"/>
                  </a:lnTo>
                  <a:lnTo>
                    <a:pt x="304071" y="12557"/>
                  </a:lnTo>
                  <a:lnTo>
                    <a:pt x="300965" y="8269"/>
                  </a:lnTo>
                  <a:lnTo>
                    <a:pt x="297725" y="4082"/>
                  </a:lnTo>
                  <a:lnTo>
                    <a:pt x="294355" y="0"/>
                  </a:lnTo>
                  <a:lnTo>
                    <a:pt x="167147" y="1084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127207" cy="167167"/>
            </a:xfrm>
            <a:custGeom>
              <a:avLst/>
              <a:pathLst>
                <a:path w="127207" h="167167">
                  <a:moveTo>
                    <a:pt x="127207" y="58709"/>
                  </a:moveTo>
                  <a:lnTo>
                    <a:pt x="123530" y="54538"/>
                  </a:lnTo>
                  <a:lnTo>
                    <a:pt x="119716" y="50493"/>
                  </a:lnTo>
                  <a:lnTo>
                    <a:pt x="115770" y="46576"/>
                  </a:lnTo>
                  <a:lnTo>
                    <a:pt x="111696" y="42793"/>
                  </a:lnTo>
                  <a:lnTo>
                    <a:pt x="107498" y="39147"/>
                  </a:lnTo>
                  <a:lnTo>
                    <a:pt x="103181" y="35643"/>
                  </a:lnTo>
                  <a:lnTo>
                    <a:pt x="98750" y="32284"/>
                  </a:lnTo>
                  <a:lnTo>
                    <a:pt x="94210" y="29075"/>
                  </a:lnTo>
                  <a:lnTo>
                    <a:pt x="89566" y="26019"/>
                  </a:lnTo>
                  <a:lnTo>
                    <a:pt x="84822" y="23118"/>
                  </a:lnTo>
                  <a:lnTo>
                    <a:pt x="79985" y="20377"/>
                  </a:lnTo>
                  <a:lnTo>
                    <a:pt x="75059" y="17798"/>
                  </a:lnTo>
                  <a:lnTo>
                    <a:pt x="70050" y="15385"/>
                  </a:lnTo>
                  <a:lnTo>
                    <a:pt x="64964" y="13139"/>
                  </a:lnTo>
                  <a:lnTo>
                    <a:pt x="59806" y="11064"/>
                  </a:lnTo>
                  <a:lnTo>
                    <a:pt x="54582" y="9161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2" y="2306"/>
                  </a:lnTo>
                  <a:lnTo>
                    <a:pt x="22175" y="1477"/>
                  </a:lnTo>
                  <a:lnTo>
                    <a:pt x="16652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79858" y="2168369"/>
              <a:ext cx="66033" cy="167167"/>
            </a:xfrm>
            <a:custGeom>
              <a:avLst/>
              <a:pathLst>
                <a:path w="66033" h="167167">
                  <a:moveTo>
                    <a:pt x="66033" y="0"/>
                  </a:moveTo>
                  <a:lnTo>
                    <a:pt x="59863" y="113"/>
                  </a:lnTo>
                  <a:lnTo>
                    <a:pt x="53702" y="455"/>
                  </a:lnTo>
                  <a:lnTo>
                    <a:pt x="47557" y="1024"/>
                  </a:lnTo>
                  <a:lnTo>
                    <a:pt x="41438" y="1819"/>
                  </a:lnTo>
                  <a:lnTo>
                    <a:pt x="35352" y="2839"/>
                  </a:lnTo>
                  <a:lnTo>
                    <a:pt x="29308" y="4084"/>
                  </a:lnTo>
                  <a:lnTo>
                    <a:pt x="23313" y="5550"/>
                  </a:lnTo>
                  <a:lnTo>
                    <a:pt x="17378" y="7237"/>
                  </a:lnTo>
                  <a:lnTo>
                    <a:pt x="11508" y="9142"/>
                  </a:lnTo>
                  <a:lnTo>
                    <a:pt x="5713" y="11262"/>
                  </a:lnTo>
                  <a:lnTo>
                    <a:pt x="0" y="13595"/>
                  </a:lnTo>
                  <a:lnTo>
                    <a:pt x="660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578740" y="2181964"/>
              <a:ext cx="236968" cy="320720"/>
            </a:xfrm>
            <a:custGeom>
              <a:avLst/>
              <a:pathLst>
                <a:path w="236968" h="320720">
                  <a:moveTo>
                    <a:pt x="101118" y="0"/>
                  </a:moveTo>
                  <a:lnTo>
                    <a:pt x="96241" y="2190"/>
                  </a:lnTo>
                  <a:lnTo>
                    <a:pt x="91436" y="4535"/>
                  </a:lnTo>
                  <a:lnTo>
                    <a:pt x="86709" y="7032"/>
                  </a:lnTo>
                  <a:lnTo>
                    <a:pt x="82064" y="9679"/>
                  </a:lnTo>
                  <a:lnTo>
                    <a:pt x="77507" y="12474"/>
                  </a:lnTo>
                  <a:lnTo>
                    <a:pt x="73040" y="15413"/>
                  </a:lnTo>
                  <a:lnTo>
                    <a:pt x="68670" y="18493"/>
                  </a:lnTo>
                  <a:lnTo>
                    <a:pt x="64401" y="21711"/>
                  </a:lnTo>
                  <a:lnTo>
                    <a:pt x="60237" y="25064"/>
                  </a:lnTo>
                  <a:lnTo>
                    <a:pt x="56182" y="28549"/>
                  </a:lnTo>
                  <a:lnTo>
                    <a:pt x="52241" y="32162"/>
                  </a:lnTo>
                  <a:lnTo>
                    <a:pt x="48418" y="35898"/>
                  </a:lnTo>
                  <a:lnTo>
                    <a:pt x="44715" y="39755"/>
                  </a:lnTo>
                  <a:lnTo>
                    <a:pt x="41138" y="43729"/>
                  </a:lnTo>
                  <a:lnTo>
                    <a:pt x="37690" y="47815"/>
                  </a:lnTo>
                  <a:lnTo>
                    <a:pt x="34375" y="52009"/>
                  </a:lnTo>
                  <a:lnTo>
                    <a:pt x="31195" y="56307"/>
                  </a:lnTo>
                  <a:lnTo>
                    <a:pt x="28154" y="60704"/>
                  </a:lnTo>
                  <a:lnTo>
                    <a:pt x="25255" y="65196"/>
                  </a:lnTo>
                  <a:lnTo>
                    <a:pt x="22502" y="69779"/>
                  </a:lnTo>
                  <a:lnTo>
                    <a:pt x="19896" y="74448"/>
                  </a:lnTo>
                  <a:lnTo>
                    <a:pt x="17441" y="79197"/>
                  </a:lnTo>
                  <a:lnTo>
                    <a:pt x="15140" y="84023"/>
                  </a:lnTo>
                  <a:lnTo>
                    <a:pt x="12993" y="88919"/>
                  </a:lnTo>
                  <a:lnTo>
                    <a:pt x="11005" y="93882"/>
                  </a:lnTo>
                  <a:lnTo>
                    <a:pt x="9176" y="98906"/>
                  </a:lnTo>
                  <a:lnTo>
                    <a:pt x="7508" y="103985"/>
                  </a:lnTo>
                  <a:lnTo>
                    <a:pt x="6004" y="109116"/>
                  </a:lnTo>
                  <a:lnTo>
                    <a:pt x="4665" y="114292"/>
                  </a:lnTo>
                  <a:lnTo>
                    <a:pt x="3492" y="119508"/>
                  </a:lnTo>
                  <a:lnTo>
                    <a:pt x="2487" y="124759"/>
                  </a:lnTo>
                  <a:lnTo>
                    <a:pt x="1649" y="130039"/>
                  </a:lnTo>
                  <a:lnTo>
                    <a:pt x="981" y="135344"/>
                  </a:lnTo>
                  <a:lnTo>
                    <a:pt x="484" y="140667"/>
                  </a:lnTo>
                  <a:lnTo>
                    <a:pt x="156" y="146003"/>
                  </a:lnTo>
                  <a:lnTo>
                    <a:pt x="0" y="151347"/>
                  </a:lnTo>
                  <a:lnTo>
                    <a:pt x="14" y="156693"/>
                  </a:lnTo>
                  <a:lnTo>
                    <a:pt x="199" y="162037"/>
                  </a:lnTo>
                  <a:lnTo>
                    <a:pt x="555" y="167371"/>
                  </a:lnTo>
                  <a:lnTo>
                    <a:pt x="1082" y="172691"/>
                  </a:lnTo>
                  <a:lnTo>
                    <a:pt x="1778" y="177992"/>
                  </a:lnTo>
                  <a:lnTo>
                    <a:pt x="2643" y="183268"/>
                  </a:lnTo>
                  <a:lnTo>
                    <a:pt x="3677" y="188514"/>
                  </a:lnTo>
                  <a:lnTo>
                    <a:pt x="4878" y="193723"/>
                  </a:lnTo>
                  <a:lnTo>
                    <a:pt x="6245" y="198892"/>
                  </a:lnTo>
                  <a:lnTo>
                    <a:pt x="7777" y="204014"/>
                  </a:lnTo>
                  <a:lnTo>
                    <a:pt x="9471" y="209085"/>
                  </a:lnTo>
                  <a:lnTo>
                    <a:pt x="11327" y="214099"/>
                  </a:lnTo>
                  <a:lnTo>
                    <a:pt x="13342" y="219051"/>
                  </a:lnTo>
                  <a:lnTo>
                    <a:pt x="15515" y="223936"/>
                  </a:lnTo>
                  <a:lnTo>
                    <a:pt x="17842" y="228749"/>
                  </a:lnTo>
                  <a:lnTo>
                    <a:pt x="20323" y="233485"/>
                  </a:lnTo>
                  <a:lnTo>
                    <a:pt x="22953" y="238139"/>
                  </a:lnTo>
                  <a:lnTo>
                    <a:pt x="25731" y="242707"/>
                  </a:lnTo>
                  <a:lnTo>
                    <a:pt x="28654" y="247184"/>
                  </a:lnTo>
                  <a:lnTo>
                    <a:pt x="31718" y="251565"/>
                  </a:lnTo>
                  <a:lnTo>
                    <a:pt x="34921" y="255846"/>
                  </a:lnTo>
                  <a:lnTo>
                    <a:pt x="38260" y="260022"/>
                  </a:lnTo>
                  <a:lnTo>
                    <a:pt x="41729" y="264089"/>
                  </a:lnTo>
                  <a:lnTo>
                    <a:pt x="45328" y="268044"/>
                  </a:lnTo>
                  <a:lnTo>
                    <a:pt x="49051" y="271881"/>
                  </a:lnTo>
                  <a:lnTo>
                    <a:pt x="52894" y="275597"/>
                  </a:lnTo>
                  <a:lnTo>
                    <a:pt x="56855" y="279188"/>
                  </a:lnTo>
                  <a:lnTo>
                    <a:pt x="60928" y="282651"/>
                  </a:lnTo>
                  <a:lnTo>
                    <a:pt x="65110" y="285982"/>
                  </a:lnTo>
                  <a:lnTo>
                    <a:pt x="69397" y="289177"/>
                  </a:lnTo>
                  <a:lnTo>
                    <a:pt x="73783" y="292234"/>
                  </a:lnTo>
                  <a:lnTo>
                    <a:pt x="78265" y="295149"/>
                  </a:lnTo>
                  <a:lnTo>
                    <a:pt x="82838" y="297919"/>
                  </a:lnTo>
                  <a:lnTo>
                    <a:pt x="87497" y="300541"/>
                  </a:lnTo>
                  <a:lnTo>
                    <a:pt x="92237" y="303013"/>
                  </a:lnTo>
                  <a:lnTo>
                    <a:pt x="97054" y="305332"/>
                  </a:lnTo>
                  <a:lnTo>
                    <a:pt x="101943" y="307496"/>
                  </a:lnTo>
                  <a:lnTo>
                    <a:pt x="106899" y="309503"/>
                  </a:lnTo>
                  <a:lnTo>
                    <a:pt x="111916" y="311350"/>
                  </a:lnTo>
                  <a:lnTo>
                    <a:pt x="116989" y="313036"/>
                  </a:lnTo>
                  <a:lnTo>
                    <a:pt x="122114" y="314558"/>
                  </a:lnTo>
                  <a:lnTo>
                    <a:pt x="127285" y="315916"/>
                  </a:lnTo>
                  <a:lnTo>
                    <a:pt x="132497" y="317108"/>
                  </a:lnTo>
                  <a:lnTo>
                    <a:pt x="137745" y="318132"/>
                  </a:lnTo>
                  <a:lnTo>
                    <a:pt x="143022" y="318989"/>
                  </a:lnTo>
                  <a:lnTo>
                    <a:pt x="148324" y="319676"/>
                  </a:lnTo>
                  <a:lnTo>
                    <a:pt x="153645" y="320193"/>
                  </a:lnTo>
                  <a:lnTo>
                    <a:pt x="158980" y="320539"/>
                  </a:lnTo>
                  <a:lnTo>
                    <a:pt x="164324" y="320715"/>
                  </a:lnTo>
                  <a:lnTo>
                    <a:pt x="169670" y="320720"/>
                  </a:lnTo>
                  <a:lnTo>
                    <a:pt x="175014" y="320554"/>
                  </a:lnTo>
                  <a:lnTo>
                    <a:pt x="180350" y="320218"/>
                  </a:lnTo>
                  <a:lnTo>
                    <a:pt x="185672" y="319710"/>
                  </a:lnTo>
                  <a:lnTo>
                    <a:pt x="190975" y="319033"/>
                  </a:lnTo>
                  <a:lnTo>
                    <a:pt x="196254" y="318187"/>
                  </a:lnTo>
                  <a:lnTo>
                    <a:pt x="201503" y="317172"/>
                  </a:lnTo>
                  <a:lnTo>
                    <a:pt x="206717" y="315990"/>
                  </a:lnTo>
                  <a:lnTo>
                    <a:pt x="211891" y="314641"/>
                  </a:lnTo>
                  <a:lnTo>
                    <a:pt x="217019" y="313128"/>
                  </a:lnTo>
                  <a:lnTo>
                    <a:pt x="222095" y="311452"/>
                  </a:lnTo>
                  <a:lnTo>
                    <a:pt x="227116" y="309615"/>
                  </a:lnTo>
                  <a:lnTo>
                    <a:pt x="232075" y="307617"/>
                  </a:lnTo>
                  <a:lnTo>
                    <a:pt x="236968" y="305462"/>
                  </a:lnTo>
                  <a:lnTo>
                    <a:pt x="167152" y="153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1" cy="319057"/>
            </a:xfrm>
            <a:custGeom>
              <a:avLst/>
              <a:pathLst>
                <a:path w="167161" h="319057">
                  <a:moveTo>
                    <a:pt x="69815" y="319057"/>
                  </a:moveTo>
                  <a:lnTo>
                    <a:pt x="74623" y="316754"/>
                  </a:lnTo>
                  <a:lnTo>
                    <a:pt x="79355" y="314298"/>
                  </a:lnTo>
                  <a:lnTo>
                    <a:pt x="84006" y="311693"/>
                  </a:lnTo>
                  <a:lnTo>
                    <a:pt x="88571" y="308941"/>
                  </a:lnTo>
                  <a:lnTo>
                    <a:pt x="93047" y="306045"/>
                  </a:lnTo>
                  <a:lnTo>
                    <a:pt x="97428" y="303008"/>
                  </a:lnTo>
                  <a:lnTo>
                    <a:pt x="101710" y="299832"/>
                  </a:lnTo>
                  <a:lnTo>
                    <a:pt x="105888" y="296521"/>
                  </a:lnTo>
                  <a:lnTo>
                    <a:pt x="109959" y="293079"/>
                  </a:lnTo>
                  <a:lnTo>
                    <a:pt x="113918" y="289509"/>
                  </a:lnTo>
                  <a:lnTo>
                    <a:pt x="117761" y="285814"/>
                  </a:lnTo>
                  <a:lnTo>
                    <a:pt x="121484" y="281999"/>
                  </a:lnTo>
                  <a:lnTo>
                    <a:pt x="125084" y="278067"/>
                  </a:lnTo>
                  <a:lnTo>
                    <a:pt x="128556" y="274022"/>
                  </a:lnTo>
                  <a:lnTo>
                    <a:pt x="131898" y="269869"/>
                  </a:lnTo>
                  <a:lnTo>
                    <a:pt x="135106" y="265611"/>
                  </a:lnTo>
                  <a:lnTo>
                    <a:pt x="138176" y="261253"/>
                  </a:lnTo>
                  <a:lnTo>
                    <a:pt x="141106" y="256799"/>
                  </a:lnTo>
                  <a:lnTo>
                    <a:pt x="143892" y="252254"/>
                  </a:lnTo>
                  <a:lnTo>
                    <a:pt x="146532" y="247623"/>
                  </a:lnTo>
                  <a:lnTo>
                    <a:pt x="149023" y="242910"/>
                  </a:lnTo>
                  <a:lnTo>
                    <a:pt x="151362" y="238120"/>
                  </a:lnTo>
                  <a:lnTo>
                    <a:pt x="153548" y="233257"/>
                  </a:lnTo>
                  <a:lnTo>
                    <a:pt x="155577" y="228328"/>
                  </a:lnTo>
                  <a:lnTo>
                    <a:pt x="157448" y="223336"/>
                  </a:lnTo>
                  <a:lnTo>
                    <a:pt x="159159" y="218287"/>
                  </a:lnTo>
                  <a:lnTo>
                    <a:pt x="160708" y="213186"/>
                  </a:lnTo>
                  <a:lnTo>
                    <a:pt x="162094" y="208038"/>
                  </a:lnTo>
                  <a:lnTo>
                    <a:pt x="163314" y="202849"/>
                  </a:lnTo>
                  <a:lnTo>
                    <a:pt x="164369" y="197624"/>
                  </a:lnTo>
                  <a:lnTo>
                    <a:pt x="165257" y="192367"/>
                  </a:lnTo>
                  <a:lnTo>
                    <a:pt x="165976" y="187085"/>
                  </a:lnTo>
                  <a:lnTo>
                    <a:pt x="166527" y="181782"/>
                  </a:lnTo>
                  <a:lnTo>
                    <a:pt x="166908" y="176465"/>
                  </a:lnTo>
                  <a:lnTo>
                    <a:pt x="167120" y="171138"/>
                  </a:lnTo>
                  <a:lnTo>
                    <a:pt x="167161" y="165808"/>
                  </a:lnTo>
                  <a:lnTo>
                    <a:pt x="167033" y="160478"/>
                  </a:lnTo>
                  <a:lnTo>
                    <a:pt x="166735" y="155156"/>
                  </a:lnTo>
                  <a:lnTo>
                    <a:pt x="166267" y="149845"/>
                  </a:lnTo>
                  <a:lnTo>
                    <a:pt x="165630" y="144553"/>
                  </a:lnTo>
                  <a:lnTo>
                    <a:pt x="164825" y="139283"/>
                  </a:lnTo>
                  <a:lnTo>
                    <a:pt x="163852" y="134041"/>
                  </a:lnTo>
                  <a:lnTo>
                    <a:pt x="162712" y="128834"/>
                  </a:lnTo>
                  <a:lnTo>
                    <a:pt x="161407" y="123665"/>
                  </a:lnTo>
                  <a:lnTo>
                    <a:pt x="159938" y="118541"/>
                  </a:lnTo>
                  <a:lnTo>
                    <a:pt x="158306" y="113465"/>
                  </a:lnTo>
                  <a:lnTo>
                    <a:pt x="156514" y="108445"/>
                  </a:lnTo>
                  <a:lnTo>
                    <a:pt x="154562" y="103484"/>
                  </a:lnTo>
                  <a:lnTo>
                    <a:pt x="152453" y="98588"/>
                  </a:lnTo>
                  <a:lnTo>
                    <a:pt x="150188" y="93762"/>
                  </a:lnTo>
                  <a:lnTo>
                    <a:pt x="147771" y="89011"/>
                  </a:lnTo>
                  <a:lnTo>
                    <a:pt x="145204" y="84339"/>
                  </a:lnTo>
                  <a:lnTo>
                    <a:pt x="142489" y="79751"/>
                  </a:lnTo>
                  <a:lnTo>
                    <a:pt x="139630" y="75252"/>
                  </a:lnTo>
                  <a:lnTo>
                    <a:pt x="136628" y="70846"/>
                  </a:lnTo>
                  <a:lnTo>
                    <a:pt x="133487" y="66539"/>
                  </a:lnTo>
                  <a:lnTo>
                    <a:pt x="130211" y="62334"/>
                  </a:lnTo>
                  <a:lnTo>
                    <a:pt x="126802" y="58235"/>
                  </a:lnTo>
                  <a:lnTo>
                    <a:pt x="123264" y="54247"/>
                  </a:lnTo>
                  <a:lnTo>
                    <a:pt x="119601" y="50374"/>
                  </a:lnTo>
                  <a:lnTo>
                    <a:pt x="115816" y="46620"/>
                  </a:lnTo>
                  <a:lnTo>
                    <a:pt x="111913" y="42989"/>
                  </a:lnTo>
                  <a:lnTo>
                    <a:pt x="107897" y="39483"/>
                  </a:lnTo>
                  <a:lnTo>
                    <a:pt x="103771" y="36108"/>
                  </a:lnTo>
                  <a:lnTo>
                    <a:pt x="99539" y="32866"/>
                  </a:lnTo>
                  <a:lnTo>
                    <a:pt x="95206" y="29760"/>
                  </a:lnTo>
                  <a:lnTo>
                    <a:pt x="90776" y="26794"/>
                  </a:lnTo>
                  <a:lnTo>
                    <a:pt x="86254" y="23971"/>
                  </a:lnTo>
                  <a:lnTo>
                    <a:pt x="81644" y="21294"/>
                  </a:lnTo>
                  <a:lnTo>
                    <a:pt x="76952" y="18764"/>
                  </a:lnTo>
                  <a:lnTo>
                    <a:pt x="72181" y="16386"/>
                  </a:lnTo>
                  <a:lnTo>
                    <a:pt x="67336" y="14161"/>
                  </a:lnTo>
                  <a:lnTo>
                    <a:pt x="62423" y="12092"/>
                  </a:lnTo>
                  <a:lnTo>
                    <a:pt x="57447" y="10180"/>
                  </a:lnTo>
                  <a:lnTo>
                    <a:pt x="52412" y="8429"/>
                  </a:lnTo>
                  <a:lnTo>
                    <a:pt x="47324" y="6838"/>
                  </a:lnTo>
                  <a:lnTo>
                    <a:pt x="42188" y="5411"/>
                  </a:lnTo>
                  <a:lnTo>
                    <a:pt x="37008" y="4148"/>
                  </a:lnTo>
                  <a:lnTo>
                    <a:pt x="31792" y="3050"/>
                  </a:lnTo>
                  <a:lnTo>
                    <a:pt x="26542" y="2120"/>
                  </a:lnTo>
                  <a:lnTo>
                    <a:pt x="21266" y="1358"/>
                  </a:lnTo>
                  <a:lnTo>
                    <a:pt x="15969" y="764"/>
                  </a:lnTo>
                  <a:lnTo>
                    <a:pt x="10655" y="339"/>
                  </a:lnTo>
                  <a:lnTo>
                    <a:pt x="533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8250" y="1735255"/>
              <a:ext cx="52296" cy="167167"/>
            </a:xfrm>
            <a:custGeom>
              <a:avLst/>
              <a:pathLst>
                <a:path w="52296" h="167167">
                  <a:moveTo>
                    <a:pt x="52296" y="0"/>
                  </a:moveTo>
                  <a:lnTo>
                    <a:pt x="46388" y="104"/>
                  </a:lnTo>
                  <a:lnTo>
                    <a:pt x="40486" y="417"/>
                  </a:lnTo>
                  <a:lnTo>
                    <a:pt x="34600" y="939"/>
                  </a:lnTo>
                  <a:lnTo>
                    <a:pt x="28735" y="1668"/>
                  </a:lnTo>
                  <a:lnTo>
                    <a:pt x="22900" y="2604"/>
                  </a:lnTo>
                  <a:lnTo>
                    <a:pt x="17102" y="3746"/>
                  </a:lnTo>
                  <a:lnTo>
                    <a:pt x="11347" y="5092"/>
                  </a:lnTo>
                  <a:lnTo>
                    <a:pt x="5644" y="6641"/>
                  </a:lnTo>
                  <a:lnTo>
                    <a:pt x="0" y="8390"/>
                  </a:lnTo>
                  <a:lnTo>
                    <a:pt x="5229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08250" y="1743646"/>
              <a:ext cx="52296" cy="158776"/>
            </a:xfrm>
            <a:custGeom>
              <a:avLst/>
              <a:pathLst>
                <a:path w="52296" h="158776">
                  <a:moveTo>
                    <a:pt x="0" y="0"/>
                  </a:moveTo>
                  <a:lnTo>
                    <a:pt x="52296" y="1587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93392" y="1743646"/>
              <a:ext cx="334321" cy="325938"/>
            </a:xfrm>
            <a:custGeom>
              <a:avLst/>
              <a:pathLst>
                <a:path w="334321" h="325938">
                  <a:moveTo>
                    <a:pt x="114857" y="0"/>
                  </a:moveTo>
                  <a:lnTo>
                    <a:pt x="109862" y="1733"/>
                  </a:lnTo>
                  <a:lnTo>
                    <a:pt x="104924" y="3623"/>
                  </a:lnTo>
                  <a:lnTo>
                    <a:pt x="100048" y="5669"/>
                  </a:lnTo>
                  <a:lnTo>
                    <a:pt x="95239" y="7868"/>
                  </a:lnTo>
                  <a:lnTo>
                    <a:pt x="90503" y="10218"/>
                  </a:lnTo>
                  <a:lnTo>
                    <a:pt x="85843" y="12716"/>
                  </a:lnTo>
                  <a:lnTo>
                    <a:pt x="81264" y="15361"/>
                  </a:lnTo>
                  <a:lnTo>
                    <a:pt x="76772" y="18149"/>
                  </a:lnTo>
                  <a:lnTo>
                    <a:pt x="72370" y="21077"/>
                  </a:lnTo>
                  <a:lnTo>
                    <a:pt x="68062" y="24144"/>
                  </a:lnTo>
                  <a:lnTo>
                    <a:pt x="63854" y="27345"/>
                  </a:lnTo>
                  <a:lnTo>
                    <a:pt x="59749" y="30678"/>
                  </a:lnTo>
                  <a:lnTo>
                    <a:pt x="55752" y="34138"/>
                  </a:lnTo>
                  <a:lnTo>
                    <a:pt x="51866" y="37724"/>
                  </a:lnTo>
                  <a:lnTo>
                    <a:pt x="48095" y="41431"/>
                  </a:lnTo>
                  <a:lnTo>
                    <a:pt x="44443" y="45255"/>
                  </a:lnTo>
                  <a:lnTo>
                    <a:pt x="40915" y="49192"/>
                  </a:lnTo>
                  <a:lnTo>
                    <a:pt x="37512" y="53239"/>
                  </a:lnTo>
                  <a:lnTo>
                    <a:pt x="34239" y="57392"/>
                  </a:lnTo>
                  <a:lnTo>
                    <a:pt x="31099" y="61646"/>
                  </a:lnTo>
                  <a:lnTo>
                    <a:pt x="28096" y="65998"/>
                  </a:lnTo>
                  <a:lnTo>
                    <a:pt x="25231" y="70442"/>
                  </a:lnTo>
                  <a:lnTo>
                    <a:pt x="22508" y="74974"/>
                  </a:lnTo>
                  <a:lnTo>
                    <a:pt x="19930" y="79591"/>
                  </a:lnTo>
                  <a:lnTo>
                    <a:pt x="17500" y="84286"/>
                  </a:lnTo>
                  <a:lnTo>
                    <a:pt x="15219" y="89057"/>
                  </a:lnTo>
                  <a:lnTo>
                    <a:pt x="13090" y="93896"/>
                  </a:lnTo>
                  <a:lnTo>
                    <a:pt x="11115" y="98801"/>
                  </a:lnTo>
                  <a:lnTo>
                    <a:pt x="9297" y="103766"/>
                  </a:lnTo>
                  <a:lnTo>
                    <a:pt x="7636" y="108786"/>
                  </a:lnTo>
                  <a:lnTo>
                    <a:pt x="6135" y="113856"/>
                  </a:lnTo>
                  <a:lnTo>
                    <a:pt x="4795" y="118971"/>
                  </a:lnTo>
                  <a:lnTo>
                    <a:pt x="3617" y="124125"/>
                  </a:lnTo>
                  <a:lnTo>
                    <a:pt x="2603" y="129314"/>
                  </a:lnTo>
                  <a:lnTo>
                    <a:pt x="1753" y="134533"/>
                  </a:lnTo>
                  <a:lnTo>
                    <a:pt x="1069" y="139776"/>
                  </a:lnTo>
                  <a:lnTo>
                    <a:pt x="552" y="145038"/>
                  </a:lnTo>
                  <a:lnTo>
                    <a:pt x="201" y="150314"/>
                  </a:lnTo>
                  <a:lnTo>
                    <a:pt x="16" y="155598"/>
                  </a:lnTo>
                  <a:lnTo>
                    <a:pt x="0" y="160886"/>
                  </a:lnTo>
                  <a:lnTo>
                    <a:pt x="150" y="166171"/>
                  </a:lnTo>
                  <a:lnTo>
                    <a:pt x="467" y="171449"/>
                  </a:lnTo>
                  <a:lnTo>
                    <a:pt x="951" y="176714"/>
                  </a:lnTo>
                  <a:lnTo>
                    <a:pt x="1602" y="181961"/>
                  </a:lnTo>
                  <a:lnTo>
                    <a:pt x="2418" y="187185"/>
                  </a:lnTo>
                  <a:lnTo>
                    <a:pt x="3399" y="192381"/>
                  </a:lnTo>
                  <a:lnTo>
                    <a:pt x="4543" y="197543"/>
                  </a:lnTo>
                  <a:lnTo>
                    <a:pt x="5851" y="202666"/>
                  </a:lnTo>
                  <a:lnTo>
                    <a:pt x="7320" y="207746"/>
                  </a:lnTo>
                  <a:lnTo>
                    <a:pt x="8948" y="212776"/>
                  </a:lnTo>
                  <a:lnTo>
                    <a:pt x="10735" y="217752"/>
                  </a:lnTo>
                  <a:lnTo>
                    <a:pt x="12678" y="222670"/>
                  </a:lnTo>
                  <a:lnTo>
                    <a:pt x="14776" y="227523"/>
                  </a:lnTo>
                  <a:lnTo>
                    <a:pt x="17027" y="232308"/>
                  </a:lnTo>
                  <a:lnTo>
                    <a:pt x="19427" y="237019"/>
                  </a:lnTo>
                  <a:lnTo>
                    <a:pt x="21976" y="241651"/>
                  </a:lnTo>
                  <a:lnTo>
                    <a:pt x="24669" y="246201"/>
                  </a:lnTo>
                  <a:lnTo>
                    <a:pt x="27505" y="250664"/>
                  </a:lnTo>
                  <a:lnTo>
                    <a:pt x="30481" y="255034"/>
                  </a:lnTo>
                  <a:lnTo>
                    <a:pt x="33594" y="259308"/>
                  </a:lnTo>
                  <a:lnTo>
                    <a:pt x="36840" y="263482"/>
                  </a:lnTo>
                  <a:lnTo>
                    <a:pt x="40217" y="267551"/>
                  </a:lnTo>
                  <a:lnTo>
                    <a:pt x="43720" y="271511"/>
                  </a:lnTo>
                  <a:lnTo>
                    <a:pt x="47347" y="275358"/>
                  </a:lnTo>
                  <a:lnTo>
                    <a:pt x="51094" y="279089"/>
                  </a:lnTo>
                  <a:lnTo>
                    <a:pt x="54957" y="282699"/>
                  </a:lnTo>
                  <a:lnTo>
                    <a:pt x="58932" y="286185"/>
                  </a:lnTo>
                  <a:lnTo>
                    <a:pt x="63016" y="289544"/>
                  </a:lnTo>
                  <a:lnTo>
                    <a:pt x="67204" y="292772"/>
                  </a:lnTo>
                  <a:lnTo>
                    <a:pt x="71491" y="295866"/>
                  </a:lnTo>
                  <a:lnTo>
                    <a:pt x="75875" y="298823"/>
                  </a:lnTo>
                  <a:lnTo>
                    <a:pt x="80349" y="301640"/>
                  </a:lnTo>
                  <a:lnTo>
                    <a:pt x="84911" y="304313"/>
                  </a:lnTo>
                  <a:lnTo>
                    <a:pt x="89555" y="306841"/>
                  </a:lnTo>
                  <a:lnTo>
                    <a:pt x="94276" y="309222"/>
                  </a:lnTo>
                  <a:lnTo>
                    <a:pt x="99071" y="311451"/>
                  </a:lnTo>
                  <a:lnTo>
                    <a:pt x="103933" y="313528"/>
                  </a:lnTo>
                  <a:lnTo>
                    <a:pt x="108859" y="315450"/>
                  </a:lnTo>
                  <a:lnTo>
                    <a:pt x="113843" y="317215"/>
                  </a:lnTo>
                  <a:lnTo>
                    <a:pt x="118880" y="318822"/>
                  </a:lnTo>
                  <a:lnTo>
                    <a:pt x="123966" y="320268"/>
                  </a:lnTo>
                  <a:lnTo>
                    <a:pt x="129095" y="321553"/>
                  </a:lnTo>
                  <a:lnTo>
                    <a:pt x="134262" y="322676"/>
                  </a:lnTo>
                  <a:lnTo>
                    <a:pt x="139462" y="323634"/>
                  </a:lnTo>
                  <a:lnTo>
                    <a:pt x="144689" y="324427"/>
                  </a:lnTo>
                  <a:lnTo>
                    <a:pt x="149939" y="325055"/>
                  </a:lnTo>
                  <a:lnTo>
                    <a:pt x="155207" y="325516"/>
                  </a:lnTo>
                  <a:lnTo>
                    <a:pt x="160486" y="325810"/>
                  </a:lnTo>
                  <a:lnTo>
                    <a:pt x="165772" y="325938"/>
                  </a:lnTo>
                  <a:lnTo>
                    <a:pt x="171059" y="325898"/>
                  </a:lnTo>
                  <a:lnTo>
                    <a:pt x="176342" y="325691"/>
                  </a:lnTo>
                  <a:lnTo>
                    <a:pt x="181617" y="325317"/>
                  </a:lnTo>
                  <a:lnTo>
                    <a:pt x="186876" y="324776"/>
                  </a:lnTo>
                  <a:lnTo>
                    <a:pt x="192116" y="324069"/>
                  </a:lnTo>
                  <a:lnTo>
                    <a:pt x="197331" y="323197"/>
                  </a:lnTo>
                  <a:lnTo>
                    <a:pt x="202516" y="322160"/>
                  </a:lnTo>
                  <a:lnTo>
                    <a:pt x="207665" y="320960"/>
                  </a:lnTo>
                  <a:lnTo>
                    <a:pt x="212774" y="319598"/>
                  </a:lnTo>
                  <a:lnTo>
                    <a:pt x="217838" y="318075"/>
                  </a:lnTo>
                  <a:lnTo>
                    <a:pt x="222850" y="316392"/>
                  </a:lnTo>
                  <a:lnTo>
                    <a:pt x="227807" y="314552"/>
                  </a:lnTo>
                  <a:lnTo>
                    <a:pt x="232703" y="312556"/>
                  </a:lnTo>
                  <a:lnTo>
                    <a:pt x="237534" y="310406"/>
                  </a:lnTo>
                  <a:lnTo>
                    <a:pt x="242294" y="308104"/>
                  </a:lnTo>
                  <a:lnTo>
                    <a:pt x="246979" y="305653"/>
                  </a:lnTo>
                  <a:lnTo>
                    <a:pt x="251584" y="303055"/>
                  </a:lnTo>
                  <a:lnTo>
                    <a:pt x="256105" y="300313"/>
                  </a:lnTo>
                  <a:lnTo>
                    <a:pt x="260536" y="297429"/>
                  </a:lnTo>
                  <a:lnTo>
                    <a:pt x="264875" y="294406"/>
                  </a:lnTo>
                  <a:lnTo>
                    <a:pt x="269115" y="291248"/>
                  </a:lnTo>
                  <a:lnTo>
                    <a:pt x="273254" y="287957"/>
                  </a:lnTo>
                  <a:lnTo>
                    <a:pt x="277286" y="284537"/>
                  </a:lnTo>
                  <a:lnTo>
                    <a:pt x="281208" y="280991"/>
                  </a:lnTo>
                  <a:lnTo>
                    <a:pt x="285016" y="277323"/>
                  </a:lnTo>
                  <a:lnTo>
                    <a:pt x="288706" y="273536"/>
                  </a:lnTo>
                  <a:lnTo>
                    <a:pt x="292275" y="269635"/>
                  </a:lnTo>
                  <a:lnTo>
                    <a:pt x="295718" y="265622"/>
                  </a:lnTo>
                  <a:lnTo>
                    <a:pt x="299033" y="261503"/>
                  </a:lnTo>
                  <a:lnTo>
                    <a:pt x="302216" y="257281"/>
                  </a:lnTo>
                  <a:lnTo>
                    <a:pt x="305264" y="252960"/>
                  </a:lnTo>
                  <a:lnTo>
                    <a:pt x="308173" y="248545"/>
                  </a:lnTo>
                  <a:lnTo>
                    <a:pt x="310942" y="244040"/>
                  </a:lnTo>
                  <a:lnTo>
                    <a:pt x="313566" y="239450"/>
                  </a:lnTo>
                  <a:lnTo>
                    <a:pt x="316044" y="234779"/>
                  </a:lnTo>
                  <a:lnTo>
                    <a:pt x="318373" y="230033"/>
                  </a:lnTo>
                  <a:lnTo>
                    <a:pt x="320551" y="225215"/>
                  </a:lnTo>
                  <a:lnTo>
                    <a:pt x="322576" y="220330"/>
                  </a:lnTo>
                  <a:lnTo>
                    <a:pt x="324445" y="215384"/>
                  </a:lnTo>
                  <a:lnTo>
                    <a:pt x="326156" y="210381"/>
                  </a:lnTo>
                  <a:lnTo>
                    <a:pt x="327709" y="205327"/>
                  </a:lnTo>
                  <a:lnTo>
                    <a:pt x="329101" y="200226"/>
                  </a:lnTo>
                  <a:lnTo>
                    <a:pt x="330331" y="195084"/>
                  </a:lnTo>
                  <a:lnTo>
                    <a:pt x="331397" y="189905"/>
                  </a:lnTo>
                  <a:lnTo>
                    <a:pt x="332300" y="184695"/>
                  </a:lnTo>
                  <a:lnTo>
                    <a:pt x="333037" y="179459"/>
                  </a:lnTo>
                  <a:lnTo>
                    <a:pt x="333608" y="174203"/>
                  </a:lnTo>
                  <a:lnTo>
                    <a:pt x="334012" y="168931"/>
                  </a:lnTo>
                  <a:lnTo>
                    <a:pt x="334250" y="163649"/>
                  </a:lnTo>
                  <a:lnTo>
                    <a:pt x="334321" y="158362"/>
                  </a:lnTo>
                  <a:lnTo>
                    <a:pt x="334224" y="153075"/>
                  </a:lnTo>
                  <a:lnTo>
                    <a:pt x="333960" y="147794"/>
                  </a:lnTo>
                  <a:lnTo>
                    <a:pt x="333529" y="142525"/>
                  </a:lnTo>
                  <a:lnTo>
                    <a:pt x="332932" y="137271"/>
                  </a:lnTo>
                  <a:lnTo>
                    <a:pt x="332169" y="132039"/>
                  </a:lnTo>
                  <a:lnTo>
                    <a:pt x="331241" y="126834"/>
                  </a:lnTo>
                  <a:lnTo>
                    <a:pt x="330149" y="121660"/>
                  </a:lnTo>
                  <a:lnTo>
                    <a:pt x="328893" y="116524"/>
                  </a:lnTo>
                  <a:lnTo>
                    <a:pt x="327476" y="111430"/>
                  </a:lnTo>
                  <a:lnTo>
                    <a:pt x="325899" y="106383"/>
                  </a:lnTo>
                  <a:lnTo>
                    <a:pt x="324162" y="101389"/>
                  </a:lnTo>
                  <a:lnTo>
                    <a:pt x="322269" y="96452"/>
                  </a:lnTo>
                  <a:lnTo>
                    <a:pt x="320220" y="91578"/>
                  </a:lnTo>
                  <a:lnTo>
                    <a:pt x="318018" y="86771"/>
                  </a:lnTo>
                  <a:lnTo>
                    <a:pt x="315666" y="82036"/>
                  </a:lnTo>
                  <a:lnTo>
                    <a:pt x="313165" y="77377"/>
                  </a:lnTo>
                  <a:lnTo>
                    <a:pt x="310517" y="72800"/>
                  </a:lnTo>
                  <a:lnTo>
                    <a:pt x="307727" y="68309"/>
                  </a:lnTo>
                  <a:lnTo>
                    <a:pt x="304795" y="63909"/>
                  </a:lnTo>
                  <a:lnTo>
                    <a:pt x="301726" y="59603"/>
                  </a:lnTo>
                  <a:lnTo>
                    <a:pt x="298522" y="55397"/>
                  </a:lnTo>
                  <a:lnTo>
                    <a:pt x="295187" y="51294"/>
                  </a:lnTo>
                  <a:lnTo>
                    <a:pt x="291724" y="47299"/>
                  </a:lnTo>
                  <a:lnTo>
                    <a:pt x="288136" y="43415"/>
                  </a:lnTo>
                  <a:lnTo>
                    <a:pt x="284427" y="39647"/>
                  </a:lnTo>
                  <a:lnTo>
                    <a:pt x="280601" y="35997"/>
                  </a:lnTo>
                  <a:lnTo>
                    <a:pt x="276661" y="32471"/>
                  </a:lnTo>
                  <a:lnTo>
                    <a:pt x="272612" y="29071"/>
                  </a:lnTo>
                  <a:lnTo>
                    <a:pt x="268457" y="25800"/>
                  </a:lnTo>
                  <a:lnTo>
                    <a:pt x="264201" y="22663"/>
                  </a:lnTo>
                  <a:lnTo>
                    <a:pt x="259848" y="19662"/>
                  </a:lnTo>
                  <a:lnTo>
                    <a:pt x="255402" y="16800"/>
                  </a:lnTo>
                  <a:lnTo>
                    <a:pt x="250868" y="14080"/>
                  </a:lnTo>
                  <a:lnTo>
                    <a:pt x="246250" y="11505"/>
                  </a:lnTo>
                  <a:lnTo>
                    <a:pt x="241553" y="9077"/>
                  </a:lnTo>
                  <a:lnTo>
                    <a:pt x="236781" y="6799"/>
                  </a:lnTo>
                  <a:lnTo>
                    <a:pt x="167154" y="1587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9627" cy="167167"/>
            </a:xfrm>
            <a:custGeom>
              <a:avLst/>
              <a:pathLst>
                <a:path w="69627" h="167167">
                  <a:moveTo>
                    <a:pt x="69627" y="15190"/>
                  </a:moveTo>
                  <a:lnTo>
                    <a:pt x="64143" y="12795"/>
                  </a:lnTo>
                  <a:lnTo>
                    <a:pt x="58576" y="10598"/>
                  </a:lnTo>
                  <a:lnTo>
                    <a:pt x="52935" y="8602"/>
                  </a:lnTo>
                  <a:lnTo>
                    <a:pt x="47225" y="6809"/>
                  </a:lnTo>
                  <a:lnTo>
                    <a:pt x="41455" y="5221"/>
                  </a:lnTo>
                  <a:lnTo>
                    <a:pt x="35632" y="3841"/>
                  </a:lnTo>
                  <a:lnTo>
                    <a:pt x="29764" y="2671"/>
                  </a:lnTo>
                  <a:lnTo>
                    <a:pt x="23857" y="1711"/>
                  </a:lnTo>
                  <a:lnTo>
                    <a:pt x="17919" y="963"/>
                  </a:lnTo>
                  <a:lnTo>
                    <a:pt x="11959" y="428"/>
                  </a:lnTo>
                  <a:lnTo>
                    <a:pt x="598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915692" y="1379510"/>
              <a:ext cx="309335" cy="334334"/>
            </a:xfrm>
            <a:custGeom>
              <a:avLst/>
              <a:pathLst>
                <a:path w="309335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8" y="5362"/>
                  </a:lnTo>
                  <a:lnTo>
                    <a:pt x="120033" y="6776"/>
                  </a:lnTo>
                  <a:lnTo>
                    <a:pt x="114966" y="8352"/>
                  </a:lnTo>
                  <a:lnTo>
                    <a:pt x="109952" y="10089"/>
                  </a:lnTo>
                  <a:lnTo>
                    <a:pt x="104995" y="11983"/>
                  </a:lnTo>
                  <a:lnTo>
                    <a:pt x="100101" y="14034"/>
                  </a:lnTo>
                  <a:lnTo>
                    <a:pt x="95274" y="16239"/>
                  </a:lnTo>
                  <a:lnTo>
                    <a:pt x="90520" y="18597"/>
                  </a:lnTo>
                  <a:lnTo>
                    <a:pt x="85843" y="21104"/>
                  </a:lnTo>
                  <a:lnTo>
                    <a:pt x="81247" y="23758"/>
                  </a:lnTo>
                  <a:lnTo>
                    <a:pt x="76739" y="26557"/>
                  </a:lnTo>
                  <a:lnTo>
                    <a:pt x="72321" y="29497"/>
                  </a:lnTo>
                  <a:lnTo>
                    <a:pt x="68000" y="32576"/>
                  </a:lnTo>
                  <a:lnTo>
                    <a:pt x="63778" y="35791"/>
                  </a:lnTo>
                  <a:lnTo>
                    <a:pt x="59660" y="39138"/>
                  </a:lnTo>
                  <a:lnTo>
                    <a:pt x="55650" y="42614"/>
                  </a:lnTo>
                  <a:lnTo>
                    <a:pt x="51753" y="46216"/>
                  </a:lnTo>
                  <a:lnTo>
                    <a:pt x="47972" y="49940"/>
                  </a:lnTo>
                  <a:lnTo>
                    <a:pt x="44311" y="53781"/>
                  </a:lnTo>
                  <a:lnTo>
                    <a:pt x="40774" y="57737"/>
                  </a:lnTo>
                  <a:lnTo>
                    <a:pt x="37365" y="61804"/>
                  </a:lnTo>
                  <a:lnTo>
                    <a:pt x="34086" y="65976"/>
                  </a:lnTo>
                  <a:lnTo>
                    <a:pt x="30941" y="70250"/>
                  </a:lnTo>
                  <a:lnTo>
                    <a:pt x="27934" y="74622"/>
                  </a:lnTo>
                  <a:lnTo>
                    <a:pt x="25066" y="79088"/>
                  </a:lnTo>
                  <a:lnTo>
                    <a:pt x="22342" y="83642"/>
                  </a:lnTo>
                  <a:lnTo>
                    <a:pt x="19764" y="88280"/>
                  </a:lnTo>
                  <a:lnTo>
                    <a:pt x="17335" y="92998"/>
                  </a:lnTo>
                  <a:lnTo>
                    <a:pt x="15056" y="97790"/>
                  </a:lnTo>
                  <a:lnTo>
                    <a:pt x="12931" y="102653"/>
                  </a:lnTo>
                  <a:lnTo>
                    <a:pt x="10961" y="107580"/>
                  </a:lnTo>
                  <a:lnTo>
                    <a:pt x="9148" y="112567"/>
                  </a:lnTo>
                  <a:lnTo>
                    <a:pt x="7495" y="117610"/>
                  </a:lnTo>
                  <a:lnTo>
                    <a:pt x="6002" y="122702"/>
                  </a:lnTo>
                  <a:lnTo>
                    <a:pt x="4672" y="127839"/>
                  </a:lnTo>
                  <a:lnTo>
                    <a:pt x="3506" y="133016"/>
                  </a:lnTo>
                  <a:lnTo>
                    <a:pt x="2504" y="138227"/>
                  </a:lnTo>
                  <a:lnTo>
                    <a:pt x="1668" y="143468"/>
                  </a:lnTo>
                  <a:lnTo>
                    <a:pt x="1000" y="148732"/>
                  </a:lnTo>
                  <a:lnTo>
                    <a:pt x="498" y="154015"/>
                  </a:lnTo>
                  <a:lnTo>
                    <a:pt x="165" y="159311"/>
                  </a:lnTo>
                  <a:lnTo>
                    <a:pt x="0" y="164615"/>
                  </a:lnTo>
                  <a:lnTo>
                    <a:pt x="3" y="169922"/>
                  </a:lnTo>
                  <a:lnTo>
                    <a:pt x="174" y="175226"/>
                  </a:lnTo>
                  <a:lnTo>
                    <a:pt x="514" y="180521"/>
                  </a:lnTo>
                  <a:lnTo>
                    <a:pt x="1022" y="185803"/>
                  </a:lnTo>
                  <a:lnTo>
                    <a:pt x="1697" y="191067"/>
                  </a:lnTo>
                  <a:lnTo>
                    <a:pt x="2539" y="196306"/>
                  </a:lnTo>
                  <a:lnTo>
                    <a:pt x="3547" y="201516"/>
                  </a:lnTo>
                  <a:lnTo>
                    <a:pt x="4720" y="206692"/>
                  </a:lnTo>
                  <a:lnTo>
                    <a:pt x="6056" y="211827"/>
                  </a:lnTo>
                  <a:lnTo>
                    <a:pt x="7555" y="216918"/>
                  </a:lnTo>
                  <a:lnTo>
                    <a:pt x="9214" y="221958"/>
                  </a:lnTo>
                  <a:lnTo>
                    <a:pt x="11033" y="226944"/>
                  </a:lnTo>
                  <a:lnTo>
                    <a:pt x="13009" y="231869"/>
                  </a:lnTo>
                  <a:lnTo>
                    <a:pt x="15140" y="236728"/>
                  </a:lnTo>
                  <a:lnTo>
                    <a:pt x="17425" y="241518"/>
                  </a:lnTo>
                  <a:lnTo>
                    <a:pt x="19860" y="246233"/>
                  </a:lnTo>
                  <a:lnTo>
                    <a:pt x="22444" y="250868"/>
                  </a:lnTo>
                  <a:lnTo>
                    <a:pt x="25174" y="255419"/>
                  </a:lnTo>
                  <a:lnTo>
                    <a:pt x="28046" y="259880"/>
                  </a:lnTo>
                  <a:lnTo>
                    <a:pt x="31059" y="264249"/>
                  </a:lnTo>
                  <a:lnTo>
                    <a:pt x="34209" y="268519"/>
                  </a:lnTo>
                  <a:lnTo>
                    <a:pt x="37493" y="272688"/>
                  </a:lnTo>
                  <a:lnTo>
                    <a:pt x="40907" y="276750"/>
                  </a:lnTo>
                  <a:lnTo>
                    <a:pt x="44449" y="280702"/>
                  </a:lnTo>
                  <a:lnTo>
                    <a:pt x="48115" y="284539"/>
                  </a:lnTo>
                  <a:lnTo>
                    <a:pt x="51900" y="288258"/>
                  </a:lnTo>
                  <a:lnTo>
                    <a:pt x="55802" y="291855"/>
                  </a:lnTo>
                  <a:lnTo>
                    <a:pt x="59815" y="295326"/>
                  </a:lnTo>
                  <a:lnTo>
                    <a:pt x="63937" y="298668"/>
                  </a:lnTo>
                  <a:lnTo>
                    <a:pt x="68163" y="301878"/>
                  </a:lnTo>
                  <a:lnTo>
                    <a:pt x="72489" y="304952"/>
                  </a:lnTo>
                  <a:lnTo>
                    <a:pt x="76910" y="307887"/>
                  </a:lnTo>
                  <a:lnTo>
                    <a:pt x="81422" y="310680"/>
                  </a:lnTo>
                  <a:lnTo>
                    <a:pt x="86020" y="313329"/>
                  </a:lnTo>
                  <a:lnTo>
                    <a:pt x="90700" y="315830"/>
                  </a:lnTo>
                  <a:lnTo>
                    <a:pt x="95457" y="318182"/>
                  </a:lnTo>
                  <a:lnTo>
                    <a:pt x="100287" y="320381"/>
                  </a:lnTo>
                  <a:lnTo>
                    <a:pt x="105183" y="322426"/>
                  </a:lnTo>
                  <a:lnTo>
                    <a:pt x="110142" y="324315"/>
                  </a:lnTo>
                  <a:lnTo>
                    <a:pt x="115159" y="326045"/>
                  </a:lnTo>
                  <a:lnTo>
                    <a:pt x="120228" y="327615"/>
                  </a:lnTo>
                  <a:lnTo>
                    <a:pt x="125344" y="329023"/>
                  </a:lnTo>
                  <a:lnTo>
                    <a:pt x="130503" y="330269"/>
                  </a:lnTo>
                  <a:lnTo>
                    <a:pt x="135698" y="331349"/>
                  </a:lnTo>
                  <a:lnTo>
                    <a:pt x="140925" y="332265"/>
                  </a:lnTo>
                  <a:lnTo>
                    <a:pt x="146179" y="333014"/>
                  </a:lnTo>
                  <a:lnTo>
                    <a:pt x="151453" y="333596"/>
                  </a:lnTo>
                  <a:lnTo>
                    <a:pt x="156744" y="334010"/>
                  </a:lnTo>
                  <a:lnTo>
                    <a:pt x="162044" y="334256"/>
                  </a:lnTo>
                  <a:lnTo>
                    <a:pt x="167350" y="334334"/>
                  </a:lnTo>
                  <a:lnTo>
                    <a:pt x="172656" y="334244"/>
                  </a:lnTo>
                  <a:lnTo>
                    <a:pt x="177957" y="333985"/>
                  </a:lnTo>
                  <a:lnTo>
                    <a:pt x="183246" y="333557"/>
                  </a:lnTo>
                  <a:lnTo>
                    <a:pt x="188519" y="332963"/>
                  </a:lnTo>
                  <a:lnTo>
                    <a:pt x="193771" y="332201"/>
                  </a:lnTo>
                  <a:lnTo>
                    <a:pt x="198996" y="331273"/>
                  </a:lnTo>
                  <a:lnTo>
                    <a:pt x="204188" y="330179"/>
                  </a:lnTo>
                  <a:lnTo>
                    <a:pt x="209344" y="328921"/>
                  </a:lnTo>
                  <a:lnTo>
                    <a:pt x="214456" y="327500"/>
                  </a:lnTo>
                  <a:lnTo>
                    <a:pt x="219522" y="325918"/>
                  </a:lnTo>
                  <a:lnTo>
                    <a:pt x="224534" y="324176"/>
                  </a:lnTo>
                  <a:lnTo>
                    <a:pt x="229489" y="322275"/>
                  </a:lnTo>
                  <a:lnTo>
                    <a:pt x="234380" y="320218"/>
                  </a:lnTo>
                  <a:lnTo>
                    <a:pt x="239204" y="318007"/>
                  </a:lnTo>
                  <a:lnTo>
                    <a:pt x="243956" y="315644"/>
                  </a:lnTo>
                  <a:lnTo>
                    <a:pt x="248630" y="313131"/>
                  </a:lnTo>
                  <a:lnTo>
                    <a:pt x="253222" y="310471"/>
                  </a:lnTo>
                  <a:lnTo>
                    <a:pt x="257727" y="307667"/>
                  </a:lnTo>
                  <a:lnTo>
                    <a:pt x="262141" y="304721"/>
                  </a:lnTo>
                  <a:lnTo>
                    <a:pt x="266459" y="301637"/>
                  </a:lnTo>
                  <a:lnTo>
                    <a:pt x="270677" y="298417"/>
                  </a:lnTo>
                  <a:lnTo>
                    <a:pt x="274791" y="295065"/>
                  </a:lnTo>
                  <a:lnTo>
                    <a:pt x="278796" y="291584"/>
                  </a:lnTo>
                  <a:lnTo>
                    <a:pt x="282689" y="287978"/>
                  </a:lnTo>
                  <a:lnTo>
                    <a:pt x="286465" y="284249"/>
                  </a:lnTo>
                  <a:lnTo>
                    <a:pt x="290121" y="280403"/>
                  </a:lnTo>
                  <a:lnTo>
                    <a:pt x="293653" y="276443"/>
                  </a:lnTo>
                  <a:lnTo>
                    <a:pt x="297058" y="272373"/>
                  </a:lnTo>
                  <a:lnTo>
                    <a:pt x="300332" y="268196"/>
                  </a:lnTo>
                  <a:lnTo>
                    <a:pt x="303471" y="263918"/>
                  </a:lnTo>
                  <a:lnTo>
                    <a:pt x="306474" y="259542"/>
                  </a:lnTo>
                  <a:lnTo>
                    <a:pt x="309335" y="25507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42187" cy="87906"/>
            </a:xfrm>
            <a:custGeom>
              <a:avLst/>
              <a:pathLst>
                <a:path w="142187" h="87906">
                  <a:moveTo>
                    <a:pt x="142187" y="879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42405" cy="87906"/>
            </a:xfrm>
            <a:custGeom>
              <a:avLst/>
              <a:pathLst>
                <a:path w="142405" h="87906">
                  <a:moveTo>
                    <a:pt x="142187" y="87906"/>
                  </a:moveTo>
                  <a:lnTo>
                    <a:pt x="142405" y="87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65" cy="254721"/>
            </a:xfrm>
            <a:custGeom>
              <a:avLst/>
              <a:pathLst>
                <a:path w="167165" h="254721">
                  <a:moveTo>
                    <a:pt x="142405" y="254721"/>
                  </a:moveTo>
                  <a:lnTo>
                    <a:pt x="145146" y="250098"/>
                  </a:lnTo>
                  <a:lnTo>
                    <a:pt x="147737" y="245389"/>
                  </a:lnTo>
                  <a:lnTo>
                    <a:pt x="150175" y="240600"/>
                  </a:lnTo>
                  <a:lnTo>
                    <a:pt x="152458" y="235734"/>
                  </a:lnTo>
                  <a:lnTo>
                    <a:pt x="154583" y="230797"/>
                  </a:lnTo>
                  <a:lnTo>
                    <a:pt x="156549" y="225795"/>
                  </a:lnTo>
                  <a:lnTo>
                    <a:pt x="158353" y="220732"/>
                  </a:lnTo>
                  <a:lnTo>
                    <a:pt x="159993" y="215614"/>
                  </a:lnTo>
                  <a:lnTo>
                    <a:pt x="161467" y="210446"/>
                  </a:lnTo>
                  <a:lnTo>
                    <a:pt x="162775" y="205233"/>
                  </a:lnTo>
                  <a:lnTo>
                    <a:pt x="163915" y="199981"/>
                  </a:lnTo>
                  <a:lnTo>
                    <a:pt x="164885" y="194694"/>
                  </a:lnTo>
                  <a:lnTo>
                    <a:pt x="165685" y="189380"/>
                  </a:lnTo>
                  <a:lnTo>
                    <a:pt x="166313" y="184042"/>
                  </a:lnTo>
                  <a:lnTo>
                    <a:pt x="166770" y="178687"/>
                  </a:lnTo>
                  <a:lnTo>
                    <a:pt x="167054" y="173320"/>
                  </a:lnTo>
                  <a:lnTo>
                    <a:pt x="167165" y="167946"/>
                  </a:lnTo>
                  <a:lnTo>
                    <a:pt x="167104" y="162572"/>
                  </a:lnTo>
                  <a:lnTo>
                    <a:pt x="166870" y="157203"/>
                  </a:lnTo>
                  <a:lnTo>
                    <a:pt x="166463" y="151843"/>
                  </a:lnTo>
                  <a:lnTo>
                    <a:pt x="165884" y="146500"/>
                  </a:lnTo>
                  <a:lnTo>
                    <a:pt x="165134" y="141178"/>
                  </a:lnTo>
                  <a:lnTo>
                    <a:pt x="164214" y="135883"/>
                  </a:lnTo>
                  <a:lnTo>
                    <a:pt x="163123" y="130620"/>
                  </a:lnTo>
                  <a:lnTo>
                    <a:pt x="161864" y="125395"/>
                  </a:lnTo>
                  <a:lnTo>
                    <a:pt x="160437" y="120213"/>
                  </a:lnTo>
                  <a:lnTo>
                    <a:pt x="158845" y="115080"/>
                  </a:lnTo>
                  <a:lnTo>
                    <a:pt x="157089" y="110001"/>
                  </a:lnTo>
                  <a:lnTo>
                    <a:pt x="155170" y="104980"/>
                  </a:lnTo>
                  <a:lnTo>
                    <a:pt x="153090" y="100024"/>
                  </a:lnTo>
                  <a:lnTo>
                    <a:pt x="150853" y="95138"/>
                  </a:lnTo>
                  <a:lnTo>
                    <a:pt x="148459" y="90325"/>
                  </a:lnTo>
                  <a:lnTo>
                    <a:pt x="145912" y="85593"/>
                  </a:lnTo>
                  <a:lnTo>
                    <a:pt x="143215" y="80944"/>
                  </a:lnTo>
                  <a:lnTo>
                    <a:pt x="140369" y="76385"/>
                  </a:lnTo>
                  <a:lnTo>
                    <a:pt x="137378" y="71919"/>
                  </a:lnTo>
                  <a:lnTo>
                    <a:pt x="134245" y="67552"/>
                  </a:lnTo>
                  <a:lnTo>
                    <a:pt x="130973" y="63288"/>
                  </a:lnTo>
                  <a:lnTo>
                    <a:pt x="127566" y="59132"/>
                  </a:lnTo>
                  <a:lnTo>
                    <a:pt x="124027" y="55087"/>
                  </a:lnTo>
                  <a:lnTo>
                    <a:pt x="120360" y="51157"/>
                  </a:lnTo>
                  <a:lnTo>
                    <a:pt x="116569" y="47348"/>
                  </a:lnTo>
                  <a:lnTo>
                    <a:pt x="112657" y="43663"/>
                  </a:lnTo>
                  <a:lnTo>
                    <a:pt x="108628" y="40105"/>
                  </a:lnTo>
                  <a:lnTo>
                    <a:pt x="104488" y="36679"/>
                  </a:lnTo>
                  <a:lnTo>
                    <a:pt x="100239" y="33387"/>
                  </a:lnTo>
                  <a:lnTo>
                    <a:pt x="95886" y="30234"/>
                  </a:lnTo>
                  <a:lnTo>
                    <a:pt x="91435" y="27222"/>
                  </a:lnTo>
                  <a:lnTo>
                    <a:pt x="86889" y="24355"/>
                  </a:lnTo>
                  <a:lnTo>
                    <a:pt x="82253" y="21636"/>
                  </a:lnTo>
                  <a:lnTo>
                    <a:pt x="77532" y="19067"/>
                  </a:lnTo>
                  <a:lnTo>
                    <a:pt x="72731" y="16651"/>
                  </a:lnTo>
                  <a:lnTo>
                    <a:pt x="67855" y="14391"/>
                  </a:lnTo>
                  <a:lnTo>
                    <a:pt x="62909" y="12288"/>
                  </a:lnTo>
                  <a:lnTo>
                    <a:pt x="57897" y="10346"/>
                  </a:lnTo>
                  <a:lnTo>
                    <a:pt x="52826" y="8566"/>
                  </a:lnTo>
                  <a:lnTo>
                    <a:pt x="47700" y="6950"/>
                  </a:lnTo>
                  <a:lnTo>
                    <a:pt x="42525" y="5499"/>
                  </a:lnTo>
                  <a:lnTo>
                    <a:pt x="37306" y="4216"/>
                  </a:lnTo>
                  <a:lnTo>
                    <a:pt x="32049" y="3100"/>
                  </a:lnTo>
                  <a:lnTo>
                    <a:pt x="26758" y="2155"/>
                  </a:lnTo>
                  <a:lnTo>
                    <a:pt x="21439" y="1380"/>
                  </a:lnTo>
                  <a:lnTo>
                    <a:pt x="16099" y="777"/>
                  </a:lnTo>
                  <a:lnTo>
                    <a:pt x="10742" y="345"/>
                  </a:lnTo>
                  <a:lnTo>
                    <a:pt x="537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465983" y="1120312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79" y="2093"/>
                  </a:lnTo>
                  <a:lnTo>
                    <a:pt x="135563" y="3011"/>
                  </a:lnTo>
                  <a:lnTo>
                    <a:pt x="130378" y="4094"/>
                  </a:lnTo>
                  <a:lnTo>
                    <a:pt x="125231" y="5341"/>
                  </a:lnTo>
                  <a:lnTo>
                    <a:pt x="120125" y="6750"/>
                  </a:lnTo>
                  <a:lnTo>
                    <a:pt x="115067" y="8321"/>
                  </a:lnTo>
                  <a:lnTo>
                    <a:pt x="110061" y="10050"/>
                  </a:lnTo>
                  <a:lnTo>
                    <a:pt x="105112" y="11938"/>
                  </a:lnTo>
                  <a:lnTo>
                    <a:pt x="100226" y="13981"/>
                  </a:lnTo>
                  <a:lnTo>
                    <a:pt x="95407" y="16178"/>
                  </a:lnTo>
                  <a:lnTo>
                    <a:pt x="90659" y="18527"/>
                  </a:lnTo>
                  <a:lnTo>
                    <a:pt x="85989" y="21025"/>
                  </a:lnTo>
                  <a:lnTo>
                    <a:pt x="81400" y="23669"/>
                  </a:lnTo>
                  <a:lnTo>
                    <a:pt x="76897" y="26458"/>
                  </a:lnTo>
                  <a:lnTo>
                    <a:pt x="72485" y="29388"/>
                  </a:lnTo>
                  <a:lnTo>
                    <a:pt x="68167" y="32456"/>
                  </a:lnTo>
                  <a:lnTo>
                    <a:pt x="63950" y="35659"/>
                  </a:lnTo>
                  <a:lnTo>
                    <a:pt x="59835" y="38995"/>
                  </a:lnTo>
                  <a:lnTo>
                    <a:pt x="55829" y="42459"/>
                  </a:lnTo>
                  <a:lnTo>
                    <a:pt x="51934" y="46048"/>
                  </a:lnTo>
                  <a:lnTo>
                    <a:pt x="48155" y="49759"/>
                  </a:lnTo>
                  <a:lnTo>
                    <a:pt x="44495" y="53588"/>
                  </a:lnTo>
                  <a:lnTo>
                    <a:pt x="40958" y="57530"/>
                  </a:lnTo>
                  <a:lnTo>
                    <a:pt x="37549" y="61583"/>
                  </a:lnTo>
                  <a:lnTo>
                    <a:pt x="34269" y="65742"/>
                  </a:lnTo>
                  <a:lnTo>
                    <a:pt x="31122" y="70002"/>
                  </a:lnTo>
                  <a:lnTo>
                    <a:pt x="28112" y="74361"/>
                  </a:lnTo>
                  <a:lnTo>
                    <a:pt x="25242" y="78812"/>
                  </a:lnTo>
                  <a:lnTo>
                    <a:pt x="22514" y="83352"/>
                  </a:lnTo>
                  <a:lnTo>
                    <a:pt x="19932" y="87976"/>
                  </a:lnTo>
                  <a:lnTo>
                    <a:pt x="17497" y="92680"/>
                  </a:lnTo>
                  <a:lnTo>
                    <a:pt x="15212" y="97458"/>
                  </a:lnTo>
                  <a:lnTo>
                    <a:pt x="13080" y="102306"/>
                  </a:lnTo>
                  <a:lnTo>
                    <a:pt x="11103" y="107220"/>
                  </a:lnTo>
                  <a:lnTo>
                    <a:pt x="9282" y="112193"/>
                  </a:lnTo>
                  <a:lnTo>
                    <a:pt x="7620" y="117222"/>
                  </a:lnTo>
                  <a:lnTo>
                    <a:pt x="6118" y="122301"/>
                  </a:lnTo>
                  <a:lnTo>
                    <a:pt x="4777" y="127425"/>
                  </a:lnTo>
                  <a:lnTo>
                    <a:pt x="3600" y="132589"/>
                  </a:lnTo>
                  <a:lnTo>
                    <a:pt x="2586" y="137788"/>
                  </a:lnTo>
                  <a:lnTo>
                    <a:pt x="1738" y="143016"/>
                  </a:lnTo>
                  <a:lnTo>
                    <a:pt x="1056" y="148268"/>
                  </a:lnTo>
                  <a:lnTo>
                    <a:pt x="541" y="153539"/>
                  </a:lnTo>
                  <a:lnTo>
                    <a:pt x="193" y="158824"/>
                  </a:lnTo>
                  <a:lnTo>
                    <a:pt x="12" y="164118"/>
                  </a:lnTo>
                  <a:lnTo>
                    <a:pt x="0" y="169414"/>
                  </a:lnTo>
                  <a:lnTo>
                    <a:pt x="155" y="174708"/>
                  </a:lnTo>
                  <a:lnTo>
                    <a:pt x="477" y="179995"/>
                  </a:lnTo>
                  <a:lnTo>
                    <a:pt x="967" y="185269"/>
                  </a:lnTo>
                  <a:lnTo>
                    <a:pt x="1624" y="190524"/>
                  </a:lnTo>
                  <a:lnTo>
                    <a:pt x="2447" y="195756"/>
                  </a:lnTo>
                  <a:lnTo>
                    <a:pt x="3436" y="200960"/>
                  </a:lnTo>
                  <a:lnTo>
                    <a:pt x="4588" y="206129"/>
                  </a:lnTo>
                  <a:lnTo>
                    <a:pt x="5904" y="211260"/>
                  </a:lnTo>
                  <a:lnTo>
                    <a:pt x="7382" y="216346"/>
                  </a:lnTo>
                  <a:lnTo>
                    <a:pt x="9020" y="221383"/>
                  </a:lnTo>
                  <a:lnTo>
                    <a:pt x="10817" y="226365"/>
                  </a:lnTo>
                  <a:lnTo>
                    <a:pt x="12771" y="231288"/>
                  </a:lnTo>
                  <a:lnTo>
                    <a:pt x="14880" y="236146"/>
                  </a:lnTo>
                  <a:lnTo>
                    <a:pt x="17141" y="240936"/>
                  </a:lnTo>
                  <a:lnTo>
                    <a:pt x="19554" y="245651"/>
                  </a:lnTo>
                  <a:lnTo>
                    <a:pt x="22114" y="250287"/>
                  </a:lnTo>
                  <a:lnTo>
                    <a:pt x="24820" y="254840"/>
                  </a:lnTo>
                  <a:lnTo>
                    <a:pt x="27669" y="259305"/>
                  </a:lnTo>
                  <a:lnTo>
                    <a:pt x="30658" y="263678"/>
                  </a:lnTo>
                  <a:lnTo>
                    <a:pt x="33784" y="267953"/>
                  </a:lnTo>
                  <a:lnTo>
                    <a:pt x="37044" y="272128"/>
                  </a:lnTo>
                  <a:lnTo>
                    <a:pt x="40434" y="276197"/>
                  </a:lnTo>
                  <a:lnTo>
                    <a:pt x="43952" y="280157"/>
                  </a:lnTo>
                  <a:lnTo>
                    <a:pt x="47593" y="284003"/>
                  </a:lnTo>
                  <a:lnTo>
                    <a:pt x="51354" y="287732"/>
                  </a:lnTo>
                  <a:lnTo>
                    <a:pt x="55232" y="291340"/>
                  </a:lnTo>
                  <a:lnTo>
                    <a:pt x="59222" y="294823"/>
                  </a:lnTo>
                  <a:lnTo>
                    <a:pt x="63320" y="298178"/>
                  </a:lnTo>
                  <a:lnTo>
                    <a:pt x="67522" y="301402"/>
                  </a:lnTo>
                  <a:lnTo>
                    <a:pt x="71825" y="304490"/>
                  </a:lnTo>
                  <a:lnTo>
                    <a:pt x="76223" y="307441"/>
                  </a:lnTo>
                  <a:lnTo>
                    <a:pt x="80713" y="310252"/>
                  </a:lnTo>
                  <a:lnTo>
                    <a:pt x="85289" y="312918"/>
                  </a:lnTo>
                  <a:lnTo>
                    <a:pt x="89947" y="315438"/>
                  </a:lnTo>
                  <a:lnTo>
                    <a:pt x="94683" y="317810"/>
                  </a:lnTo>
                  <a:lnTo>
                    <a:pt x="99492" y="320030"/>
                  </a:lnTo>
                  <a:lnTo>
                    <a:pt x="104368" y="322097"/>
                  </a:lnTo>
                  <a:lnTo>
                    <a:pt x="109308" y="324008"/>
                  </a:lnTo>
                  <a:lnTo>
                    <a:pt x="114306" y="325761"/>
                  </a:lnTo>
                  <a:lnTo>
                    <a:pt x="119356" y="327356"/>
                  </a:lnTo>
                  <a:lnTo>
                    <a:pt x="124455" y="328790"/>
                  </a:lnTo>
                  <a:lnTo>
                    <a:pt x="129597" y="330061"/>
                  </a:lnTo>
                  <a:lnTo>
                    <a:pt x="134776" y="331169"/>
                  </a:lnTo>
                  <a:lnTo>
                    <a:pt x="139988" y="332113"/>
                  </a:lnTo>
                  <a:lnTo>
                    <a:pt x="145227" y="332890"/>
                  </a:lnTo>
                  <a:lnTo>
                    <a:pt x="150488" y="333502"/>
                  </a:lnTo>
                  <a:lnTo>
                    <a:pt x="155765" y="333946"/>
                  </a:lnTo>
                  <a:lnTo>
                    <a:pt x="161055" y="334223"/>
                  </a:lnTo>
                  <a:lnTo>
                    <a:pt x="166350" y="334332"/>
                  </a:lnTo>
                  <a:lnTo>
                    <a:pt x="171646" y="334274"/>
                  </a:lnTo>
                  <a:lnTo>
                    <a:pt x="176938" y="334048"/>
                  </a:lnTo>
                  <a:lnTo>
                    <a:pt x="182220" y="333654"/>
                  </a:lnTo>
                  <a:lnTo>
                    <a:pt x="187486" y="333093"/>
                  </a:lnTo>
                  <a:lnTo>
                    <a:pt x="192732" y="332366"/>
                  </a:lnTo>
                  <a:lnTo>
                    <a:pt x="197953" y="331472"/>
                  </a:lnTo>
                  <a:lnTo>
                    <a:pt x="203143" y="330414"/>
                  </a:lnTo>
                  <a:lnTo>
                    <a:pt x="208296" y="329192"/>
                  </a:lnTo>
                  <a:lnTo>
                    <a:pt x="213408" y="327807"/>
                  </a:lnTo>
                  <a:lnTo>
                    <a:pt x="218474" y="326261"/>
                  </a:lnTo>
                  <a:lnTo>
                    <a:pt x="223488" y="324555"/>
                  </a:lnTo>
                  <a:lnTo>
                    <a:pt x="228446" y="322692"/>
                  </a:lnTo>
                  <a:lnTo>
                    <a:pt x="233342" y="320672"/>
                  </a:lnTo>
                  <a:lnTo>
                    <a:pt x="238172" y="318498"/>
                  </a:lnTo>
                  <a:lnTo>
                    <a:pt x="242931" y="316172"/>
                  </a:lnTo>
                  <a:lnTo>
                    <a:pt x="247613" y="313697"/>
                  </a:lnTo>
                  <a:lnTo>
                    <a:pt x="252215" y="311074"/>
                  </a:lnTo>
                  <a:lnTo>
                    <a:pt x="256731" y="308307"/>
                  </a:lnTo>
                  <a:lnTo>
                    <a:pt x="261157" y="305399"/>
                  </a:lnTo>
                  <a:lnTo>
                    <a:pt x="265489" y="302351"/>
                  </a:lnTo>
                  <a:lnTo>
                    <a:pt x="269722" y="299168"/>
                  </a:lnTo>
                  <a:lnTo>
                    <a:pt x="273852" y="295852"/>
                  </a:lnTo>
                  <a:lnTo>
                    <a:pt x="277876" y="292408"/>
                  </a:lnTo>
                  <a:lnTo>
                    <a:pt x="281788" y="288837"/>
                  </a:lnTo>
                  <a:lnTo>
                    <a:pt x="285584" y="285144"/>
                  </a:lnTo>
                  <a:lnTo>
                    <a:pt x="289262" y="281333"/>
                  </a:lnTo>
                  <a:lnTo>
                    <a:pt x="292818" y="277408"/>
                  </a:lnTo>
                  <a:lnTo>
                    <a:pt x="296247" y="273371"/>
                  </a:lnTo>
                  <a:lnTo>
                    <a:pt x="299547" y="269228"/>
                  </a:lnTo>
                  <a:lnTo>
                    <a:pt x="302714" y="264983"/>
                  </a:lnTo>
                  <a:lnTo>
                    <a:pt x="305744" y="260639"/>
                  </a:lnTo>
                  <a:lnTo>
                    <a:pt x="308636" y="256202"/>
                  </a:lnTo>
                  <a:lnTo>
                    <a:pt x="311386" y="251675"/>
                  </a:lnTo>
                  <a:lnTo>
                    <a:pt x="313990" y="247063"/>
                  </a:lnTo>
                  <a:lnTo>
                    <a:pt x="316448" y="242371"/>
                  </a:lnTo>
                  <a:lnTo>
                    <a:pt x="318755" y="237604"/>
                  </a:lnTo>
                  <a:lnTo>
                    <a:pt x="320911" y="232766"/>
                  </a:lnTo>
                  <a:lnTo>
                    <a:pt x="322911" y="227862"/>
                  </a:lnTo>
                  <a:lnTo>
                    <a:pt x="324756" y="222897"/>
                  </a:lnTo>
                  <a:lnTo>
                    <a:pt x="326443" y="217876"/>
                  </a:lnTo>
                  <a:lnTo>
                    <a:pt x="327969" y="212805"/>
                  </a:lnTo>
                  <a:lnTo>
                    <a:pt x="329334" y="207687"/>
                  </a:lnTo>
                  <a:lnTo>
                    <a:pt x="330536" y="202529"/>
                  </a:lnTo>
                  <a:lnTo>
                    <a:pt x="331575" y="197335"/>
                  </a:lnTo>
                  <a:lnTo>
                    <a:pt x="332448" y="192111"/>
                  </a:lnTo>
                  <a:lnTo>
                    <a:pt x="333155" y="186862"/>
                  </a:lnTo>
                  <a:lnTo>
                    <a:pt x="333696" y="181593"/>
                  </a:lnTo>
                  <a:lnTo>
                    <a:pt x="334069" y="176310"/>
                  </a:lnTo>
                  <a:lnTo>
                    <a:pt x="334275" y="171018"/>
                  </a:lnTo>
                  <a:lnTo>
                    <a:pt x="334313" y="165721"/>
                  </a:lnTo>
                  <a:lnTo>
                    <a:pt x="334183" y="160427"/>
                  </a:lnTo>
                  <a:lnTo>
                    <a:pt x="333886" y="155138"/>
                  </a:lnTo>
                  <a:lnTo>
                    <a:pt x="333421" y="149862"/>
                  </a:lnTo>
                  <a:lnTo>
                    <a:pt x="332790" y="144604"/>
                  </a:lnTo>
                  <a:lnTo>
                    <a:pt x="331992" y="139368"/>
                  </a:lnTo>
                  <a:lnTo>
                    <a:pt x="331028" y="134160"/>
                  </a:lnTo>
                  <a:lnTo>
                    <a:pt x="329900" y="128985"/>
                  </a:lnTo>
                  <a:lnTo>
                    <a:pt x="328609" y="123848"/>
                  </a:lnTo>
                  <a:lnTo>
                    <a:pt x="327156" y="118755"/>
                  </a:lnTo>
                  <a:lnTo>
                    <a:pt x="325542" y="113710"/>
                  </a:lnTo>
                  <a:lnTo>
                    <a:pt x="323769" y="108720"/>
                  </a:lnTo>
                  <a:lnTo>
                    <a:pt x="321839" y="103787"/>
                  </a:lnTo>
                  <a:lnTo>
                    <a:pt x="319753" y="98919"/>
                  </a:lnTo>
                  <a:lnTo>
                    <a:pt x="317514" y="94119"/>
                  </a:lnTo>
                  <a:lnTo>
                    <a:pt x="315125" y="89392"/>
                  </a:lnTo>
                  <a:lnTo>
                    <a:pt x="312587" y="84743"/>
                  </a:lnTo>
                  <a:lnTo>
                    <a:pt x="309903" y="80177"/>
                  </a:lnTo>
                  <a:lnTo>
                    <a:pt x="307075" y="75699"/>
                  </a:lnTo>
                  <a:lnTo>
                    <a:pt x="304107" y="71312"/>
                  </a:lnTo>
                  <a:lnTo>
                    <a:pt x="301002" y="67021"/>
                  </a:lnTo>
                  <a:lnTo>
                    <a:pt x="297762" y="62831"/>
                  </a:lnTo>
                  <a:lnTo>
                    <a:pt x="294391" y="58746"/>
                  </a:lnTo>
                  <a:lnTo>
                    <a:pt x="290893" y="54770"/>
                  </a:lnTo>
                  <a:lnTo>
                    <a:pt x="287270" y="50906"/>
                  </a:lnTo>
                  <a:lnTo>
                    <a:pt x="283526" y="47159"/>
                  </a:lnTo>
                  <a:lnTo>
                    <a:pt x="279666" y="43533"/>
                  </a:lnTo>
                  <a:lnTo>
                    <a:pt x="275693" y="40030"/>
                  </a:lnTo>
                  <a:lnTo>
                    <a:pt x="271611" y="36655"/>
                  </a:lnTo>
                  <a:lnTo>
                    <a:pt x="267424" y="33412"/>
                  </a:lnTo>
                  <a:lnTo>
                    <a:pt x="263136" y="3030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50615"/>
              <a:ext cx="95984" cy="136864"/>
            </a:xfrm>
            <a:custGeom>
              <a:avLst/>
              <a:pathLst>
                <a:path w="95984" h="136864">
                  <a:moveTo>
                    <a:pt x="95984" y="0"/>
                  </a:moveTo>
                  <a:lnTo>
                    <a:pt x="0" y="1368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49204"/>
              <a:ext cx="95984" cy="138275"/>
            </a:xfrm>
            <a:custGeom>
              <a:avLst/>
              <a:pathLst>
                <a:path w="95984" h="138275">
                  <a:moveTo>
                    <a:pt x="95984" y="1410"/>
                  </a:move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68525" y="971635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3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4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3" y="23691"/>
                  </a:lnTo>
                  <a:lnTo>
                    <a:pt x="76859" y="26482"/>
                  </a:lnTo>
                  <a:lnTo>
                    <a:pt x="72445" y="29414"/>
                  </a:lnTo>
                  <a:lnTo>
                    <a:pt x="68127" y="32485"/>
                  </a:lnTo>
                  <a:lnTo>
                    <a:pt x="63908" y="35691"/>
                  </a:lnTo>
                  <a:lnTo>
                    <a:pt x="59793" y="39029"/>
                  </a:lnTo>
                  <a:lnTo>
                    <a:pt x="55785" y="42496"/>
                  </a:lnTo>
                  <a:lnTo>
                    <a:pt x="51890" y="46088"/>
                  </a:lnTo>
                  <a:lnTo>
                    <a:pt x="48110" y="49802"/>
                  </a:lnTo>
                  <a:lnTo>
                    <a:pt x="44450" y="53634"/>
                  </a:lnTo>
                  <a:lnTo>
                    <a:pt x="40914" y="57580"/>
                  </a:lnTo>
                  <a:lnTo>
                    <a:pt x="37504" y="61636"/>
                  </a:lnTo>
                  <a:lnTo>
                    <a:pt x="34224" y="65798"/>
                  </a:lnTo>
                  <a:lnTo>
                    <a:pt x="31078" y="70062"/>
                  </a:lnTo>
                  <a:lnTo>
                    <a:pt x="28069" y="74423"/>
                  </a:lnTo>
                  <a:lnTo>
                    <a:pt x="25200" y="78878"/>
                  </a:lnTo>
                  <a:lnTo>
                    <a:pt x="22473" y="83421"/>
                  </a:lnTo>
                  <a:lnTo>
                    <a:pt x="19891" y="88049"/>
                  </a:lnTo>
                  <a:lnTo>
                    <a:pt x="17457" y="92756"/>
                  </a:lnTo>
                  <a:lnTo>
                    <a:pt x="15174" y="97537"/>
                  </a:lnTo>
                  <a:lnTo>
                    <a:pt x="13044" y="102389"/>
                  </a:lnTo>
                  <a:lnTo>
                    <a:pt x="11068" y="107306"/>
                  </a:lnTo>
                  <a:lnTo>
                    <a:pt x="9249" y="112283"/>
                  </a:lnTo>
                  <a:lnTo>
                    <a:pt x="7589" y="117315"/>
                  </a:lnTo>
                  <a:lnTo>
                    <a:pt x="6089" y="122397"/>
                  </a:lnTo>
                  <a:lnTo>
                    <a:pt x="4751" y="127524"/>
                  </a:lnTo>
                  <a:lnTo>
                    <a:pt x="3576" y="132691"/>
                  </a:lnTo>
                  <a:lnTo>
                    <a:pt x="2566" y="137893"/>
                  </a:lnTo>
                  <a:lnTo>
                    <a:pt x="1721" y="143124"/>
                  </a:lnTo>
                  <a:lnTo>
                    <a:pt x="1042" y="148379"/>
                  </a:lnTo>
                  <a:lnTo>
                    <a:pt x="530" y="153653"/>
                  </a:lnTo>
                  <a:lnTo>
                    <a:pt x="185" y="158941"/>
                  </a:lnTo>
                  <a:lnTo>
                    <a:pt x="8" y="164237"/>
                  </a:lnTo>
                  <a:lnTo>
                    <a:pt x="0" y="169536"/>
                  </a:lnTo>
                  <a:lnTo>
                    <a:pt x="159" y="174832"/>
                  </a:lnTo>
                  <a:lnTo>
                    <a:pt x="485" y="180121"/>
                  </a:lnTo>
                  <a:lnTo>
                    <a:pt x="980" y="185397"/>
                  </a:lnTo>
                  <a:lnTo>
                    <a:pt x="1641" y="190654"/>
                  </a:lnTo>
                  <a:lnTo>
                    <a:pt x="2468" y="195888"/>
                  </a:lnTo>
                  <a:lnTo>
                    <a:pt x="3461" y="201093"/>
                  </a:lnTo>
                  <a:lnTo>
                    <a:pt x="4619" y="206264"/>
                  </a:lnTo>
                  <a:lnTo>
                    <a:pt x="5940" y="211395"/>
                  </a:lnTo>
                  <a:lnTo>
                    <a:pt x="7423" y="216483"/>
                  </a:lnTo>
                  <a:lnTo>
                    <a:pt x="9066" y="221520"/>
                  </a:lnTo>
                  <a:lnTo>
                    <a:pt x="10868" y="226503"/>
                  </a:lnTo>
                  <a:lnTo>
                    <a:pt x="12827" y="231427"/>
                  </a:lnTo>
                  <a:lnTo>
                    <a:pt x="14941" y="236285"/>
                  </a:lnTo>
                  <a:lnTo>
                    <a:pt x="17208" y="241075"/>
                  </a:lnTo>
                  <a:lnTo>
                    <a:pt x="19626" y="245790"/>
                  </a:lnTo>
                  <a:lnTo>
                    <a:pt x="22192" y="250426"/>
                  </a:lnTo>
                  <a:lnTo>
                    <a:pt x="24904" y="254979"/>
                  </a:lnTo>
                  <a:lnTo>
                    <a:pt x="27758" y="259443"/>
                  </a:lnTo>
                  <a:lnTo>
                    <a:pt x="30753" y="263814"/>
                  </a:lnTo>
                  <a:lnTo>
                    <a:pt x="33885" y="268089"/>
                  </a:lnTo>
                  <a:lnTo>
                    <a:pt x="37150" y="272262"/>
                  </a:lnTo>
                  <a:lnTo>
                    <a:pt x="40546" y="276329"/>
                  </a:lnTo>
                  <a:lnTo>
                    <a:pt x="44070" y="280287"/>
                  </a:lnTo>
                  <a:lnTo>
                    <a:pt x="47717" y="284131"/>
                  </a:lnTo>
                  <a:lnTo>
                    <a:pt x="51484" y="287858"/>
                  </a:lnTo>
                  <a:lnTo>
                    <a:pt x="55367" y="291463"/>
                  </a:lnTo>
                  <a:lnTo>
                    <a:pt x="59363" y="294943"/>
                  </a:lnTo>
                  <a:lnTo>
                    <a:pt x="63467" y="298295"/>
                  </a:lnTo>
                  <a:lnTo>
                    <a:pt x="67675" y="301516"/>
                  </a:lnTo>
                  <a:lnTo>
                    <a:pt x="71983" y="304601"/>
                  </a:lnTo>
                  <a:lnTo>
                    <a:pt x="76386" y="307548"/>
                  </a:lnTo>
                  <a:lnTo>
                    <a:pt x="80881" y="310354"/>
                  </a:lnTo>
                  <a:lnTo>
                    <a:pt x="85463" y="313017"/>
                  </a:lnTo>
                  <a:lnTo>
                    <a:pt x="90126" y="315532"/>
                  </a:lnTo>
                  <a:lnTo>
                    <a:pt x="94867" y="317899"/>
                  </a:lnTo>
                  <a:lnTo>
                    <a:pt x="99681" y="320114"/>
                  </a:lnTo>
                  <a:lnTo>
                    <a:pt x="104562" y="322176"/>
                  </a:lnTo>
                  <a:lnTo>
                    <a:pt x="109507" y="324081"/>
                  </a:lnTo>
                  <a:lnTo>
                    <a:pt x="114509" y="325830"/>
                  </a:lnTo>
                  <a:lnTo>
                    <a:pt x="119564" y="327418"/>
                  </a:lnTo>
                  <a:lnTo>
                    <a:pt x="124667" y="328846"/>
                  </a:lnTo>
                  <a:lnTo>
                    <a:pt x="129812" y="330111"/>
                  </a:lnTo>
                  <a:lnTo>
                    <a:pt x="134995" y="331213"/>
                  </a:lnTo>
                  <a:lnTo>
                    <a:pt x="140211" y="332149"/>
                  </a:lnTo>
                  <a:lnTo>
                    <a:pt x="145453" y="332920"/>
                  </a:lnTo>
                  <a:lnTo>
                    <a:pt x="150718" y="333525"/>
                  </a:lnTo>
                  <a:lnTo>
                    <a:pt x="155999" y="333962"/>
                  </a:lnTo>
                  <a:lnTo>
                    <a:pt x="161291" y="334232"/>
                  </a:lnTo>
                  <a:lnTo>
                    <a:pt x="166588" y="334333"/>
                  </a:lnTo>
                  <a:lnTo>
                    <a:pt x="171887" y="334267"/>
                  </a:lnTo>
                  <a:lnTo>
                    <a:pt x="177181" y="334033"/>
                  </a:lnTo>
                  <a:lnTo>
                    <a:pt x="182464" y="333631"/>
                  </a:lnTo>
                  <a:lnTo>
                    <a:pt x="187732" y="333062"/>
                  </a:lnTo>
                  <a:lnTo>
                    <a:pt x="192980" y="332327"/>
                  </a:lnTo>
                  <a:lnTo>
                    <a:pt x="198202" y="331425"/>
                  </a:lnTo>
                  <a:lnTo>
                    <a:pt x="203392" y="330359"/>
                  </a:lnTo>
                  <a:lnTo>
                    <a:pt x="208546" y="329128"/>
                  </a:lnTo>
                  <a:lnTo>
                    <a:pt x="213658" y="327735"/>
                  </a:lnTo>
                  <a:lnTo>
                    <a:pt x="218724" y="326180"/>
                  </a:lnTo>
                  <a:lnTo>
                    <a:pt x="223738" y="324465"/>
                  </a:lnTo>
                  <a:lnTo>
                    <a:pt x="228695" y="322593"/>
                  </a:lnTo>
                  <a:lnTo>
                    <a:pt x="233590" y="320564"/>
                  </a:lnTo>
                  <a:lnTo>
                    <a:pt x="238418" y="318381"/>
                  </a:lnTo>
                  <a:lnTo>
                    <a:pt x="243175" y="316047"/>
                  </a:lnTo>
                  <a:lnTo>
                    <a:pt x="247856" y="313562"/>
                  </a:lnTo>
                  <a:lnTo>
                    <a:pt x="252455" y="310931"/>
                  </a:lnTo>
                  <a:lnTo>
                    <a:pt x="256968" y="308155"/>
                  </a:lnTo>
                  <a:lnTo>
                    <a:pt x="261392" y="305237"/>
                  </a:lnTo>
                  <a:lnTo>
                    <a:pt x="265720" y="302181"/>
                  </a:lnTo>
                  <a:lnTo>
                    <a:pt x="269950" y="298989"/>
                  </a:lnTo>
                  <a:lnTo>
                    <a:pt x="274076" y="295665"/>
                  </a:lnTo>
                  <a:lnTo>
                    <a:pt x="278095" y="292211"/>
                  </a:lnTo>
                  <a:lnTo>
                    <a:pt x="282003" y="288632"/>
                  </a:lnTo>
                  <a:lnTo>
                    <a:pt x="285795" y="284931"/>
                  </a:lnTo>
                  <a:lnTo>
                    <a:pt x="289468" y="281112"/>
                  </a:lnTo>
                  <a:lnTo>
                    <a:pt x="293018" y="277178"/>
                  </a:lnTo>
                  <a:lnTo>
                    <a:pt x="296441" y="273133"/>
                  </a:lnTo>
                  <a:lnTo>
                    <a:pt x="299735" y="268982"/>
                  </a:lnTo>
                  <a:lnTo>
                    <a:pt x="302895" y="264729"/>
                  </a:lnTo>
                  <a:lnTo>
                    <a:pt x="305919" y="260378"/>
                  </a:lnTo>
                  <a:lnTo>
                    <a:pt x="308803" y="255933"/>
                  </a:lnTo>
                  <a:lnTo>
                    <a:pt x="311545" y="251398"/>
                  </a:lnTo>
                  <a:lnTo>
                    <a:pt x="314143" y="246780"/>
                  </a:lnTo>
                  <a:lnTo>
                    <a:pt x="316592" y="242081"/>
                  </a:lnTo>
                  <a:lnTo>
                    <a:pt x="318891" y="237307"/>
                  </a:lnTo>
                  <a:lnTo>
                    <a:pt x="321038" y="232462"/>
                  </a:lnTo>
                  <a:lnTo>
                    <a:pt x="323030" y="227552"/>
                  </a:lnTo>
                  <a:lnTo>
                    <a:pt x="324866" y="222581"/>
                  </a:lnTo>
                  <a:lnTo>
                    <a:pt x="326543" y="217555"/>
                  </a:lnTo>
                  <a:lnTo>
                    <a:pt x="328060" y="212478"/>
                  </a:lnTo>
                  <a:lnTo>
                    <a:pt x="329415" y="207355"/>
                  </a:lnTo>
                  <a:lnTo>
                    <a:pt x="330607" y="202192"/>
                  </a:lnTo>
                  <a:lnTo>
                    <a:pt x="331635" y="196994"/>
                  </a:lnTo>
                  <a:lnTo>
                    <a:pt x="332498" y="191766"/>
                  </a:lnTo>
                  <a:lnTo>
                    <a:pt x="333194" y="186513"/>
                  </a:lnTo>
                  <a:lnTo>
                    <a:pt x="333724" y="181241"/>
                  </a:lnTo>
                  <a:lnTo>
                    <a:pt x="334086" y="175954"/>
                  </a:lnTo>
                  <a:lnTo>
                    <a:pt x="334281" y="170659"/>
                  </a:lnTo>
                  <a:lnTo>
                    <a:pt x="334308" y="165360"/>
                  </a:lnTo>
                  <a:lnTo>
                    <a:pt x="334167" y="160063"/>
                  </a:lnTo>
                  <a:lnTo>
                    <a:pt x="333858" y="154773"/>
                  </a:lnTo>
                  <a:lnTo>
                    <a:pt x="333381" y="149496"/>
                  </a:lnTo>
                  <a:lnTo>
                    <a:pt x="332737" y="144236"/>
                  </a:lnTo>
                  <a:lnTo>
                    <a:pt x="331927" y="13900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10635"/>
              <a:ext cx="164777" cy="28167"/>
            </a:xfrm>
            <a:custGeom>
              <a:avLst/>
              <a:pathLst>
                <a:path w="164777" h="28167">
                  <a:moveTo>
                    <a:pt x="164777" y="0"/>
                  </a:moveTo>
                  <a:lnTo>
                    <a:pt x="0" y="28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07478"/>
              <a:ext cx="164777" cy="31324"/>
            </a:xfrm>
            <a:custGeom>
              <a:avLst/>
              <a:pathLst>
                <a:path w="164777" h="31324">
                  <a:moveTo>
                    <a:pt x="164777" y="3156"/>
                  </a:moveTo>
                  <a:lnTo>
                    <a:pt x="164206" y="0"/>
                  </a:lnTo>
                  <a:lnTo>
                    <a:pt x="0" y="313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4206" cy="167167"/>
            </a:xfrm>
            <a:custGeom>
              <a:avLst/>
              <a:pathLst>
                <a:path w="164206" h="167167">
                  <a:moveTo>
                    <a:pt x="164206" y="135843"/>
                  </a:moveTo>
                  <a:lnTo>
                    <a:pt x="163086" y="130456"/>
                  </a:lnTo>
                  <a:lnTo>
                    <a:pt x="161790" y="125110"/>
                  </a:lnTo>
                  <a:lnTo>
                    <a:pt x="160318" y="119809"/>
                  </a:lnTo>
                  <a:lnTo>
                    <a:pt x="158673" y="114559"/>
                  </a:lnTo>
                  <a:lnTo>
                    <a:pt x="156856" y="109366"/>
                  </a:lnTo>
                  <a:lnTo>
                    <a:pt x="154869" y="104236"/>
                  </a:ln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495455" y="941493"/>
              <a:ext cx="121824" cy="167167"/>
            </a:xfrm>
            <a:custGeom>
              <a:avLst/>
              <a:pathLst>
                <a:path w="121824" h="167167">
                  <a:moveTo>
                    <a:pt x="121824" y="0"/>
                  </a:moveTo>
                  <a:lnTo>
                    <a:pt x="116138" y="96"/>
                  </a:lnTo>
                  <a:lnTo>
                    <a:pt x="110458" y="386"/>
                  </a:lnTo>
                  <a:lnTo>
                    <a:pt x="104792" y="869"/>
                  </a:lnTo>
                  <a:lnTo>
                    <a:pt x="99145" y="1545"/>
                  </a:lnTo>
                  <a:lnTo>
                    <a:pt x="93525" y="2412"/>
                  </a:lnTo>
                  <a:lnTo>
                    <a:pt x="87937" y="3470"/>
                  </a:lnTo>
                  <a:lnTo>
                    <a:pt x="82389" y="4718"/>
                  </a:lnTo>
                  <a:lnTo>
                    <a:pt x="76886" y="6153"/>
                  </a:lnTo>
                  <a:lnTo>
                    <a:pt x="71435" y="7775"/>
                  </a:lnTo>
                  <a:lnTo>
                    <a:pt x="66043" y="9581"/>
                  </a:lnTo>
                  <a:lnTo>
                    <a:pt x="60715" y="11569"/>
                  </a:lnTo>
                  <a:lnTo>
                    <a:pt x="55457" y="13738"/>
                  </a:lnTo>
                  <a:lnTo>
                    <a:pt x="50277" y="16084"/>
                  </a:lnTo>
                  <a:lnTo>
                    <a:pt x="45179" y="18605"/>
                  </a:lnTo>
                  <a:lnTo>
                    <a:pt x="40171" y="21298"/>
                  </a:lnTo>
                  <a:lnTo>
                    <a:pt x="35256" y="24160"/>
                  </a:lnTo>
                  <a:lnTo>
                    <a:pt x="30442" y="27187"/>
                  </a:lnTo>
                  <a:lnTo>
                    <a:pt x="25733" y="30377"/>
                  </a:lnTo>
                  <a:lnTo>
                    <a:pt x="21136" y="33724"/>
                  </a:lnTo>
                  <a:lnTo>
                    <a:pt x="16656" y="37226"/>
                  </a:lnTo>
                  <a:lnTo>
                    <a:pt x="12297" y="40879"/>
                  </a:lnTo>
                  <a:lnTo>
                    <a:pt x="8064" y="44677"/>
                  </a:lnTo>
                  <a:lnTo>
                    <a:pt x="3964" y="48618"/>
                  </a:lnTo>
                  <a:lnTo>
                    <a:pt x="0" y="52695"/>
                  </a:lnTo>
                  <a:lnTo>
                    <a:pt x="12182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50120" y="970501"/>
              <a:ext cx="334311" cy="305326"/>
            </a:xfrm>
            <a:custGeom>
              <a:avLst/>
              <a:pathLst>
                <a:path w="334311" h="305326">
                  <a:moveTo>
                    <a:pt x="45335" y="23687"/>
                  </a:moveTo>
                  <a:lnTo>
                    <a:pt x="41755" y="27621"/>
                  </a:lnTo>
                  <a:lnTo>
                    <a:pt x="38301" y="31667"/>
                  </a:lnTo>
                  <a:lnTo>
                    <a:pt x="34978" y="35820"/>
                  </a:lnTo>
                  <a:lnTo>
                    <a:pt x="31789" y="40078"/>
                  </a:lnTo>
                  <a:lnTo>
                    <a:pt x="28737" y="44434"/>
                  </a:lnTo>
                  <a:lnTo>
                    <a:pt x="25825" y="48886"/>
                  </a:lnTo>
                  <a:lnTo>
                    <a:pt x="23057" y="53428"/>
                  </a:lnTo>
                  <a:lnTo>
                    <a:pt x="20434" y="58055"/>
                  </a:lnTo>
                  <a:lnTo>
                    <a:pt x="17960" y="62764"/>
                  </a:lnTo>
                  <a:lnTo>
                    <a:pt x="15636" y="67549"/>
                  </a:lnTo>
                  <a:lnTo>
                    <a:pt x="13466" y="72406"/>
                  </a:lnTo>
                  <a:lnTo>
                    <a:pt x="11452" y="77329"/>
                  </a:lnTo>
                  <a:lnTo>
                    <a:pt x="9596" y="82314"/>
                  </a:lnTo>
                  <a:lnTo>
                    <a:pt x="7899" y="87355"/>
                  </a:lnTo>
                  <a:lnTo>
                    <a:pt x="6363" y="92448"/>
                  </a:lnTo>
                  <a:lnTo>
                    <a:pt x="4990" y="97587"/>
                  </a:lnTo>
                  <a:lnTo>
                    <a:pt x="3781" y="102767"/>
                  </a:lnTo>
                  <a:lnTo>
                    <a:pt x="2738" y="107983"/>
                  </a:lnTo>
                  <a:lnTo>
                    <a:pt x="1861" y="113230"/>
                  </a:lnTo>
                  <a:lnTo>
                    <a:pt x="1152" y="118502"/>
                  </a:lnTo>
                  <a:lnTo>
                    <a:pt x="610" y="123793"/>
                  </a:lnTo>
                  <a:lnTo>
                    <a:pt x="238" y="129100"/>
                  </a:lnTo>
                  <a:lnTo>
                    <a:pt x="34" y="134415"/>
                  </a:lnTo>
                  <a:lnTo>
                    <a:pt x="0" y="139734"/>
                  </a:lnTo>
                  <a:lnTo>
                    <a:pt x="134" y="145052"/>
                  </a:lnTo>
                  <a:lnTo>
                    <a:pt x="438" y="150362"/>
                  </a:lnTo>
                  <a:lnTo>
                    <a:pt x="911" y="155661"/>
                  </a:lnTo>
                  <a:lnTo>
                    <a:pt x="1552" y="160941"/>
                  </a:lnTo>
                  <a:lnTo>
                    <a:pt x="2361" y="166199"/>
                  </a:lnTo>
                  <a:lnTo>
                    <a:pt x="3336" y="171428"/>
                  </a:lnTo>
                  <a:lnTo>
                    <a:pt x="4478" y="176623"/>
                  </a:lnTo>
                  <a:lnTo>
                    <a:pt x="5784" y="181779"/>
                  </a:lnTo>
                  <a:lnTo>
                    <a:pt x="7253" y="186892"/>
                  </a:lnTo>
                  <a:lnTo>
                    <a:pt x="8885" y="191955"/>
                  </a:lnTo>
                  <a:lnTo>
                    <a:pt x="10676" y="196963"/>
                  </a:lnTo>
                  <a:lnTo>
                    <a:pt x="12627" y="201912"/>
                  </a:lnTo>
                  <a:lnTo>
                    <a:pt x="14733" y="206796"/>
                  </a:lnTo>
                  <a:lnTo>
                    <a:pt x="16994" y="211611"/>
                  </a:lnTo>
                  <a:lnTo>
                    <a:pt x="19407" y="216352"/>
                  </a:lnTo>
                  <a:lnTo>
                    <a:pt x="21970" y="221013"/>
                  </a:lnTo>
                  <a:lnTo>
                    <a:pt x="24679" y="225591"/>
                  </a:lnTo>
                  <a:lnTo>
                    <a:pt x="27533" y="230080"/>
                  </a:lnTo>
                  <a:lnTo>
                    <a:pt x="30529" y="234475"/>
                  </a:lnTo>
                  <a:lnTo>
                    <a:pt x="33662" y="238774"/>
                  </a:lnTo>
                  <a:lnTo>
                    <a:pt x="36931" y="242970"/>
                  </a:lnTo>
                  <a:lnTo>
                    <a:pt x="40332" y="247060"/>
                  </a:lnTo>
                  <a:lnTo>
                    <a:pt x="43861" y="251040"/>
                  </a:lnTo>
                  <a:lnTo>
                    <a:pt x="47514" y="254906"/>
                  </a:lnTo>
                  <a:lnTo>
                    <a:pt x="51289" y="258654"/>
                  </a:lnTo>
                  <a:lnTo>
                    <a:pt x="55182" y="262279"/>
                  </a:lnTo>
                  <a:lnTo>
                    <a:pt x="59188" y="265779"/>
                  </a:lnTo>
                  <a:lnTo>
                    <a:pt x="63303" y="269150"/>
                  </a:lnTo>
                  <a:lnTo>
                    <a:pt x="67523" y="272388"/>
                  </a:lnTo>
                  <a:lnTo>
                    <a:pt x="71844" y="275490"/>
                  </a:lnTo>
                  <a:lnTo>
                    <a:pt x="76262" y="278453"/>
                  </a:lnTo>
                  <a:lnTo>
                    <a:pt x="80771" y="281274"/>
                  </a:lnTo>
                  <a:lnTo>
                    <a:pt x="85368" y="283950"/>
                  </a:lnTo>
                  <a:lnTo>
                    <a:pt x="90048" y="286479"/>
                  </a:lnTo>
                  <a:lnTo>
                    <a:pt x="94806" y="288857"/>
                  </a:lnTo>
                  <a:lnTo>
                    <a:pt x="99638" y="291083"/>
                  </a:lnTo>
                  <a:lnTo>
                    <a:pt x="104537" y="293153"/>
                  </a:lnTo>
                  <a:lnTo>
                    <a:pt x="109500" y="295067"/>
                  </a:lnTo>
                  <a:lnTo>
                    <a:pt x="114522" y="296822"/>
                  </a:lnTo>
                  <a:lnTo>
                    <a:pt x="119596" y="298417"/>
                  </a:lnTo>
                  <a:lnTo>
                    <a:pt x="124719" y="299849"/>
                  </a:lnTo>
                  <a:lnTo>
                    <a:pt x="129885" y="301117"/>
                  </a:lnTo>
                  <a:lnTo>
                    <a:pt x="135089" y="302221"/>
                  </a:lnTo>
                  <a:lnTo>
                    <a:pt x="140325" y="303158"/>
                  </a:lnTo>
                  <a:lnTo>
                    <a:pt x="145588" y="303928"/>
                  </a:lnTo>
                  <a:lnTo>
                    <a:pt x="150873" y="304531"/>
                  </a:lnTo>
                  <a:lnTo>
                    <a:pt x="156175" y="304965"/>
                  </a:lnTo>
                  <a:lnTo>
                    <a:pt x="161487" y="305230"/>
                  </a:lnTo>
                  <a:lnTo>
                    <a:pt x="166806" y="305326"/>
                  </a:lnTo>
                  <a:lnTo>
                    <a:pt x="172125" y="305252"/>
                  </a:lnTo>
                  <a:lnTo>
                    <a:pt x="177438" y="305010"/>
                  </a:lnTo>
                  <a:lnTo>
                    <a:pt x="182742" y="304598"/>
                  </a:lnTo>
                  <a:lnTo>
                    <a:pt x="188029" y="304018"/>
                  </a:lnTo>
                  <a:lnTo>
                    <a:pt x="193296" y="303270"/>
                  </a:lnTo>
                  <a:lnTo>
                    <a:pt x="198536" y="302355"/>
                  </a:lnTo>
                  <a:lnTo>
                    <a:pt x="203744" y="301274"/>
                  </a:lnTo>
                  <a:lnTo>
                    <a:pt x="208915" y="300027"/>
                  </a:lnTo>
                  <a:lnTo>
                    <a:pt x="214044" y="298617"/>
                  </a:lnTo>
                  <a:lnTo>
                    <a:pt x="219125" y="297044"/>
                  </a:lnTo>
                  <a:lnTo>
                    <a:pt x="224154" y="295310"/>
                  </a:lnTo>
                  <a:lnTo>
                    <a:pt x="229125" y="293417"/>
                  </a:lnTo>
                  <a:lnTo>
                    <a:pt x="234034" y="291367"/>
                  </a:lnTo>
                  <a:lnTo>
                    <a:pt x="238874" y="289162"/>
                  </a:lnTo>
                  <a:lnTo>
                    <a:pt x="243642" y="286804"/>
                  </a:lnTo>
                  <a:lnTo>
                    <a:pt x="248333" y="284295"/>
                  </a:lnTo>
                  <a:lnTo>
                    <a:pt x="252941" y="281638"/>
                  </a:lnTo>
                  <a:lnTo>
                    <a:pt x="257463" y="278836"/>
                  </a:lnTo>
                  <a:lnTo>
                    <a:pt x="261893" y="275892"/>
                  </a:lnTo>
                  <a:lnTo>
                    <a:pt x="266227" y="272808"/>
                  </a:lnTo>
                  <a:lnTo>
                    <a:pt x="270461" y="269588"/>
                  </a:lnTo>
                  <a:lnTo>
                    <a:pt x="274590" y="266235"/>
                  </a:lnTo>
                  <a:lnTo>
                    <a:pt x="278611" y="262752"/>
                  </a:lnTo>
                  <a:lnTo>
                    <a:pt x="282519" y="259143"/>
                  </a:lnTo>
                  <a:lnTo>
                    <a:pt x="286309" y="255412"/>
                  </a:lnTo>
                  <a:lnTo>
                    <a:pt x="289980" y="251561"/>
                  </a:lnTo>
                  <a:lnTo>
                    <a:pt x="293526" y="247596"/>
                  </a:lnTo>
                  <a:lnTo>
                    <a:pt x="296943" y="243520"/>
                  </a:lnTo>
                  <a:lnTo>
                    <a:pt x="300230" y="239338"/>
                  </a:lnTo>
                  <a:lnTo>
                    <a:pt x="303382" y="235053"/>
                  </a:lnTo>
                  <a:lnTo>
                    <a:pt x="306396" y="230670"/>
                  </a:lnTo>
                  <a:lnTo>
                    <a:pt x="309268" y="226193"/>
                  </a:lnTo>
                  <a:lnTo>
                    <a:pt x="311997" y="221627"/>
                  </a:lnTo>
                  <a:lnTo>
                    <a:pt x="314580" y="216976"/>
                  </a:lnTo>
                  <a:lnTo>
                    <a:pt x="317013" y="212246"/>
                  </a:lnTo>
                  <a:lnTo>
                    <a:pt x="319294" y="207441"/>
                  </a:lnTo>
                  <a:lnTo>
                    <a:pt x="321421" y="202566"/>
                  </a:lnTo>
                  <a:lnTo>
                    <a:pt x="323392" y="197625"/>
                  </a:lnTo>
                  <a:lnTo>
                    <a:pt x="325205" y="192624"/>
                  </a:lnTo>
                  <a:lnTo>
                    <a:pt x="326858" y="187568"/>
                  </a:lnTo>
                  <a:lnTo>
                    <a:pt x="328349" y="182462"/>
                  </a:lnTo>
                  <a:lnTo>
                    <a:pt x="329677" y="177311"/>
                  </a:lnTo>
                  <a:lnTo>
                    <a:pt x="330841" y="172121"/>
                  </a:lnTo>
                  <a:lnTo>
                    <a:pt x="331838" y="166896"/>
                  </a:lnTo>
                  <a:lnTo>
                    <a:pt x="332669" y="161642"/>
                  </a:lnTo>
                  <a:lnTo>
                    <a:pt x="333333" y="156364"/>
                  </a:lnTo>
                  <a:lnTo>
                    <a:pt x="333828" y="151068"/>
                  </a:lnTo>
                  <a:lnTo>
                    <a:pt x="334154" y="145759"/>
                  </a:lnTo>
                  <a:lnTo>
                    <a:pt x="334311" y="140442"/>
                  </a:lnTo>
                  <a:lnTo>
                    <a:pt x="334299" y="135122"/>
                  </a:lnTo>
                  <a:lnTo>
                    <a:pt x="334118" y="129806"/>
                  </a:lnTo>
                  <a:lnTo>
                    <a:pt x="333768" y="124498"/>
                  </a:lnTo>
                  <a:lnTo>
                    <a:pt x="333249" y="119204"/>
                  </a:lnTo>
                  <a:lnTo>
                    <a:pt x="332562" y="113930"/>
                  </a:lnTo>
                  <a:lnTo>
                    <a:pt x="331707" y="108679"/>
                  </a:lnTo>
                  <a:lnTo>
                    <a:pt x="330686" y="103459"/>
                  </a:lnTo>
                  <a:lnTo>
                    <a:pt x="329499" y="98274"/>
                  </a:lnTo>
                  <a:lnTo>
                    <a:pt x="328148" y="93129"/>
                  </a:lnTo>
                  <a:lnTo>
                    <a:pt x="326634" y="88030"/>
                  </a:lnTo>
                  <a:lnTo>
                    <a:pt x="324958" y="82981"/>
                  </a:lnTo>
                  <a:lnTo>
                    <a:pt x="323123" y="77989"/>
                  </a:lnTo>
                  <a:lnTo>
                    <a:pt x="321129" y="73057"/>
                  </a:lnTo>
                  <a:lnTo>
                    <a:pt x="318980" y="68191"/>
                  </a:lnTo>
                  <a:lnTo>
                    <a:pt x="316677" y="63396"/>
                  </a:lnTo>
                  <a:lnTo>
                    <a:pt x="314223" y="58677"/>
                  </a:lnTo>
                  <a:lnTo>
                    <a:pt x="311620" y="54038"/>
                  </a:lnTo>
                  <a:lnTo>
                    <a:pt x="308870" y="49485"/>
                  </a:lnTo>
                  <a:lnTo>
                    <a:pt x="305977" y="45021"/>
                  </a:lnTo>
                  <a:lnTo>
                    <a:pt x="302944" y="40651"/>
                  </a:lnTo>
                  <a:lnTo>
                    <a:pt x="299773" y="36381"/>
                  </a:lnTo>
                  <a:lnTo>
                    <a:pt x="296467" y="32213"/>
                  </a:lnTo>
                  <a:lnTo>
                    <a:pt x="293031" y="28153"/>
                  </a:lnTo>
                  <a:lnTo>
                    <a:pt x="289467" y="24203"/>
                  </a:lnTo>
                  <a:lnTo>
                    <a:pt x="285780" y="20370"/>
                  </a:lnTo>
                  <a:lnTo>
                    <a:pt x="281972" y="16655"/>
                  </a:lnTo>
                  <a:lnTo>
                    <a:pt x="278048" y="13064"/>
                  </a:lnTo>
                  <a:lnTo>
                    <a:pt x="274012" y="9599"/>
                  </a:lnTo>
                  <a:lnTo>
                    <a:pt x="269868" y="6265"/>
                  </a:lnTo>
                  <a:lnTo>
                    <a:pt x="265619" y="3064"/>
                  </a:lnTo>
                  <a:lnTo>
                    <a:pt x="261271" y="0"/>
                  </a:lnTo>
                  <a:lnTo>
                    <a:pt x="167160" y="138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94111" cy="167167"/>
            </a:xfrm>
            <a:custGeom>
              <a:avLst/>
              <a:pathLst>
                <a:path w="94111" h="167167">
                  <a:moveTo>
                    <a:pt x="94111" y="29008"/>
                  </a:moveTo>
                  <a:lnTo>
                    <a:pt x="89470" y="25958"/>
                  </a:lnTo>
                  <a:lnTo>
                    <a:pt x="84731" y="23064"/>
                  </a:lnTo>
                  <a:lnTo>
                    <a:pt x="79898" y="20329"/>
                  </a:lnTo>
                  <a:lnTo>
                    <a:pt x="74976" y="17757"/>
                  </a:lnTo>
                  <a:lnTo>
                    <a:pt x="69972" y="15349"/>
                  </a:lnTo>
                  <a:lnTo>
                    <a:pt x="64891" y="13108"/>
                  </a:lnTo>
                  <a:lnTo>
                    <a:pt x="59738" y="11038"/>
                  </a:lnTo>
                  <a:lnTo>
                    <a:pt x="54519" y="9140"/>
                  </a:lnTo>
                  <a:lnTo>
                    <a:pt x="49240" y="7416"/>
                  </a:lnTo>
                  <a:lnTo>
                    <a:pt x="43907" y="5869"/>
                  </a:lnTo>
                  <a:lnTo>
                    <a:pt x="38525" y="4499"/>
                  </a:lnTo>
                  <a:lnTo>
                    <a:pt x="33101" y="3309"/>
                  </a:lnTo>
                  <a:lnTo>
                    <a:pt x="27640" y="2300"/>
                  </a:lnTo>
                  <a:lnTo>
                    <a:pt x="22148" y="1473"/>
                  </a:lnTo>
                  <a:lnTo>
                    <a:pt x="16633" y="829"/>
                  </a:lnTo>
                  <a:lnTo>
                    <a:pt x="11098" y="368"/>
                  </a:lnTo>
                  <a:lnTo>
                    <a:pt x="555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7397" y="1031511"/>
              <a:ext cx="108497" cy="167167"/>
            </a:xfrm>
            <a:custGeom>
              <a:avLst/>
              <a:pathLst>
                <a:path w="108497" h="167167">
                  <a:moveTo>
                    <a:pt x="108497" y="0"/>
                  </a:moveTo>
                  <a:lnTo>
                    <a:pt x="102876" y="94"/>
                  </a:lnTo>
                  <a:lnTo>
                    <a:pt x="97261" y="378"/>
                  </a:lnTo>
                  <a:lnTo>
                    <a:pt x="91658" y="850"/>
                  </a:lnTo>
                  <a:lnTo>
                    <a:pt x="86075" y="1510"/>
                  </a:lnTo>
                  <a:lnTo>
                    <a:pt x="80517" y="2358"/>
                  </a:lnTo>
                  <a:lnTo>
                    <a:pt x="74991" y="3392"/>
                  </a:lnTo>
                  <a:lnTo>
                    <a:pt x="69502" y="4611"/>
                  </a:lnTo>
                  <a:lnTo>
                    <a:pt x="64058" y="6015"/>
                  </a:lnTo>
                  <a:lnTo>
                    <a:pt x="58664" y="7600"/>
                  </a:lnTo>
                  <a:lnTo>
                    <a:pt x="53326" y="9366"/>
                  </a:lnTo>
                  <a:lnTo>
                    <a:pt x="48051" y="11311"/>
                  </a:lnTo>
                  <a:lnTo>
                    <a:pt x="42844" y="13432"/>
                  </a:lnTo>
                  <a:lnTo>
                    <a:pt x="37711" y="15726"/>
                  </a:lnTo>
                  <a:lnTo>
                    <a:pt x="32659" y="18192"/>
                  </a:lnTo>
                  <a:lnTo>
                    <a:pt x="27692" y="20827"/>
                  </a:lnTo>
                  <a:lnTo>
                    <a:pt x="22816" y="23627"/>
                  </a:lnTo>
                  <a:lnTo>
                    <a:pt x="18038" y="26589"/>
                  </a:lnTo>
                  <a:lnTo>
                    <a:pt x="13362" y="29711"/>
                  </a:lnTo>
                  <a:lnTo>
                    <a:pt x="8793" y="32988"/>
                  </a:lnTo>
                  <a:lnTo>
                    <a:pt x="4337" y="36416"/>
                  </a:lnTo>
                  <a:lnTo>
                    <a:pt x="0" y="39993"/>
                  </a:lnTo>
                  <a:lnTo>
                    <a:pt x="1084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7397" y="1071505"/>
              <a:ext cx="108497" cy="127173"/>
            </a:xfrm>
            <a:custGeom>
              <a:avLst/>
              <a:pathLst>
                <a:path w="108497" h="127173">
                  <a:moveTo>
                    <a:pt x="0" y="0"/>
                  </a:moveTo>
                  <a:lnTo>
                    <a:pt x="108497" y="127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38727" y="1071505"/>
              <a:ext cx="167167" cy="279959"/>
            </a:xfrm>
            <a:custGeom>
              <a:avLst/>
              <a:pathLst>
                <a:path w="167167" h="279959">
                  <a:moveTo>
                    <a:pt x="58669" y="0"/>
                  </a:moveTo>
                  <a:lnTo>
                    <a:pt x="54653" y="3538"/>
                  </a:lnTo>
                  <a:lnTo>
                    <a:pt x="50752" y="7204"/>
                  </a:lnTo>
                  <a:lnTo>
                    <a:pt x="46971" y="10993"/>
                  </a:lnTo>
                  <a:lnTo>
                    <a:pt x="43313" y="14901"/>
                  </a:lnTo>
                  <a:lnTo>
                    <a:pt x="39782" y="18924"/>
                  </a:lnTo>
                  <a:lnTo>
                    <a:pt x="36381" y="23058"/>
                  </a:lnTo>
                  <a:lnTo>
                    <a:pt x="33115" y="27299"/>
                  </a:lnTo>
                  <a:lnTo>
                    <a:pt x="29986" y="31642"/>
                  </a:lnTo>
                  <a:lnTo>
                    <a:pt x="26997" y="36083"/>
                  </a:lnTo>
                  <a:lnTo>
                    <a:pt x="24153" y="40618"/>
                  </a:lnTo>
                  <a:lnTo>
                    <a:pt x="21455" y="45241"/>
                  </a:lnTo>
                  <a:lnTo>
                    <a:pt x="18906" y="49948"/>
                  </a:lnTo>
                  <a:lnTo>
                    <a:pt x="16510" y="54735"/>
                  </a:lnTo>
                  <a:lnTo>
                    <a:pt x="14268" y="59595"/>
                  </a:lnTo>
                  <a:lnTo>
                    <a:pt x="12182" y="64525"/>
                  </a:lnTo>
                  <a:lnTo>
                    <a:pt x="10256" y="69520"/>
                  </a:lnTo>
                  <a:lnTo>
                    <a:pt x="8491" y="74573"/>
                  </a:lnTo>
                  <a:lnTo>
                    <a:pt x="6888" y="79681"/>
                  </a:lnTo>
                  <a:lnTo>
                    <a:pt x="5449" y="84837"/>
                  </a:lnTo>
                  <a:lnTo>
                    <a:pt x="4177" y="90036"/>
                  </a:lnTo>
                  <a:lnTo>
                    <a:pt x="3071" y="95274"/>
                  </a:lnTo>
                  <a:lnTo>
                    <a:pt x="2134" y="100544"/>
                  </a:lnTo>
                  <a:lnTo>
                    <a:pt x="1366" y="105841"/>
                  </a:lnTo>
                  <a:lnTo>
                    <a:pt x="768" y="111161"/>
                  </a:lnTo>
                  <a:lnTo>
                    <a:pt x="341" y="116497"/>
                  </a:lnTo>
                  <a:lnTo>
                    <a:pt x="84" y="121843"/>
                  </a:lnTo>
                  <a:lnTo>
                    <a:pt x="0" y="127196"/>
                  </a:lnTo>
                  <a:lnTo>
                    <a:pt x="86" y="132548"/>
                  </a:lnTo>
                  <a:lnTo>
                    <a:pt x="344" y="137895"/>
                  </a:lnTo>
                  <a:lnTo>
                    <a:pt x="772" y="143230"/>
                  </a:lnTo>
                  <a:lnTo>
                    <a:pt x="1372" y="148549"/>
                  </a:lnTo>
                  <a:lnTo>
                    <a:pt x="2141" y="153847"/>
                  </a:lnTo>
                  <a:lnTo>
                    <a:pt x="3080" y="159117"/>
                  </a:lnTo>
                  <a:lnTo>
                    <a:pt x="4187" y="164354"/>
                  </a:lnTo>
                  <a:lnTo>
                    <a:pt x="5461" y="169553"/>
                  </a:lnTo>
                  <a:lnTo>
                    <a:pt x="6900" y="174709"/>
                  </a:lnTo>
                  <a:lnTo>
                    <a:pt x="8505" y="179816"/>
                  </a:lnTo>
                  <a:lnTo>
                    <a:pt x="10271" y="184869"/>
                  </a:lnTo>
                  <a:lnTo>
                    <a:pt x="12199" y="189862"/>
                  </a:lnTo>
                  <a:lnTo>
                    <a:pt x="14286" y="194792"/>
                  </a:lnTo>
                  <a:lnTo>
                    <a:pt x="16529" y="199652"/>
                  </a:lnTo>
                  <a:lnTo>
                    <a:pt x="18927" y="204438"/>
                  </a:lnTo>
                  <a:lnTo>
                    <a:pt x="21477" y="209145"/>
                  </a:lnTo>
                  <a:lnTo>
                    <a:pt x="24176" y="213767"/>
                  </a:lnTo>
                  <a:lnTo>
                    <a:pt x="27022" y="218301"/>
                  </a:lnTo>
                  <a:lnTo>
                    <a:pt x="30011" y="222741"/>
                  </a:lnTo>
                  <a:lnTo>
                    <a:pt x="33141" y="227084"/>
                  </a:lnTo>
                  <a:lnTo>
                    <a:pt x="36409" y="231324"/>
                  </a:lnTo>
                  <a:lnTo>
                    <a:pt x="39810" y="235457"/>
                  </a:lnTo>
                  <a:lnTo>
                    <a:pt x="43343" y="239479"/>
                  </a:lnTo>
                  <a:lnTo>
                    <a:pt x="47002" y="243386"/>
                  </a:lnTo>
                  <a:lnTo>
                    <a:pt x="50784" y="247173"/>
                  </a:lnTo>
                  <a:lnTo>
                    <a:pt x="54686" y="250838"/>
                  </a:lnTo>
                  <a:lnTo>
                    <a:pt x="58703" y="254376"/>
                  </a:lnTo>
                  <a:lnTo>
                    <a:pt x="62831" y="257784"/>
                  </a:lnTo>
                  <a:lnTo>
                    <a:pt x="67067" y="261057"/>
                  </a:lnTo>
                  <a:lnTo>
                    <a:pt x="71404" y="264193"/>
                  </a:lnTo>
                  <a:lnTo>
                    <a:pt x="75841" y="267189"/>
                  </a:lnTo>
                  <a:lnTo>
                    <a:pt x="80370" y="270041"/>
                  </a:lnTo>
                  <a:lnTo>
                    <a:pt x="84989" y="272747"/>
                  </a:lnTo>
                  <a:lnTo>
                    <a:pt x="89692" y="275304"/>
                  </a:lnTo>
                  <a:lnTo>
                    <a:pt x="94474" y="277708"/>
                  </a:lnTo>
                  <a:lnTo>
                    <a:pt x="99331" y="279959"/>
                  </a:lnTo>
                  <a:lnTo>
                    <a:pt x="167167" y="127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4038059" y="1031511"/>
              <a:ext cx="234987" cy="334333"/>
            </a:xfrm>
            <a:custGeom>
              <a:avLst/>
              <a:pathLst>
                <a:path w="234987" h="334333">
                  <a:moveTo>
                    <a:pt x="0" y="319952"/>
                  </a:moveTo>
                  <a:lnTo>
                    <a:pt x="4889" y="322030"/>
                  </a:lnTo>
                  <a:lnTo>
                    <a:pt x="9841" y="323952"/>
                  </a:lnTo>
                  <a:lnTo>
                    <a:pt x="14852" y="325716"/>
                  </a:lnTo>
                  <a:lnTo>
                    <a:pt x="19917" y="327319"/>
                  </a:lnTo>
                  <a:lnTo>
                    <a:pt x="25030" y="328761"/>
                  </a:lnTo>
                  <a:lnTo>
                    <a:pt x="30187" y="330040"/>
                  </a:lnTo>
                  <a:lnTo>
                    <a:pt x="35381" y="331154"/>
                  </a:lnTo>
                  <a:lnTo>
                    <a:pt x="40608" y="332102"/>
                  </a:lnTo>
                  <a:lnTo>
                    <a:pt x="45863" y="332884"/>
                  </a:lnTo>
                  <a:lnTo>
                    <a:pt x="51139" y="333499"/>
                  </a:lnTo>
                  <a:lnTo>
                    <a:pt x="56433" y="333945"/>
                  </a:lnTo>
                  <a:lnTo>
                    <a:pt x="61738" y="334223"/>
                  </a:lnTo>
                  <a:lnTo>
                    <a:pt x="67050" y="334333"/>
                  </a:lnTo>
                  <a:lnTo>
                    <a:pt x="72362" y="334273"/>
                  </a:lnTo>
                  <a:lnTo>
                    <a:pt x="77669" y="334045"/>
                  </a:lnTo>
                  <a:lnTo>
                    <a:pt x="82967" y="333648"/>
                  </a:lnTo>
                  <a:lnTo>
                    <a:pt x="88249" y="333083"/>
                  </a:lnTo>
                  <a:lnTo>
                    <a:pt x="93511" y="332351"/>
                  </a:lnTo>
                  <a:lnTo>
                    <a:pt x="98747" y="331451"/>
                  </a:lnTo>
                  <a:lnTo>
                    <a:pt x="103952" y="330386"/>
                  </a:lnTo>
                  <a:lnTo>
                    <a:pt x="109120" y="329156"/>
                  </a:lnTo>
                  <a:lnTo>
                    <a:pt x="114246" y="327763"/>
                  </a:lnTo>
                  <a:lnTo>
                    <a:pt x="119326" y="326207"/>
                  </a:lnTo>
                  <a:lnTo>
                    <a:pt x="124353" y="324490"/>
                  </a:lnTo>
                  <a:lnTo>
                    <a:pt x="129324" y="322615"/>
                  </a:lnTo>
                  <a:lnTo>
                    <a:pt x="134232" y="320583"/>
                  </a:lnTo>
                  <a:lnTo>
                    <a:pt x="139073" y="318395"/>
                  </a:lnTo>
                  <a:lnTo>
                    <a:pt x="143843" y="316055"/>
                  </a:lnTo>
                  <a:lnTo>
                    <a:pt x="148535" y="313565"/>
                  </a:lnTo>
                  <a:lnTo>
                    <a:pt x="153146" y="310927"/>
                  </a:lnTo>
                  <a:lnTo>
                    <a:pt x="157671" y="308143"/>
                  </a:lnTo>
                  <a:lnTo>
                    <a:pt x="162106" y="305218"/>
                  </a:lnTo>
                  <a:lnTo>
                    <a:pt x="166445" y="302153"/>
                  </a:lnTo>
                  <a:lnTo>
                    <a:pt x="170684" y="298951"/>
                  </a:lnTo>
                  <a:lnTo>
                    <a:pt x="174820" y="295616"/>
                  </a:lnTo>
                  <a:lnTo>
                    <a:pt x="178847" y="292152"/>
                  </a:lnTo>
                  <a:lnTo>
                    <a:pt x="182762" y="288562"/>
                  </a:lnTo>
                  <a:lnTo>
                    <a:pt x="186562" y="284848"/>
                  </a:lnTo>
                  <a:lnTo>
                    <a:pt x="190241" y="281016"/>
                  </a:lnTo>
                  <a:lnTo>
                    <a:pt x="193797" y="277069"/>
                  </a:lnTo>
                  <a:lnTo>
                    <a:pt x="197226" y="273011"/>
                  </a:lnTo>
                  <a:lnTo>
                    <a:pt x="200523" y="268846"/>
                  </a:lnTo>
                  <a:lnTo>
                    <a:pt x="203687" y="264579"/>
                  </a:lnTo>
                  <a:lnTo>
                    <a:pt x="206714" y="260213"/>
                  </a:lnTo>
                  <a:lnTo>
                    <a:pt x="209601" y="255753"/>
                  </a:lnTo>
                  <a:lnTo>
                    <a:pt x="212344" y="251204"/>
                  </a:lnTo>
                  <a:lnTo>
                    <a:pt x="214941" y="246569"/>
                  </a:lnTo>
                  <a:lnTo>
                    <a:pt x="217390" y="241855"/>
                  </a:lnTo>
                  <a:lnTo>
                    <a:pt x="219688" y="237065"/>
                  </a:lnTo>
                  <a:lnTo>
                    <a:pt x="221832" y="232205"/>
                  </a:lnTo>
                  <a:lnTo>
                    <a:pt x="223821" y="227278"/>
                  </a:lnTo>
                  <a:lnTo>
                    <a:pt x="225652" y="222292"/>
                  </a:lnTo>
                  <a:lnTo>
                    <a:pt x="227324" y="217249"/>
                  </a:lnTo>
                  <a:lnTo>
                    <a:pt x="228835" y="212156"/>
                  </a:lnTo>
                  <a:lnTo>
                    <a:pt x="230183" y="207017"/>
                  </a:lnTo>
                  <a:lnTo>
                    <a:pt x="231367" y="201839"/>
                  </a:lnTo>
                  <a:lnTo>
                    <a:pt x="232386" y="196625"/>
                  </a:lnTo>
                  <a:lnTo>
                    <a:pt x="233239" y="191381"/>
                  </a:lnTo>
                  <a:lnTo>
                    <a:pt x="233925" y="186113"/>
                  </a:lnTo>
                  <a:lnTo>
                    <a:pt x="234443" y="180826"/>
                  </a:lnTo>
                  <a:lnTo>
                    <a:pt x="234793" y="175525"/>
                  </a:lnTo>
                  <a:lnTo>
                    <a:pt x="234975" y="170216"/>
                  </a:lnTo>
                  <a:lnTo>
                    <a:pt x="234987" y="164903"/>
                  </a:lnTo>
                  <a:lnTo>
                    <a:pt x="234831" y="159593"/>
                  </a:lnTo>
                  <a:lnTo>
                    <a:pt x="234506" y="154291"/>
                  </a:lnTo>
                  <a:lnTo>
                    <a:pt x="234013" y="149001"/>
                  </a:lnTo>
                  <a:lnTo>
                    <a:pt x="233351" y="143730"/>
                  </a:lnTo>
                  <a:lnTo>
                    <a:pt x="232523" y="138482"/>
                  </a:lnTo>
                  <a:lnTo>
                    <a:pt x="231528" y="133264"/>
                  </a:lnTo>
                  <a:lnTo>
                    <a:pt x="230369" y="128080"/>
                  </a:lnTo>
                  <a:lnTo>
                    <a:pt x="229044" y="122935"/>
                  </a:lnTo>
                  <a:lnTo>
                    <a:pt x="227558" y="117835"/>
                  </a:lnTo>
                  <a:lnTo>
                    <a:pt x="225909" y="112784"/>
                  </a:lnTo>
                  <a:lnTo>
                    <a:pt x="224101" y="107789"/>
                  </a:lnTo>
                  <a:lnTo>
                    <a:pt x="222136" y="102853"/>
                  </a:lnTo>
                  <a:lnTo>
                    <a:pt x="220014" y="97983"/>
                  </a:lnTo>
                  <a:lnTo>
                    <a:pt x="217739" y="93182"/>
                  </a:lnTo>
                  <a:lnTo>
                    <a:pt x="215313" y="88456"/>
                  </a:lnTo>
                  <a:lnTo>
                    <a:pt x="212737" y="83810"/>
                  </a:lnTo>
                  <a:lnTo>
                    <a:pt x="210015" y="79248"/>
                  </a:lnTo>
                  <a:lnTo>
                    <a:pt x="207150" y="74774"/>
                  </a:lnTo>
                  <a:lnTo>
                    <a:pt x="204144" y="70394"/>
                  </a:lnTo>
                  <a:lnTo>
                    <a:pt x="201000" y="66112"/>
                  </a:lnTo>
                  <a:lnTo>
                    <a:pt x="197721" y="61932"/>
                  </a:lnTo>
                  <a:lnTo>
                    <a:pt x="194312" y="57858"/>
                  </a:lnTo>
                  <a:lnTo>
                    <a:pt x="190775" y="53894"/>
                  </a:lnTo>
                  <a:lnTo>
                    <a:pt x="187113" y="50045"/>
                  </a:lnTo>
                  <a:lnTo>
                    <a:pt x="183331" y="46314"/>
                  </a:lnTo>
                  <a:lnTo>
                    <a:pt x="179433" y="42705"/>
                  </a:lnTo>
                  <a:lnTo>
                    <a:pt x="175422" y="39222"/>
                  </a:lnTo>
                  <a:lnTo>
                    <a:pt x="171302" y="35868"/>
                  </a:lnTo>
                  <a:lnTo>
                    <a:pt x="167078" y="32646"/>
                  </a:lnTo>
                  <a:lnTo>
                    <a:pt x="162753" y="29561"/>
                  </a:lnTo>
                  <a:lnTo>
                    <a:pt x="158333" y="26614"/>
                  </a:lnTo>
                  <a:lnTo>
                    <a:pt x="153821" y="23809"/>
                  </a:lnTo>
                  <a:lnTo>
                    <a:pt x="149222" y="21150"/>
                  </a:lnTo>
                  <a:lnTo>
                    <a:pt x="144541" y="18637"/>
                  </a:lnTo>
                  <a:lnTo>
                    <a:pt x="139783" y="16275"/>
                  </a:lnTo>
                  <a:lnTo>
                    <a:pt x="134952" y="14065"/>
                  </a:lnTo>
                  <a:lnTo>
                    <a:pt x="130053" y="12009"/>
                  </a:lnTo>
                  <a:lnTo>
                    <a:pt x="125092" y="10111"/>
                  </a:lnTo>
                  <a:lnTo>
                    <a:pt x="120072" y="8371"/>
                  </a:lnTo>
                  <a:lnTo>
                    <a:pt x="115000" y="6791"/>
                  </a:lnTo>
                  <a:lnTo>
                    <a:pt x="109880" y="5373"/>
                  </a:lnTo>
                  <a:lnTo>
                    <a:pt x="104718" y="4119"/>
                  </a:lnTo>
                  <a:lnTo>
                    <a:pt x="99518" y="3029"/>
                  </a:lnTo>
                  <a:lnTo>
                    <a:pt x="94287" y="2106"/>
                  </a:lnTo>
                  <a:lnTo>
                    <a:pt x="89029" y="1348"/>
                  </a:lnTo>
                  <a:lnTo>
                    <a:pt x="83749" y="759"/>
                  </a:lnTo>
                  <a:lnTo>
                    <a:pt x="78453" y="337"/>
                  </a:lnTo>
                  <a:lnTo>
                    <a:pt x="73147" y="84"/>
                  </a:lnTo>
                  <a:lnTo>
                    <a:pt x="67835" y="0"/>
                  </a:lnTo>
                  <a:lnTo>
                    <a:pt x="6783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461921" y="1236837"/>
              <a:ext cx="167167" cy="325846"/>
            </a:xfrm>
            <a:custGeom>
              <a:avLst/>
              <a:pathLst>
                <a:path w="167167" h="325846">
                  <a:moveTo>
                    <a:pt x="167167" y="0"/>
                  </a:moveTo>
                  <a:lnTo>
                    <a:pt x="161808" y="85"/>
                  </a:lnTo>
                  <a:lnTo>
                    <a:pt x="156454" y="343"/>
                  </a:lnTo>
                  <a:lnTo>
                    <a:pt x="151112" y="772"/>
                  </a:lnTo>
                  <a:lnTo>
                    <a:pt x="145786" y="1372"/>
                  </a:lnTo>
                  <a:lnTo>
                    <a:pt x="140482" y="2143"/>
                  </a:lnTo>
                  <a:lnTo>
                    <a:pt x="135205" y="3083"/>
                  </a:lnTo>
                  <a:lnTo>
                    <a:pt x="129962" y="4192"/>
                  </a:lnTo>
                  <a:lnTo>
                    <a:pt x="124756" y="5469"/>
                  </a:lnTo>
                  <a:lnTo>
                    <a:pt x="119594" y="6911"/>
                  </a:lnTo>
                  <a:lnTo>
                    <a:pt x="114482" y="8519"/>
                  </a:lnTo>
                  <a:lnTo>
                    <a:pt x="109423" y="10289"/>
                  </a:lnTo>
                  <a:lnTo>
                    <a:pt x="104423" y="12221"/>
                  </a:lnTo>
                  <a:lnTo>
                    <a:pt x="99488" y="14312"/>
                  </a:lnTo>
                  <a:lnTo>
                    <a:pt x="94623" y="16560"/>
                  </a:lnTo>
                  <a:lnTo>
                    <a:pt x="89832" y="18963"/>
                  </a:lnTo>
                  <a:lnTo>
                    <a:pt x="85121" y="21519"/>
                  </a:lnTo>
                  <a:lnTo>
                    <a:pt x="80494" y="24224"/>
                  </a:lnTo>
                  <a:lnTo>
                    <a:pt x="75956" y="27076"/>
                  </a:lnTo>
                  <a:lnTo>
                    <a:pt x="71512" y="30072"/>
                  </a:lnTo>
                  <a:lnTo>
                    <a:pt x="67166" y="33209"/>
                  </a:lnTo>
                  <a:lnTo>
                    <a:pt x="62923" y="36483"/>
                  </a:lnTo>
                  <a:lnTo>
                    <a:pt x="58787" y="39892"/>
                  </a:lnTo>
                  <a:lnTo>
                    <a:pt x="54763" y="43432"/>
                  </a:lnTo>
                  <a:lnTo>
                    <a:pt x="50854" y="47099"/>
                  </a:lnTo>
                  <a:lnTo>
                    <a:pt x="47065" y="50890"/>
                  </a:lnTo>
                  <a:lnTo>
                    <a:pt x="43399" y="54800"/>
                  </a:lnTo>
                  <a:lnTo>
                    <a:pt x="39860" y="58825"/>
                  </a:lnTo>
                  <a:lnTo>
                    <a:pt x="36453" y="62962"/>
                  </a:lnTo>
                  <a:lnTo>
                    <a:pt x="33179" y="67206"/>
                  </a:lnTo>
                  <a:lnTo>
                    <a:pt x="30044" y="71552"/>
                  </a:lnTo>
                  <a:lnTo>
                    <a:pt x="27049" y="75997"/>
                  </a:lnTo>
                  <a:lnTo>
                    <a:pt x="24198" y="80536"/>
                  </a:lnTo>
                  <a:lnTo>
                    <a:pt x="21494" y="85164"/>
                  </a:lnTo>
                  <a:lnTo>
                    <a:pt x="18941" y="89876"/>
                  </a:lnTo>
                  <a:lnTo>
                    <a:pt x="16539" y="94667"/>
                  </a:lnTo>
                  <a:lnTo>
                    <a:pt x="14292" y="99534"/>
                  </a:lnTo>
                  <a:lnTo>
                    <a:pt x="12203" y="104469"/>
                  </a:lnTo>
                  <a:lnTo>
                    <a:pt x="10272" y="109469"/>
                  </a:lnTo>
                  <a:lnTo>
                    <a:pt x="8503" y="114528"/>
                  </a:lnTo>
                  <a:lnTo>
                    <a:pt x="6897" y="119642"/>
                  </a:lnTo>
                  <a:lnTo>
                    <a:pt x="5456" y="124804"/>
                  </a:lnTo>
                  <a:lnTo>
                    <a:pt x="4181" y="130010"/>
                  </a:lnTo>
                  <a:lnTo>
                    <a:pt x="3074" y="135254"/>
                  </a:lnTo>
                  <a:lnTo>
                    <a:pt x="2135" y="140531"/>
                  </a:lnTo>
                  <a:lnTo>
                    <a:pt x="1366" y="145835"/>
                  </a:lnTo>
                  <a:lnTo>
                    <a:pt x="768" y="151161"/>
                  </a:lnTo>
                  <a:lnTo>
                    <a:pt x="340" y="156504"/>
                  </a:lnTo>
                  <a:lnTo>
                    <a:pt x="84" y="161857"/>
                  </a:lnTo>
                  <a:lnTo>
                    <a:pt x="0" y="167216"/>
                  </a:lnTo>
                  <a:lnTo>
                    <a:pt x="87" y="172575"/>
                  </a:lnTo>
                  <a:lnTo>
                    <a:pt x="346" y="177929"/>
                  </a:lnTo>
                  <a:lnTo>
                    <a:pt x="777" y="183271"/>
                  </a:lnTo>
                  <a:lnTo>
                    <a:pt x="1379" y="188597"/>
                  </a:lnTo>
                  <a:lnTo>
                    <a:pt x="2151" y="193901"/>
                  </a:lnTo>
                  <a:lnTo>
                    <a:pt x="3093" y="199177"/>
                  </a:lnTo>
                  <a:lnTo>
                    <a:pt x="4203" y="204420"/>
                  </a:lnTo>
                  <a:lnTo>
                    <a:pt x="5481" y="209625"/>
                  </a:lnTo>
                  <a:lnTo>
                    <a:pt x="6926" y="214787"/>
                  </a:lnTo>
                  <a:lnTo>
                    <a:pt x="8534" y="219899"/>
                  </a:lnTo>
                  <a:lnTo>
                    <a:pt x="10306" y="224957"/>
                  </a:lnTo>
                  <a:lnTo>
                    <a:pt x="12240" y="229956"/>
                  </a:lnTo>
                  <a:lnTo>
                    <a:pt x="14332" y="234891"/>
                  </a:lnTo>
                  <a:lnTo>
                    <a:pt x="16582" y="239755"/>
                  </a:lnTo>
                  <a:lnTo>
                    <a:pt x="18986" y="244545"/>
                  </a:lnTo>
                  <a:lnTo>
                    <a:pt x="21543" y="249256"/>
                  </a:lnTo>
                  <a:lnTo>
                    <a:pt x="24249" y="253882"/>
                  </a:lnTo>
                  <a:lnTo>
                    <a:pt x="27103" y="258419"/>
                  </a:lnTo>
                  <a:lnTo>
                    <a:pt x="30100" y="262862"/>
                  </a:lnTo>
                  <a:lnTo>
                    <a:pt x="33238" y="267207"/>
                  </a:lnTo>
                  <a:lnTo>
                    <a:pt x="36514" y="271449"/>
                  </a:lnTo>
                  <a:lnTo>
                    <a:pt x="39924" y="275584"/>
                  </a:lnTo>
                  <a:lnTo>
                    <a:pt x="43465" y="279607"/>
                  </a:lnTo>
                  <a:lnTo>
                    <a:pt x="47134" y="283515"/>
                  </a:lnTo>
                  <a:lnTo>
                    <a:pt x="50925" y="287303"/>
                  </a:lnTo>
                  <a:lnTo>
                    <a:pt x="54836" y="290968"/>
                  </a:lnTo>
                  <a:lnTo>
                    <a:pt x="58863" y="294506"/>
                  </a:lnTo>
                  <a:lnTo>
                    <a:pt x="63000" y="297912"/>
                  </a:lnTo>
                  <a:lnTo>
                    <a:pt x="67245" y="301184"/>
                  </a:lnTo>
                  <a:lnTo>
                    <a:pt x="71593" y="304319"/>
                  </a:lnTo>
                  <a:lnTo>
                    <a:pt x="76039" y="307312"/>
                  </a:lnTo>
                  <a:lnTo>
                    <a:pt x="80578" y="310161"/>
                  </a:lnTo>
                  <a:lnTo>
                    <a:pt x="85207" y="312864"/>
                  </a:lnTo>
                  <a:lnTo>
                    <a:pt x="89920" y="315416"/>
                  </a:lnTo>
                  <a:lnTo>
                    <a:pt x="94712" y="317816"/>
                  </a:lnTo>
                  <a:lnTo>
                    <a:pt x="99579" y="320062"/>
                  </a:lnTo>
                  <a:lnTo>
                    <a:pt x="104515" y="322150"/>
                  </a:lnTo>
                  <a:lnTo>
                    <a:pt x="109515" y="324079"/>
                  </a:lnTo>
                  <a:lnTo>
                    <a:pt x="114575" y="32584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76497" y="1404005"/>
              <a:ext cx="52591" cy="158679"/>
            </a:xfrm>
            <a:custGeom>
              <a:avLst/>
              <a:pathLst>
                <a:path w="52591" h="158679">
                  <a:moveTo>
                    <a:pt x="0" y="158679"/>
                  </a:moveTo>
                  <a:lnTo>
                    <a:pt x="525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76497" y="1251094"/>
              <a:ext cx="219759" cy="320078"/>
            </a:xfrm>
            <a:custGeom>
              <a:avLst/>
              <a:pathLst>
                <a:path w="219759" h="320078">
                  <a:moveTo>
                    <a:pt x="0" y="311589"/>
                  </a:moveTo>
                  <a:lnTo>
                    <a:pt x="5113" y="313194"/>
                  </a:lnTo>
                  <a:lnTo>
                    <a:pt x="10275" y="314633"/>
                  </a:lnTo>
                  <a:lnTo>
                    <a:pt x="15481" y="315907"/>
                  </a:lnTo>
                  <a:lnTo>
                    <a:pt x="20724" y="317012"/>
                  </a:lnTo>
                  <a:lnTo>
                    <a:pt x="26001" y="317949"/>
                  </a:lnTo>
                  <a:lnTo>
                    <a:pt x="31305" y="318717"/>
                  </a:lnTo>
                  <a:lnTo>
                    <a:pt x="36630" y="319314"/>
                  </a:lnTo>
                  <a:lnTo>
                    <a:pt x="41972" y="319740"/>
                  </a:lnTo>
                  <a:lnTo>
                    <a:pt x="47325" y="319995"/>
                  </a:lnTo>
                  <a:lnTo>
                    <a:pt x="52684" y="320078"/>
                  </a:lnTo>
                  <a:lnTo>
                    <a:pt x="58042" y="319989"/>
                  </a:lnTo>
                  <a:lnTo>
                    <a:pt x="63395" y="319728"/>
                  </a:lnTo>
                  <a:lnTo>
                    <a:pt x="68736" y="319296"/>
                  </a:lnTo>
                  <a:lnTo>
                    <a:pt x="74061" y="318693"/>
                  </a:lnTo>
                  <a:lnTo>
                    <a:pt x="79364" y="317920"/>
                  </a:lnTo>
                  <a:lnTo>
                    <a:pt x="84640" y="316977"/>
                  </a:lnTo>
                  <a:lnTo>
                    <a:pt x="89882" y="315865"/>
                  </a:lnTo>
                  <a:lnTo>
                    <a:pt x="95086" y="314586"/>
                  </a:lnTo>
                  <a:lnTo>
                    <a:pt x="100247" y="313141"/>
                  </a:lnTo>
                  <a:lnTo>
                    <a:pt x="105359" y="311531"/>
                  </a:lnTo>
                  <a:lnTo>
                    <a:pt x="110416" y="309758"/>
                  </a:lnTo>
                  <a:lnTo>
                    <a:pt x="115414" y="307824"/>
                  </a:lnTo>
                  <a:lnTo>
                    <a:pt x="120347" y="305731"/>
                  </a:lnTo>
                  <a:lnTo>
                    <a:pt x="125211" y="303480"/>
                  </a:lnTo>
                  <a:lnTo>
                    <a:pt x="130000" y="301075"/>
                  </a:lnTo>
                  <a:lnTo>
                    <a:pt x="134709" y="298518"/>
                  </a:lnTo>
                  <a:lnTo>
                    <a:pt x="139334" y="295811"/>
                  </a:lnTo>
                  <a:lnTo>
                    <a:pt x="143870" y="292957"/>
                  </a:lnTo>
                  <a:lnTo>
                    <a:pt x="148312" y="289959"/>
                  </a:lnTo>
                  <a:lnTo>
                    <a:pt x="152656" y="286821"/>
                  </a:lnTo>
                  <a:lnTo>
                    <a:pt x="156897" y="283544"/>
                  </a:lnTo>
                  <a:lnTo>
                    <a:pt x="161031" y="280134"/>
                  </a:lnTo>
                  <a:lnTo>
                    <a:pt x="165053" y="276592"/>
                  </a:lnTo>
                  <a:lnTo>
                    <a:pt x="168960" y="272924"/>
                  </a:lnTo>
                  <a:lnTo>
                    <a:pt x="172747" y="269132"/>
                  </a:lnTo>
                  <a:lnTo>
                    <a:pt x="176411" y="265221"/>
                  </a:lnTo>
                  <a:lnTo>
                    <a:pt x="179947" y="261195"/>
                  </a:lnTo>
                  <a:lnTo>
                    <a:pt x="183352" y="257057"/>
                  </a:lnTo>
                  <a:lnTo>
                    <a:pt x="186624" y="252812"/>
                  </a:lnTo>
                  <a:lnTo>
                    <a:pt x="189757" y="248464"/>
                  </a:lnTo>
                  <a:lnTo>
                    <a:pt x="192749" y="244018"/>
                  </a:lnTo>
                  <a:lnTo>
                    <a:pt x="195598" y="239479"/>
                  </a:lnTo>
                  <a:lnTo>
                    <a:pt x="198299" y="234850"/>
                  </a:lnTo>
                  <a:lnTo>
                    <a:pt x="200851" y="230138"/>
                  </a:lnTo>
                  <a:lnTo>
                    <a:pt x="203250" y="225346"/>
                  </a:lnTo>
                  <a:lnTo>
                    <a:pt x="205494" y="220479"/>
                  </a:lnTo>
                  <a:lnTo>
                    <a:pt x="207582" y="215544"/>
                  </a:lnTo>
                  <a:lnTo>
                    <a:pt x="209510" y="210543"/>
                  </a:lnTo>
                  <a:lnTo>
                    <a:pt x="211276" y="205484"/>
                  </a:lnTo>
                  <a:lnTo>
                    <a:pt x="212880" y="200370"/>
                  </a:lnTo>
                  <a:lnTo>
                    <a:pt x="214319" y="195208"/>
                  </a:lnTo>
                  <a:lnTo>
                    <a:pt x="215592" y="190002"/>
                  </a:lnTo>
                  <a:lnTo>
                    <a:pt x="216697" y="184759"/>
                  </a:lnTo>
                  <a:lnTo>
                    <a:pt x="217633" y="179482"/>
                  </a:lnTo>
                  <a:lnTo>
                    <a:pt x="218400" y="174178"/>
                  </a:lnTo>
                  <a:lnTo>
                    <a:pt x="218997" y="168852"/>
                  </a:lnTo>
                  <a:lnTo>
                    <a:pt x="219422" y="163510"/>
                  </a:lnTo>
                  <a:lnTo>
                    <a:pt x="219676" y="158157"/>
                  </a:lnTo>
                  <a:lnTo>
                    <a:pt x="219759" y="152799"/>
                  </a:lnTo>
                  <a:lnTo>
                    <a:pt x="219669" y="147440"/>
                  </a:lnTo>
                  <a:lnTo>
                    <a:pt x="219408" y="142088"/>
                  </a:lnTo>
                  <a:lnTo>
                    <a:pt x="218975" y="136746"/>
                  </a:lnTo>
                  <a:lnTo>
                    <a:pt x="218372" y="131421"/>
                  </a:lnTo>
                  <a:lnTo>
                    <a:pt x="217598" y="126118"/>
                  </a:lnTo>
                  <a:lnTo>
                    <a:pt x="216654" y="120843"/>
                  </a:lnTo>
                  <a:lnTo>
                    <a:pt x="215542" y="115601"/>
                  </a:lnTo>
                  <a:lnTo>
                    <a:pt x="214262" y="110397"/>
                  </a:lnTo>
                  <a:lnTo>
                    <a:pt x="212816" y="105236"/>
                  </a:lnTo>
                  <a:lnTo>
                    <a:pt x="211206" y="100125"/>
                  </a:lnTo>
                  <a:lnTo>
                    <a:pt x="209432" y="95068"/>
                  </a:lnTo>
                  <a:lnTo>
                    <a:pt x="207498" y="90070"/>
                  </a:lnTo>
                  <a:lnTo>
                    <a:pt x="205404" y="85137"/>
                  </a:lnTo>
                  <a:lnTo>
                    <a:pt x="203153" y="80274"/>
                  </a:lnTo>
                  <a:lnTo>
                    <a:pt x="200747" y="75485"/>
                  </a:lnTo>
                  <a:lnTo>
                    <a:pt x="198189" y="70776"/>
                  </a:lnTo>
                  <a:lnTo>
                    <a:pt x="195482" y="66151"/>
                  </a:lnTo>
                  <a:lnTo>
                    <a:pt x="192627" y="61615"/>
                  </a:lnTo>
                  <a:lnTo>
                    <a:pt x="189629" y="57173"/>
                  </a:lnTo>
                  <a:lnTo>
                    <a:pt x="186490" y="52830"/>
                  </a:lnTo>
                  <a:lnTo>
                    <a:pt x="183213" y="48589"/>
                  </a:lnTo>
                  <a:lnTo>
                    <a:pt x="179802" y="44456"/>
                  </a:lnTo>
                  <a:lnTo>
                    <a:pt x="176260" y="40434"/>
                  </a:lnTo>
                  <a:lnTo>
                    <a:pt x="172592" y="36528"/>
                  </a:lnTo>
                  <a:lnTo>
                    <a:pt x="168799" y="32741"/>
                  </a:lnTo>
                  <a:lnTo>
                    <a:pt x="164888" y="29078"/>
                  </a:lnTo>
                  <a:lnTo>
                    <a:pt x="160861" y="25542"/>
                  </a:lnTo>
                  <a:lnTo>
                    <a:pt x="156723" y="22137"/>
                  </a:lnTo>
                  <a:lnTo>
                    <a:pt x="152477" y="18867"/>
                  </a:lnTo>
                  <a:lnTo>
                    <a:pt x="148129" y="15734"/>
                  </a:lnTo>
                  <a:lnTo>
                    <a:pt x="143683" y="12742"/>
                  </a:lnTo>
                  <a:lnTo>
                    <a:pt x="139143" y="9894"/>
                  </a:lnTo>
                  <a:lnTo>
                    <a:pt x="134515" y="7193"/>
                  </a:lnTo>
                  <a:lnTo>
                    <a:pt x="129802" y="4642"/>
                  </a:lnTo>
                  <a:lnTo>
                    <a:pt x="125009" y="2243"/>
                  </a:lnTo>
                  <a:lnTo>
                    <a:pt x="120143" y="0"/>
                  </a:lnTo>
                  <a:lnTo>
                    <a:pt x="52591" y="152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67551" cy="167167"/>
            </a:xfrm>
            <a:custGeom>
              <a:avLst/>
              <a:pathLst>
                <a:path w="67551" h="167167">
                  <a:moveTo>
                    <a:pt x="67551" y="14256"/>
                  </a:moveTo>
                  <a:lnTo>
                    <a:pt x="62211" y="12007"/>
                  </a:lnTo>
                  <a:lnTo>
                    <a:pt x="56796" y="9944"/>
                  </a:lnTo>
                  <a:lnTo>
                    <a:pt x="51312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19" y="3602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82778" y="1546402"/>
              <a:ext cx="129788" cy="167167"/>
            </a:xfrm>
            <a:custGeom>
              <a:avLst/>
              <a:pathLst>
                <a:path w="129788" h="167167">
                  <a:moveTo>
                    <a:pt x="129788" y="0"/>
                  </a:moveTo>
                  <a:lnTo>
                    <a:pt x="124285" y="90"/>
                  </a:lnTo>
                  <a:lnTo>
                    <a:pt x="118789" y="362"/>
                  </a:lnTo>
                  <a:lnTo>
                    <a:pt x="113304" y="814"/>
                  </a:lnTo>
                  <a:lnTo>
                    <a:pt x="107837" y="1447"/>
                  </a:lnTo>
                  <a:lnTo>
                    <a:pt x="102394" y="2259"/>
                  </a:lnTo>
                  <a:lnTo>
                    <a:pt x="96980" y="3251"/>
                  </a:lnTo>
                  <a:lnTo>
                    <a:pt x="91602" y="4419"/>
                  </a:lnTo>
                  <a:lnTo>
                    <a:pt x="86266" y="5764"/>
                  </a:lnTo>
                  <a:lnTo>
                    <a:pt x="80976" y="7285"/>
                  </a:lnTo>
                  <a:lnTo>
                    <a:pt x="75740" y="8978"/>
                  </a:lnTo>
                  <a:lnTo>
                    <a:pt x="70562" y="10843"/>
                  </a:lnTo>
                  <a:lnTo>
                    <a:pt x="65448" y="12877"/>
                  </a:lnTo>
                  <a:lnTo>
                    <a:pt x="60404" y="15079"/>
                  </a:lnTo>
                  <a:lnTo>
                    <a:pt x="55436" y="17445"/>
                  </a:lnTo>
                  <a:lnTo>
                    <a:pt x="50547" y="19974"/>
                  </a:lnTo>
                  <a:lnTo>
                    <a:pt x="45745" y="22662"/>
                  </a:lnTo>
                  <a:lnTo>
                    <a:pt x="41034" y="25507"/>
                  </a:lnTo>
                  <a:lnTo>
                    <a:pt x="36419" y="28505"/>
                  </a:lnTo>
                  <a:lnTo>
                    <a:pt x="31905" y="31654"/>
                  </a:lnTo>
                  <a:lnTo>
                    <a:pt x="27497" y="34949"/>
                  </a:lnTo>
                  <a:lnTo>
                    <a:pt x="23201" y="38388"/>
                  </a:lnTo>
                  <a:lnTo>
                    <a:pt x="19019" y="41966"/>
                  </a:lnTo>
                  <a:lnTo>
                    <a:pt x="14958" y="45680"/>
                  </a:lnTo>
                  <a:lnTo>
                    <a:pt x="11021" y="49526"/>
                  </a:lnTo>
                  <a:lnTo>
                    <a:pt x="7213" y="53499"/>
                  </a:lnTo>
                  <a:lnTo>
                    <a:pt x="3538" y="57596"/>
                  </a:lnTo>
                  <a:lnTo>
                    <a:pt x="0" y="61811"/>
                  </a:lnTo>
                  <a:lnTo>
                    <a:pt x="12978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2778" y="1608213"/>
              <a:ext cx="129788" cy="105355"/>
            </a:xfrm>
            <a:custGeom>
              <a:avLst/>
              <a:pathLst>
                <a:path w="129788" h="105355">
                  <a:moveTo>
                    <a:pt x="0" y="0"/>
                  </a:moveTo>
                  <a:lnTo>
                    <a:pt x="129788" y="1053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45415" y="1569223"/>
              <a:ext cx="334313" cy="311512"/>
            </a:xfrm>
            <a:custGeom>
              <a:avLst/>
              <a:pathLst>
                <a:path w="334313" h="311512">
                  <a:moveTo>
                    <a:pt x="37362" y="38990"/>
                  </a:moveTo>
                  <a:lnTo>
                    <a:pt x="34078" y="43170"/>
                  </a:lnTo>
                  <a:lnTo>
                    <a:pt x="30928" y="47453"/>
                  </a:lnTo>
                  <a:lnTo>
                    <a:pt x="27916" y="51833"/>
                  </a:lnTo>
                  <a:lnTo>
                    <a:pt x="25045" y="56307"/>
                  </a:lnTo>
                  <a:lnTo>
                    <a:pt x="22317" y="60870"/>
                  </a:lnTo>
                  <a:lnTo>
                    <a:pt x="19736" y="65517"/>
                  </a:lnTo>
                  <a:lnTo>
                    <a:pt x="17304" y="70244"/>
                  </a:lnTo>
                  <a:lnTo>
                    <a:pt x="15024" y="75046"/>
                  </a:lnTo>
                  <a:lnTo>
                    <a:pt x="12898" y="79918"/>
                  </a:lnTo>
                  <a:lnTo>
                    <a:pt x="10927" y="84855"/>
                  </a:lnTo>
                  <a:lnTo>
                    <a:pt x="9114" y="89853"/>
                  </a:lnTo>
                  <a:lnTo>
                    <a:pt x="7462" y="94905"/>
                  </a:lnTo>
                  <a:lnTo>
                    <a:pt x="5970" y="100008"/>
                  </a:lnTo>
                  <a:lnTo>
                    <a:pt x="4642" y="105155"/>
                  </a:lnTo>
                  <a:lnTo>
                    <a:pt x="3478" y="110342"/>
                  </a:lnTo>
                  <a:lnTo>
                    <a:pt x="2480" y="115563"/>
                  </a:lnTo>
                  <a:lnTo>
                    <a:pt x="1648" y="120814"/>
                  </a:lnTo>
                  <a:lnTo>
                    <a:pt x="983" y="126088"/>
                  </a:lnTo>
                  <a:lnTo>
                    <a:pt x="487" y="131380"/>
                  </a:lnTo>
                  <a:lnTo>
                    <a:pt x="159" y="136686"/>
                  </a:lnTo>
                  <a:lnTo>
                    <a:pt x="0" y="142000"/>
                  </a:lnTo>
                  <a:lnTo>
                    <a:pt x="9" y="147316"/>
                  </a:lnTo>
                  <a:lnTo>
                    <a:pt x="188" y="152629"/>
                  </a:lnTo>
                  <a:lnTo>
                    <a:pt x="536" y="157933"/>
                  </a:lnTo>
                  <a:lnTo>
                    <a:pt x="1052" y="163224"/>
                  </a:lnTo>
                  <a:lnTo>
                    <a:pt x="1737" y="168496"/>
                  </a:lnTo>
                  <a:lnTo>
                    <a:pt x="2588" y="173743"/>
                  </a:lnTo>
                  <a:lnTo>
                    <a:pt x="3606" y="178960"/>
                  </a:lnTo>
                  <a:lnTo>
                    <a:pt x="4789" y="184143"/>
                  </a:lnTo>
                  <a:lnTo>
                    <a:pt x="6137" y="189285"/>
                  </a:lnTo>
                  <a:lnTo>
                    <a:pt x="7647" y="194382"/>
                  </a:lnTo>
                  <a:lnTo>
                    <a:pt x="9319" y="199428"/>
                  </a:lnTo>
                  <a:lnTo>
                    <a:pt x="11150" y="204419"/>
                  </a:lnTo>
                  <a:lnTo>
                    <a:pt x="13139" y="209349"/>
                  </a:lnTo>
                  <a:lnTo>
                    <a:pt x="15283" y="214213"/>
                  </a:lnTo>
                  <a:lnTo>
                    <a:pt x="17582" y="219006"/>
                  </a:lnTo>
                  <a:lnTo>
                    <a:pt x="20031" y="223724"/>
                  </a:lnTo>
                  <a:lnTo>
                    <a:pt x="22629" y="228362"/>
                  </a:lnTo>
                  <a:lnTo>
                    <a:pt x="25374" y="232915"/>
                  </a:lnTo>
                  <a:lnTo>
                    <a:pt x="28262" y="237378"/>
                  </a:lnTo>
                  <a:lnTo>
                    <a:pt x="31290" y="241747"/>
                  </a:lnTo>
                  <a:lnTo>
                    <a:pt x="34456" y="246017"/>
                  </a:lnTo>
                  <a:lnTo>
                    <a:pt x="37755" y="250185"/>
                  </a:lnTo>
                  <a:lnTo>
                    <a:pt x="41186" y="254246"/>
                  </a:lnTo>
                  <a:lnTo>
                    <a:pt x="44744" y="258196"/>
                  </a:lnTo>
                  <a:lnTo>
                    <a:pt x="48426" y="262030"/>
                  </a:lnTo>
                  <a:lnTo>
                    <a:pt x="52228" y="265745"/>
                  </a:lnTo>
                  <a:lnTo>
                    <a:pt x="56146" y="269338"/>
                  </a:lnTo>
                  <a:lnTo>
                    <a:pt x="60176" y="272804"/>
                  </a:lnTo>
                  <a:lnTo>
                    <a:pt x="64315" y="276141"/>
                  </a:lnTo>
                  <a:lnTo>
                    <a:pt x="68557" y="279344"/>
                  </a:lnTo>
                  <a:lnTo>
                    <a:pt x="72900" y="282411"/>
                  </a:lnTo>
                  <a:lnTo>
                    <a:pt x="77337" y="285338"/>
                  </a:lnTo>
                  <a:lnTo>
                    <a:pt x="81865" y="288122"/>
                  </a:lnTo>
                  <a:lnTo>
                    <a:pt x="86480" y="290761"/>
                  </a:lnTo>
                  <a:lnTo>
                    <a:pt x="91176" y="293252"/>
                  </a:lnTo>
                  <a:lnTo>
                    <a:pt x="95949" y="295592"/>
                  </a:lnTo>
                  <a:lnTo>
                    <a:pt x="100794" y="297780"/>
                  </a:lnTo>
                  <a:lnTo>
                    <a:pt x="105706" y="299812"/>
                  </a:lnTo>
                  <a:lnTo>
                    <a:pt x="110681" y="301687"/>
                  </a:lnTo>
                  <a:lnTo>
                    <a:pt x="115712" y="303403"/>
                  </a:lnTo>
                  <a:lnTo>
                    <a:pt x="120795" y="304958"/>
                  </a:lnTo>
                  <a:lnTo>
                    <a:pt x="125926" y="306351"/>
                  </a:lnTo>
                  <a:lnTo>
                    <a:pt x="131098" y="307580"/>
                  </a:lnTo>
                  <a:lnTo>
                    <a:pt x="136306" y="308644"/>
                  </a:lnTo>
                  <a:lnTo>
                    <a:pt x="141545" y="309541"/>
                  </a:lnTo>
                  <a:lnTo>
                    <a:pt x="146811" y="310272"/>
                  </a:lnTo>
                  <a:lnTo>
                    <a:pt x="152097" y="310835"/>
                  </a:lnTo>
                  <a:lnTo>
                    <a:pt x="157398" y="311229"/>
                  </a:lnTo>
                  <a:lnTo>
                    <a:pt x="162709" y="311455"/>
                  </a:lnTo>
                  <a:lnTo>
                    <a:pt x="168025" y="311512"/>
                  </a:lnTo>
                  <a:lnTo>
                    <a:pt x="173340" y="311399"/>
                  </a:lnTo>
                  <a:lnTo>
                    <a:pt x="178648" y="311118"/>
                  </a:lnTo>
                  <a:lnTo>
                    <a:pt x="183945" y="310668"/>
                  </a:lnTo>
                  <a:lnTo>
                    <a:pt x="189225" y="310050"/>
                  </a:lnTo>
                  <a:lnTo>
                    <a:pt x="194482" y="309264"/>
                  </a:lnTo>
                  <a:lnTo>
                    <a:pt x="199712" y="308312"/>
                  </a:lnTo>
                  <a:lnTo>
                    <a:pt x="204909" y="307194"/>
                  </a:lnTo>
                  <a:lnTo>
                    <a:pt x="210068" y="305911"/>
                  </a:lnTo>
                  <a:lnTo>
                    <a:pt x="215184" y="304464"/>
                  </a:lnTo>
                  <a:lnTo>
                    <a:pt x="220250" y="302856"/>
                  </a:lnTo>
                  <a:lnTo>
                    <a:pt x="225263" y="301088"/>
                  </a:lnTo>
                  <a:lnTo>
                    <a:pt x="230218" y="299161"/>
                  </a:lnTo>
                  <a:lnTo>
                    <a:pt x="235108" y="297077"/>
                  </a:lnTo>
                  <a:lnTo>
                    <a:pt x="239930" y="294839"/>
                  </a:lnTo>
                  <a:lnTo>
                    <a:pt x="244678" y="292449"/>
                  </a:lnTo>
                  <a:lnTo>
                    <a:pt x="249348" y="289909"/>
                  </a:lnTo>
                  <a:lnTo>
                    <a:pt x="253935" y="287222"/>
                  </a:lnTo>
                  <a:lnTo>
                    <a:pt x="258434" y="284390"/>
                  </a:lnTo>
                  <a:lnTo>
                    <a:pt x="262841" y="281417"/>
                  </a:lnTo>
                  <a:lnTo>
                    <a:pt x="267151" y="278305"/>
                  </a:lnTo>
                  <a:lnTo>
                    <a:pt x="271359" y="275058"/>
                  </a:lnTo>
                  <a:lnTo>
                    <a:pt x="275463" y="271678"/>
                  </a:lnTo>
                  <a:lnTo>
                    <a:pt x="279457" y="268170"/>
                  </a:lnTo>
                  <a:lnTo>
                    <a:pt x="283337" y="264536"/>
                  </a:lnTo>
                  <a:lnTo>
                    <a:pt x="287100" y="260781"/>
                  </a:lnTo>
                  <a:lnTo>
                    <a:pt x="290741" y="256909"/>
                  </a:lnTo>
                  <a:lnTo>
                    <a:pt x="294258" y="252922"/>
                  </a:lnTo>
                  <a:lnTo>
                    <a:pt x="297646" y="248826"/>
                  </a:lnTo>
                  <a:lnTo>
                    <a:pt x="300902" y="244624"/>
                  </a:lnTo>
                  <a:lnTo>
                    <a:pt x="304023" y="240320"/>
                  </a:lnTo>
                  <a:lnTo>
                    <a:pt x="307005" y="235920"/>
                  </a:lnTo>
                  <a:lnTo>
                    <a:pt x="309846" y="231426"/>
                  </a:lnTo>
                  <a:lnTo>
                    <a:pt x="312543" y="226845"/>
                  </a:lnTo>
                  <a:lnTo>
                    <a:pt x="315092" y="222181"/>
                  </a:lnTo>
                  <a:lnTo>
                    <a:pt x="317492" y="217437"/>
                  </a:lnTo>
                  <a:lnTo>
                    <a:pt x="319740" y="212620"/>
                  </a:lnTo>
                  <a:lnTo>
                    <a:pt x="321834" y="207734"/>
                  </a:lnTo>
                  <a:lnTo>
                    <a:pt x="323771" y="202784"/>
                  </a:lnTo>
                  <a:lnTo>
                    <a:pt x="325550" y="197774"/>
                  </a:lnTo>
                  <a:lnTo>
                    <a:pt x="327169" y="192711"/>
                  </a:lnTo>
                  <a:lnTo>
                    <a:pt x="328626" y="187598"/>
                  </a:lnTo>
                  <a:lnTo>
                    <a:pt x="329919" y="182442"/>
                  </a:lnTo>
                  <a:lnTo>
                    <a:pt x="331048" y="177247"/>
                  </a:lnTo>
                  <a:lnTo>
                    <a:pt x="332011" y="172020"/>
                  </a:lnTo>
                  <a:lnTo>
                    <a:pt x="332808" y="166764"/>
                  </a:lnTo>
                  <a:lnTo>
                    <a:pt x="333437" y="161485"/>
                  </a:lnTo>
                  <a:lnTo>
                    <a:pt x="333898" y="156189"/>
                  </a:lnTo>
                  <a:lnTo>
                    <a:pt x="334190" y="150881"/>
                  </a:lnTo>
                  <a:lnTo>
                    <a:pt x="334313" y="145567"/>
                  </a:lnTo>
                  <a:lnTo>
                    <a:pt x="334268" y="140251"/>
                  </a:lnTo>
                  <a:lnTo>
                    <a:pt x="334053" y="134940"/>
                  </a:lnTo>
                  <a:lnTo>
                    <a:pt x="333670" y="129637"/>
                  </a:lnTo>
                  <a:lnTo>
                    <a:pt x="333118" y="124350"/>
                  </a:lnTo>
                  <a:lnTo>
                    <a:pt x="332398" y="119083"/>
                  </a:lnTo>
                  <a:lnTo>
                    <a:pt x="331511" y="113842"/>
                  </a:lnTo>
                  <a:lnTo>
                    <a:pt x="330458" y="108631"/>
                  </a:lnTo>
                  <a:lnTo>
                    <a:pt x="329240" y="103457"/>
                  </a:lnTo>
                  <a:lnTo>
                    <a:pt x="327858" y="98324"/>
                  </a:lnTo>
                  <a:lnTo>
                    <a:pt x="326313" y="93237"/>
                  </a:lnTo>
                  <a:lnTo>
                    <a:pt x="324608" y="88202"/>
                  </a:lnTo>
                  <a:lnTo>
                    <a:pt x="322743" y="83224"/>
                  </a:lnTo>
                  <a:lnTo>
                    <a:pt x="320721" y="78308"/>
                  </a:lnTo>
                  <a:lnTo>
                    <a:pt x="318543" y="73458"/>
                  </a:lnTo>
                  <a:lnTo>
                    <a:pt x="316213" y="68680"/>
                  </a:lnTo>
                  <a:lnTo>
                    <a:pt x="313732" y="63979"/>
                  </a:lnTo>
                  <a:lnTo>
                    <a:pt x="311102" y="59359"/>
                  </a:lnTo>
                  <a:lnTo>
                    <a:pt x="308327" y="54825"/>
                  </a:lnTo>
                  <a:lnTo>
                    <a:pt x="305409" y="50381"/>
                  </a:lnTo>
                  <a:lnTo>
                    <a:pt x="302352" y="46033"/>
                  </a:lnTo>
                  <a:lnTo>
                    <a:pt x="299157" y="41784"/>
                  </a:lnTo>
                  <a:lnTo>
                    <a:pt x="295830" y="37638"/>
                  </a:lnTo>
                  <a:lnTo>
                    <a:pt x="292372" y="33601"/>
                  </a:lnTo>
                  <a:lnTo>
                    <a:pt x="288787" y="29675"/>
                  </a:lnTo>
                  <a:lnTo>
                    <a:pt x="285080" y="25866"/>
                  </a:lnTo>
                  <a:lnTo>
                    <a:pt x="281253" y="22176"/>
                  </a:lnTo>
                  <a:lnTo>
                    <a:pt x="277310" y="18610"/>
                  </a:lnTo>
                  <a:lnTo>
                    <a:pt x="273257" y="15171"/>
                  </a:lnTo>
                  <a:lnTo>
                    <a:pt x="269096" y="11862"/>
                  </a:lnTo>
                  <a:lnTo>
                    <a:pt x="264832" y="8688"/>
                  </a:lnTo>
                  <a:lnTo>
                    <a:pt x="260469" y="5650"/>
                  </a:lnTo>
                  <a:lnTo>
                    <a:pt x="256012" y="2753"/>
                  </a:lnTo>
                  <a:lnTo>
                    <a:pt x="251465" y="0"/>
                  </a:lnTo>
                  <a:lnTo>
                    <a:pt x="167150" y="144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84314" cy="167167"/>
            </a:xfrm>
            <a:custGeom>
              <a:avLst/>
              <a:pathLst>
                <a:path w="84314" h="167167">
                  <a:moveTo>
                    <a:pt x="84314" y="22820"/>
                  </a:moveTo>
                  <a:lnTo>
                    <a:pt x="79175" y="19939"/>
                  </a:lnTo>
                  <a:lnTo>
                    <a:pt x="73938" y="17240"/>
                  </a:lnTo>
                  <a:lnTo>
                    <a:pt x="68610" y="14728"/>
                  </a:lnTo>
                  <a:lnTo>
                    <a:pt x="63196" y="12405"/>
                  </a:lnTo>
                  <a:lnTo>
                    <a:pt x="57703" y="10275"/>
                  </a:lnTo>
                  <a:lnTo>
                    <a:pt x="52139" y="8339"/>
                  </a:lnTo>
                  <a:lnTo>
                    <a:pt x="46510" y="6600"/>
                  </a:lnTo>
                  <a:lnTo>
                    <a:pt x="40824" y="5061"/>
                  </a:lnTo>
                  <a:lnTo>
                    <a:pt x="35086" y="3723"/>
                  </a:lnTo>
                  <a:lnTo>
                    <a:pt x="29305" y="2588"/>
                  </a:lnTo>
                  <a:lnTo>
                    <a:pt x="23488" y="1658"/>
                  </a:lnTo>
                  <a:lnTo>
                    <a:pt x="17641" y="933"/>
                  </a:lnTo>
                  <a:lnTo>
                    <a:pt x="11773" y="415"/>
                  </a:lnTo>
                  <a:lnTo>
                    <a:pt x="5890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5014" y="1943516"/>
              <a:ext cx="93769" cy="167167"/>
            </a:xfrm>
            <a:custGeom>
              <a:avLst/>
              <a:pathLst>
                <a:path w="93769" h="167167">
                  <a:moveTo>
                    <a:pt x="93769" y="0"/>
                  </a:moveTo>
                  <a:lnTo>
                    <a:pt x="87914" y="102"/>
                  </a:lnTo>
                  <a:lnTo>
                    <a:pt x="82067" y="410"/>
                  </a:lnTo>
                  <a:lnTo>
                    <a:pt x="76234" y="922"/>
                  </a:lnTo>
                  <a:lnTo>
                    <a:pt x="70422" y="1638"/>
                  </a:lnTo>
                  <a:lnTo>
                    <a:pt x="64639" y="2557"/>
                  </a:lnTo>
                  <a:lnTo>
                    <a:pt x="58892" y="3678"/>
                  </a:lnTo>
                  <a:lnTo>
                    <a:pt x="53187" y="5000"/>
                  </a:lnTo>
                  <a:lnTo>
                    <a:pt x="47533" y="6521"/>
                  </a:lnTo>
                  <a:lnTo>
                    <a:pt x="41935" y="8239"/>
                  </a:lnTo>
                  <a:lnTo>
                    <a:pt x="36400" y="10152"/>
                  </a:lnTo>
                  <a:lnTo>
                    <a:pt x="30937" y="12257"/>
                  </a:lnTo>
                  <a:lnTo>
                    <a:pt x="25550" y="14553"/>
                  </a:lnTo>
                  <a:lnTo>
                    <a:pt x="20247" y="17036"/>
                  </a:lnTo>
                  <a:lnTo>
                    <a:pt x="15034" y="19703"/>
                  </a:lnTo>
                  <a:lnTo>
                    <a:pt x="9917" y="22551"/>
                  </a:lnTo>
                  <a:lnTo>
                    <a:pt x="4904" y="25576"/>
                  </a:lnTo>
                  <a:lnTo>
                    <a:pt x="0" y="28775"/>
                  </a:lnTo>
                  <a:lnTo>
                    <a:pt x="9376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5014" y="1972292"/>
              <a:ext cx="93769" cy="138391"/>
            </a:xfrm>
            <a:custGeom>
              <a:avLst/>
              <a:pathLst>
                <a:path w="93769" h="138391">
                  <a:moveTo>
                    <a:pt x="0" y="0"/>
                  </a:moveTo>
                  <a:lnTo>
                    <a:pt x="93769" y="1383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4757" y="1972292"/>
              <a:ext cx="94026" cy="138391"/>
            </a:xfrm>
            <a:custGeom>
              <a:avLst/>
              <a:pathLst>
                <a:path w="94026" h="138391">
                  <a:moveTo>
                    <a:pt x="256" y="0"/>
                  </a:moveTo>
                  <a:lnTo>
                    <a:pt x="0" y="174"/>
                  </a:lnTo>
                  <a:lnTo>
                    <a:pt x="94026" y="1383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11626" y="1943516"/>
              <a:ext cx="334307" cy="334334"/>
            </a:xfrm>
            <a:custGeom>
              <a:avLst/>
              <a:pathLst>
                <a:path w="334307" h="334334">
                  <a:moveTo>
                    <a:pt x="73130" y="28950"/>
                  </a:moveTo>
                  <a:lnTo>
                    <a:pt x="68788" y="32006"/>
                  </a:lnTo>
                  <a:lnTo>
                    <a:pt x="64545" y="35198"/>
                  </a:lnTo>
                  <a:lnTo>
                    <a:pt x="60405" y="38523"/>
                  </a:lnTo>
                  <a:lnTo>
                    <a:pt x="56374" y="41978"/>
                  </a:lnTo>
                  <a:lnTo>
                    <a:pt x="52454" y="45560"/>
                  </a:lnTo>
                  <a:lnTo>
                    <a:pt x="48649" y="49264"/>
                  </a:lnTo>
                  <a:lnTo>
                    <a:pt x="44965" y="53087"/>
                  </a:lnTo>
                  <a:lnTo>
                    <a:pt x="41403" y="57025"/>
                  </a:lnTo>
                  <a:lnTo>
                    <a:pt x="37969" y="61075"/>
                  </a:lnTo>
                  <a:lnTo>
                    <a:pt x="34665" y="65231"/>
                  </a:lnTo>
                  <a:lnTo>
                    <a:pt x="31494" y="69490"/>
                  </a:lnTo>
                  <a:lnTo>
                    <a:pt x="28460" y="73848"/>
                  </a:lnTo>
                  <a:lnTo>
                    <a:pt x="25567" y="78300"/>
                  </a:lnTo>
                  <a:lnTo>
                    <a:pt x="22816" y="82842"/>
                  </a:lnTo>
                  <a:lnTo>
                    <a:pt x="20210" y="87468"/>
                  </a:lnTo>
                  <a:lnTo>
                    <a:pt x="17753" y="92175"/>
                  </a:lnTo>
                  <a:lnTo>
                    <a:pt x="15447" y="96958"/>
                  </a:lnTo>
                  <a:lnTo>
                    <a:pt x="13294" y="101812"/>
                  </a:lnTo>
                  <a:lnTo>
                    <a:pt x="11296" y="106731"/>
                  </a:lnTo>
                  <a:lnTo>
                    <a:pt x="9455" y="111712"/>
                  </a:lnTo>
                  <a:lnTo>
                    <a:pt x="7774" y="116748"/>
                  </a:lnTo>
                  <a:lnTo>
                    <a:pt x="6253" y="121835"/>
                  </a:lnTo>
                  <a:lnTo>
                    <a:pt x="4894" y="126968"/>
                  </a:lnTo>
                  <a:lnTo>
                    <a:pt x="3699" y="132142"/>
                  </a:lnTo>
                  <a:lnTo>
                    <a:pt x="2669" y="137351"/>
                  </a:lnTo>
                  <a:lnTo>
                    <a:pt x="1805" y="142590"/>
                  </a:lnTo>
                  <a:lnTo>
                    <a:pt x="1108" y="147854"/>
                  </a:lnTo>
                  <a:lnTo>
                    <a:pt x="579" y="153137"/>
                  </a:lnTo>
                  <a:lnTo>
                    <a:pt x="217" y="158434"/>
                  </a:lnTo>
                  <a:lnTo>
                    <a:pt x="24" y="163740"/>
                  </a:lnTo>
                  <a:lnTo>
                    <a:pt x="0" y="169050"/>
                  </a:lnTo>
                  <a:lnTo>
                    <a:pt x="144" y="174358"/>
                  </a:lnTo>
                  <a:lnTo>
                    <a:pt x="456" y="179658"/>
                  </a:lnTo>
                  <a:lnTo>
                    <a:pt x="937" y="184946"/>
                  </a:lnTo>
                  <a:lnTo>
                    <a:pt x="1586" y="190216"/>
                  </a:lnTo>
                  <a:lnTo>
                    <a:pt x="2401" y="195463"/>
                  </a:lnTo>
                  <a:lnTo>
                    <a:pt x="3383" y="200681"/>
                  </a:lnTo>
                  <a:lnTo>
                    <a:pt x="4530" y="205866"/>
                  </a:lnTo>
                  <a:lnTo>
                    <a:pt x="5841" y="211011"/>
                  </a:lnTo>
                  <a:lnTo>
                    <a:pt x="7315" y="216112"/>
                  </a:lnTo>
                  <a:lnTo>
                    <a:pt x="8950" y="221164"/>
                  </a:lnTo>
                  <a:lnTo>
                    <a:pt x="10745" y="226161"/>
                  </a:lnTo>
                  <a:lnTo>
                    <a:pt x="12697" y="231099"/>
                  </a:lnTo>
                  <a:lnTo>
                    <a:pt x="14805" y="235972"/>
                  </a:lnTo>
                  <a:lnTo>
                    <a:pt x="17067" y="240776"/>
                  </a:lnTo>
                  <a:lnTo>
                    <a:pt x="19481" y="245505"/>
                  </a:lnTo>
                  <a:lnTo>
                    <a:pt x="22043" y="250156"/>
                  </a:lnTo>
                  <a:lnTo>
                    <a:pt x="24752" y="254723"/>
                  </a:lnTo>
                  <a:lnTo>
                    <a:pt x="27605" y="259201"/>
                  </a:lnTo>
                  <a:lnTo>
                    <a:pt x="30598" y="263587"/>
                  </a:lnTo>
                  <a:lnTo>
                    <a:pt x="33729" y="267875"/>
                  </a:lnTo>
                  <a:lnTo>
                    <a:pt x="36995" y="272062"/>
                  </a:lnTo>
                  <a:lnTo>
                    <a:pt x="40392" y="276143"/>
                  </a:lnTo>
                  <a:lnTo>
                    <a:pt x="43917" y="280114"/>
                  </a:lnTo>
                  <a:lnTo>
                    <a:pt x="47566" y="283971"/>
                  </a:lnTo>
                  <a:lnTo>
                    <a:pt x="51336" y="287710"/>
                  </a:lnTo>
                  <a:lnTo>
                    <a:pt x="55223" y="291327"/>
                  </a:lnTo>
                  <a:lnTo>
                    <a:pt x="59222" y="294820"/>
                  </a:lnTo>
                  <a:lnTo>
                    <a:pt x="63331" y="298183"/>
                  </a:lnTo>
                  <a:lnTo>
                    <a:pt x="67544" y="301414"/>
                  </a:lnTo>
                  <a:lnTo>
                    <a:pt x="71858" y="304510"/>
                  </a:lnTo>
                  <a:lnTo>
                    <a:pt x="76268" y="307467"/>
                  </a:lnTo>
                  <a:lnTo>
                    <a:pt x="80770" y="310283"/>
                  </a:lnTo>
                  <a:lnTo>
                    <a:pt x="85358" y="312955"/>
                  </a:lnTo>
                  <a:lnTo>
                    <a:pt x="90030" y="315479"/>
                  </a:lnTo>
                  <a:lnTo>
                    <a:pt x="94779" y="317854"/>
                  </a:lnTo>
                  <a:lnTo>
                    <a:pt x="99601" y="320076"/>
                  </a:lnTo>
                  <a:lnTo>
                    <a:pt x="104491" y="322145"/>
                  </a:lnTo>
                  <a:lnTo>
                    <a:pt x="109445" y="324057"/>
                  </a:lnTo>
                  <a:lnTo>
                    <a:pt x="114457" y="325810"/>
                  </a:lnTo>
                  <a:lnTo>
                    <a:pt x="119522" y="327404"/>
                  </a:lnTo>
                  <a:lnTo>
                    <a:pt x="124635" y="328836"/>
                  </a:lnTo>
                  <a:lnTo>
                    <a:pt x="129790" y="330105"/>
                  </a:lnTo>
                  <a:lnTo>
                    <a:pt x="134984" y="331209"/>
                  </a:lnTo>
                  <a:lnTo>
                    <a:pt x="140210" y="332148"/>
                  </a:lnTo>
                  <a:lnTo>
                    <a:pt x="145463" y="332921"/>
                  </a:lnTo>
                  <a:lnTo>
                    <a:pt x="150738" y="333526"/>
                  </a:lnTo>
                  <a:lnTo>
                    <a:pt x="156030" y="333964"/>
                  </a:lnTo>
                  <a:lnTo>
                    <a:pt x="161333" y="334233"/>
                  </a:lnTo>
                  <a:lnTo>
                    <a:pt x="166642" y="334334"/>
                  </a:lnTo>
                  <a:lnTo>
                    <a:pt x="171951" y="334266"/>
                  </a:lnTo>
                  <a:lnTo>
                    <a:pt x="177256" y="334029"/>
                  </a:lnTo>
                  <a:lnTo>
                    <a:pt x="182550" y="333624"/>
                  </a:lnTo>
                  <a:lnTo>
                    <a:pt x="187829" y="333051"/>
                  </a:lnTo>
                  <a:lnTo>
                    <a:pt x="193087" y="332311"/>
                  </a:lnTo>
                  <a:lnTo>
                    <a:pt x="198318" y="331404"/>
                  </a:lnTo>
                  <a:lnTo>
                    <a:pt x="203519" y="330332"/>
                  </a:lnTo>
                  <a:lnTo>
                    <a:pt x="208682" y="329095"/>
                  </a:lnTo>
                  <a:lnTo>
                    <a:pt x="213804" y="327694"/>
                  </a:lnTo>
                  <a:lnTo>
                    <a:pt x="218879" y="326132"/>
                  </a:lnTo>
                  <a:lnTo>
                    <a:pt x="223901" y="324409"/>
                  </a:lnTo>
                  <a:lnTo>
                    <a:pt x="228866" y="322527"/>
                  </a:lnTo>
                  <a:lnTo>
                    <a:pt x="233769" y="320489"/>
                  </a:lnTo>
                  <a:lnTo>
                    <a:pt x="238605" y="318296"/>
                  </a:lnTo>
                  <a:lnTo>
                    <a:pt x="243369" y="315951"/>
                  </a:lnTo>
                  <a:lnTo>
                    <a:pt x="248055" y="313455"/>
                  </a:lnTo>
                  <a:lnTo>
                    <a:pt x="252661" y="310812"/>
                  </a:lnTo>
                  <a:lnTo>
                    <a:pt x="257179" y="308024"/>
                  </a:lnTo>
                  <a:lnTo>
                    <a:pt x="261608" y="305094"/>
                  </a:lnTo>
                  <a:lnTo>
                    <a:pt x="265940" y="302025"/>
                  </a:lnTo>
                  <a:lnTo>
                    <a:pt x="270173" y="298820"/>
                  </a:lnTo>
                  <a:lnTo>
                    <a:pt x="274303" y="295481"/>
                  </a:lnTo>
                  <a:lnTo>
                    <a:pt x="278324" y="292014"/>
                  </a:lnTo>
                  <a:lnTo>
                    <a:pt x="282233" y="288420"/>
                  </a:lnTo>
                  <a:lnTo>
                    <a:pt x="286026" y="284704"/>
                  </a:lnTo>
                  <a:lnTo>
                    <a:pt x="289698" y="280870"/>
                  </a:lnTo>
                  <a:lnTo>
                    <a:pt x="293248" y="276921"/>
                  </a:lnTo>
                  <a:lnTo>
                    <a:pt x="296670" y="272861"/>
                  </a:lnTo>
                  <a:lnTo>
                    <a:pt x="299961" y="268694"/>
                  </a:lnTo>
                  <a:lnTo>
                    <a:pt x="303119" y="264425"/>
                  </a:lnTo>
                  <a:lnTo>
                    <a:pt x="306139" y="260058"/>
                  </a:lnTo>
                  <a:lnTo>
                    <a:pt x="309019" y="255598"/>
                  </a:lnTo>
                  <a:lnTo>
                    <a:pt x="311756" y="251048"/>
                  </a:lnTo>
                  <a:lnTo>
                    <a:pt x="314347" y="246413"/>
                  </a:lnTo>
                  <a:lnTo>
                    <a:pt x="316789" y="241698"/>
                  </a:lnTo>
                  <a:lnTo>
                    <a:pt x="319081" y="236909"/>
                  </a:lnTo>
                  <a:lnTo>
                    <a:pt x="321219" y="232048"/>
                  </a:lnTo>
                  <a:lnTo>
                    <a:pt x="323202" y="227123"/>
                  </a:lnTo>
                  <a:lnTo>
                    <a:pt x="325027" y="222137"/>
                  </a:lnTo>
                  <a:lnTo>
                    <a:pt x="326694" y="217095"/>
                  </a:lnTo>
                  <a:lnTo>
                    <a:pt x="328199" y="212003"/>
                  </a:lnTo>
                  <a:lnTo>
                    <a:pt x="329541" y="206866"/>
                  </a:lnTo>
                  <a:lnTo>
                    <a:pt x="330720" y="201689"/>
                  </a:lnTo>
                  <a:lnTo>
                    <a:pt x="331734" y="196477"/>
                  </a:lnTo>
                  <a:lnTo>
                    <a:pt x="332582" y="191235"/>
                  </a:lnTo>
                  <a:lnTo>
                    <a:pt x="333263" y="185969"/>
                  </a:lnTo>
                  <a:lnTo>
                    <a:pt x="333776" y="180684"/>
                  </a:lnTo>
                  <a:lnTo>
                    <a:pt x="334122" y="175386"/>
                  </a:lnTo>
                  <a:lnTo>
                    <a:pt x="334298" y="170079"/>
                  </a:lnTo>
                  <a:lnTo>
                    <a:pt x="334307" y="164769"/>
                  </a:lnTo>
                  <a:lnTo>
                    <a:pt x="334146" y="159462"/>
                  </a:lnTo>
                  <a:lnTo>
                    <a:pt x="333817" y="154162"/>
                  </a:lnTo>
                  <a:lnTo>
                    <a:pt x="333320" y="148876"/>
                  </a:lnTo>
                  <a:lnTo>
                    <a:pt x="332655" y="143608"/>
                  </a:lnTo>
                  <a:lnTo>
                    <a:pt x="331824" y="138364"/>
                  </a:lnTo>
                  <a:lnTo>
                    <a:pt x="330826" y="133149"/>
                  </a:lnTo>
                  <a:lnTo>
                    <a:pt x="329663" y="127968"/>
                  </a:lnTo>
                  <a:lnTo>
                    <a:pt x="328336" y="122827"/>
                  </a:lnTo>
                  <a:lnTo>
                    <a:pt x="326847" y="117730"/>
                  </a:lnTo>
                  <a:lnTo>
                    <a:pt x="325196" y="112683"/>
                  </a:lnTo>
                  <a:lnTo>
                    <a:pt x="323386" y="107692"/>
                  </a:lnTo>
                  <a:lnTo>
                    <a:pt x="321418" y="102760"/>
                  </a:lnTo>
                  <a:lnTo>
                    <a:pt x="319295" y="97893"/>
                  </a:lnTo>
                  <a:lnTo>
                    <a:pt x="317018" y="93096"/>
                  </a:lnTo>
                  <a:lnTo>
                    <a:pt x="314590" y="88374"/>
                  </a:lnTo>
                  <a:lnTo>
                    <a:pt x="312013" y="83732"/>
                  </a:lnTo>
                  <a:lnTo>
                    <a:pt x="309290" y="79173"/>
                  </a:lnTo>
                  <a:lnTo>
                    <a:pt x="306424" y="74704"/>
                  </a:lnTo>
                  <a:lnTo>
                    <a:pt x="303417" y="70327"/>
                  </a:lnTo>
                  <a:lnTo>
                    <a:pt x="300273" y="66049"/>
                  </a:lnTo>
                  <a:lnTo>
                    <a:pt x="296994" y="61872"/>
                  </a:lnTo>
                  <a:lnTo>
                    <a:pt x="293585" y="57802"/>
                  </a:lnTo>
                  <a:lnTo>
                    <a:pt x="290048" y="53842"/>
                  </a:lnTo>
                  <a:lnTo>
                    <a:pt x="286387" y="49996"/>
                  </a:lnTo>
                  <a:lnTo>
                    <a:pt x="282605" y="46268"/>
                  </a:lnTo>
                  <a:lnTo>
                    <a:pt x="278707" y="42663"/>
                  </a:lnTo>
                  <a:lnTo>
                    <a:pt x="274697" y="39183"/>
                  </a:lnTo>
                  <a:lnTo>
                    <a:pt x="270578" y="35832"/>
                  </a:lnTo>
                  <a:lnTo>
                    <a:pt x="266355" y="32614"/>
                  </a:lnTo>
                  <a:lnTo>
                    <a:pt x="262032" y="29531"/>
                  </a:lnTo>
                  <a:lnTo>
                    <a:pt x="257613" y="26587"/>
                  </a:lnTo>
                  <a:lnTo>
                    <a:pt x="253102" y="23785"/>
                  </a:lnTo>
                  <a:lnTo>
                    <a:pt x="248505" y="21128"/>
                  </a:lnTo>
                  <a:lnTo>
                    <a:pt x="243826" y="18618"/>
                  </a:lnTo>
                  <a:lnTo>
                    <a:pt x="239070" y="16258"/>
                  </a:lnTo>
                  <a:lnTo>
                    <a:pt x="234241" y="14051"/>
                  </a:lnTo>
                  <a:lnTo>
                    <a:pt x="229344" y="11997"/>
                  </a:lnTo>
                  <a:lnTo>
                    <a:pt x="224385" y="10100"/>
                  </a:lnTo>
                  <a:lnTo>
                    <a:pt x="219368" y="8362"/>
                  </a:lnTo>
                  <a:lnTo>
                    <a:pt x="214298" y="6784"/>
                  </a:lnTo>
                  <a:lnTo>
                    <a:pt x="209180" y="5368"/>
                  </a:lnTo>
                  <a:lnTo>
                    <a:pt x="204021" y="4115"/>
                  </a:lnTo>
                  <a:lnTo>
                    <a:pt x="198824" y="3026"/>
                  </a:lnTo>
                  <a:lnTo>
                    <a:pt x="193595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0337" y="2406772"/>
              <a:ext cx="105396" cy="167167"/>
            </a:xfrm>
            <a:custGeom>
              <a:avLst/>
              <a:pathLst>
                <a:path w="105396" h="167167">
                  <a:moveTo>
                    <a:pt x="105396" y="0"/>
                  </a:moveTo>
                  <a:lnTo>
                    <a:pt x="99695" y="97"/>
                  </a:lnTo>
                  <a:lnTo>
                    <a:pt x="94001" y="388"/>
                  </a:lnTo>
                  <a:lnTo>
                    <a:pt x="88320" y="874"/>
                  </a:lnTo>
                  <a:lnTo>
                    <a:pt x="82659" y="1553"/>
                  </a:lnTo>
                  <a:lnTo>
                    <a:pt x="77024" y="2425"/>
                  </a:lnTo>
                  <a:lnTo>
                    <a:pt x="71423" y="3488"/>
                  </a:lnTo>
                  <a:lnTo>
                    <a:pt x="65861" y="4742"/>
                  </a:lnTo>
                  <a:lnTo>
                    <a:pt x="60345" y="6184"/>
                  </a:lnTo>
                  <a:lnTo>
                    <a:pt x="54881" y="7814"/>
                  </a:lnTo>
                  <a:lnTo>
                    <a:pt x="49476" y="9630"/>
                  </a:lnTo>
                  <a:lnTo>
                    <a:pt x="44136" y="11628"/>
                  </a:lnTo>
                  <a:lnTo>
                    <a:pt x="38868" y="13808"/>
                  </a:lnTo>
                  <a:lnTo>
                    <a:pt x="33677" y="16166"/>
                  </a:lnTo>
                  <a:lnTo>
                    <a:pt x="28569" y="18699"/>
                  </a:lnTo>
                  <a:lnTo>
                    <a:pt x="23550" y="21406"/>
                  </a:lnTo>
                  <a:lnTo>
                    <a:pt x="18627" y="24282"/>
                  </a:lnTo>
                  <a:lnTo>
                    <a:pt x="13805" y="27324"/>
                  </a:lnTo>
                  <a:lnTo>
                    <a:pt x="9089" y="30528"/>
                  </a:lnTo>
                  <a:lnTo>
                    <a:pt x="4486" y="33892"/>
                  </a:lnTo>
                  <a:lnTo>
                    <a:pt x="0" y="37411"/>
                  </a:lnTo>
                  <a:lnTo>
                    <a:pt x="1053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40337" y="2444183"/>
              <a:ext cx="105396" cy="129755"/>
            </a:xfrm>
            <a:custGeom>
              <a:avLst/>
              <a:pathLst>
                <a:path w="105396" h="129755">
                  <a:moveTo>
                    <a:pt x="0" y="0"/>
                  </a:moveTo>
                  <a:lnTo>
                    <a:pt x="105396" y="129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478566" y="2407079"/>
              <a:ext cx="334326" cy="334019"/>
            </a:xfrm>
            <a:custGeom>
              <a:avLst/>
              <a:pathLst>
                <a:path w="334326" h="334019">
                  <a:moveTo>
                    <a:pt x="61770" y="37103"/>
                  </a:moveTo>
                  <a:lnTo>
                    <a:pt x="57716" y="40505"/>
                  </a:lnTo>
                  <a:lnTo>
                    <a:pt x="53771" y="44033"/>
                  </a:lnTo>
                  <a:lnTo>
                    <a:pt x="49940" y="47683"/>
                  </a:lnTo>
                  <a:lnTo>
                    <a:pt x="46226" y="51454"/>
                  </a:lnTo>
                  <a:lnTo>
                    <a:pt x="42634" y="55340"/>
                  </a:lnTo>
                  <a:lnTo>
                    <a:pt x="39166" y="59338"/>
                  </a:lnTo>
                  <a:lnTo>
                    <a:pt x="35827" y="63443"/>
                  </a:lnTo>
                  <a:lnTo>
                    <a:pt x="32619" y="67652"/>
                  </a:lnTo>
                  <a:lnTo>
                    <a:pt x="29547" y="71961"/>
                  </a:lnTo>
                  <a:lnTo>
                    <a:pt x="26612" y="76365"/>
                  </a:lnTo>
                  <a:lnTo>
                    <a:pt x="23818" y="80859"/>
                  </a:lnTo>
                  <a:lnTo>
                    <a:pt x="21167" y="85440"/>
                  </a:lnTo>
                  <a:lnTo>
                    <a:pt x="18663" y="90102"/>
                  </a:lnTo>
                  <a:lnTo>
                    <a:pt x="16308" y="94841"/>
                  </a:lnTo>
                  <a:lnTo>
                    <a:pt x="14104" y="99653"/>
                  </a:lnTo>
                  <a:lnTo>
                    <a:pt x="12053" y="104531"/>
                  </a:lnTo>
                  <a:lnTo>
                    <a:pt x="10158" y="109473"/>
                  </a:lnTo>
                  <a:lnTo>
                    <a:pt x="8420" y="114471"/>
                  </a:lnTo>
                  <a:lnTo>
                    <a:pt x="6841" y="119522"/>
                  </a:lnTo>
                  <a:lnTo>
                    <a:pt x="5423" y="124621"/>
                  </a:lnTo>
                  <a:lnTo>
                    <a:pt x="4167" y="129762"/>
                  </a:lnTo>
                  <a:lnTo>
                    <a:pt x="3075" y="134940"/>
                  </a:lnTo>
                  <a:lnTo>
                    <a:pt x="2147" y="140150"/>
                  </a:lnTo>
                  <a:lnTo>
                    <a:pt x="1384" y="145387"/>
                  </a:lnTo>
                  <a:lnTo>
                    <a:pt x="787" y="150646"/>
                  </a:lnTo>
                  <a:lnTo>
                    <a:pt x="357" y="155920"/>
                  </a:lnTo>
                  <a:lnTo>
                    <a:pt x="95" y="161206"/>
                  </a:lnTo>
                  <a:lnTo>
                    <a:pt x="0" y="166497"/>
                  </a:lnTo>
                  <a:lnTo>
                    <a:pt x="72" y="171789"/>
                  </a:lnTo>
                  <a:lnTo>
                    <a:pt x="312" y="177076"/>
                  </a:lnTo>
                  <a:lnTo>
                    <a:pt x="719" y="182352"/>
                  </a:lnTo>
                  <a:lnTo>
                    <a:pt x="1292" y="187613"/>
                  </a:lnTo>
                  <a:lnTo>
                    <a:pt x="2032" y="192853"/>
                  </a:lnTo>
                  <a:lnTo>
                    <a:pt x="2938" y="198067"/>
                  </a:lnTo>
                  <a:lnTo>
                    <a:pt x="4008" y="203250"/>
                  </a:lnTo>
                  <a:lnTo>
                    <a:pt x="5242" y="208396"/>
                  </a:lnTo>
                  <a:lnTo>
                    <a:pt x="6638" y="213501"/>
                  </a:lnTo>
                  <a:lnTo>
                    <a:pt x="8195" y="218559"/>
                  </a:lnTo>
                  <a:lnTo>
                    <a:pt x="9911" y="223565"/>
                  </a:lnTo>
                  <a:lnTo>
                    <a:pt x="11784" y="228515"/>
                  </a:lnTo>
                  <a:lnTo>
                    <a:pt x="13814" y="233402"/>
                  </a:lnTo>
                  <a:lnTo>
                    <a:pt x="15997" y="238223"/>
                  </a:lnTo>
                  <a:lnTo>
                    <a:pt x="18332" y="242972"/>
                  </a:lnTo>
                  <a:lnTo>
                    <a:pt x="20816" y="247645"/>
                  </a:lnTo>
                  <a:lnTo>
                    <a:pt x="23446" y="252238"/>
                  </a:lnTo>
                  <a:lnTo>
                    <a:pt x="26221" y="256744"/>
                  </a:lnTo>
                  <a:lnTo>
                    <a:pt x="29137" y="261160"/>
                  </a:lnTo>
                  <a:lnTo>
                    <a:pt x="32191" y="265482"/>
                  </a:lnTo>
                  <a:lnTo>
                    <a:pt x="35380" y="269705"/>
                  </a:lnTo>
                  <a:lnTo>
                    <a:pt x="38702" y="273825"/>
                  </a:lnTo>
                  <a:lnTo>
                    <a:pt x="42152" y="277838"/>
                  </a:lnTo>
                  <a:lnTo>
                    <a:pt x="45728" y="281740"/>
                  </a:lnTo>
                  <a:lnTo>
                    <a:pt x="49425" y="285526"/>
                  </a:lnTo>
                  <a:lnTo>
                    <a:pt x="53240" y="289194"/>
                  </a:lnTo>
                  <a:lnTo>
                    <a:pt x="57169" y="292739"/>
                  </a:lnTo>
                  <a:lnTo>
                    <a:pt x="61209" y="296157"/>
                  </a:lnTo>
                  <a:lnTo>
                    <a:pt x="65355" y="299447"/>
                  </a:lnTo>
                  <a:lnTo>
                    <a:pt x="69603" y="302603"/>
                  </a:lnTo>
                  <a:lnTo>
                    <a:pt x="73949" y="305623"/>
                  </a:lnTo>
                  <a:lnTo>
                    <a:pt x="78388" y="308504"/>
                  </a:lnTo>
                  <a:lnTo>
                    <a:pt x="82916" y="311244"/>
                  </a:lnTo>
                  <a:lnTo>
                    <a:pt x="87528" y="313838"/>
                  </a:lnTo>
                  <a:lnTo>
                    <a:pt x="92221" y="316285"/>
                  </a:lnTo>
                  <a:lnTo>
                    <a:pt x="96988" y="318583"/>
                  </a:lnTo>
                  <a:lnTo>
                    <a:pt x="101826" y="320728"/>
                  </a:lnTo>
                  <a:lnTo>
                    <a:pt x="106729" y="322719"/>
                  </a:lnTo>
                  <a:lnTo>
                    <a:pt x="111693" y="324554"/>
                  </a:lnTo>
                  <a:lnTo>
                    <a:pt x="116713" y="326231"/>
                  </a:lnTo>
                  <a:lnTo>
                    <a:pt x="121783" y="327748"/>
                  </a:lnTo>
                  <a:lnTo>
                    <a:pt x="126898" y="329104"/>
                  </a:lnTo>
                  <a:lnTo>
                    <a:pt x="132054" y="330298"/>
                  </a:lnTo>
                  <a:lnTo>
                    <a:pt x="137245" y="331327"/>
                  </a:lnTo>
                  <a:lnTo>
                    <a:pt x="142466" y="332192"/>
                  </a:lnTo>
                  <a:lnTo>
                    <a:pt x="147712" y="332891"/>
                  </a:lnTo>
                  <a:lnTo>
                    <a:pt x="152977" y="333424"/>
                  </a:lnTo>
                  <a:lnTo>
                    <a:pt x="158257" y="333789"/>
                  </a:lnTo>
                  <a:lnTo>
                    <a:pt x="163545" y="333988"/>
                  </a:lnTo>
                  <a:lnTo>
                    <a:pt x="168837" y="334019"/>
                  </a:lnTo>
                  <a:lnTo>
                    <a:pt x="174127" y="333882"/>
                  </a:lnTo>
                  <a:lnTo>
                    <a:pt x="179411" y="333578"/>
                  </a:lnTo>
                  <a:lnTo>
                    <a:pt x="184682" y="333107"/>
                  </a:lnTo>
                  <a:lnTo>
                    <a:pt x="189936" y="332469"/>
                  </a:lnTo>
                  <a:lnTo>
                    <a:pt x="195166" y="331665"/>
                  </a:lnTo>
                  <a:lnTo>
                    <a:pt x="200369" y="330696"/>
                  </a:lnTo>
                  <a:lnTo>
                    <a:pt x="205538" y="329563"/>
                  </a:lnTo>
                  <a:lnTo>
                    <a:pt x="210669" y="328267"/>
                  </a:lnTo>
                  <a:lnTo>
                    <a:pt x="215757" y="326809"/>
                  </a:lnTo>
                  <a:lnTo>
                    <a:pt x="220795" y="325191"/>
                  </a:lnTo>
                  <a:lnTo>
                    <a:pt x="225780" y="323414"/>
                  </a:lnTo>
                  <a:lnTo>
                    <a:pt x="230707" y="321480"/>
                  </a:lnTo>
                  <a:lnTo>
                    <a:pt x="235569" y="319392"/>
                  </a:lnTo>
                  <a:lnTo>
                    <a:pt x="240363" y="317150"/>
                  </a:lnTo>
                  <a:lnTo>
                    <a:pt x="245084" y="314758"/>
                  </a:lnTo>
                  <a:lnTo>
                    <a:pt x="249726" y="312217"/>
                  </a:lnTo>
                  <a:lnTo>
                    <a:pt x="254286" y="309531"/>
                  </a:lnTo>
                  <a:lnTo>
                    <a:pt x="258758" y="306702"/>
                  </a:lnTo>
                  <a:lnTo>
                    <a:pt x="263139" y="303733"/>
                  </a:lnTo>
                  <a:lnTo>
                    <a:pt x="267423" y="300626"/>
                  </a:lnTo>
                  <a:lnTo>
                    <a:pt x="271607" y="297386"/>
                  </a:lnTo>
                  <a:lnTo>
                    <a:pt x="275687" y="294014"/>
                  </a:lnTo>
                  <a:lnTo>
                    <a:pt x="279657" y="290515"/>
                  </a:lnTo>
                  <a:lnTo>
                    <a:pt x="283515" y="286893"/>
                  </a:lnTo>
                  <a:lnTo>
                    <a:pt x="287256" y="283150"/>
                  </a:lnTo>
                  <a:lnTo>
                    <a:pt x="290877" y="279290"/>
                  </a:lnTo>
                  <a:lnTo>
                    <a:pt x="294374" y="275318"/>
                  </a:lnTo>
                  <a:lnTo>
                    <a:pt x="297743" y="271237"/>
                  </a:lnTo>
                  <a:lnTo>
                    <a:pt x="300982" y="267051"/>
                  </a:lnTo>
                  <a:lnTo>
                    <a:pt x="304086" y="262765"/>
                  </a:lnTo>
                  <a:lnTo>
                    <a:pt x="307053" y="258383"/>
                  </a:lnTo>
                  <a:lnTo>
                    <a:pt x="309880" y="253909"/>
                  </a:lnTo>
                  <a:lnTo>
                    <a:pt x="312564" y="249348"/>
                  </a:lnTo>
                  <a:lnTo>
                    <a:pt x="315103" y="244705"/>
                  </a:lnTo>
                  <a:lnTo>
                    <a:pt x="317493" y="239983"/>
                  </a:lnTo>
                  <a:lnTo>
                    <a:pt x="319732" y="235188"/>
                  </a:lnTo>
                  <a:lnTo>
                    <a:pt x="321818" y="230324"/>
                  </a:lnTo>
                  <a:lnTo>
                    <a:pt x="323750" y="225397"/>
                  </a:lnTo>
                  <a:lnTo>
                    <a:pt x="325524" y="220411"/>
                  </a:lnTo>
                  <a:lnTo>
                    <a:pt x="327140" y="215372"/>
                  </a:lnTo>
                  <a:lnTo>
                    <a:pt x="328595" y="210284"/>
                  </a:lnTo>
                  <a:lnTo>
                    <a:pt x="329889" y="205152"/>
                  </a:lnTo>
                  <a:lnTo>
                    <a:pt x="331020" y="199982"/>
                  </a:lnTo>
                  <a:lnTo>
                    <a:pt x="331986" y="194779"/>
                  </a:lnTo>
                  <a:lnTo>
                    <a:pt x="332787" y="189548"/>
                  </a:lnTo>
                  <a:lnTo>
                    <a:pt x="333422" y="184294"/>
                  </a:lnTo>
                  <a:lnTo>
                    <a:pt x="333891" y="179023"/>
                  </a:lnTo>
                  <a:lnTo>
                    <a:pt x="334192" y="173739"/>
                  </a:lnTo>
                  <a:lnTo>
                    <a:pt x="334326" y="168449"/>
                  </a:lnTo>
                  <a:lnTo>
                    <a:pt x="334293" y="163157"/>
                  </a:lnTo>
                  <a:lnTo>
                    <a:pt x="334092" y="157868"/>
                  </a:lnTo>
                  <a:lnTo>
                    <a:pt x="333724" y="152589"/>
                  </a:lnTo>
                  <a:lnTo>
                    <a:pt x="333189" y="147324"/>
                  </a:lnTo>
                  <a:lnTo>
                    <a:pt x="332487" y="142078"/>
                  </a:lnTo>
                  <a:lnTo>
                    <a:pt x="331620" y="136858"/>
                  </a:lnTo>
                  <a:lnTo>
                    <a:pt x="330588" y="131667"/>
                  </a:lnTo>
                  <a:lnTo>
                    <a:pt x="329392" y="126512"/>
                  </a:lnTo>
                  <a:lnTo>
                    <a:pt x="328033" y="121397"/>
                  </a:lnTo>
                  <a:lnTo>
                    <a:pt x="326514" y="116328"/>
                  </a:lnTo>
                  <a:lnTo>
                    <a:pt x="324834" y="111309"/>
                  </a:lnTo>
                  <a:lnTo>
                    <a:pt x="322997" y="106346"/>
                  </a:lnTo>
                  <a:lnTo>
                    <a:pt x="321003" y="101444"/>
                  </a:lnTo>
                  <a:lnTo>
                    <a:pt x="318856" y="96607"/>
                  </a:lnTo>
                  <a:lnTo>
                    <a:pt x="316556" y="91841"/>
                  </a:lnTo>
                  <a:lnTo>
                    <a:pt x="314106" y="87150"/>
                  </a:lnTo>
                  <a:lnTo>
                    <a:pt x="311510" y="82539"/>
                  </a:lnTo>
                  <a:lnTo>
                    <a:pt x="308768" y="78012"/>
                  </a:lnTo>
                  <a:lnTo>
                    <a:pt x="305885" y="73574"/>
                  </a:lnTo>
                  <a:lnTo>
                    <a:pt x="302863" y="69230"/>
                  </a:lnTo>
                  <a:lnTo>
                    <a:pt x="299704" y="64983"/>
                  </a:lnTo>
                  <a:lnTo>
                    <a:pt x="296413" y="60839"/>
                  </a:lnTo>
                  <a:lnTo>
                    <a:pt x="292992" y="56801"/>
                  </a:lnTo>
                  <a:lnTo>
                    <a:pt x="289446" y="52873"/>
                  </a:lnTo>
                  <a:lnTo>
                    <a:pt x="285776" y="49060"/>
                  </a:lnTo>
                  <a:lnTo>
                    <a:pt x="281988" y="45365"/>
                  </a:lnTo>
                  <a:lnTo>
                    <a:pt x="278085" y="41791"/>
                  </a:lnTo>
                  <a:lnTo>
                    <a:pt x="274070" y="38343"/>
                  </a:lnTo>
                  <a:lnTo>
                    <a:pt x="269948" y="35023"/>
                  </a:lnTo>
                  <a:lnTo>
                    <a:pt x="265724" y="31836"/>
                  </a:lnTo>
                  <a:lnTo>
                    <a:pt x="261400" y="28784"/>
                  </a:lnTo>
                  <a:lnTo>
                    <a:pt x="256983" y="25870"/>
                  </a:lnTo>
                  <a:lnTo>
                    <a:pt x="252475" y="23098"/>
                  </a:lnTo>
                  <a:lnTo>
                    <a:pt x="247881" y="20469"/>
                  </a:lnTo>
                  <a:lnTo>
                    <a:pt x="243207" y="17988"/>
                  </a:lnTo>
                  <a:lnTo>
                    <a:pt x="238457" y="15655"/>
                  </a:lnTo>
                  <a:lnTo>
                    <a:pt x="233635" y="13475"/>
                  </a:lnTo>
                  <a:lnTo>
                    <a:pt x="228746" y="11447"/>
                  </a:lnTo>
                  <a:lnTo>
                    <a:pt x="223796" y="9576"/>
                  </a:lnTo>
                  <a:lnTo>
                    <a:pt x="218789" y="7862"/>
                  </a:lnTo>
                  <a:lnTo>
                    <a:pt x="213730" y="6308"/>
                  </a:lnTo>
                  <a:lnTo>
                    <a:pt x="208625" y="4914"/>
                  </a:lnTo>
                  <a:lnTo>
                    <a:pt x="203478" y="3683"/>
                  </a:lnTo>
                  <a:lnTo>
                    <a:pt x="198295" y="2616"/>
                  </a:lnTo>
                  <a:lnTo>
                    <a:pt x="193080" y="1713"/>
                  </a:lnTo>
                  <a:lnTo>
                    <a:pt x="187839" y="975"/>
                  </a:lnTo>
                  <a:lnTo>
                    <a:pt x="182578" y="404"/>
                  </a:lnTo>
                  <a:lnTo>
                    <a:pt x="177302" y="0"/>
                  </a:lnTo>
                  <a:lnTo>
                    <a:pt x="167167" y="1668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0135" cy="167167"/>
            </a:xfrm>
            <a:custGeom>
              <a:avLst/>
              <a:pathLst>
                <a:path w="10135" h="167167">
                  <a:moveTo>
                    <a:pt x="10135" y="3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358822" y="2911194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4" y="5321"/>
                  </a:lnTo>
                  <a:lnTo>
                    <a:pt x="120218" y="6725"/>
                  </a:lnTo>
                  <a:lnTo>
                    <a:pt x="115168" y="8290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1" y="13929"/>
                  </a:lnTo>
                  <a:lnTo>
                    <a:pt x="95539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2" y="23582"/>
                  </a:lnTo>
                  <a:lnTo>
                    <a:pt x="77055" y="26361"/>
                  </a:lnTo>
                  <a:lnTo>
                    <a:pt x="72648" y="29280"/>
                  </a:lnTo>
                  <a:lnTo>
                    <a:pt x="68335" y="32337"/>
                  </a:lnTo>
                  <a:lnTo>
                    <a:pt x="64121" y="35530"/>
                  </a:lnTo>
                  <a:lnTo>
                    <a:pt x="60010" y="38853"/>
                  </a:lnTo>
                  <a:lnTo>
                    <a:pt x="56007" y="42305"/>
                  </a:lnTo>
                  <a:lnTo>
                    <a:pt x="52114" y="45882"/>
                  </a:lnTo>
                  <a:lnTo>
                    <a:pt x="48337" y="49581"/>
                  </a:lnTo>
                  <a:lnTo>
                    <a:pt x="44678" y="53397"/>
                  </a:lnTo>
                  <a:lnTo>
                    <a:pt x="41142" y="57326"/>
                  </a:lnTo>
                  <a:lnTo>
                    <a:pt x="37732" y="61366"/>
                  </a:lnTo>
                  <a:lnTo>
                    <a:pt x="34451" y="65511"/>
                  </a:lnTo>
                  <a:lnTo>
                    <a:pt x="31303" y="69758"/>
                  </a:lnTo>
                  <a:lnTo>
                    <a:pt x="28291" y="74102"/>
                  </a:lnTo>
                  <a:lnTo>
                    <a:pt x="25418" y="78540"/>
                  </a:lnTo>
                  <a:lnTo>
                    <a:pt x="22687" y="83066"/>
                  </a:lnTo>
                  <a:lnTo>
                    <a:pt x="20100" y="87676"/>
                  </a:lnTo>
                  <a:lnTo>
                    <a:pt x="17660" y="92366"/>
                  </a:lnTo>
                  <a:lnTo>
                    <a:pt x="15369" y="97130"/>
                  </a:lnTo>
                  <a:lnTo>
                    <a:pt x="13231" y="101965"/>
                  </a:lnTo>
                  <a:lnTo>
                    <a:pt x="11246" y="106864"/>
                  </a:lnTo>
                  <a:lnTo>
                    <a:pt x="9417" y="111824"/>
                  </a:lnTo>
                  <a:lnTo>
                    <a:pt x="7746" y="116840"/>
                  </a:lnTo>
                  <a:lnTo>
                    <a:pt x="6234" y="121905"/>
                  </a:lnTo>
                  <a:lnTo>
                    <a:pt x="4884" y="127016"/>
                  </a:lnTo>
                  <a:lnTo>
                    <a:pt x="3695" y="132168"/>
                  </a:lnTo>
                  <a:lnTo>
                    <a:pt x="2670" y="137354"/>
                  </a:lnTo>
                  <a:lnTo>
                    <a:pt x="1810" y="142570"/>
                  </a:lnTo>
                  <a:lnTo>
                    <a:pt x="1115" y="147810"/>
                  </a:lnTo>
                  <a:lnTo>
                    <a:pt x="586" y="153070"/>
                  </a:lnTo>
                  <a:lnTo>
                    <a:pt x="223" y="158344"/>
                  </a:lnTo>
                  <a:lnTo>
                    <a:pt x="28" y="163627"/>
                  </a:lnTo>
                  <a:lnTo>
                    <a:pt x="0" y="168913"/>
                  </a:lnTo>
                  <a:lnTo>
                    <a:pt x="138" y="174198"/>
                  </a:lnTo>
                  <a:lnTo>
                    <a:pt x="444" y="179475"/>
                  </a:lnTo>
                  <a:lnTo>
                    <a:pt x="917" y="184741"/>
                  </a:lnTo>
                  <a:lnTo>
                    <a:pt x="1555" y="189988"/>
                  </a:lnTo>
                  <a:lnTo>
                    <a:pt x="2360" y="195213"/>
                  </a:lnTo>
                  <a:lnTo>
                    <a:pt x="3329" y="200410"/>
                  </a:lnTo>
                  <a:lnTo>
                    <a:pt x="4462" y="205574"/>
                  </a:lnTo>
                  <a:lnTo>
                    <a:pt x="5758" y="210699"/>
                  </a:lnTo>
                  <a:lnTo>
                    <a:pt x="7215" y="215780"/>
                  </a:lnTo>
                  <a:lnTo>
                    <a:pt x="8832" y="220813"/>
                  </a:lnTo>
                  <a:lnTo>
                    <a:pt x="10608" y="225793"/>
                  </a:lnTo>
                  <a:lnTo>
                    <a:pt x="12540" y="230713"/>
                  </a:lnTo>
                  <a:lnTo>
                    <a:pt x="14626" y="235571"/>
                  </a:lnTo>
                  <a:lnTo>
                    <a:pt x="16865" y="240359"/>
                  </a:lnTo>
                  <a:lnTo>
                    <a:pt x="19255" y="245075"/>
                  </a:lnTo>
                  <a:lnTo>
                    <a:pt x="21792" y="249713"/>
                  </a:lnTo>
                  <a:lnTo>
                    <a:pt x="24475" y="254268"/>
                  </a:lnTo>
                  <a:lnTo>
                    <a:pt x="27300" y="258736"/>
                  </a:lnTo>
                  <a:lnTo>
                    <a:pt x="30266" y="263112"/>
                  </a:lnTo>
                  <a:lnTo>
                    <a:pt x="33368" y="267393"/>
                  </a:lnTo>
                  <a:lnTo>
                    <a:pt x="36604" y="271573"/>
                  </a:lnTo>
                  <a:lnTo>
                    <a:pt x="39970" y="275649"/>
                  </a:lnTo>
                  <a:lnTo>
                    <a:pt x="43464" y="279616"/>
                  </a:lnTo>
                  <a:lnTo>
                    <a:pt x="47082" y="283471"/>
                  </a:lnTo>
                  <a:lnTo>
                    <a:pt x="50819" y="287210"/>
                  </a:lnTo>
                  <a:lnTo>
                    <a:pt x="54673" y="290828"/>
                  </a:lnTo>
                  <a:lnTo>
                    <a:pt x="58639" y="294323"/>
                  </a:lnTo>
                  <a:lnTo>
                    <a:pt x="62714" y="297691"/>
                  </a:lnTo>
                  <a:lnTo>
                    <a:pt x="66894" y="300928"/>
                  </a:lnTo>
                  <a:lnTo>
                    <a:pt x="71173" y="304032"/>
                  </a:lnTo>
                  <a:lnTo>
                    <a:pt x="75549" y="306998"/>
                  </a:lnTo>
                  <a:lnTo>
                    <a:pt x="80016" y="309825"/>
                  </a:lnTo>
                  <a:lnTo>
                    <a:pt x="84570" y="312509"/>
                  </a:lnTo>
                  <a:lnTo>
                    <a:pt x="89207" y="315048"/>
                  </a:lnTo>
                  <a:lnTo>
                    <a:pt x="93922" y="317438"/>
                  </a:lnTo>
                  <a:lnTo>
                    <a:pt x="98710" y="319679"/>
                  </a:lnTo>
                  <a:lnTo>
                    <a:pt x="103567" y="321767"/>
                  </a:lnTo>
                  <a:lnTo>
                    <a:pt x="108487" y="323700"/>
                  </a:lnTo>
                  <a:lnTo>
                    <a:pt x="113466" y="325477"/>
                  </a:lnTo>
                  <a:lnTo>
                    <a:pt x="118499" y="327096"/>
                  </a:lnTo>
                  <a:lnTo>
                    <a:pt x="123580" y="328554"/>
                  </a:lnTo>
                  <a:lnTo>
                    <a:pt x="128705" y="329852"/>
                  </a:lnTo>
                  <a:lnTo>
                    <a:pt x="133868" y="330986"/>
                  </a:lnTo>
                  <a:lnTo>
                    <a:pt x="139064" y="331957"/>
                  </a:lnTo>
                  <a:lnTo>
                    <a:pt x="144289" y="332763"/>
                  </a:lnTo>
                  <a:lnTo>
                    <a:pt x="149537" y="333403"/>
                  </a:lnTo>
                  <a:lnTo>
                    <a:pt x="154802" y="333877"/>
                  </a:lnTo>
                  <a:lnTo>
                    <a:pt x="160079" y="334184"/>
                  </a:lnTo>
                  <a:lnTo>
                    <a:pt x="165364" y="334325"/>
                  </a:lnTo>
                  <a:lnTo>
                    <a:pt x="170650" y="334298"/>
                  </a:lnTo>
                  <a:lnTo>
                    <a:pt x="175933" y="334104"/>
                  </a:lnTo>
                  <a:lnTo>
                    <a:pt x="181207" y="333743"/>
                  </a:lnTo>
                  <a:lnTo>
                    <a:pt x="186467" y="333215"/>
                  </a:lnTo>
                  <a:lnTo>
                    <a:pt x="191708" y="332522"/>
                  </a:lnTo>
                  <a:lnTo>
                    <a:pt x="196924" y="331663"/>
                  </a:lnTo>
                  <a:lnTo>
                    <a:pt x="202110" y="330639"/>
                  </a:lnTo>
                  <a:lnTo>
                    <a:pt x="207262" y="329453"/>
                  </a:lnTo>
                  <a:lnTo>
                    <a:pt x="212373" y="328103"/>
                  </a:lnTo>
                  <a:lnTo>
                    <a:pt x="217439" y="326593"/>
                  </a:lnTo>
                  <a:lnTo>
                    <a:pt x="222455" y="324924"/>
                  </a:lnTo>
                  <a:lnTo>
                    <a:pt x="227416" y="323096"/>
                  </a:lnTo>
                  <a:lnTo>
                    <a:pt x="232316" y="321113"/>
                  </a:lnTo>
                  <a:lnTo>
                    <a:pt x="237151" y="318976"/>
                  </a:lnTo>
                  <a:lnTo>
                    <a:pt x="241916" y="316687"/>
                  </a:lnTo>
                  <a:lnTo>
                    <a:pt x="246607" y="314248"/>
                  </a:lnTo>
                  <a:lnTo>
                    <a:pt x="251218" y="311662"/>
                  </a:lnTo>
                  <a:lnTo>
                    <a:pt x="255744" y="308932"/>
                  </a:lnTo>
                  <a:lnTo>
                    <a:pt x="260183" y="306060"/>
                  </a:lnTo>
                  <a:lnTo>
                    <a:pt x="264528" y="303049"/>
                  </a:lnTo>
                  <a:lnTo>
                    <a:pt x="268776" y="299903"/>
                  </a:lnTo>
                  <a:lnTo>
                    <a:pt x="272922" y="296623"/>
                  </a:lnTo>
                  <a:lnTo>
                    <a:pt x="276962" y="293214"/>
                  </a:lnTo>
                  <a:lnTo>
                    <a:pt x="280893" y="289679"/>
                  </a:lnTo>
                  <a:lnTo>
                    <a:pt x="284710" y="286022"/>
                  </a:lnTo>
                  <a:lnTo>
                    <a:pt x="288409" y="282245"/>
                  </a:lnTo>
                  <a:lnTo>
                    <a:pt x="291987" y="278354"/>
                  </a:lnTo>
                  <a:lnTo>
                    <a:pt x="295441" y="274351"/>
                  </a:lnTo>
                  <a:lnTo>
                    <a:pt x="298766" y="270241"/>
                  </a:lnTo>
                  <a:lnTo>
                    <a:pt x="301959" y="266028"/>
                  </a:lnTo>
                  <a:lnTo>
                    <a:pt x="305018" y="261717"/>
                  </a:lnTo>
                  <a:lnTo>
                    <a:pt x="307938" y="257310"/>
                  </a:lnTo>
                  <a:lnTo>
                    <a:pt x="310718" y="252814"/>
                  </a:lnTo>
                  <a:lnTo>
                    <a:pt x="313355" y="248232"/>
                  </a:lnTo>
                  <a:lnTo>
                    <a:pt x="315845" y="243568"/>
                  </a:lnTo>
                  <a:lnTo>
                    <a:pt x="318186" y="238829"/>
                  </a:lnTo>
                  <a:lnTo>
                    <a:pt x="320376" y="234017"/>
                  </a:lnTo>
                  <a:lnTo>
                    <a:pt x="322414" y="229139"/>
                  </a:lnTo>
                  <a:lnTo>
                    <a:pt x="324296" y="224199"/>
                  </a:lnTo>
                  <a:lnTo>
                    <a:pt x="326020" y="219202"/>
                  </a:lnTo>
                  <a:lnTo>
                    <a:pt x="327586" y="214153"/>
                  </a:lnTo>
                  <a:lnTo>
                    <a:pt x="328992" y="209057"/>
                  </a:lnTo>
                  <a:lnTo>
                    <a:pt x="330235" y="203919"/>
                  </a:lnTo>
                  <a:lnTo>
                    <a:pt x="331316" y="198744"/>
                  </a:lnTo>
                  <a:lnTo>
                    <a:pt x="332232" y="193537"/>
                  </a:lnTo>
                  <a:lnTo>
                    <a:pt x="332983" y="188305"/>
                  </a:lnTo>
                  <a:lnTo>
                    <a:pt x="333569" y="183051"/>
                  </a:lnTo>
                  <a:lnTo>
                    <a:pt x="333988" y="177781"/>
                  </a:lnTo>
                  <a:lnTo>
                    <a:pt x="334240" y="172501"/>
                  </a:lnTo>
                  <a:lnTo>
                    <a:pt x="334325" y="167215"/>
                  </a:lnTo>
                  <a:lnTo>
                    <a:pt x="334243" y="161929"/>
                  </a:lnTo>
                  <a:lnTo>
                    <a:pt x="333994" y="156648"/>
                  </a:lnTo>
                  <a:lnTo>
                    <a:pt x="333578" y="151378"/>
                  </a:lnTo>
                  <a:lnTo>
                    <a:pt x="332996" y="146124"/>
                  </a:lnTo>
                  <a:lnTo>
                    <a:pt x="332247" y="140891"/>
                  </a:lnTo>
                  <a:lnTo>
                    <a:pt x="331334" y="135684"/>
                  </a:lnTo>
                  <a:lnTo>
                    <a:pt x="330256" y="130509"/>
                  </a:lnTo>
                  <a:lnTo>
                    <a:pt x="329016" y="125370"/>
                  </a:lnTo>
                  <a:lnTo>
                    <a:pt x="327613" y="120273"/>
                  </a:lnTo>
                  <a:lnTo>
                    <a:pt x="326050" y="115223"/>
                  </a:lnTo>
                  <a:lnTo>
                    <a:pt x="324328" y="11022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21419"/>
              <a:ext cx="157170" cy="56942"/>
            </a:xfrm>
            <a:custGeom>
              <a:avLst/>
              <a:pathLst>
                <a:path w="157170" h="56942">
                  <a:moveTo>
                    <a:pt x="157170" y="0"/>
                  </a:moveTo>
                  <a:lnTo>
                    <a:pt x="0" y="5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21138"/>
              <a:ext cx="157170" cy="157223"/>
            </a:xfrm>
            <a:custGeom>
              <a:avLst/>
              <a:pathLst>
                <a:path w="157170" h="157223">
                  <a:moveTo>
                    <a:pt x="157170" y="100280"/>
                  </a:moveTo>
                  <a:lnTo>
                    <a:pt x="155161" y="95015"/>
                  </a:lnTo>
                  <a:lnTo>
                    <a:pt x="152976" y="89820"/>
                  </a:lnTo>
                  <a:lnTo>
                    <a:pt x="150617" y="84702"/>
                  </a:lnTo>
                  <a:lnTo>
                    <a:pt x="148087" y="79667"/>
                  </a:lnTo>
                  <a:lnTo>
                    <a:pt x="145389" y="74719"/>
                  </a:lnTo>
                  <a:lnTo>
                    <a:pt x="142525" y="69865"/>
                  </a:lnTo>
                  <a:lnTo>
                    <a:pt x="139500" y="65111"/>
                  </a:lnTo>
                  <a:lnTo>
                    <a:pt x="136316" y="60461"/>
                  </a:lnTo>
                  <a:lnTo>
                    <a:pt x="132977" y="55921"/>
                  </a:lnTo>
                  <a:lnTo>
                    <a:pt x="129487" y="51496"/>
                  </a:lnTo>
                  <a:lnTo>
                    <a:pt x="125849" y="47192"/>
                  </a:lnTo>
                  <a:lnTo>
                    <a:pt x="122069" y="43012"/>
                  </a:lnTo>
                  <a:lnTo>
                    <a:pt x="118150" y="38963"/>
                  </a:lnTo>
                  <a:lnTo>
                    <a:pt x="114096" y="35047"/>
                  </a:lnTo>
                  <a:lnTo>
                    <a:pt x="109913" y="31271"/>
                  </a:lnTo>
                  <a:lnTo>
                    <a:pt x="105606" y="27638"/>
                  </a:lnTo>
                  <a:lnTo>
                    <a:pt x="101178" y="24151"/>
                  </a:lnTo>
                  <a:lnTo>
                    <a:pt x="96635" y="20817"/>
                  </a:lnTo>
                  <a:lnTo>
                    <a:pt x="91982" y="17637"/>
                  </a:lnTo>
                  <a:lnTo>
                    <a:pt x="87225" y="14616"/>
                  </a:lnTo>
                  <a:lnTo>
                    <a:pt x="82368" y="11757"/>
                  </a:lnTo>
                  <a:lnTo>
                    <a:pt x="77418" y="9063"/>
                  </a:lnTo>
                  <a:lnTo>
                    <a:pt x="72380" y="6538"/>
                  </a:lnTo>
                  <a:lnTo>
                    <a:pt x="67260" y="4183"/>
                  </a:lnTo>
                  <a:lnTo>
                    <a:pt x="62063" y="2003"/>
                  </a:lnTo>
                  <a:lnTo>
                    <a:pt x="56796" y="0"/>
                  </a:lnTo>
                  <a:lnTo>
                    <a:pt x="0" y="157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56796" cy="167167"/>
            </a:xfrm>
            <a:custGeom>
              <a:avLst/>
              <a:pathLst>
                <a:path w="56796" h="167167">
                  <a:moveTo>
                    <a:pt x="56796" y="9944"/>
                  </a:moveTo>
                  <a:lnTo>
                    <a:pt x="51312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19" y="3602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358828" y="342959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5" y="2094"/>
                  </a:lnTo>
                  <a:lnTo>
                    <a:pt x="135558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8" y="6753"/>
                  </a:lnTo>
                  <a:lnTo>
                    <a:pt x="115059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6" y="16183"/>
                  </a:lnTo>
                  <a:lnTo>
                    <a:pt x="90648" y="18533"/>
                  </a:lnTo>
                  <a:lnTo>
                    <a:pt x="85977" y="21031"/>
                  </a:lnTo>
                  <a:lnTo>
                    <a:pt x="81387" y="23677"/>
                  </a:lnTo>
                  <a:lnTo>
                    <a:pt x="76884" y="26466"/>
                  </a:lnTo>
                  <a:lnTo>
                    <a:pt x="72471" y="29397"/>
                  </a:lnTo>
                  <a:lnTo>
                    <a:pt x="68154" y="32466"/>
                  </a:lnTo>
                  <a:lnTo>
                    <a:pt x="63935" y="35670"/>
                  </a:lnTo>
                  <a:lnTo>
                    <a:pt x="59821" y="39006"/>
                  </a:lnTo>
                  <a:lnTo>
                    <a:pt x="55814" y="42471"/>
                  </a:lnTo>
                  <a:lnTo>
                    <a:pt x="51919" y="46062"/>
                  </a:lnTo>
                  <a:lnTo>
                    <a:pt x="48140" y="49774"/>
                  </a:lnTo>
                  <a:lnTo>
                    <a:pt x="44480" y="53603"/>
                  </a:lnTo>
                  <a:lnTo>
                    <a:pt x="40943" y="57547"/>
                  </a:lnTo>
                  <a:lnTo>
                    <a:pt x="37533" y="61601"/>
                  </a:lnTo>
                  <a:lnTo>
                    <a:pt x="34254" y="65761"/>
                  </a:lnTo>
                  <a:lnTo>
                    <a:pt x="31107" y="70023"/>
                  </a:lnTo>
                  <a:lnTo>
                    <a:pt x="28098" y="74382"/>
                  </a:lnTo>
                  <a:lnTo>
                    <a:pt x="25228" y="78834"/>
                  </a:lnTo>
                  <a:lnTo>
                    <a:pt x="22500" y="83375"/>
                  </a:lnTo>
                  <a:lnTo>
                    <a:pt x="19918" y="88001"/>
                  </a:lnTo>
                  <a:lnTo>
                    <a:pt x="17484" y="92705"/>
                  </a:lnTo>
                  <a:lnTo>
                    <a:pt x="15199" y="97485"/>
                  </a:lnTo>
                  <a:lnTo>
                    <a:pt x="13068" y="102334"/>
                  </a:lnTo>
                  <a:lnTo>
                    <a:pt x="11091" y="107249"/>
                  </a:lnTo>
                  <a:lnTo>
                    <a:pt x="9271" y="112224"/>
                  </a:lnTo>
                  <a:lnTo>
                    <a:pt x="7609" y="117254"/>
                  </a:lnTo>
                  <a:lnTo>
                    <a:pt x="6108" y="122334"/>
                  </a:lnTo>
                  <a:lnTo>
                    <a:pt x="4768" y="127459"/>
                  </a:lnTo>
                  <a:lnTo>
                    <a:pt x="3592" y="132624"/>
                  </a:lnTo>
                  <a:lnTo>
                    <a:pt x="2579" y="137823"/>
                  </a:lnTo>
                  <a:lnTo>
                    <a:pt x="1732" y="143052"/>
                  </a:lnTo>
                  <a:lnTo>
                    <a:pt x="1051" y="148306"/>
                  </a:lnTo>
                  <a:lnTo>
                    <a:pt x="537" y="153578"/>
                  </a:lnTo>
                  <a:lnTo>
                    <a:pt x="190" y="158864"/>
                  </a:lnTo>
                  <a:lnTo>
                    <a:pt x="11" y="164158"/>
                  </a:lnTo>
                  <a:lnTo>
                    <a:pt x="0" y="169455"/>
                  </a:lnTo>
                  <a:lnTo>
                    <a:pt x="156" y="174750"/>
                  </a:lnTo>
                  <a:lnTo>
                    <a:pt x="480" y="180038"/>
                  </a:lnTo>
                  <a:lnTo>
                    <a:pt x="972" y="185312"/>
                  </a:lnTo>
                  <a:lnTo>
                    <a:pt x="1630" y="190568"/>
                  </a:lnTo>
                  <a:lnTo>
                    <a:pt x="2454" y="195801"/>
                  </a:lnTo>
                  <a:lnTo>
                    <a:pt x="3444" y="201005"/>
                  </a:lnTo>
                  <a:lnTo>
                    <a:pt x="4599" y="206175"/>
                  </a:lnTo>
                  <a:lnTo>
                    <a:pt x="5916" y="211306"/>
                  </a:lnTo>
                  <a:lnTo>
                    <a:pt x="7396" y="216392"/>
                  </a:lnTo>
                  <a:lnTo>
                    <a:pt x="9036" y="221429"/>
                  </a:lnTo>
                  <a:lnTo>
                    <a:pt x="10834" y="226412"/>
                  </a:lnTo>
                  <a:lnTo>
                    <a:pt x="12790" y="231335"/>
                  </a:lnTo>
                  <a:lnTo>
                    <a:pt x="14901" y="236194"/>
                  </a:lnTo>
                  <a:lnTo>
                    <a:pt x="17164" y="240983"/>
                  </a:lnTo>
                  <a:lnTo>
                    <a:pt x="19578" y="245698"/>
                  </a:lnTo>
                  <a:lnTo>
                    <a:pt x="22140" y="250334"/>
                  </a:lnTo>
                  <a:lnTo>
                    <a:pt x="24848" y="254887"/>
                  </a:lnTo>
                  <a:lnTo>
                    <a:pt x="27699" y="259352"/>
                  </a:lnTo>
                  <a:lnTo>
                    <a:pt x="30690" y="263724"/>
                  </a:lnTo>
                  <a:lnTo>
                    <a:pt x="33818" y="267999"/>
                  </a:lnTo>
                  <a:lnTo>
                    <a:pt x="37080" y="272173"/>
                  </a:lnTo>
                  <a:lnTo>
                    <a:pt x="40472" y="276242"/>
                  </a:lnTo>
                  <a:lnTo>
                    <a:pt x="43992" y="280201"/>
                  </a:lnTo>
                  <a:lnTo>
                    <a:pt x="47635" y="284046"/>
                  </a:lnTo>
                  <a:lnTo>
                    <a:pt x="51398" y="287774"/>
                  </a:lnTo>
                  <a:lnTo>
                    <a:pt x="55278" y="291381"/>
                  </a:lnTo>
                  <a:lnTo>
                    <a:pt x="59270" y="294864"/>
                  </a:lnTo>
                  <a:lnTo>
                    <a:pt x="63370" y="298218"/>
                  </a:lnTo>
                  <a:lnTo>
                    <a:pt x="67574" y="301440"/>
                  </a:lnTo>
                  <a:lnTo>
                    <a:pt x="71878" y="304528"/>
                  </a:lnTo>
                  <a:lnTo>
                    <a:pt x="76278" y="307478"/>
                  </a:lnTo>
                  <a:lnTo>
                    <a:pt x="80770" y="310286"/>
                  </a:lnTo>
                  <a:lnTo>
                    <a:pt x="85348" y="312952"/>
                  </a:lnTo>
                  <a:lnTo>
                    <a:pt x="90008" y="315470"/>
                  </a:lnTo>
                  <a:lnTo>
                    <a:pt x="94746" y="317840"/>
                  </a:lnTo>
                  <a:lnTo>
                    <a:pt x="99556" y="320058"/>
                  </a:lnTo>
                  <a:lnTo>
                    <a:pt x="104434" y="322123"/>
                  </a:lnTo>
                  <a:lnTo>
                    <a:pt x="109375" y="324033"/>
                  </a:lnTo>
                  <a:lnTo>
                    <a:pt x="114375" y="325785"/>
                  </a:lnTo>
                  <a:lnTo>
                    <a:pt x="119427" y="327377"/>
                  </a:lnTo>
                  <a:lnTo>
                    <a:pt x="124527" y="328809"/>
                  </a:lnTo>
                  <a:lnTo>
                    <a:pt x="129670" y="330078"/>
                  </a:lnTo>
                  <a:lnTo>
                    <a:pt x="134850" y="331184"/>
                  </a:lnTo>
                  <a:lnTo>
                    <a:pt x="140063" y="332125"/>
                  </a:lnTo>
                  <a:lnTo>
                    <a:pt x="145304" y="332901"/>
                  </a:lnTo>
                  <a:lnTo>
                    <a:pt x="150566" y="333510"/>
                  </a:lnTo>
                  <a:lnTo>
                    <a:pt x="155845" y="333952"/>
                  </a:lnTo>
                  <a:lnTo>
                    <a:pt x="161135" y="334226"/>
                  </a:lnTo>
                  <a:lnTo>
                    <a:pt x="166431" y="334333"/>
                  </a:lnTo>
                  <a:lnTo>
                    <a:pt x="171728" y="334272"/>
                  </a:lnTo>
                  <a:lnTo>
                    <a:pt x="177020" y="334043"/>
                  </a:lnTo>
                  <a:lnTo>
                    <a:pt x="182303" y="333646"/>
                  </a:lnTo>
                  <a:lnTo>
                    <a:pt x="187570" y="333083"/>
                  </a:lnTo>
                  <a:lnTo>
                    <a:pt x="192816" y="332352"/>
                  </a:lnTo>
                  <a:lnTo>
                    <a:pt x="198037" y="331456"/>
                  </a:lnTo>
                  <a:lnTo>
                    <a:pt x="203227" y="330395"/>
                  </a:lnTo>
                  <a:lnTo>
                    <a:pt x="208381" y="329170"/>
                  </a:lnTo>
                  <a:lnTo>
                    <a:pt x="213493" y="327783"/>
                  </a:lnTo>
                  <a:lnTo>
                    <a:pt x="218559" y="326234"/>
                  </a:lnTo>
                  <a:lnTo>
                    <a:pt x="223573" y="324525"/>
                  </a:lnTo>
                  <a:lnTo>
                    <a:pt x="228531" y="322658"/>
                  </a:lnTo>
                  <a:lnTo>
                    <a:pt x="233426" y="320635"/>
                  </a:lnTo>
                  <a:lnTo>
                    <a:pt x="238256" y="318458"/>
                  </a:lnTo>
                  <a:lnTo>
                    <a:pt x="243014" y="316130"/>
                  </a:lnTo>
                  <a:lnTo>
                    <a:pt x="247695" y="313651"/>
                  </a:lnTo>
                  <a:lnTo>
                    <a:pt x="252296" y="311026"/>
                  </a:lnTo>
                  <a:lnTo>
                    <a:pt x="256811" y="308256"/>
                  </a:lnTo>
                  <a:lnTo>
                    <a:pt x="261237" y="305344"/>
                  </a:lnTo>
                  <a:lnTo>
                    <a:pt x="265568" y="302294"/>
                  </a:lnTo>
                  <a:lnTo>
                    <a:pt x="269800" y="299107"/>
                  </a:lnTo>
                  <a:lnTo>
                    <a:pt x="273928" y="295789"/>
                  </a:lnTo>
                  <a:lnTo>
                    <a:pt x="277950" y="292341"/>
                  </a:lnTo>
                  <a:lnTo>
                    <a:pt x="281861" y="288768"/>
                  </a:lnTo>
                  <a:lnTo>
                    <a:pt x="285656" y="285072"/>
                  </a:lnTo>
                  <a:lnTo>
                    <a:pt x="289332" y="281258"/>
                  </a:lnTo>
                  <a:lnTo>
                    <a:pt x="292886" y="277330"/>
                  </a:lnTo>
                  <a:lnTo>
                    <a:pt x="296313" y="273290"/>
                  </a:lnTo>
                  <a:lnTo>
                    <a:pt x="299611" y="269145"/>
                  </a:lnTo>
                  <a:lnTo>
                    <a:pt x="302775" y="264897"/>
                  </a:lnTo>
                  <a:lnTo>
                    <a:pt x="305804" y="260550"/>
                  </a:lnTo>
                  <a:lnTo>
                    <a:pt x="308693" y="256110"/>
                  </a:lnTo>
                  <a:lnTo>
                    <a:pt x="311440" y="251581"/>
                  </a:lnTo>
                  <a:lnTo>
                    <a:pt x="314042" y="246967"/>
                  </a:lnTo>
                  <a:lnTo>
                    <a:pt x="316497" y="242273"/>
                  </a:lnTo>
                  <a:lnTo>
                    <a:pt x="318801" y="237503"/>
                  </a:lnTo>
                  <a:lnTo>
                    <a:pt x="320954" y="232663"/>
                  </a:lnTo>
                  <a:lnTo>
                    <a:pt x="322952" y="227757"/>
                  </a:lnTo>
                  <a:lnTo>
                    <a:pt x="324793" y="222790"/>
                  </a:lnTo>
                  <a:lnTo>
                    <a:pt x="326477" y="217767"/>
                  </a:lnTo>
                  <a:lnTo>
                    <a:pt x="328000" y="212694"/>
                  </a:lnTo>
                  <a:lnTo>
                    <a:pt x="329362" y="207575"/>
                  </a:lnTo>
                  <a:lnTo>
                    <a:pt x="330560" y="202415"/>
                  </a:lnTo>
                  <a:lnTo>
                    <a:pt x="331595" y="197219"/>
                  </a:lnTo>
                  <a:lnTo>
                    <a:pt x="332465" y="191994"/>
                  </a:lnTo>
                  <a:lnTo>
                    <a:pt x="333168" y="186744"/>
                  </a:lnTo>
                  <a:lnTo>
                    <a:pt x="333705" y="181474"/>
                  </a:lnTo>
                  <a:lnTo>
                    <a:pt x="334075" y="176189"/>
                  </a:lnTo>
                  <a:lnTo>
                    <a:pt x="334277" y="170896"/>
                  </a:lnTo>
                  <a:lnTo>
                    <a:pt x="334311" y="165599"/>
                  </a:lnTo>
                  <a:lnTo>
                    <a:pt x="334178" y="160303"/>
                  </a:lnTo>
                  <a:lnTo>
                    <a:pt x="333876" y="155015"/>
                  </a:lnTo>
                  <a:lnTo>
                    <a:pt x="333408" y="149738"/>
                  </a:lnTo>
                  <a:lnTo>
                    <a:pt x="332772" y="144479"/>
                  </a:lnTo>
                  <a:lnTo>
                    <a:pt x="331970" y="139243"/>
                  </a:lnTo>
                  <a:lnTo>
                    <a:pt x="331002" y="134035"/>
                  </a:lnTo>
                  <a:lnTo>
                    <a:pt x="329870" y="128860"/>
                  </a:lnTo>
                  <a:lnTo>
                    <a:pt x="328575" y="123723"/>
                  </a:lnTo>
                  <a:lnTo>
                    <a:pt x="327117" y="118631"/>
                  </a:lnTo>
                  <a:lnTo>
                    <a:pt x="325499" y="113586"/>
                  </a:lnTo>
                  <a:lnTo>
                    <a:pt x="323722" y="108596"/>
                  </a:lnTo>
                  <a:lnTo>
                    <a:pt x="321788" y="103665"/>
                  </a:lnTo>
                  <a:lnTo>
                    <a:pt x="319698" y="98797"/>
                  </a:lnTo>
                  <a:lnTo>
                    <a:pt x="317455" y="93998"/>
                  </a:lnTo>
                  <a:lnTo>
                    <a:pt x="315061" y="89273"/>
                  </a:lnTo>
                  <a:lnTo>
                    <a:pt x="312519" y="84625"/>
                  </a:lnTo>
                  <a:lnTo>
                    <a:pt x="309831" y="80061"/>
                  </a:lnTo>
                  <a:lnTo>
                    <a:pt x="306999" y="75584"/>
                  </a:lnTo>
                  <a:lnTo>
                    <a:pt x="304027" y="71199"/>
                  </a:lnTo>
                  <a:lnTo>
                    <a:pt x="300918" y="66910"/>
                  </a:lnTo>
                  <a:lnTo>
                    <a:pt x="297674" y="62722"/>
                  </a:lnTo>
                  <a:lnTo>
                    <a:pt x="294299" y="58639"/>
                  </a:lnTo>
                  <a:lnTo>
                    <a:pt x="290797" y="54665"/>
                  </a:lnTo>
                  <a:lnTo>
                    <a:pt x="287170" y="50804"/>
                  </a:lnTo>
                  <a:lnTo>
                    <a:pt x="283423" y="47059"/>
                  </a:lnTo>
                  <a:lnTo>
                    <a:pt x="279559" y="43436"/>
                  </a:lnTo>
                  <a:lnTo>
                    <a:pt x="275582" y="39936"/>
                  </a:lnTo>
                  <a:lnTo>
                    <a:pt x="271497" y="36565"/>
                  </a:lnTo>
                  <a:lnTo>
                    <a:pt x="267306" y="33324"/>
                  </a:lnTo>
                  <a:lnTo>
                    <a:pt x="263015" y="30218"/>
                  </a:lnTo>
                  <a:lnTo>
                    <a:pt x="258628" y="27249"/>
                  </a:lnTo>
                  <a:lnTo>
                    <a:pt x="254149" y="24421"/>
                  </a:lnTo>
                  <a:lnTo>
                    <a:pt x="249582" y="2173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51327"/>
              <a:ext cx="82430" cy="145430"/>
            </a:xfrm>
            <a:custGeom>
              <a:avLst/>
              <a:pathLst>
                <a:path w="82430" h="145430">
                  <a:moveTo>
                    <a:pt x="82430" y="0"/>
                  </a:moveTo>
                  <a:lnTo>
                    <a:pt x="0" y="145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45258"/>
              <a:ext cx="82430" cy="151499"/>
            </a:xfrm>
            <a:custGeom>
              <a:avLst/>
              <a:pathLst>
                <a:path w="82430" h="151499">
                  <a:moveTo>
                    <a:pt x="82430" y="6068"/>
                  </a:moveTo>
                  <a:lnTo>
                    <a:pt x="70661" y="0"/>
                  </a:lnTo>
                  <a:lnTo>
                    <a:pt x="0" y="151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70661" cy="167167"/>
            </a:xfrm>
            <a:custGeom>
              <a:avLst/>
              <a:pathLst>
                <a:path w="70661" h="167167">
                  <a:moveTo>
                    <a:pt x="70661" y="15668"/>
                  </a:moveTo>
                  <a:lnTo>
                    <a:pt x="65105" y="13199"/>
                  </a:lnTo>
                  <a:lnTo>
                    <a:pt x="59464" y="10933"/>
                  </a:lnTo>
                  <a:lnTo>
                    <a:pt x="53744" y="8875"/>
                  </a:lnTo>
                  <a:lnTo>
                    <a:pt x="47953" y="7025"/>
                  </a:lnTo>
                  <a:lnTo>
                    <a:pt x="42098" y="5387"/>
                  </a:lnTo>
                  <a:lnTo>
                    <a:pt x="36188" y="3964"/>
                  </a:lnTo>
                  <a:lnTo>
                    <a:pt x="30230" y="2756"/>
                  </a:lnTo>
                  <a:lnTo>
                    <a:pt x="24232" y="1765"/>
                  </a:lnTo>
                  <a:lnTo>
                    <a:pt x="18202" y="993"/>
                  </a:lnTo>
                  <a:lnTo>
                    <a:pt x="12148" y="442"/>
                  </a:lnTo>
                  <a:lnTo>
                    <a:pt x="607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478583" y="3934012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2" y="2095"/>
                  </a:lnTo>
                  <a:lnTo>
                    <a:pt x="135543" y="3015"/>
                  </a:lnTo>
                  <a:lnTo>
                    <a:pt x="130356" y="4099"/>
                  </a:lnTo>
                  <a:lnTo>
                    <a:pt x="125206" y="5347"/>
                  </a:lnTo>
                  <a:lnTo>
                    <a:pt x="120097" y="6758"/>
                  </a:lnTo>
                  <a:lnTo>
                    <a:pt x="115037" y="8330"/>
                  </a:lnTo>
                  <a:lnTo>
                    <a:pt x="110028" y="10062"/>
                  </a:lnTo>
                  <a:lnTo>
                    <a:pt x="105077" y="11951"/>
                  </a:lnTo>
                  <a:lnTo>
                    <a:pt x="100188" y="13997"/>
                  </a:lnTo>
                  <a:lnTo>
                    <a:pt x="95367" y="16196"/>
                  </a:lnTo>
                  <a:lnTo>
                    <a:pt x="90617" y="18547"/>
                  </a:lnTo>
                  <a:lnTo>
                    <a:pt x="85945" y="21048"/>
                  </a:lnTo>
                  <a:lnTo>
                    <a:pt x="81354" y="23695"/>
                  </a:lnTo>
                  <a:lnTo>
                    <a:pt x="76850" y="26487"/>
                  </a:lnTo>
                  <a:lnTo>
                    <a:pt x="72436" y="29420"/>
                  </a:lnTo>
                  <a:lnTo>
                    <a:pt x="68117" y="32491"/>
                  </a:lnTo>
                  <a:lnTo>
                    <a:pt x="63898" y="35698"/>
                  </a:lnTo>
                  <a:lnTo>
                    <a:pt x="59783" y="39037"/>
                  </a:lnTo>
                  <a:lnTo>
                    <a:pt x="55775" y="42505"/>
                  </a:lnTo>
                  <a:lnTo>
                    <a:pt x="51880" y="46097"/>
                  </a:lnTo>
                  <a:lnTo>
                    <a:pt x="48100" y="49812"/>
                  </a:lnTo>
                  <a:lnTo>
                    <a:pt x="44440" y="53645"/>
                  </a:lnTo>
                  <a:lnTo>
                    <a:pt x="40904" y="57591"/>
                  </a:lnTo>
                  <a:lnTo>
                    <a:pt x="37494" y="61648"/>
                  </a:lnTo>
                  <a:lnTo>
                    <a:pt x="34214" y="65811"/>
                  </a:lnTo>
                  <a:lnTo>
                    <a:pt x="31068" y="70075"/>
                  </a:lnTo>
                  <a:lnTo>
                    <a:pt x="28059" y="74438"/>
                  </a:lnTo>
                  <a:lnTo>
                    <a:pt x="25190" y="78893"/>
                  </a:lnTo>
                  <a:lnTo>
                    <a:pt x="22463" y="83437"/>
                  </a:lnTo>
                  <a:lnTo>
                    <a:pt x="19882" y="88065"/>
                  </a:lnTo>
                  <a:lnTo>
                    <a:pt x="17448" y="92773"/>
                  </a:lnTo>
                  <a:lnTo>
                    <a:pt x="15165" y="97556"/>
                  </a:lnTo>
                  <a:lnTo>
                    <a:pt x="13035" y="102408"/>
                  </a:lnTo>
                  <a:lnTo>
                    <a:pt x="11060" y="107326"/>
                  </a:lnTo>
                  <a:lnTo>
                    <a:pt x="9242" y="112303"/>
                  </a:lnTo>
                  <a:lnTo>
                    <a:pt x="7582" y="117336"/>
                  </a:lnTo>
                  <a:lnTo>
                    <a:pt x="6083" y="122419"/>
                  </a:lnTo>
                  <a:lnTo>
                    <a:pt x="4745" y="127547"/>
                  </a:lnTo>
                  <a:lnTo>
                    <a:pt x="3571" y="132715"/>
                  </a:lnTo>
                  <a:lnTo>
                    <a:pt x="2561" y="137917"/>
                  </a:lnTo>
                  <a:lnTo>
                    <a:pt x="1717" y="143149"/>
                  </a:lnTo>
                  <a:lnTo>
                    <a:pt x="1039" y="148405"/>
                  </a:lnTo>
                  <a:lnTo>
                    <a:pt x="527" y="153679"/>
                  </a:lnTo>
                  <a:lnTo>
                    <a:pt x="184" y="158968"/>
                  </a:lnTo>
                  <a:lnTo>
                    <a:pt x="8" y="164264"/>
                  </a:lnTo>
                  <a:lnTo>
                    <a:pt x="0" y="169563"/>
                  </a:lnTo>
                  <a:lnTo>
                    <a:pt x="159" y="174861"/>
                  </a:lnTo>
                  <a:lnTo>
                    <a:pt x="487" y="180150"/>
                  </a:lnTo>
                  <a:lnTo>
                    <a:pt x="982" y="185426"/>
                  </a:lnTo>
                  <a:lnTo>
                    <a:pt x="1645" y="190684"/>
                  </a:lnTo>
                  <a:lnTo>
                    <a:pt x="2473" y="195918"/>
                  </a:lnTo>
                  <a:lnTo>
                    <a:pt x="3467" y="201124"/>
                  </a:lnTo>
                  <a:lnTo>
                    <a:pt x="4626" y="206295"/>
                  </a:lnTo>
                  <a:lnTo>
                    <a:pt x="5948" y="211427"/>
                  </a:lnTo>
                  <a:lnTo>
                    <a:pt x="7432" y="216514"/>
                  </a:lnTo>
                  <a:lnTo>
                    <a:pt x="9076" y="221552"/>
                  </a:lnTo>
                  <a:lnTo>
                    <a:pt x="10880" y="226535"/>
                  </a:lnTo>
                  <a:lnTo>
                    <a:pt x="12840" y="231459"/>
                  </a:lnTo>
                  <a:lnTo>
                    <a:pt x="14955" y="236318"/>
                  </a:lnTo>
                  <a:lnTo>
                    <a:pt x="17224" y="241107"/>
                  </a:lnTo>
                  <a:lnTo>
                    <a:pt x="19643" y="245822"/>
                  </a:lnTo>
                  <a:lnTo>
                    <a:pt x="22210" y="250458"/>
                  </a:lnTo>
                  <a:lnTo>
                    <a:pt x="24923" y="255010"/>
                  </a:lnTo>
                  <a:lnTo>
                    <a:pt x="27779" y="259475"/>
                  </a:lnTo>
                  <a:lnTo>
                    <a:pt x="30775" y="263846"/>
                  </a:lnTo>
                  <a:lnTo>
                    <a:pt x="33908" y="268120"/>
                  </a:lnTo>
                  <a:lnTo>
                    <a:pt x="37175" y="272293"/>
                  </a:lnTo>
                  <a:lnTo>
                    <a:pt x="40572" y="276360"/>
                  </a:lnTo>
                  <a:lnTo>
                    <a:pt x="44097" y="280317"/>
                  </a:lnTo>
                  <a:lnTo>
                    <a:pt x="47745" y="284161"/>
                  </a:lnTo>
                  <a:lnTo>
                    <a:pt x="51514" y="287887"/>
                  </a:lnTo>
                  <a:lnTo>
                    <a:pt x="55398" y="291491"/>
                  </a:lnTo>
                  <a:lnTo>
                    <a:pt x="59395" y="294971"/>
                  </a:lnTo>
                  <a:lnTo>
                    <a:pt x="63500" y="298322"/>
                  </a:lnTo>
                  <a:lnTo>
                    <a:pt x="67710" y="301542"/>
                  </a:lnTo>
                  <a:lnTo>
                    <a:pt x="72019" y="304626"/>
                  </a:lnTo>
                  <a:lnTo>
                    <a:pt x="76424" y="307573"/>
                  </a:lnTo>
                  <a:lnTo>
                    <a:pt x="80920" y="310378"/>
                  </a:lnTo>
                  <a:lnTo>
                    <a:pt x="85503" y="313039"/>
                  </a:lnTo>
                  <a:lnTo>
                    <a:pt x="90168" y="315554"/>
                  </a:lnTo>
                  <a:lnTo>
                    <a:pt x="94910" y="317919"/>
                  </a:lnTo>
                  <a:lnTo>
                    <a:pt x="99724" y="320134"/>
                  </a:lnTo>
                  <a:lnTo>
                    <a:pt x="104607" y="322194"/>
                  </a:lnTo>
                  <a:lnTo>
                    <a:pt x="109552" y="324098"/>
                  </a:lnTo>
                  <a:lnTo>
                    <a:pt x="114556" y="325845"/>
                  </a:lnTo>
                  <a:lnTo>
                    <a:pt x="119612" y="327433"/>
                  </a:lnTo>
                  <a:lnTo>
                    <a:pt x="124716" y="328859"/>
                  </a:lnTo>
                  <a:lnTo>
                    <a:pt x="129862" y="330123"/>
                  </a:lnTo>
                  <a:lnTo>
                    <a:pt x="135046" y="331223"/>
                  </a:lnTo>
                  <a:lnTo>
                    <a:pt x="140262" y="332158"/>
                  </a:lnTo>
                  <a:lnTo>
                    <a:pt x="145506" y="332927"/>
                  </a:lnTo>
                  <a:lnTo>
                    <a:pt x="150771" y="333530"/>
                  </a:lnTo>
                  <a:lnTo>
                    <a:pt x="156052" y="333966"/>
                  </a:lnTo>
                  <a:lnTo>
                    <a:pt x="161345" y="334234"/>
                  </a:lnTo>
                  <a:lnTo>
                    <a:pt x="166643" y="334334"/>
                  </a:lnTo>
                  <a:lnTo>
                    <a:pt x="171942" y="334266"/>
                  </a:lnTo>
                  <a:lnTo>
                    <a:pt x="177237" y="334030"/>
                  </a:lnTo>
                  <a:lnTo>
                    <a:pt x="182521" y="333626"/>
                  </a:lnTo>
                  <a:lnTo>
                    <a:pt x="187789" y="333055"/>
                  </a:lnTo>
                  <a:lnTo>
                    <a:pt x="193037" y="332318"/>
                  </a:lnTo>
                  <a:lnTo>
                    <a:pt x="198259" y="331414"/>
                  </a:lnTo>
                  <a:lnTo>
                    <a:pt x="203449" y="330346"/>
                  </a:lnTo>
                  <a:lnTo>
                    <a:pt x="208604" y="329113"/>
                  </a:lnTo>
                  <a:lnTo>
                    <a:pt x="213716" y="327718"/>
                  </a:lnTo>
                  <a:lnTo>
                    <a:pt x="218782" y="326161"/>
                  </a:lnTo>
                  <a:lnTo>
                    <a:pt x="223795" y="324444"/>
                  </a:lnTo>
                  <a:lnTo>
                    <a:pt x="228752" y="322570"/>
                  </a:lnTo>
                  <a:lnTo>
                    <a:pt x="233647" y="320539"/>
                  </a:lnTo>
                  <a:lnTo>
                    <a:pt x="238475" y="318354"/>
                  </a:lnTo>
                  <a:lnTo>
                    <a:pt x="243232" y="316018"/>
                  </a:lnTo>
                  <a:lnTo>
                    <a:pt x="247912" y="313531"/>
                  </a:lnTo>
                  <a:lnTo>
                    <a:pt x="252510" y="310898"/>
                  </a:lnTo>
                  <a:lnTo>
                    <a:pt x="257023" y="308120"/>
                  </a:lnTo>
                  <a:lnTo>
                    <a:pt x="261446" y="305200"/>
                  </a:lnTo>
                  <a:lnTo>
                    <a:pt x="265774" y="302142"/>
                  </a:lnTo>
                  <a:lnTo>
                    <a:pt x="270003" y="298948"/>
                  </a:lnTo>
                  <a:lnTo>
                    <a:pt x="274128" y="295622"/>
                  </a:lnTo>
                  <a:lnTo>
                    <a:pt x="278146" y="292166"/>
                  </a:lnTo>
                  <a:lnTo>
                    <a:pt x="282052" y="288585"/>
                  </a:lnTo>
                  <a:lnTo>
                    <a:pt x="285843" y="284882"/>
                  </a:lnTo>
                  <a:lnTo>
                    <a:pt x="289515" y="281060"/>
                  </a:lnTo>
                  <a:lnTo>
                    <a:pt x="293064" y="277125"/>
                  </a:lnTo>
                  <a:lnTo>
                    <a:pt x="296486" y="273078"/>
                  </a:lnTo>
                  <a:lnTo>
                    <a:pt x="299778" y="268925"/>
                  </a:lnTo>
                  <a:lnTo>
                    <a:pt x="302937" y="264670"/>
                  </a:lnTo>
                  <a:lnTo>
                    <a:pt x="305959" y="260317"/>
                  </a:lnTo>
                  <a:lnTo>
                    <a:pt x="308842" y="255871"/>
                  </a:lnTo>
                  <a:lnTo>
                    <a:pt x="311582" y="251335"/>
                  </a:lnTo>
                  <a:lnTo>
                    <a:pt x="314178" y="246714"/>
                  </a:lnTo>
                  <a:lnTo>
                    <a:pt x="316625" y="242014"/>
                  </a:lnTo>
                  <a:lnTo>
                    <a:pt x="318922" y="237238"/>
                  </a:lnTo>
                  <a:lnTo>
                    <a:pt x="321067" y="232392"/>
                  </a:lnTo>
                  <a:lnTo>
                    <a:pt x="323057" y="227481"/>
                  </a:lnTo>
                  <a:lnTo>
                    <a:pt x="324891" y="222509"/>
                  </a:lnTo>
                  <a:lnTo>
                    <a:pt x="326566" y="217481"/>
                  </a:lnTo>
                  <a:lnTo>
                    <a:pt x="328080" y="212402"/>
                  </a:lnTo>
                  <a:lnTo>
                    <a:pt x="329433" y="207279"/>
                  </a:lnTo>
                  <a:lnTo>
                    <a:pt x="330623" y="202115"/>
                  </a:lnTo>
                  <a:lnTo>
                    <a:pt x="331649" y="196915"/>
                  </a:lnTo>
                  <a:lnTo>
                    <a:pt x="332509" y="191686"/>
                  </a:lnTo>
                  <a:lnTo>
                    <a:pt x="333203" y="186432"/>
                  </a:lnTo>
                  <a:lnTo>
                    <a:pt x="333731" y="181159"/>
                  </a:lnTo>
                  <a:lnTo>
                    <a:pt x="334090" y="175872"/>
                  </a:lnTo>
                  <a:lnTo>
                    <a:pt x="334282" y="170576"/>
                  </a:lnTo>
                  <a:lnTo>
                    <a:pt x="334307" y="165277"/>
                  </a:lnTo>
                  <a:lnTo>
                    <a:pt x="334163" y="159979"/>
                  </a:lnTo>
                  <a:lnTo>
                    <a:pt x="333851" y="154689"/>
                  </a:lnTo>
                  <a:lnTo>
                    <a:pt x="333372" y="149411"/>
                  </a:lnTo>
                  <a:lnTo>
                    <a:pt x="332725" y="144151"/>
                  </a:lnTo>
                  <a:lnTo>
                    <a:pt x="331913" y="138915"/>
                  </a:lnTo>
                  <a:lnTo>
                    <a:pt x="330934" y="133706"/>
                  </a:lnTo>
                  <a:lnTo>
                    <a:pt x="329791" y="128532"/>
                  </a:lnTo>
                  <a:lnTo>
                    <a:pt x="328485" y="123396"/>
                  </a:lnTo>
                  <a:lnTo>
                    <a:pt x="327016" y="118304"/>
                  </a:lnTo>
                  <a:lnTo>
                    <a:pt x="325387" y="113261"/>
                  </a:lnTo>
                  <a:lnTo>
                    <a:pt x="323599" y="108272"/>
                  </a:lnTo>
                  <a:lnTo>
                    <a:pt x="321654" y="103343"/>
                  </a:lnTo>
                  <a:lnTo>
                    <a:pt x="319553" y="98478"/>
                  </a:lnTo>
                  <a:lnTo>
                    <a:pt x="317299" y="93681"/>
                  </a:lnTo>
                  <a:lnTo>
                    <a:pt x="314894" y="88959"/>
                  </a:lnTo>
                  <a:lnTo>
                    <a:pt x="312341" y="84315"/>
                  </a:lnTo>
                  <a:lnTo>
                    <a:pt x="309642" y="79755"/>
                  </a:lnTo>
                  <a:lnTo>
                    <a:pt x="306800" y="75282"/>
                  </a:lnTo>
                  <a:lnTo>
                    <a:pt x="303817" y="70902"/>
                  </a:lnTo>
                  <a:lnTo>
                    <a:pt x="300697" y="66618"/>
                  </a:lnTo>
                  <a:lnTo>
                    <a:pt x="297443" y="62435"/>
                  </a:lnTo>
                  <a:lnTo>
                    <a:pt x="294058" y="58358"/>
                  </a:lnTo>
                  <a:lnTo>
                    <a:pt x="290545" y="54390"/>
                  </a:lnTo>
                  <a:lnTo>
                    <a:pt x="286908" y="50535"/>
                  </a:lnTo>
                  <a:lnTo>
                    <a:pt x="283151" y="46798"/>
                  </a:lnTo>
                  <a:lnTo>
                    <a:pt x="279277" y="43182"/>
                  </a:lnTo>
                  <a:lnTo>
                    <a:pt x="275291" y="39690"/>
                  </a:lnTo>
                  <a:lnTo>
                    <a:pt x="271196" y="36326"/>
                  </a:lnTo>
                  <a:lnTo>
                    <a:pt x="266996" y="33094"/>
                  </a:lnTo>
                  <a:lnTo>
                    <a:pt x="262696" y="29996"/>
                  </a:lnTo>
                  <a:lnTo>
                    <a:pt x="258300" y="27037"/>
                  </a:lnTo>
                  <a:lnTo>
                    <a:pt x="253813" y="24218"/>
                  </a:lnTo>
                  <a:lnTo>
                    <a:pt x="249238" y="21543"/>
                  </a:lnTo>
                  <a:lnTo>
                    <a:pt x="244581" y="19014"/>
                  </a:lnTo>
                  <a:lnTo>
                    <a:pt x="239846" y="16634"/>
                  </a:lnTo>
                  <a:lnTo>
                    <a:pt x="235038" y="14405"/>
                  </a:lnTo>
                  <a:lnTo>
                    <a:pt x="230162" y="12330"/>
                  </a:lnTo>
                  <a:lnTo>
                    <a:pt x="225222" y="10411"/>
                  </a:lnTo>
                  <a:lnTo>
                    <a:pt x="220224" y="8649"/>
                  </a:lnTo>
                  <a:lnTo>
                    <a:pt x="215173" y="7046"/>
                  </a:lnTo>
                  <a:lnTo>
                    <a:pt x="210074" y="5604"/>
                  </a:lnTo>
                  <a:lnTo>
                    <a:pt x="204931" y="4325"/>
                  </a:lnTo>
                  <a:lnTo>
                    <a:pt x="199750" y="3209"/>
                  </a:lnTo>
                  <a:lnTo>
                    <a:pt x="194537" y="2258"/>
                  </a:lnTo>
                  <a:lnTo>
                    <a:pt x="189296" y="1473"/>
                  </a:lnTo>
                  <a:lnTo>
                    <a:pt x="184033" y="854"/>
                  </a:lnTo>
                  <a:lnTo>
                    <a:pt x="178752" y="403"/>
                  </a:lnTo>
                  <a:lnTo>
                    <a:pt x="173461" y="11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1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6310" cy="167167"/>
            </a:xfrm>
            <a:custGeom>
              <a:avLst/>
              <a:pathLst>
                <a:path w="6310" h="167167">
                  <a:moveTo>
                    <a:pt x="6310" y="1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711633" y="4397268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2" y="2095"/>
                  </a:lnTo>
                  <a:lnTo>
                    <a:pt x="135543" y="3015"/>
                  </a:lnTo>
                  <a:lnTo>
                    <a:pt x="130356" y="4099"/>
                  </a:lnTo>
                  <a:lnTo>
                    <a:pt x="125206" y="5347"/>
                  </a:lnTo>
                  <a:lnTo>
                    <a:pt x="120097" y="6758"/>
                  </a:lnTo>
                  <a:lnTo>
                    <a:pt x="115037" y="8330"/>
                  </a:lnTo>
                  <a:lnTo>
                    <a:pt x="110028" y="10062"/>
                  </a:lnTo>
                  <a:lnTo>
                    <a:pt x="105077" y="11951"/>
                  </a:lnTo>
                  <a:lnTo>
                    <a:pt x="100188" y="13997"/>
                  </a:lnTo>
                  <a:lnTo>
                    <a:pt x="95367" y="16196"/>
                  </a:lnTo>
                  <a:lnTo>
                    <a:pt x="90617" y="18547"/>
                  </a:lnTo>
                  <a:lnTo>
                    <a:pt x="85945" y="21048"/>
                  </a:lnTo>
                  <a:lnTo>
                    <a:pt x="81354" y="23695"/>
                  </a:lnTo>
                  <a:lnTo>
                    <a:pt x="76850" y="26487"/>
                  </a:lnTo>
                  <a:lnTo>
                    <a:pt x="72436" y="29420"/>
                  </a:lnTo>
                  <a:lnTo>
                    <a:pt x="68117" y="32491"/>
                  </a:lnTo>
                  <a:lnTo>
                    <a:pt x="63898" y="35698"/>
                  </a:lnTo>
                  <a:lnTo>
                    <a:pt x="59783" y="39037"/>
                  </a:lnTo>
                  <a:lnTo>
                    <a:pt x="55775" y="42505"/>
                  </a:lnTo>
                  <a:lnTo>
                    <a:pt x="51880" y="46097"/>
                  </a:lnTo>
                  <a:lnTo>
                    <a:pt x="48100" y="49812"/>
                  </a:lnTo>
                  <a:lnTo>
                    <a:pt x="44440" y="53645"/>
                  </a:lnTo>
                  <a:lnTo>
                    <a:pt x="40904" y="57591"/>
                  </a:lnTo>
                  <a:lnTo>
                    <a:pt x="37494" y="61648"/>
                  </a:lnTo>
                  <a:lnTo>
                    <a:pt x="34214" y="65811"/>
                  </a:lnTo>
                  <a:lnTo>
                    <a:pt x="31068" y="70075"/>
                  </a:lnTo>
                  <a:lnTo>
                    <a:pt x="28059" y="74438"/>
                  </a:lnTo>
                  <a:lnTo>
                    <a:pt x="25190" y="78893"/>
                  </a:lnTo>
                  <a:lnTo>
                    <a:pt x="22463" y="83437"/>
                  </a:lnTo>
                  <a:lnTo>
                    <a:pt x="19882" y="88065"/>
                  </a:lnTo>
                  <a:lnTo>
                    <a:pt x="17448" y="92773"/>
                  </a:lnTo>
                  <a:lnTo>
                    <a:pt x="15165" y="97556"/>
                  </a:lnTo>
                  <a:lnTo>
                    <a:pt x="13035" y="102408"/>
                  </a:lnTo>
                  <a:lnTo>
                    <a:pt x="11060" y="107326"/>
                  </a:lnTo>
                  <a:lnTo>
                    <a:pt x="9242" y="112303"/>
                  </a:lnTo>
                  <a:lnTo>
                    <a:pt x="7582" y="117336"/>
                  </a:lnTo>
                  <a:lnTo>
                    <a:pt x="6083" y="122419"/>
                  </a:lnTo>
                  <a:lnTo>
                    <a:pt x="4745" y="127547"/>
                  </a:lnTo>
                  <a:lnTo>
                    <a:pt x="3571" y="132715"/>
                  </a:lnTo>
                  <a:lnTo>
                    <a:pt x="2561" y="137917"/>
                  </a:lnTo>
                  <a:lnTo>
                    <a:pt x="1717" y="143149"/>
                  </a:lnTo>
                  <a:lnTo>
                    <a:pt x="1039" y="148405"/>
                  </a:lnTo>
                  <a:lnTo>
                    <a:pt x="527" y="153679"/>
                  </a:lnTo>
                  <a:lnTo>
                    <a:pt x="184" y="158968"/>
                  </a:lnTo>
                  <a:lnTo>
                    <a:pt x="8" y="164264"/>
                  </a:lnTo>
                  <a:lnTo>
                    <a:pt x="0" y="169563"/>
                  </a:lnTo>
                  <a:lnTo>
                    <a:pt x="159" y="174861"/>
                  </a:lnTo>
                  <a:lnTo>
                    <a:pt x="487" y="180150"/>
                  </a:lnTo>
                  <a:lnTo>
                    <a:pt x="982" y="185426"/>
                  </a:lnTo>
                  <a:lnTo>
                    <a:pt x="1645" y="190684"/>
                  </a:lnTo>
                  <a:lnTo>
                    <a:pt x="2473" y="195918"/>
                  </a:lnTo>
                  <a:lnTo>
                    <a:pt x="3467" y="201124"/>
                  </a:lnTo>
                  <a:lnTo>
                    <a:pt x="4626" y="206295"/>
                  </a:lnTo>
                  <a:lnTo>
                    <a:pt x="5948" y="211427"/>
                  </a:lnTo>
                  <a:lnTo>
                    <a:pt x="7432" y="216514"/>
                  </a:lnTo>
                  <a:lnTo>
                    <a:pt x="9076" y="221552"/>
                  </a:lnTo>
                  <a:lnTo>
                    <a:pt x="10880" y="226535"/>
                  </a:lnTo>
                  <a:lnTo>
                    <a:pt x="12840" y="231459"/>
                  </a:lnTo>
                  <a:lnTo>
                    <a:pt x="14955" y="236318"/>
                  </a:lnTo>
                  <a:lnTo>
                    <a:pt x="17224" y="241107"/>
                  </a:lnTo>
                  <a:lnTo>
                    <a:pt x="19643" y="245822"/>
                  </a:lnTo>
                  <a:lnTo>
                    <a:pt x="22210" y="250458"/>
                  </a:lnTo>
                  <a:lnTo>
                    <a:pt x="24923" y="255010"/>
                  </a:lnTo>
                  <a:lnTo>
                    <a:pt x="27779" y="259475"/>
                  </a:lnTo>
                  <a:lnTo>
                    <a:pt x="30775" y="263846"/>
                  </a:lnTo>
                  <a:lnTo>
                    <a:pt x="33908" y="268120"/>
                  </a:lnTo>
                  <a:lnTo>
                    <a:pt x="37175" y="272293"/>
                  </a:lnTo>
                  <a:lnTo>
                    <a:pt x="40572" y="276360"/>
                  </a:lnTo>
                  <a:lnTo>
                    <a:pt x="44097" y="280317"/>
                  </a:lnTo>
                  <a:lnTo>
                    <a:pt x="47745" y="284161"/>
                  </a:lnTo>
                  <a:lnTo>
                    <a:pt x="51514" y="287887"/>
                  </a:lnTo>
                  <a:lnTo>
                    <a:pt x="55398" y="291491"/>
                  </a:lnTo>
                  <a:lnTo>
                    <a:pt x="59395" y="294971"/>
                  </a:lnTo>
                  <a:lnTo>
                    <a:pt x="63500" y="298322"/>
                  </a:lnTo>
                  <a:lnTo>
                    <a:pt x="67710" y="301542"/>
                  </a:lnTo>
                  <a:lnTo>
                    <a:pt x="72019" y="304626"/>
                  </a:lnTo>
                  <a:lnTo>
                    <a:pt x="76424" y="307573"/>
                  </a:lnTo>
                  <a:lnTo>
                    <a:pt x="80920" y="310378"/>
                  </a:lnTo>
                  <a:lnTo>
                    <a:pt x="85503" y="313039"/>
                  </a:lnTo>
                  <a:lnTo>
                    <a:pt x="90168" y="315554"/>
                  </a:lnTo>
                  <a:lnTo>
                    <a:pt x="94910" y="317919"/>
                  </a:lnTo>
                  <a:lnTo>
                    <a:pt x="99724" y="320134"/>
                  </a:lnTo>
                  <a:lnTo>
                    <a:pt x="104607" y="322194"/>
                  </a:lnTo>
                  <a:lnTo>
                    <a:pt x="109552" y="324098"/>
                  </a:lnTo>
                  <a:lnTo>
                    <a:pt x="114556" y="325845"/>
                  </a:lnTo>
                  <a:lnTo>
                    <a:pt x="119612" y="327433"/>
                  </a:lnTo>
                  <a:lnTo>
                    <a:pt x="124716" y="328859"/>
                  </a:lnTo>
                  <a:lnTo>
                    <a:pt x="129862" y="330123"/>
                  </a:lnTo>
                  <a:lnTo>
                    <a:pt x="135046" y="331223"/>
                  </a:lnTo>
                  <a:lnTo>
                    <a:pt x="140262" y="332158"/>
                  </a:lnTo>
                  <a:lnTo>
                    <a:pt x="145506" y="332927"/>
                  </a:lnTo>
                  <a:lnTo>
                    <a:pt x="150771" y="333530"/>
                  </a:lnTo>
                  <a:lnTo>
                    <a:pt x="156052" y="333966"/>
                  </a:lnTo>
                  <a:lnTo>
                    <a:pt x="161345" y="334234"/>
                  </a:lnTo>
                  <a:lnTo>
                    <a:pt x="166643" y="334334"/>
                  </a:lnTo>
                  <a:lnTo>
                    <a:pt x="171942" y="334266"/>
                  </a:lnTo>
                  <a:lnTo>
                    <a:pt x="177237" y="334030"/>
                  </a:lnTo>
                  <a:lnTo>
                    <a:pt x="182521" y="333626"/>
                  </a:lnTo>
                  <a:lnTo>
                    <a:pt x="187789" y="333055"/>
                  </a:lnTo>
                  <a:lnTo>
                    <a:pt x="193037" y="332318"/>
                  </a:lnTo>
                  <a:lnTo>
                    <a:pt x="198259" y="331414"/>
                  </a:lnTo>
                  <a:lnTo>
                    <a:pt x="203449" y="330346"/>
                  </a:lnTo>
                  <a:lnTo>
                    <a:pt x="208604" y="329113"/>
                  </a:lnTo>
                  <a:lnTo>
                    <a:pt x="213716" y="327718"/>
                  </a:lnTo>
                  <a:lnTo>
                    <a:pt x="218782" y="326161"/>
                  </a:lnTo>
                  <a:lnTo>
                    <a:pt x="223795" y="324444"/>
                  </a:lnTo>
                  <a:lnTo>
                    <a:pt x="228752" y="322570"/>
                  </a:lnTo>
                  <a:lnTo>
                    <a:pt x="233647" y="320539"/>
                  </a:lnTo>
                  <a:lnTo>
                    <a:pt x="238475" y="318354"/>
                  </a:lnTo>
                  <a:lnTo>
                    <a:pt x="243232" y="316018"/>
                  </a:lnTo>
                  <a:lnTo>
                    <a:pt x="247912" y="313531"/>
                  </a:lnTo>
                  <a:lnTo>
                    <a:pt x="252510" y="310898"/>
                  </a:lnTo>
                  <a:lnTo>
                    <a:pt x="257023" y="308120"/>
                  </a:lnTo>
                  <a:lnTo>
                    <a:pt x="261446" y="305200"/>
                  </a:lnTo>
                  <a:lnTo>
                    <a:pt x="265774" y="302142"/>
                  </a:lnTo>
                  <a:lnTo>
                    <a:pt x="270003" y="298948"/>
                  </a:lnTo>
                  <a:lnTo>
                    <a:pt x="274128" y="295622"/>
                  </a:lnTo>
                  <a:lnTo>
                    <a:pt x="278146" y="292166"/>
                  </a:lnTo>
                  <a:lnTo>
                    <a:pt x="282052" y="288585"/>
                  </a:lnTo>
                  <a:lnTo>
                    <a:pt x="285843" y="284882"/>
                  </a:lnTo>
                  <a:lnTo>
                    <a:pt x="289515" y="281060"/>
                  </a:lnTo>
                  <a:lnTo>
                    <a:pt x="293064" y="277125"/>
                  </a:lnTo>
                  <a:lnTo>
                    <a:pt x="296486" y="273078"/>
                  </a:lnTo>
                  <a:lnTo>
                    <a:pt x="299778" y="268925"/>
                  </a:lnTo>
                  <a:lnTo>
                    <a:pt x="302937" y="264670"/>
                  </a:lnTo>
                  <a:lnTo>
                    <a:pt x="305959" y="260317"/>
                  </a:lnTo>
                  <a:lnTo>
                    <a:pt x="308842" y="255871"/>
                  </a:lnTo>
                  <a:lnTo>
                    <a:pt x="311582" y="251335"/>
                  </a:lnTo>
                  <a:lnTo>
                    <a:pt x="314178" y="246714"/>
                  </a:lnTo>
                  <a:lnTo>
                    <a:pt x="316625" y="242014"/>
                  </a:lnTo>
                  <a:lnTo>
                    <a:pt x="318922" y="237238"/>
                  </a:lnTo>
                  <a:lnTo>
                    <a:pt x="321067" y="232392"/>
                  </a:lnTo>
                  <a:lnTo>
                    <a:pt x="323057" y="227481"/>
                  </a:lnTo>
                  <a:lnTo>
                    <a:pt x="324891" y="222509"/>
                  </a:lnTo>
                  <a:lnTo>
                    <a:pt x="326566" y="217481"/>
                  </a:lnTo>
                  <a:lnTo>
                    <a:pt x="328080" y="212402"/>
                  </a:lnTo>
                  <a:lnTo>
                    <a:pt x="329433" y="207279"/>
                  </a:lnTo>
                  <a:lnTo>
                    <a:pt x="330623" y="202115"/>
                  </a:lnTo>
                  <a:lnTo>
                    <a:pt x="331649" y="196915"/>
                  </a:lnTo>
                  <a:lnTo>
                    <a:pt x="332509" y="191686"/>
                  </a:lnTo>
                  <a:lnTo>
                    <a:pt x="333203" y="186432"/>
                  </a:lnTo>
                  <a:lnTo>
                    <a:pt x="333731" y="181159"/>
                  </a:lnTo>
                  <a:lnTo>
                    <a:pt x="334090" y="175872"/>
                  </a:lnTo>
                  <a:lnTo>
                    <a:pt x="334282" y="170576"/>
                  </a:lnTo>
                  <a:lnTo>
                    <a:pt x="334307" y="165277"/>
                  </a:lnTo>
                  <a:lnTo>
                    <a:pt x="334163" y="159979"/>
                  </a:lnTo>
                  <a:lnTo>
                    <a:pt x="333851" y="154689"/>
                  </a:lnTo>
                  <a:lnTo>
                    <a:pt x="333372" y="149411"/>
                  </a:lnTo>
                  <a:lnTo>
                    <a:pt x="332725" y="144151"/>
                  </a:lnTo>
                  <a:lnTo>
                    <a:pt x="331913" y="138915"/>
                  </a:lnTo>
                  <a:lnTo>
                    <a:pt x="330934" y="133706"/>
                  </a:lnTo>
                  <a:lnTo>
                    <a:pt x="329791" y="128532"/>
                  </a:lnTo>
                  <a:lnTo>
                    <a:pt x="328485" y="123396"/>
                  </a:lnTo>
                  <a:lnTo>
                    <a:pt x="327016" y="118304"/>
                  </a:lnTo>
                  <a:lnTo>
                    <a:pt x="325387" y="113261"/>
                  </a:lnTo>
                  <a:lnTo>
                    <a:pt x="323599" y="108272"/>
                  </a:lnTo>
                  <a:lnTo>
                    <a:pt x="321654" y="103343"/>
                  </a:lnTo>
                  <a:lnTo>
                    <a:pt x="319553" y="98478"/>
                  </a:lnTo>
                  <a:lnTo>
                    <a:pt x="317299" y="93681"/>
                  </a:lnTo>
                  <a:lnTo>
                    <a:pt x="314894" y="88959"/>
                  </a:lnTo>
                  <a:lnTo>
                    <a:pt x="312341" y="84315"/>
                  </a:lnTo>
                  <a:lnTo>
                    <a:pt x="309642" y="79755"/>
                  </a:lnTo>
                  <a:lnTo>
                    <a:pt x="306800" y="75282"/>
                  </a:lnTo>
                  <a:lnTo>
                    <a:pt x="303817" y="70902"/>
                  </a:lnTo>
                  <a:lnTo>
                    <a:pt x="300697" y="66618"/>
                  </a:lnTo>
                  <a:lnTo>
                    <a:pt x="297443" y="62435"/>
                  </a:lnTo>
                  <a:lnTo>
                    <a:pt x="294058" y="58358"/>
                  </a:lnTo>
                  <a:lnTo>
                    <a:pt x="290545" y="54390"/>
                  </a:lnTo>
                  <a:lnTo>
                    <a:pt x="286908" y="50535"/>
                  </a:lnTo>
                  <a:lnTo>
                    <a:pt x="283151" y="46798"/>
                  </a:lnTo>
                  <a:lnTo>
                    <a:pt x="279277" y="43182"/>
                  </a:lnTo>
                  <a:lnTo>
                    <a:pt x="275291" y="39690"/>
                  </a:lnTo>
                  <a:lnTo>
                    <a:pt x="271196" y="36326"/>
                  </a:lnTo>
                  <a:lnTo>
                    <a:pt x="266996" y="33094"/>
                  </a:lnTo>
                  <a:lnTo>
                    <a:pt x="262696" y="29996"/>
                  </a:lnTo>
                  <a:lnTo>
                    <a:pt x="258300" y="27037"/>
                  </a:lnTo>
                  <a:lnTo>
                    <a:pt x="253813" y="24218"/>
                  </a:lnTo>
                  <a:lnTo>
                    <a:pt x="249238" y="21543"/>
                  </a:lnTo>
                  <a:lnTo>
                    <a:pt x="244581" y="19014"/>
                  </a:lnTo>
                  <a:lnTo>
                    <a:pt x="239846" y="16634"/>
                  </a:lnTo>
                  <a:lnTo>
                    <a:pt x="235038" y="14405"/>
                  </a:lnTo>
                  <a:lnTo>
                    <a:pt x="230162" y="12330"/>
                  </a:lnTo>
                  <a:lnTo>
                    <a:pt x="225222" y="10411"/>
                  </a:lnTo>
                  <a:lnTo>
                    <a:pt x="220224" y="8649"/>
                  </a:lnTo>
                  <a:lnTo>
                    <a:pt x="215173" y="7046"/>
                  </a:lnTo>
                  <a:lnTo>
                    <a:pt x="210074" y="5604"/>
                  </a:lnTo>
                  <a:lnTo>
                    <a:pt x="204931" y="4325"/>
                  </a:lnTo>
                  <a:lnTo>
                    <a:pt x="199750" y="3209"/>
                  </a:lnTo>
                  <a:lnTo>
                    <a:pt x="194537" y="2258"/>
                  </a:lnTo>
                  <a:lnTo>
                    <a:pt x="189296" y="1473"/>
                  </a:lnTo>
                  <a:lnTo>
                    <a:pt x="184033" y="854"/>
                  </a:lnTo>
                  <a:lnTo>
                    <a:pt x="178752" y="403"/>
                  </a:lnTo>
                  <a:lnTo>
                    <a:pt x="173461" y="11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387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6310" cy="167167"/>
            </a:xfrm>
            <a:custGeom>
              <a:avLst/>
              <a:pathLst>
                <a:path w="6310" h="167167">
                  <a:moveTo>
                    <a:pt x="6310" y="1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12" y="4794382"/>
              <a:ext cx="167153" cy="192065"/>
            </a:xfrm>
            <a:custGeom>
              <a:avLst/>
              <a:pathLst>
                <a:path w="167153" h="192065">
                  <a:moveTo>
                    <a:pt x="167153" y="0"/>
                  </a:moveTo>
                  <a:lnTo>
                    <a:pt x="161728" y="88"/>
                  </a:lnTo>
                  <a:lnTo>
                    <a:pt x="156309" y="352"/>
                  </a:lnTo>
                  <a:lnTo>
                    <a:pt x="150901" y="791"/>
                  </a:lnTo>
                  <a:lnTo>
                    <a:pt x="145510" y="1406"/>
                  </a:lnTo>
                  <a:lnTo>
                    <a:pt x="140142" y="2196"/>
                  </a:lnTo>
                  <a:lnTo>
                    <a:pt x="134803" y="3160"/>
                  </a:lnTo>
                  <a:lnTo>
                    <a:pt x="129497" y="4296"/>
                  </a:lnTo>
                  <a:lnTo>
                    <a:pt x="124232" y="5604"/>
                  </a:lnTo>
                  <a:lnTo>
                    <a:pt x="119011" y="7082"/>
                  </a:lnTo>
                  <a:lnTo>
                    <a:pt x="113841" y="8728"/>
                  </a:lnTo>
                  <a:lnTo>
                    <a:pt x="108728" y="10542"/>
                  </a:lnTo>
                  <a:lnTo>
                    <a:pt x="103675" y="12521"/>
                  </a:lnTo>
                  <a:lnTo>
                    <a:pt x="98690" y="14662"/>
                  </a:lnTo>
                  <a:lnTo>
                    <a:pt x="93777" y="16964"/>
                  </a:lnTo>
                  <a:lnTo>
                    <a:pt x="88941" y="19425"/>
                  </a:lnTo>
                  <a:lnTo>
                    <a:pt x="84188" y="22041"/>
                  </a:lnTo>
                  <a:lnTo>
                    <a:pt x="79522" y="24809"/>
                  </a:lnTo>
                  <a:lnTo>
                    <a:pt x="74948" y="27728"/>
                  </a:lnTo>
                  <a:lnTo>
                    <a:pt x="70471" y="30794"/>
                  </a:lnTo>
                  <a:lnTo>
                    <a:pt x="66097" y="34003"/>
                  </a:lnTo>
                  <a:lnTo>
                    <a:pt x="61828" y="37353"/>
                  </a:lnTo>
                  <a:lnTo>
                    <a:pt x="57671" y="40840"/>
                  </a:lnTo>
                  <a:lnTo>
                    <a:pt x="53629" y="44459"/>
                  </a:lnTo>
                  <a:lnTo>
                    <a:pt x="49707" y="48208"/>
                  </a:lnTo>
                  <a:lnTo>
                    <a:pt x="45908" y="52082"/>
                  </a:lnTo>
                  <a:lnTo>
                    <a:pt x="42237" y="56077"/>
                  </a:lnTo>
                  <a:lnTo>
                    <a:pt x="38698" y="60190"/>
                  </a:lnTo>
                  <a:lnTo>
                    <a:pt x="35294" y="64415"/>
                  </a:lnTo>
                  <a:lnTo>
                    <a:pt x="32029" y="68748"/>
                  </a:lnTo>
                  <a:lnTo>
                    <a:pt x="28906" y="73185"/>
                  </a:lnTo>
                  <a:lnTo>
                    <a:pt x="25929" y="77721"/>
                  </a:lnTo>
                  <a:lnTo>
                    <a:pt x="23100" y="82351"/>
                  </a:lnTo>
                  <a:lnTo>
                    <a:pt x="20424" y="87071"/>
                  </a:lnTo>
                  <a:lnTo>
                    <a:pt x="17902" y="91875"/>
                  </a:lnTo>
                  <a:lnTo>
                    <a:pt x="15537" y="96758"/>
                  </a:lnTo>
                  <a:lnTo>
                    <a:pt x="13332" y="101716"/>
                  </a:lnTo>
                  <a:lnTo>
                    <a:pt x="11289" y="106742"/>
                  </a:lnTo>
                  <a:lnTo>
                    <a:pt x="9410" y="111832"/>
                  </a:lnTo>
                  <a:lnTo>
                    <a:pt x="7697" y="116980"/>
                  </a:lnTo>
                  <a:lnTo>
                    <a:pt x="6152" y="122182"/>
                  </a:lnTo>
                  <a:lnTo>
                    <a:pt x="4777" y="127430"/>
                  </a:lnTo>
                  <a:lnTo>
                    <a:pt x="3573" y="132721"/>
                  </a:lnTo>
                  <a:lnTo>
                    <a:pt x="2542" y="138047"/>
                  </a:lnTo>
                  <a:lnTo>
                    <a:pt x="1683" y="143405"/>
                  </a:lnTo>
                  <a:lnTo>
                    <a:pt x="999" y="148787"/>
                  </a:lnTo>
                  <a:lnTo>
                    <a:pt x="490" y="154189"/>
                  </a:lnTo>
                  <a:lnTo>
                    <a:pt x="157" y="159605"/>
                  </a:lnTo>
                  <a:lnTo>
                    <a:pt x="0" y="165028"/>
                  </a:lnTo>
                  <a:lnTo>
                    <a:pt x="18" y="170454"/>
                  </a:lnTo>
                  <a:lnTo>
                    <a:pt x="213" y="175876"/>
                  </a:lnTo>
                  <a:lnTo>
                    <a:pt x="583" y="181289"/>
                  </a:lnTo>
                  <a:lnTo>
                    <a:pt x="1129" y="186687"/>
                  </a:lnTo>
                  <a:lnTo>
                    <a:pt x="1850" y="19206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7263" y="4961550"/>
              <a:ext cx="165302" cy="24897"/>
            </a:xfrm>
            <a:custGeom>
              <a:avLst/>
              <a:pathLst>
                <a:path w="165302" h="24897">
                  <a:moveTo>
                    <a:pt x="0" y="24897"/>
                  </a:moveTo>
                  <a:lnTo>
                    <a:pt x="1653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7263" y="4961550"/>
              <a:ext cx="165302" cy="48102"/>
            </a:xfrm>
            <a:custGeom>
              <a:avLst/>
              <a:pathLst>
                <a:path w="165302" h="48102">
                  <a:moveTo>
                    <a:pt x="0" y="24897"/>
                  </a:moveTo>
                  <a:lnTo>
                    <a:pt x="1367" y="32712"/>
                  </a:lnTo>
                  <a:lnTo>
                    <a:pt x="3103" y="40452"/>
                  </a:lnTo>
                  <a:lnTo>
                    <a:pt x="5205" y="48102"/>
                  </a:lnTo>
                  <a:lnTo>
                    <a:pt x="16530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52469" y="4794382"/>
              <a:ext cx="327251" cy="334330"/>
            </a:xfrm>
            <a:custGeom>
              <a:avLst/>
              <a:pathLst>
                <a:path w="327251" h="334330">
                  <a:moveTo>
                    <a:pt x="0" y="215269"/>
                  </a:moveTo>
                  <a:lnTo>
                    <a:pt x="1610" y="220335"/>
                  </a:lnTo>
                  <a:lnTo>
                    <a:pt x="3381" y="225348"/>
                  </a:lnTo>
                  <a:lnTo>
                    <a:pt x="5310" y="230301"/>
                  </a:lnTo>
                  <a:lnTo>
                    <a:pt x="7396" y="235191"/>
                  </a:lnTo>
                  <a:lnTo>
                    <a:pt x="9636" y="240012"/>
                  </a:lnTo>
                  <a:lnTo>
                    <a:pt x="12028" y="244760"/>
                  </a:lnTo>
                  <a:lnTo>
                    <a:pt x="14570" y="249429"/>
                  </a:lnTo>
                  <a:lnTo>
                    <a:pt x="17259" y="254014"/>
                  </a:lnTo>
                  <a:lnTo>
                    <a:pt x="20093" y="258512"/>
                  </a:lnTo>
                  <a:lnTo>
                    <a:pt x="23068" y="262918"/>
                  </a:lnTo>
                  <a:lnTo>
                    <a:pt x="26182" y="267226"/>
                  </a:lnTo>
                  <a:lnTo>
                    <a:pt x="29432" y="271434"/>
                  </a:lnTo>
                  <a:lnTo>
                    <a:pt x="32813" y="275536"/>
                  </a:lnTo>
                  <a:lnTo>
                    <a:pt x="36323" y="279528"/>
                  </a:lnTo>
                  <a:lnTo>
                    <a:pt x="39959" y="283407"/>
                  </a:lnTo>
                  <a:lnTo>
                    <a:pt x="43715" y="287168"/>
                  </a:lnTo>
                  <a:lnTo>
                    <a:pt x="47590" y="290808"/>
                  </a:lnTo>
                  <a:lnTo>
                    <a:pt x="51578" y="294323"/>
                  </a:lnTo>
                  <a:lnTo>
                    <a:pt x="55676" y="297709"/>
                  </a:lnTo>
                  <a:lnTo>
                    <a:pt x="59880" y="300963"/>
                  </a:lnTo>
                  <a:lnTo>
                    <a:pt x="64185" y="304082"/>
                  </a:lnTo>
                  <a:lnTo>
                    <a:pt x="68587" y="307063"/>
                  </a:lnTo>
                  <a:lnTo>
                    <a:pt x="73081" y="309902"/>
                  </a:lnTo>
                  <a:lnTo>
                    <a:pt x="77664" y="312597"/>
                  </a:lnTo>
                  <a:lnTo>
                    <a:pt x="82330" y="315144"/>
                  </a:lnTo>
                  <a:lnTo>
                    <a:pt x="87074" y="317542"/>
                  </a:lnTo>
                  <a:lnTo>
                    <a:pt x="91893" y="319788"/>
                  </a:lnTo>
                  <a:lnTo>
                    <a:pt x="96780" y="321879"/>
                  </a:lnTo>
                  <a:lnTo>
                    <a:pt x="101731" y="323814"/>
                  </a:lnTo>
                  <a:lnTo>
                    <a:pt x="106742" y="325591"/>
                  </a:lnTo>
                  <a:lnTo>
                    <a:pt x="111806" y="327207"/>
                  </a:lnTo>
                  <a:lnTo>
                    <a:pt x="116919" y="328662"/>
                  </a:lnTo>
                  <a:lnTo>
                    <a:pt x="122076" y="329953"/>
                  </a:lnTo>
                  <a:lnTo>
                    <a:pt x="127272" y="331080"/>
                  </a:lnTo>
                  <a:lnTo>
                    <a:pt x="132500" y="332041"/>
                  </a:lnTo>
                  <a:lnTo>
                    <a:pt x="137757" y="332835"/>
                  </a:lnTo>
                  <a:lnTo>
                    <a:pt x="143036" y="333461"/>
                  </a:lnTo>
                  <a:lnTo>
                    <a:pt x="148332" y="333920"/>
                  </a:lnTo>
                  <a:lnTo>
                    <a:pt x="153640" y="334210"/>
                  </a:lnTo>
                  <a:lnTo>
                    <a:pt x="158955" y="334330"/>
                  </a:lnTo>
                  <a:lnTo>
                    <a:pt x="164271" y="334282"/>
                  </a:lnTo>
                  <a:lnTo>
                    <a:pt x="169582" y="334065"/>
                  </a:lnTo>
                  <a:lnTo>
                    <a:pt x="174884" y="333679"/>
                  </a:lnTo>
                  <a:lnTo>
                    <a:pt x="180171" y="333125"/>
                  </a:lnTo>
                  <a:lnTo>
                    <a:pt x="185438" y="332402"/>
                  </a:lnTo>
                  <a:lnTo>
                    <a:pt x="190679" y="331513"/>
                  </a:lnTo>
                  <a:lnTo>
                    <a:pt x="195890" y="330458"/>
                  </a:lnTo>
                  <a:lnTo>
                    <a:pt x="201064" y="329237"/>
                  </a:lnTo>
                  <a:lnTo>
                    <a:pt x="206196" y="327852"/>
                  </a:lnTo>
                  <a:lnTo>
                    <a:pt x="211282" y="326305"/>
                  </a:lnTo>
                  <a:lnTo>
                    <a:pt x="216316" y="324597"/>
                  </a:lnTo>
                  <a:lnTo>
                    <a:pt x="221294" y="322730"/>
                  </a:lnTo>
                  <a:lnTo>
                    <a:pt x="226209" y="320705"/>
                  </a:lnTo>
                  <a:lnTo>
                    <a:pt x="231058" y="318526"/>
                  </a:lnTo>
                  <a:lnTo>
                    <a:pt x="235835" y="316193"/>
                  </a:lnTo>
                  <a:lnTo>
                    <a:pt x="240535" y="313709"/>
                  </a:lnTo>
                  <a:lnTo>
                    <a:pt x="245154" y="311077"/>
                  </a:lnTo>
                  <a:lnTo>
                    <a:pt x="249687" y="308300"/>
                  </a:lnTo>
                  <a:lnTo>
                    <a:pt x="254129" y="305380"/>
                  </a:lnTo>
                  <a:lnTo>
                    <a:pt x="258476" y="302320"/>
                  </a:lnTo>
                  <a:lnTo>
                    <a:pt x="262724" y="299124"/>
                  </a:lnTo>
                  <a:lnTo>
                    <a:pt x="266868" y="295794"/>
                  </a:lnTo>
                  <a:lnTo>
                    <a:pt x="270904" y="292334"/>
                  </a:lnTo>
                  <a:lnTo>
                    <a:pt x="274828" y="288747"/>
                  </a:lnTo>
                  <a:lnTo>
                    <a:pt x="278636" y="285038"/>
                  </a:lnTo>
                  <a:lnTo>
                    <a:pt x="282324" y="281209"/>
                  </a:lnTo>
                  <a:lnTo>
                    <a:pt x="285888" y="277265"/>
                  </a:lnTo>
                  <a:lnTo>
                    <a:pt x="289325" y="273209"/>
                  </a:lnTo>
                  <a:lnTo>
                    <a:pt x="292632" y="269047"/>
                  </a:lnTo>
                  <a:lnTo>
                    <a:pt x="295804" y="264781"/>
                  </a:lnTo>
                  <a:lnTo>
                    <a:pt x="298839" y="260416"/>
                  </a:lnTo>
                  <a:lnTo>
                    <a:pt x="301734" y="255958"/>
                  </a:lnTo>
                  <a:lnTo>
                    <a:pt x="304486" y="251409"/>
                  </a:lnTo>
                  <a:lnTo>
                    <a:pt x="307092" y="246775"/>
                  </a:lnTo>
                  <a:lnTo>
                    <a:pt x="309548" y="242061"/>
                  </a:lnTo>
                  <a:lnTo>
                    <a:pt x="311854" y="237271"/>
                  </a:lnTo>
                  <a:lnTo>
                    <a:pt x="314007" y="232410"/>
                  </a:lnTo>
                  <a:lnTo>
                    <a:pt x="316003" y="227484"/>
                  </a:lnTo>
                  <a:lnTo>
                    <a:pt x="317842" y="222496"/>
                  </a:lnTo>
                  <a:lnTo>
                    <a:pt x="319522" y="217452"/>
                  </a:lnTo>
                  <a:lnTo>
                    <a:pt x="321040" y="212357"/>
                  </a:lnTo>
                  <a:lnTo>
                    <a:pt x="322396" y="207217"/>
                  </a:lnTo>
                  <a:lnTo>
                    <a:pt x="323587" y="202036"/>
                  </a:lnTo>
                  <a:lnTo>
                    <a:pt x="324613" y="196820"/>
                  </a:lnTo>
                  <a:lnTo>
                    <a:pt x="325473" y="191574"/>
                  </a:lnTo>
                  <a:lnTo>
                    <a:pt x="326165" y="186303"/>
                  </a:lnTo>
                  <a:lnTo>
                    <a:pt x="326690" y="181013"/>
                  </a:lnTo>
                  <a:lnTo>
                    <a:pt x="327046" y="175709"/>
                  </a:lnTo>
                  <a:lnTo>
                    <a:pt x="327233" y="170396"/>
                  </a:lnTo>
                  <a:lnTo>
                    <a:pt x="327251" y="165080"/>
                  </a:lnTo>
                  <a:lnTo>
                    <a:pt x="327100" y="159766"/>
                  </a:lnTo>
                  <a:lnTo>
                    <a:pt x="326781" y="154459"/>
                  </a:lnTo>
                  <a:lnTo>
                    <a:pt x="326292" y="149166"/>
                  </a:lnTo>
                  <a:lnTo>
                    <a:pt x="325636" y="143890"/>
                  </a:lnTo>
                  <a:lnTo>
                    <a:pt x="324812" y="138639"/>
                  </a:lnTo>
                  <a:lnTo>
                    <a:pt x="323822" y="133416"/>
                  </a:lnTo>
                  <a:lnTo>
                    <a:pt x="322666" y="128227"/>
                  </a:lnTo>
                  <a:lnTo>
                    <a:pt x="321345" y="123077"/>
                  </a:lnTo>
                  <a:lnTo>
                    <a:pt x="319862" y="117972"/>
                  </a:lnTo>
                  <a:lnTo>
                    <a:pt x="318217" y="112917"/>
                  </a:lnTo>
                  <a:lnTo>
                    <a:pt x="316412" y="107917"/>
                  </a:lnTo>
                  <a:lnTo>
                    <a:pt x="314449" y="102977"/>
                  </a:lnTo>
                  <a:lnTo>
                    <a:pt x="312330" y="98101"/>
                  </a:lnTo>
                  <a:lnTo>
                    <a:pt x="310057" y="93295"/>
                  </a:lnTo>
                  <a:lnTo>
                    <a:pt x="307632" y="88565"/>
                  </a:lnTo>
                  <a:lnTo>
                    <a:pt x="305058" y="83913"/>
                  </a:lnTo>
                  <a:lnTo>
                    <a:pt x="302338" y="79346"/>
                  </a:lnTo>
                  <a:lnTo>
                    <a:pt x="299473" y="74867"/>
                  </a:lnTo>
                  <a:lnTo>
                    <a:pt x="296468" y="70482"/>
                  </a:lnTo>
                  <a:lnTo>
                    <a:pt x="293325" y="66195"/>
                  </a:lnTo>
                  <a:lnTo>
                    <a:pt x="290047" y="62010"/>
                  </a:lnTo>
                  <a:lnTo>
                    <a:pt x="286637" y="57931"/>
                  </a:lnTo>
                  <a:lnTo>
                    <a:pt x="283100" y="53963"/>
                  </a:lnTo>
                  <a:lnTo>
                    <a:pt x="279438" y="50109"/>
                  </a:lnTo>
                  <a:lnTo>
                    <a:pt x="275656" y="46373"/>
                  </a:lnTo>
                  <a:lnTo>
                    <a:pt x="271756" y="42760"/>
                  </a:lnTo>
                  <a:lnTo>
                    <a:pt x="267744" y="39273"/>
                  </a:lnTo>
                  <a:lnTo>
                    <a:pt x="263623" y="35914"/>
                  </a:lnTo>
                  <a:lnTo>
                    <a:pt x="259397" y="32689"/>
                  </a:lnTo>
                  <a:lnTo>
                    <a:pt x="255071" y="29599"/>
                  </a:lnTo>
                  <a:lnTo>
                    <a:pt x="250649" y="26649"/>
                  </a:lnTo>
                  <a:lnTo>
                    <a:pt x="246135" y="23841"/>
                  </a:lnTo>
                  <a:lnTo>
                    <a:pt x="241534" y="21178"/>
                  </a:lnTo>
                  <a:lnTo>
                    <a:pt x="236851" y="18662"/>
                  </a:lnTo>
                  <a:lnTo>
                    <a:pt x="232090" y="16297"/>
                  </a:lnTo>
                  <a:lnTo>
                    <a:pt x="227257" y="14084"/>
                  </a:lnTo>
                  <a:lnTo>
                    <a:pt x="222355" y="12026"/>
                  </a:lnTo>
                  <a:lnTo>
                    <a:pt x="217391" y="10124"/>
                  </a:lnTo>
                  <a:lnTo>
                    <a:pt x="212368" y="8382"/>
                  </a:lnTo>
                  <a:lnTo>
                    <a:pt x="207293" y="6800"/>
                  </a:lnTo>
                  <a:lnTo>
                    <a:pt x="202170" y="5381"/>
                  </a:lnTo>
                  <a:lnTo>
                    <a:pt x="197004" y="4125"/>
                  </a:lnTo>
                  <a:lnTo>
                    <a:pt x="191801" y="3034"/>
                  </a:lnTo>
                  <a:lnTo>
                    <a:pt x="186566" y="2108"/>
                  </a:lnTo>
                  <a:lnTo>
                    <a:pt x="181305" y="1350"/>
                  </a:lnTo>
                  <a:lnTo>
                    <a:pt x="176022" y="760"/>
                  </a:lnTo>
                  <a:lnTo>
                    <a:pt x="170722" y="338"/>
                  </a:lnTo>
                  <a:lnTo>
                    <a:pt x="165412" y="84"/>
                  </a:lnTo>
                  <a:lnTo>
                    <a:pt x="160097" y="0"/>
                  </a:lnTo>
                  <a:lnTo>
                    <a:pt x="1600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294" y="5103947"/>
              <a:ext cx="2793" cy="167167"/>
            </a:xfrm>
            <a:custGeom>
              <a:avLst/>
              <a:pathLst>
                <a:path w="2793" h="167167">
                  <a:moveTo>
                    <a:pt x="2793" y="0"/>
                  </a:moveTo>
                  <a:lnTo>
                    <a:pt x="0" y="23"/>
                  </a:lnTo>
                  <a:lnTo>
                    <a:pt x="279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6294" y="5103970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461921" y="5103970"/>
              <a:ext cx="334330" cy="334300"/>
            </a:xfrm>
            <a:custGeom>
              <a:avLst/>
              <a:pathLst>
                <a:path w="334330" h="334300">
                  <a:moveTo>
                    <a:pt x="164373" y="0"/>
                  </a:moveTo>
                  <a:lnTo>
                    <a:pt x="159080" y="172"/>
                  </a:lnTo>
                  <a:lnTo>
                    <a:pt x="153796" y="512"/>
                  </a:lnTo>
                  <a:lnTo>
                    <a:pt x="148525" y="1019"/>
                  </a:lnTo>
                  <a:lnTo>
                    <a:pt x="143273" y="1693"/>
                  </a:lnTo>
                  <a:lnTo>
                    <a:pt x="138044" y="2532"/>
                  </a:lnTo>
                  <a:lnTo>
                    <a:pt x="132845" y="3537"/>
                  </a:lnTo>
                  <a:lnTo>
                    <a:pt x="127681" y="4707"/>
                  </a:lnTo>
                  <a:lnTo>
                    <a:pt x="122556" y="6039"/>
                  </a:lnTo>
                  <a:lnTo>
                    <a:pt x="117475" y="7532"/>
                  </a:lnTo>
                  <a:lnTo>
                    <a:pt x="112445" y="9186"/>
                  </a:lnTo>
                  <a:lnTo>
                    <a:pt x="107469" y="10999"/>
                  </a:lnTo>
                  <a:lnTo>
                    <a:pt x="102554" y="12968"/>
                  </a:lnTo>
                  <a:lnTo>
                    <a:pt x="97703" y="15092"/>
                  </a:lnTo>
                  <a:lnTo>
                    <a:pt x="92922" y="17368"/>
                  </a:lnTo>
                  <a:lnTo>
                    <a:pt x="88215" y="19795"/>
                  </a:lnTo>
                  <a:lnTo>
                    <a:pt x="83588" y="22369"/>
                  </a:lnTo>
                  <a:lnTo>
                    <a:pt x="79045" y="25089"/>
                  </a:lnTo>
                  <a:lnTo>
                    <a:pt x="74590" y="27951"/>
                  </a:lnTo>
                  <a:lnTo>
                    <a:pt x="70227" y="30953"/>
                  </a:lnTo>
                  <a:lnTo>
                    <a:pt x="65963" y="34092"/>
                  </a:lnTo>
                  <a:lnTo>
                    <a:pt x="61799" y="37364"/>
                  </a:lnTo>
                  <a:lnTo>
                    <a:pt x="57742" y="40767"/>
                  </a:lnTo>
                  <a:lnTo>
                    <a:pt x="53794" y="44296"/>
                  </a:lnTo>
                  <a:lnTo>
                    <a:pt x="49960" y="47948"/>
                  </a:lnTo>
                  <a:lnTo>
                    <a:pt x="46243" y="51720"/>
                  </a:lnTo>
                  <a:lnTo>
                    <a:pt x="42648" y="55608"/>
                  </a:lnTo>
                  <a:lnTo>
                    <a:pt x="39178" y="59608"/>
                  </a:lnTo>
                  <a:lnTo>
                    <a:pt x="35836" y="63716"/>
                  </a:lnTo>
                  <a:lnTo>
                    <a:pt x="32626" y="67927"/>
                  </a:lnTo>
                  <a:lnTo>
                    <a:pt x="29551" y="72238"/>
                  </a:lnTo>
                  <a:lnTo>
                    <a:pt x="26615" y="76645"/>
                  </a:lnTo>
                  <a:lnTo>
                    <a:pt x="23819" y="81142"/>
                  </a:lnTo>
                  <a:lnTo>
                    <a:pt x="21167" y="85725"/>
                  </a:lnTo>
                  <a:lnTo>
                    <a:pt x="18661" y="90390"/>
                  </a:lnTo>
                  <a:lnTo>
                    <a:pt x="16305" y="95132"/>
                  </a:lnTo>
                  <a:lnTo>
                    <a:pt x="14100" y="99947"/>
                  </a:lnTo>
                  <a:lnTo>
                    <a:pt x="12048" y="104828"/>
                  </a:lnTo>
                  <a:lnTo>
                    <a:pt x="10152" y="109773"/>
                  </a:lnTo>
                  <a:lnTo>
                    <a:pt x="8414" y="114775"/>
                  </a:lnTo>
                  <a:lnTo>
                    <a:pt x="6835" y="119829"/>
                  </a:lnTo>
                  <a:lnTo>
                    <a:pt x="5417" y="124931"/>
                  </a:lnTo>
                  <a:lnTo>
                    <a:pt x="4161" y="130075"/>
                  </a:lnTo>
                  <a:lnTo>
                    <a:pt x="3069" y="135257"/>
                  </a:lnTo>
                  <a:lnTo>
                    <a:pt x="2141" y="140470"/>
                  </a:lnTo>
                  <a:lnTo>
                    <a:pt x="1379" y="145710"/>
                  </a:lnTo>
                  <a:lnTo>
                    <a:pt x="783" y="150972"/>
                  </a:lnTo>
                  <a:lnTo>
                    <a:pt x="355" y="156250"/>
                  </a:lnTo>
                  <a:lnTo>
                    <a:pt x="93" y="161539"/>
                  </a:lnTo>
                  <a:lnTo>
                    <a:pt x="0" y="166833"/>
                  </a:lnTo>
                  <a:lnTo>
                    <a:pt x="74" y="172128"/>
                  </a:lnTo>
                  <a:lnTo>
                    <a:pt x="315" y="177418"/>
                  </a:lnTo>
                  <a:lnTo>
                    <a:pt x="724" y="182697"/>
                  </a:lnTo>
                  <a:lnTo>
                    <a:pt x="1300" y="187961"/>
                  </a:lnTo>
                  <a:lnTo>
                    <a:pt x="2043" y="193204"/>
                  </a:lnTo>
                  <a:lnTo>
                    <a:pt x="2951" y="198421"/>
                  </a:lnTo>
                  <a:lnTo>
                    <a:pt x="4024" y="203606"/>
                  </a:lnTo>
                  <a:lnTo>
                    <a:pt x="5261" y="208755"/>
                  </a:lnTo>
                  <a:lnTo>
                    <a:pt x="6660" y="213862"/>
                  </a:lnTo>
                  <a:lnTo>
                    <a:pt x="8220" y="218923"/>
                  </a:lnTo>
                  <a:lnTo>
                    <a:pt x="9940" y="223931"/>
                  </a:lnTo>
                  <a:lnTo>
                    <a:pt x="11818" y="228882"/>
                  </a:lnTo>
                  <a:lnTo>
                    <a:pt x="13851" y="233772"/>
                  </a:lnTo>
                  <a:lnTo>
                    <a:pt x="16038" y="238594"/>
                  </a:lnTo>
                  <a:lnTo>
                    <a:pt x="18377" y="243345"/>
                  </a:lnTo>
                  <a:lnTo>
                    <a:pt x="20865" y="248019"/>
                  </a:lnTo>
                  <a:lnTo>
                    <a:pt x="23500" y="252612"/>
                  </a:lnTo>
                  <a:lnTo>
                    <a:pt x="26279" y="257120"/>
                  </a:lnTo>
                  <a:lnTo>
                    <a:pt x="29200" y="261537"/>
                  </a:lnTo>
                  <a:lnTo>
                    <a:pt x="32259" y="265859"/>
                  </a:lnTo>
                  <a:lnTo>
                    <a:pt x="35453" y="270083"/>
                  </a:lnTo>
                  <a:lnTo>
                    <a:pt x="38780" y="274203"/>
                  </a:lnTo>
                  <a:lnTo>
                    <a:pt x="42235" y="278216"/>
                  </a:lnTo>
                  <a:lnTo>
                    <a:pt x="45815" y="282117"/>
                  </a:lnTo>
                  <a:lnTo>
                    <a:pt x="49518" y="285903"/>
                  </a:lnTo>
                  <a:lnTo>
                    <a:pt x="53338" y="289569"/>
                  </a:lnTo>
                  <a:lnTo>
                    <a:pt x="57273" y="293113"/>
                  </a:lnTo>
                  <a:lnTo>
                    <a:pt x="61318" y="296531"/>
                  </a:lnTo>
                  <a:lnTo>
                    <a:pt x="65469" y="299818"/>
                  </a:lnTo>
                  <a:lnTo>
                    <a:pt x="69722" y="302973"/>
                  </a:lnTo>
                  <a:lnTo>
                    <a:pt x="74073" y="305991"/>
                  </a:lnTo>
                  <a:lnTo>
                    <a:pt x="78518" y="308870"/>
                  </a:lnTo>
                  <a:lnTo>
                    <a:pt x="83051" y="311606"/>
                  </a:lnTo>
                  <a:lnTo>
                    <a:pt x="87669" y="314198"/>
                  </a:lnTo>
                  <a:lnTo>
                    <a:pt x="92366" y="316642"/>
                  </a:lnTo>
                  <a:lnTo>
                    <a:pt x="97139" y="318936"/>
                  </a:lnTo>
                  <a:lnTo>
                    <a:pt x="101982" y="321078"/>
                  </a:lnTo>
                  <a:lnTo>
                    <a:pt x="106890" y="323066"/>
                  </a:lnTo>
                  <a:lnTo>
                    <a:pt x="111859" y="324896"/>
                  </a:lnTo>
                  <a:lnTo>
                    <a:pt x="116883" y="326569"/>
                  </a:lnTo>
                  <a:lnTo>
                    <a:pt x="121957" y="328082"/>
                  </a:lnTo>
                  <a:lnTo>
                    <a:pt x="127078" y="329433"/>
                  </a:lnTo>
                  <a:lnTo>
                    <a:pt x="132238" y="330621"/>
                  </a:lnTo>
                  <a:lnTo>
                    <a:pt x="137433" y="331645"/>
                  </a:lnTo>
                  <a:lnTo>
                    <a:pt x="142658" y="332505"/>
                  </a:lnTo>
                  <a:lnTo>
                    <a:pt x="147908" y="333198"/>
                  </a:lnTo>
                  <a:lnTo>
                    <a:pt x="153177" y="333725"/>
                  </a:lnTo>
                  <a:lnTo>
                    <a:pt x="158460" y="334084"/>
                  </a:lnTo>
                  <a:lnTo>
                    <a:pt x="163752" y="334276"/>
                  </a:lnTo>
                  <a:lnTo>
                    <a:pt x="169047" y="334300"/>
                  </a:lnTo>
                  <a:lnTo>
                    <a:pt x="174341" y="334157"/>
                  </a:lnTo>
                  <a:lnTo>
                    <a:pt x="179627" y="333846"/>
                  </a:lnTo>
                  <a:lnTo>
                    <a:pt x="184900" y="333368"/>
                  </a:lnTo>
                  <a:lnTo>
                    <a:pt x="190156" y="332723"/>
                  </a:lnTo>
                  <a:lnTo>
                    <a:pt x="195389" y="331911"/>
                  </a:lnTo>
                  <a:lnTo>
                    <a:pt x="200594" y="330935"/>
                  </a:lnTo>
                  <a:lnTo>
                    <a:pt x="205765" y="329794"/>
                  </a:lnTo>
                  <a:lnTo>
                    <a:pt x="210897" y="328490"/>
                  </a:lnTo>
                  <a:lnTo>
                    <a:pt x="215985" y="327024"/>
                  </a:lnTo>
                  <a:lnTo>
                    <a:pt x="221025" y="325397"/>
                  </a:lnTo>
                  <a:lnTo>
                    <a:pt x="226010" y="323612"/>
                  </a:lnTo>
                  <a:lnTo>
                    <a:pt x="230936" y="321670"/>
                  </a:lnTo>
                  <a:lnTo>
                    <a:pt x="235798" y="319573"/>
                  </a:lnTo>
                  <a:lnTo>
                    <a:pt x="240592" y="317322"/>
                  </a:lnTo>
                  <a:lnTo>
                    <a:pt x="245312" y="314922"/>
                  </a:lnTo>
                  <a:lnTo>
                    <a:pt x="249953" y="312372"/>
                  </a:lnTo>
                  <a:lnTo>
                    <a:pt x="254511" y="309677"/>
                  </a:lnTo>
                  <a:lnTo>
                    <a:pt x="258982" y="306839"/>
                  </a:lnTo>
                  <a:lnTo>
                    <a:pt x="263360" y="303861"/>
                  </a:lnTo>
                  <a:lnTo>
                    <a:pt x="267642" y="300746"/>
                  </a:lnTo>
                  <a:lnTo>
                    <a:pt x="271823" y="297497"/>
                  </a:lnTo>
                  <a:lnTo>
                    <a:pt x="275900" y="294116"/>
                  </a:lnTo>
                  <a:lnTo>
                    <a:pt x="279867" y="290609"/>
                  </a:lnTo>
                  <a:lnTo>
                    <a:pt x="283721" y="286977"/>
                  </a:lnTo>
                  <a:lnTo>
                    <a:pt x="287458" y="283226"/>
                  </a:lnTo>
                  <a:lnTo>
                    <a:pt x="291074" y="279358"/>
                  </a:lnTo>
                  <a:lnTo>
                    <a:pt x="294566" y="275377"/>
                  </a:lnTo>
                  <a:lnTo>
                    <a:pt x="297930" y="271287"/>
                  </a:lnTo>
                  <a:lnTo>
                    <a:pt x="301163" y="267094"/>
                  </a:lnTo>
                  <a:lnTo>
                    <a:pt x="304261" y="262799"/>
                  </a:lnTo>
                  <a:lnTo>
                    <a:pt x="307222" y="258409"/>
                  </a:lnTo>
                  <a:lnTo>
                    <a:pt x="310043" y="253927"/>
                  </a:lnTo>
                  <a:lnTo>
                    <a:pt x="312720" y="249359"/>
                  </a:lnTo>
                  <a:lnTo>
                    <a:pt x="315250" y="244707"/>
                  </a:lnTo>
                  <a:lnTo>
                    <a:pt x="317633" y="239978"/>
                  </a:lnTo>
                  <a:lnTo>
                    <a:pt x="319864" y="235176"/>
                  </a:lnTo>
                  <a:lnTo>
                    <a:pt x="321942" y="230305"/>
                  </a:lnTo>
                  <a:lnTo>
                    <a:pt x="323865" y="225372"/>
                  </a:lnTo>
                  <a:lnTo>
                    <a:pt x="325631" y="220379"/>
                  </a:lnTo>
                  <a:lnTo>
                    <a:pt x="327238" y="215334"/>
                  </a:lnTo>
                  <a:lnTo>
                    <a:pt x="328684" y="210240"/>
                  </a:lnTo>
                  <a:lnTo>
                    <a:pt x="329967" y="205102"/>
                  </a:lnTo>
                  <a:lnTo>
                    <a:pt x="331088" y="199927"/>
                  </a:lnTo>
                  <a:lnTo>
                    <a:pt x="332044" y="194719"/>
                  </a:lnTo>
                  <a:lnTo>
                    <a:pt x="332835" y="189483"/>
                  </a:lnTo>
                  <a:lnTo>
                    <a:pt x="333459" y="184224"/>
                  </a:lnTo>
                  <a:lnTo>
                    <a:pt x="333917" y="178949"/>
                  </a:lnTo>
                  <a:lnTo>
                    <a:pt x="334207" y="173661"/>
                  </a:lnTo>
                  <a:lnTo>
                    <a:pt x="334330" y="168367"/>
                  </a:lnTo>
                  <a:lnTo>
                    <a:pt x="334285" y="163072"/>
                  </a:lnTo>
                  <a:lnTo>
                    <a:pt x="334072" y="157781"/>
                  </a:lnTo>
                  <a:lnTo>
                    <a:pt x="333691" y="152500"/>
                  </a:lnTo>
                  <a:lnTo>
                    <a:pt x="333144" y="147233"/>
                  </a:lnTo>
                  <a:lnTo>
                    <a:pt x="332430" y="141986"/>
                  </a:lnTo>
                  <a:lnTo>
                    <a:pt x="331550" y="136764"/>
                  </a:lnTo>
                  <a:lnTo>
                    <a:pt x="330506" y="131573"/>
                  </a:lnTo>
                  <a:lnTo>
                    <a:pt x="329297" y="126417"/>
                  </a:lnTo>
                  <a:lnTo>
                    <a:pt x="327926" y="121302"/>
                  </a:lnTo>
                  <a:lnTo>
                    <a:pt x="326393" y="116234"/>
                  </a:lnTo>
                  <a:lnTo>
                    <a:pt x="324701" y="111216"/>
                  </a:lnTo>
                  <a:lnTo>
                    <a:pt x="322851" y="106255"/>
                  </a:lnTo>
                  <a:lnTo>
                    <a:pt x="320844" y="101354"/>
                  </a:lnTo>
                  <a:lnTo>
                    <a:pt x="318683" y="96520"/>
                  </a:lnTo>
                  <a:lnTo>
                    <a:pt x="316370" y="91756"/>
                  </a:lnTo>
                  <a:lnTo>
                    <a:pt x="313908" y="87068"/>
                  </a:lnTo>
                  <a:lnTo>
                    <a:pt x="311298" y="82461"/>
                  </a:lnTo>
                  <a:lnTo>
                    <a:pt x="308543" y="77938"/>
                  </a:lnTo>
                  <a:lnTo>
                    <a:pt x="305647" y="73505"/>
                  </a:lnTo>
                  <a:lnTo>
                    <a:pt x="302612" y="69166"/>
                  </a:lnTo>
                  <a:lnTo>
                    <a:pt x="299441" y="64926"/>
                  </a:lnTo>
                  <a:lnTo>
                    <a:pt x="296137" y="60787"/>
                  </a:lnTo>
                  <a:lnTo>
                    <a:pt x="292704" y="56756"/>
                  </a:lnTo>
                  <a:lnTo>
                    <a:pt x="289144" y="52835"/>
                  </a:lnTo>
                  <a:lnTo>
                    <a:pt x="285463" y="49029"/>
                  </a:lnTo>
                  <a:lnTo>
                    <a:pt x="281662" y="45342"/>
                  </a:lnTo>
                  <a:lnTo>
                    <a:pt x="277747" y="41776"/>
                  </a:lnTo>
                  <a:lnTo>
                    <a:pt x="273721" y="38337"/>
                  </a:lnTo>
                  <a:lnTo>
                    <a:pt x="269588" y="35027"/>
                  </a:lnTo>
                  <a:lnTo>
                    <a:pt x="265352" y="31849"/>
                  </a:lnTo>
                  <a:lnTo>
                    <a:pt x="261017" y="28807"/>
                  </a:lnTo>
                  <a:lnTo>
                    <a:pt x="256589" y="25904"/>
                  </a:lnTo>
                  <a:lnTo>
                    <a:pt x="252070" y="23143"/>
                  </a:lnTo>
                  <a:lnTo>
                    <a:pt x="247467" y="20526"/>
                  </a:lnTo>
                  <a:lnTo>
                    <a:pt x="242783" y="18056"/>
                  </a:lnTo>
                  <a:lnTo>
                    <a:pt x="238023" y="15736"/>
                  </a:lnTo>
                  <a:lnTo>
                    <a:pt x="233192" y="13567"/>
                  </a:lnTo>
                  <a:lnTo>
                    <a:pt x="228294" y="11553"/>
                  </a:lnTo>
                  <a:lnTo>
                    <a:pt x="223336" y="9695"/>
                  </a:lnTo>
                  <a:lnTo>
                    <a:pt x="218321" y="7995"/>
                  </a:lnTo>
                  <a:lnTo>
                    <a:pt x="213255" y="6455"/>
                  </a:lnTo>
                  <a:lnTo>
                    <a:pt x="208142" y="5076"/>
                  </a:lnTo>
                  <a:lnTo>
                    <a:pt x="202988" y="3859"/>
                  </a:lnTo>
                  <a:lnTo>
                    <a:pt x="197799" y="2807"/>
                  </a:lnTo>
                  <a:lnTo>
                    <a:pt x="192578" y="1919"/>
                  </a:lnTo>
                  <a:lnTo>
                    <a:pt x="187332" y="1197"/>
                  </a:lnTo>
                  <a:lnTo>
                    <a:pt x="182066" y="641"/>
                  </a:lnTo>
                  <a:lnTo>
                    <a:pt x="176785" y="253"/>
                  </a:lnTo>
                  <a:lnTo>
                    <a:pt x="167167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9618" cy="167167"/>
            </a:xfrm>
            <a:custGeom>
              <a:avLst/>
              <a:pathLst>
                <a:path w="9618" h="167167">
                  <a:moveTo>
                    <a:pt x="9618" y="2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38743" y="5309273"/>
              <a:ext cx="167151" cy="207787"/>
            </a:xfrm>
            <a:custGeom>
              <a:avLst/>
              <a:pathLst>
                <a:path w="167151" h="207787">
                  <a:moveTo>
                    <a:pt x="167151" y="0"/>
                  </a:moveTo>
                  <a:lnTo>
                    <a:pt x="161730" y="87"/>
                  </a:lnTo>
                  <a:lnTo>
                    <a:pt x="156315" y="351"/>
                  </a:lnTo>
                  <a:lnTo>
                    <a:pt x="150911" y="790"/>
                  </a:lnTo>
                  <a:lnTo>
                    <a:pt x="145524" y="1404"/>
                  </a:lnTo>
                  <a:lnTo>
                    <a:pt x="140161" y="2193"/>
                  </a:lnTo>
                  <a:lnTo>
                    <a:pt x="134825" y="3155"/>
                  </a:lnTo>
                  <a:lnTo>
                    <a:pt x="129524" y="4289"/>
                  </a:lnTo>
                  <a:lnTo>
                    <a:pt x="124262" y="5595"/>
                  </a:lnTo>
                  <a:lnTo>
                    <a:pt x="119045" y="7071"/>
                  </a:lnTo>
                  <a:lnTo>
                    <a:pt x="113879" y="8715"/>
                  </a:lnTo>
                  <a:lnTo>
                    <a:pt x="108769" y="10526"/>
                  </a:lnTo>
                  <a:lnTo>
                    <a:pt x="103720" y="12501"/>
                  </a:lnTo>
                  <a:lnTo>
                    <a:pt x="98738" y="14639"/>
                  </a:lnTo>
                  <a:lnTo>
                    <a:pt x="93828" y="16938"/>
                  </a:lnTo>
                  <a:lnTo>
                    <a:pt x="88995" y="19395"/>
                  </a:lnTo>
                  <a:lnTo>
                    <a:pt x="84244" y="22007"/>
                  </a:lnTo>
                  <a:lnTo>
                    <a:pt x="79581" y="24772"/>
                  </a:lnTo>
                  <a:lnTo>
                    <a:pt x="75009" y="27686"/>
                  </a:lnTo>
                  <a:lnTo>
                    <a:pt x="70535" y="30747"/>
                  </a:lnTo>
                  <a:lnTo>
                    <a:pt x="66162" y="33952"/>
                  </a:lnTo>
                  <a:lnTo>
                    <a:pt x="61895" y="37297"/>
                  </a:lnTo>
                  <a:lnTo>
                    <a:pt x="57739" y="40778"/>
                  </a:lnTo>
                  <a:lnTo>
                    <a:pt x="53698" y="44393"/>
                  </a:lnTo>
                  <a:lnTo>
                    <a:pt x="49777" y="48136"/>
                  </a:lnTo>
                  <a:lnTo>
                    <a:pt x="45978" y="52005"/>
                  </a:lnTo>
                  <a:lnTo>
                    <a:pt x="42308" y="55995"/>
                  </a:lnTo>
                  <a:lnTo>
                    <a:pt x="38768" y="60102"/>
                  </a:lnTo>
                  <a:lnTo>
                    <a:pt x="35364" y="64321"/>
                  </a:lnTo>
                  <a:lnTo>
                    <a:pt x="32098" y="68648"/>
                  </a:lnTo>
                  <a:lnTo>
                    <a:pt x="28975" y="73080"/>
                  </a:lnTo>
                  <a:lnTo>
                    <a:pt x="25996" y="77610"/>
                  </a:lnTo>
                  <a:lnTo>
                    <a:pt x="23167" y="82234"/>
                  </a:lnTo>
                  <a:lnTo>
                    <a:pt x="20488" y="86948"/>
                  </a:lnTo>
                  <a:lnTo>
                    <a:pt x="17964" y="91746"/>
                  </a:lnTo>
                  <a:lnTo>
                    <a:pt x="15597" y="96623"/>
                  </a:lnTo>
                  <a:lnTo>
                    <a:pt x="13389" y="101575"/>
                  </a:lnTo>
                  <a:lnTo>
                    <a:pt x="11343" y="106595"/>
                  </a:lnTo>
                  <a:lnTo>
                    <a:pt x="9461" y="111680"/>
                  </a:lnTo>
                  <a:lnTo>
                    <a:pt x="7744" y="116822"/>
                  </a:lnTo>
                  <a:lnTo>
                    <a:pt x="6196" y="122018"/>
                  </a:lnTo>
                  <a:lnTo>
                    <a:pt x="4816" y="127261"/>
                  </a:lnTo>
                  <a:lnTo>
                    <a:pt x="3607" y="132546"/>
                  </a:lnTo>
                  <a:lnTo>
                    <a:pt x="2571" y="137867"/>
                  </a:lnTo>
                  <a:lnTo>
                    <a:pt x="1707" y="143220"/>
                  </a:lnTo>
                  <a:lnTo>
                    <a:pt x="1018" y="148597"/>
                  </a:lnTo>
                  <a:lnTo>
                    <a:pt x="503" y="153994"/>
                  </a:lnTo>
                  <a:lnTo>
                    <a:pt x="163" y="159405"/>
                  </a:lnTo>
                  <a:lnTo>
                    <a:pt x="0" y="164824"/>
                  </a:lnTo>
                  <a:lnTo>
                    <a:pt x="11" y="170245"/>
                  </a:lnTo>
                  <a:lnTo>
                    <a:pt x="199" y="175664"/>
                  </a:lnTo>
                  <a:lnTo>
                    <a:pt x="562" y="181073"/>
                  </a:lnTo>
                  <a:lnTo>
                    <a:pt x="1101" y="186468"/>
                  </a:lnTo>
                  <a:lnTo>
                    <a:pt x="1814" y="191842"/>
                  </a:lnTo>
                  <a:lnTo>
                    <a:pt x="2701" y="197190"/>
                  </a:lnTo>
                  <a:lnTo>
                    <a:pt x="3761" y="202507"/>
                  </a:lnTo>
                  <a:lnTo>
                    <a:pt x="4993" y="20778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43737" y="5309273"/>
              <a:ext cx="329310" cy="334332"/>
            </a:xfrm>
            <a:custGeom>
              <a:avLst/>
              <a:pathLst>
                <a:path w="329310" h="334332">
                  <a:moveTo>
                    <a:pt x="0" y="207787"/>
                  </a:moveTo>
                  <a:lnTo>
                    <a:pt x="1368" y="212903"/>
                  </a:lnTo>
                  <a:lnTo>
                    <a:pt x="2897" y="217973"/>
                  </a:lnTo>
                  <a:lnTo>
                    <a:pt x="4586" y="222992"/>
                  </a:lnTo>
                  <a:lnTo>
                    <a:pt x="6433" y="227955"/>
                  </a:lnTo>
                  <a:lnTo>
                    <a:pt x="8437" y="232857"/>
                  </a:lnTo>
                  <a:lnTo>
                    <a:pt x="10595" y="237693"/>
                  </a:lnTo>
                  <a:lnTo>
                    <a:pt x="12905" y="242459"/>
                  </a:lnTo>
                  <a:lnTo>
                    <a:pt x="15365" y="247148"/>
                  </a:lnTo>
                  <a:lnTo>
                    <a:pt x="17972" y="251758"/>
                  </a:lnTo>
                  <a:lnTo>
                    <a:pt x="20724" y="256283"/>
                  </a:lnTo>
                  <a:lnTo>
                    <a:pt x="23617" y="260718"/>
                  </a:lnTo>
                  <a:lnTo>
                    <a:pt x="26650" y="265059"/>
                  </a:lnTo>
                  <a:lnTo>
                    <a:pt x="29819" y="269302"/>
                  </a:lnTo>
                  <a:lnTo>
                    <a:pt x="33120" y="273443"/>
                  </a:lnTo>
                  <a:lnTo>
                    <a:pt x="36551" y="277477"/>
                  </a:lnTo>
                  <a:lnTo>
                    <a:pt x="40108" y="281400"/>
                  </a:lnTo>
                  <a:lnTo>
                    <a:pt x="43788" y="285208"/>
                  </a:lnTo>
                  <a:lnTo>
                    <a:pt x="47586" y="288899"/>
                  </a:lnTo>
                  <a:lnTo>
                    <a:pt x="51500" y="292467"/>
                  </a:lnTo>
                  <a:lnTo>
                    <a:pt x="55524" y="295909"/>
                  </a:lnTo>
                  <a:lnTo>
                    <a:pt x="59656" y="299222"/>
                  </a:lnTo>
                  <a:lnTo>
                    <a:pt x="63890" y="302402"/>
                  </a:lnTo>
                  <a:lnTo>
                    <a:pt x="68223" y="305447"/>
                  </a:lnTo>
                  <a:lnTo>
                    <a:pt x="72650" y="308353"/>
                  </a:lnTo>
                  <a:lnTo>
                    <a:pt x="77167" y="311117"/>
                  </a:lnTo>
                  <a:lnTo>
                    <a:pt x="81769" y="313737"/>
                  </a:lnTo>
                  <a:lnTo>
                    <a:pt x="86452" y="316210"/>
                  </a:lnTo>
                  <a:lnTo>
                    <a:pt x="91211" y="318533"/>
                  </a:lnTo>
                  <a:lnTo>
                    <a:pt x="96041" y="320704"/>
                  </a:lnTo>
                  <a:lnTo>
                    <a:pt x="100938" y="322721"/>
                  </a:lnTo>
                  <a:lnTo>
                    <a:pt x="105896" y="324582"/>
                  </a:lnTo>
                  <a:lnTo>
                    <a:pt x="110910" y="326286"/>
                  </a:lnTo>
                  <a:lnTo>
                    <a:pt x="115976" y="327829"/>
                  </a:lnTo>
                  <a:lnTo>
                    <a:pt x="121088" y="329211"/>
                  </a:lnTo>
                  <a:lnTo>
                    <a:pt x="126241" y="330431"/>
                  </a:lnTo>
                  <a:lnTo>
                    <a:pt x="131431" y="331486"/>
                  </a:lnTo>
                  <a:lnTo>
                    <a:pt x="136651" y="332377"/>
                  </a:lnTo>
                  <a:lnTo>
                    <a:pt x="141897" y="333102"/>
                  </a:lnTo>
                  <a:lnTo>
                    <a:pt x="147163" y="333661"/>
                  </a:lnTo>
                  <a:lnTo>
                    <a:pt x="152444" y="334052"/>
                  </a:lnTo>
                  <a:lnTo>
                    <a:pt x="157735" y="334276"/>
                  </a:lnTo>
                  <a:lnTo>
                    <a:pt x="163031" y="334332"/>
                  </a:lnTo>
                  <a:lnTo>
                    <a:pt x="168325" y="334221"/>
                  </a:lnTo>
                  <a:lnTo>
                    <a:pt x="173614" y="333941"/>
                  </a:lnTo>
                  <a:lnTo>
                    <a:pt x="178891" y="333495"/>
                  </a:lnTo>
                  <a:lnTo>
                    <a:pt x="184151" y="332881"/>
                  </a:lnTo>
                  <a:lnTo>
                    <a:pt x="189389" y="332101"/>
                  </a:lnTo>
                  <a:lnTo>
                    <a:pt x="194599" y="331156"/>
                  </a:lnTo>
                  <a:lnTo>
                    <a:pt x="199777" y="330046"/>
                  </a:lnTo>
                  <a:lnTo>
                    <a:pt x="204918" y="328773"/>
                  </a:lnTo>
                  <a:lnTo>
                    <a:pt x="210015" y="327337"/>
                  </a:lnTo>
                  <a:lnTo>
                    <a:pt x="215065" y="325741"/>
                  </a:lnTo>
                  <a:lnTo>
                    <a:pt x="220061" y="323986"/>
                  </a:lnTo>
                  <a:lnTo>
                    <a:pt x="224999" y="322073"/>
                  </a:lnTo>
                  <a:lnTo>
                    <a:pt x="229874" y="320004"/>
                  </a:lnTo>
                  <a:lnTo>
                    <a:pt x="234681" y="317783"/>
                  </a:lnTo>
                  <a:lnTo>
                    <a:pt x="239416" y="315410"/>
                  </a:lnTo>
                  <a:lnTo>
                    <a:pt x="244073" y="312888"/>
                  </a:lnTo>
                  <a:lnTo>
                    <a:pt x="248647" y="310221"/>
                  </a:lnTo>
                  <a:lnTo>
                    <a:pt x="253135" y="307409"/>
                  </a:lnTo>
                  <a:lnTo>
                    <a:pt x="257532" y="304457"/>
                  </a:lnTo>
                  <a:lnTo>
                    <a:pt x="261832" y="301367"/>
                  </a:lnTo>
                  <a:lnTo>
                    <a:pt x="266033" y="298143"/>
                  </a:lnTo>
                  <a:lnTo>
                    <a:pt x="270130" y="294787"/>
                  </a:lnTo>
                  <a:lnTo>
                    <a:pt x="274118" y="291302"/>
                  </a:lnTo>
                  <a:lnTo>
                    <a:pt x="277994" y="287694"/>
                  </a:lnTo>
                  <a:lnTo>
                    <a:pt x="281753" y="283964"/>
                  </a:lnTo>
                  <a:lnTo>
                    <a:pt x="285393" y="280117"/>
                  </a:lnTo>
                  <a:lnTo>
                    <a:pt x="288909" y="276157"/>
                  </a:lnTo>
                  <a:lnTo>
                    <a:pt x="292298" y="272088"/>
                  </a:lnTo>
                  <a:lnTo>
                    <a:pt x="295556" y="267913"/>
                  </a:lnTo>
                  <a:lnTo>
                    <a:pt x="298680" y="263637"/>
                  </a:lnTo>
                  <a:lnTo>
                    <a:pt x="301667" y="259264"/>
                  </a:lnTo>
                  <a:lnTo>
                    <a:pt x="304514" y="254799"/>
                  </a:lnTo>
                  <a:lnTo>
                    <a:pt x="307218" y="250245"/>
                  </a:lnTo>
                  <a:lnTo>
                    <a:pt x="309777" y="245609"/>
                  </a:lnTo>
                  <a:lnTo>
                    <a:pt x="312188" y="240894"/>
                  </a:lnTo>
                  <a:lnTo>
                    <a:pt x="314448" y="236104"/>
                  </a:lnTo>
                  <a:lnTo>
                    <a:pt x="316555" y="231246"/>
                  </a:lnTo>
                  <a:lnTo>
                    <a:pt x="318507" y="226323"/>
                  </a:lnTo>
                  <a:lnTo>
                    <a:pt x="320303" y="221341"/>
                  </a:lnTo>
                  <a:lnTo>
                    <a:pt x="321939" y="216305"/>
                  </a:lnTo>
                  <a:lnTo>
                    <a:pt x="323415" y="211219"/>
                  </a:lnTo>
                  <a:lnTo>
                    <a:pt x="324730" y="206089"/>
                  </a:lnTo>
                  <a:lnTo>
                    <a:pt x="325881" y="200920"/>
                  </a:lnTo>
                  <a:lnTo>
                    <a:pt x="326868" y="195717"/>
                  </a:lnTo>
                  <a:lnTo>
                    <a:pt x="327690" y="190485"/>
                  </a:lnTo>
                  <a:lnTo>
                    <a:pt x="328345" y="185230"/>
                  </a:lnTo>
                  <a:lnTo>
                    <a:pt x="328834" y="179957"/>
                  </a:lnTo>
                  <a:lnTo>
                    <a:pt x="329156" y="174671"/>
                  </a:lnTo>
                  <a:lnTo>
                    <a:pt x="329310" y="169378"/>
                  </a:lnTo>
                  <a:lnTo>
                    <a:pt x="329296" y="164082"/>
                  </a:lnTo>
                  <a:lnTo>
                    <a:pt x="329114" y="158789"/>
                  </a:lnTo>
                  <a:lnTo>
                    <a:pt x="328765" y="153505"/>
                  </a:lnTo>
                  <a:lnTo>
                    <a:pt x="328249" y="148235"/>
                  </a:lnTo>
                  <a:lnTo>
                    <a:pt x="327566" y="142983"/>
                  </a:lnTo>
                  <a:lnTo>
                    <a:pt x="326717" y="137756"/>
                  </a:lnTo>
                  <a:lnTo>
                    <a:pt x="325702" y="132558"/>
                  </a:lnTo>
                  <a:lnTo>
                    <a:pt x="324524" y="127395"/>
                  </a:lnTo>
                  <a:lnTo>
                    <a:pt x="323183" y="122272"/>
                  </a:lnTo>
                  <a:lnTo>
                    <a:pt x="321680" y="117194"/>
                  </a:lnTo>
                  <a:lnTo>
                    <a:pt x="320017" y="112167"/>
                  </a:lnTo>
                  <a:lnTo>
                    <a:pt x="318196" y="107194"/>
                  </a:lnTo>
                  <a:lnTo>
                    <a:pt x="316218" y="102281"/>
                  </a:lnTo>
                  <a:lnTo>
                    <a:pt x="314085" y="97434"/>
                  </a:lnTo>
                  <a:lnTo>
                    <a:pt x="311800" y="92657"/>
                  </a:lnTo>
                  <a:lnTo>
                    <a:pt x="309365" y="87954"/>
                  </a:lnTo>
                  <a:lnTo>
                    <a:pt x="306782" y="83331"/>
                  </a:lnTo>
                  <a:lnTo>
                    <a:pt x="304054" y="78792"/>
                  </a:lnTo>
                  <a:lnTo>
                    <a:pt x="301184" y="74342"/>
                  </a:lnTo>
                  <a:lnTo>
                    <a:pt x="298174" y="69985"/>
                  </a:lnTo>
                  <a:lnTo>
                    <a:pt x="295027" y="65725"/>
                  </a:lnTo>
                  <a:lnTo>
                    <a:pt x="291747" y="61567"/>
                  </a:lnTo>
                  <a:lnTo>
                    <a:pt x="288337" y="57515"/>
                  </a:lnTo>
                  <a:lnTo>
                    <a:pt x="284801" y="53574"/>
                  </a:lnTo>
                  <a:lnTo>
                    <a:pt x="281141" y="49746"/>
                  </a:lnTo>
                  <a:lnTo>
                    <a:pt x="277362" y="46036"/>
                  </a:lnTo>
                  <a:lnTo>
                    <a:pt x="273467" y="42448"/>
                  </a:lnTo>
                  <a:lnTo>
                    <a:pt x="269461" y="38984"/>
                  </a:lnTo>
                  <a:lnTo>
                    <a:pt x="265347" y="35650"/>
                  </a:lnTo>
                  <a:lnTo>
                    <a:pt x="261129" y="32447"/>
                  </a:lnTo>
                  <a:lnTo>
                    <a:pt x="256812" y="29380"/>
                  </a:lnTo>
                  <a:lnTo>
                    <a:pt x="252401" y="26451"/>
                  </a:lnTo>
                  <a:lnTo>
                    <a:pt x="247898" y="23663"/>
                  </a:lnTo>
                  <a:lnTo>
                    <a:pt x="243310" y="21019"/>
                  </a:lnTo>
                  <a:lnTo>
                    <a:pt x="238640" y="18522"/>
                  </a:lnTo>
                  <a:lnTo>
                    <a:pt x="233893" y="16174"/>
                  </a:lnTo>
                  <a:lnTo>
                    <a:pt x="229074" y="13977"/>
                  </a:lnTo>
                  <a:lnTo>
                    <a:pt x="224188" y="11935"/>
                  </a:lnTo>
                  <a:lnTo>
                    <a:pt x="219240" y="10048"/>
                  </a:lnTo>
                  <a:lnTo>
                    <a:pt x="214235" y="8318"/>
                  </a:lnTo>
                  <a:lnTo>
                    <a:pt x="209177" y="6749"/>
                  </a:lnTo>
                  <a:lnTo>
                    <a:pt x="204072" y="5340"/>
                  </a:lnTo>
                  <a:lnTo>
                    <a:pt x="198925" y="4093"/>
                  </a:lnTo>
                  <a:lnTo>
                    <a:pt x="193741" y="3010"/>
                  </a:lnTo>
                  <a:lnTo>
                    <a:pt x="188526" y="2092"/>
                  </a:lnTo>
                  <a:lnTo>
                    <a:pt x="183284" y="1340"/>
                  </a:lnTo>
                  <a:lnTo>
                    <a:pt x="178021" y="754"/>
                  </a:lnTo>
                  <a:lnTo>
                    <a:pt x="172742" y="335"/>
                  </a:lnTo>
                  <a:lnTo>
                    <a:pt x="167452" y="83"/>
                  </a:lnTo>
                  <a:lnTo>
                    <a:pt x="162157" y="0"/>
                  </a:lnTo>
                  <a:lnTo>
                    <a:pt x="162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1410" y="5399291"/>
              <a:ext cx="25869" cy="167167"/>
            </a:xfrm>
            <a:custGeom>
              <a:avLst/>
              <a:pathLst>
                <a:path w="25869" h="167167">
                  <a:moveTo>
                    <a:pt x="25869" y="0"/>
                  </a:moveTo>
                  <a:lnTo>
                    <a:pt x="17215" y="224"/>
                  </a:lnTo>
                  <a:lnTo>
                    <a:pt x="8584" y="896"/>
                  </a:lnTo>
                  <a:lnTo>
                    <a:pt x="0" y="2013"/>
                  </a:lnTo>
                  <a:lnTo>
                    <a:pt x="258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1410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1410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1410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1410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1410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1410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450121" y="5399791"/>
              <a:ext cx="334324" cy="333828"/>
            </a:xfrm>
            <a:custGeom>
              <a:avLst/>
              <a:pathLst>
                <a:path w="334324" h="333828">
                  <a:moveTo>
                    <a:pt x="141289" y="1513"/>
                  </a:moveTo>
                  <a:lnTo>
                    <a:pt x="136071" y="2415"/>
                  </a:lnTo>
                  <a:lnTo>
                    <a:pt x="130884" y="3482"/>
                  </a:lnTo>
                  <a:lnTo>
                    <a:pt x="125734" y="4713"/>
                  </a:lnTo>
                  <a:lnTo>
                    <a:pt x="120625" y="6106"/>
                  </a:lnTo>
                  <a:lnTo>
                    <a:pt x="115563" y="7661"/>
                  </a:lnTo>
                  <a:lnTo>
                    <a:pt x="110553" y="9375"/>
                  </a:lnTo>
                  <a:lnTo>
                    <a:pt x="105600" y="11246"/>
                  </a:lnTo>
                  <a:lnTo>
                    <a:pt x="100708" y="13274"/>
                  </a:lnTo>
                  <a:lnTo>
                    <a:pt x="95883" y="15456"/>
                  </a:lnTo>
                  <a:lnTo>
                    <a:pt x="91130" y="17789"/>
                  </a:lnTo>
                  <a:lnTo>
                    <a:pt x="86453" y="20272"/>
                  </a:lnTo>
                  <a:lnTo>
                    <a:pt x="81856" y="22901"/>
                  </a:lnTo>
                  <a:lnTo>
                    <a:pt x="77346" y="25675"/>
                  </a:lnTo>
                  <a:lnTo>
                    <a:pt x="72925" y="28590"/>
                  </a:lnTo>
                  <a:lnTo>
                    <a:pt x="68599" y="31644"/>
                  </a:lnTo>
                  <a:lnTo>
                    <a:pt x="64372" y="34834"/>
                  </a:lnTo>
                  <a:lnTo>
                    <a:pt x="60249" y="38155"/>
                  </a:lnTo>
                  <a:lnTo>
                    <a:pt x="56232" y="41606"/>
                  </a:lnTo>
                  <a:lnTo>
                    <a:pt x="52327" y="45182"/>
                  </a:lnTo>
                  <a:lnTo>
                    <a:pt x="48536" y="48880"/>
                  </a:lnTo>
                  <a:lnTo>
                    <a:pt x="44865" y="52696"/>
                  </a:lnTo>
                  <a:lnTo>
                    <a:pt x="41317" y="56626"/>
                  </a:lnTo>
                  <a:lnTo>
                    <a:pt x="37895" y="60667"/>
                  </a:lnTo>
                  <a:lnTo>
                    <a:pt x="34603" y="64814"/>
                  </a:lnTo>
                  <a:lnTo>
                    <a:pt x="31443" y="69064"/>
                  </a:lnTo>
                  <a:lnTo>
                    <a:pt x="28420" y="73411"/>
                  </a:lnTo>
                  <a:lnTo>
                    <a:pt x="25536" y="77852"/>
                  </a:lnTo>
                  <a:lnTo>
                    <a:pt x="22794" y="82382"/>
                  </a:lnTo>
                  <a:lnTo>
                    <a:pt x="20197" y="86997"/>
                  </a:lnTo>
                  <a:lnTo>
                    <a:pt x="17747" y="91692"/>
                  </a:lnTo>
                  <a:lnTo>
                    <a:pt x="15448" y="96461"/>
                  </a:lnTo>
                  <a:lnTo>
                    <a:pt x="13300" y="101302"/>
                  </a:lnTo>
                  <a:lnTo>
                    <a:pt x="11307" y="106208"/>
                  </a:lnTo>
                  <a:lnTo>
                    <a:pt x="9470" y="111174"/>
                  </a:lnTo>
                  <a:lnTo>
                    <a:pt x="7792" y="116196"/>
                  </a:lnTo>
                  <a:lnTo>
                    <a:pt x="6273" y="121269"/>
                  </a:lnTo>
                  <a:lnTo>
                    <a:pt x="4916" y="126387"/>
                  </a:lnTo>
                  <a:lnTo>
                    <a:pt x="3722" y="131546"/>
                  </a:lnTo>
                  <a:lnTo>
                    <a:pt x="2692" y="136740"/>
                  </a:lnTo>
                  <a:lnTo>
                    <a:pt x="1826" y="141964"/>
                  </a:lnTo>
                  <a:lnTo>
                    <a:pt x="1127" y="147213"/>
                  </a:lnTo>
                  <a:lnTo>
                    <a:pt x="594" y="152482"/>
                  </a:lnTo>
                  <a:lnTo>
                    <a:pt x="228" y="157764"/>
                  </a:lnTo>
                  <a:lnTo>
                    <a:pt x="30" y="163056"/>
                  </a:lnTo>
                  <a:lnTo>
                    <a:pt x="0" y="168351"/>
                  </a:lnTo>
                  <a:lnTo>
                    <a:pt x="137" y="173644"/>
                  </a:lnTo>
                  <a:lnTo>
                    <a:pt x="441" y="178931"/>
                  </a:lnTo>
                  <a:lnTo>
                    <a:pt x="914" y="184205"/>
                  </a:lnTo>
                  <a:lnTo>
                    <a:pt x="1552" y="189462"/>
                  </a:lnTo>
                  <a:lnTo>
                    <a:pt x="2357" y="194695"/>
                  </a:lnTo>
                  <a:lnTo>
                    <a:pt x="3328" y="199901"/>
                  </a:lnTo>
                  <a:lnTo>
                    <a:pt x="4463" y="205073"/>
                  </a:lnTo>
                  <a:lnTo>
                    <a:pt x="5761" y="210207"/>
                  </a:lnTo>
                  <a:lnTo>
                    <a:pt x="7221" y="215297"/>
                  </a:lnTo>
                  <a:lnTo>
                    <a:pt x="8841" y="220338"/>
                  </a:lnTo>
                  <a:lnTo>
                    <a:pt x="10621" y="225325"/>
                  </a:lnTo>
                  <a:lnTo>
                    <a:pt x="12557" y="230254"/>
                  </a:lnTo>
                  <a:lnTo>
                    <a:pt x="14648" y="235118"/>
                  </a:lnTo>
                  <a:lnTo>
                    <a:pt x="16893" y="239914"/>
                  </a:lnTo>
                  <a:lnTo>
                    <a:pt x="19288" y="244637"/>
                  </a:lnTo>
                  <a:lnTo>
                    <a:pt x="21832" y="249281"/>
                  </a:lnTo>
                  <a:lnTo>
                    <a:pt x="24521" y="253843"/>
                  </a:lnTo>
                  <a:lnTo>
                    <a:pt x="27354" y="258317"/>
                  </a:lnTo>
                  <a:lnTo>
                    <a:pt x="30327" y="262698"/>
                  </a:lnTo>
                  <a:lnTo>
                    <a:pt x="33437" y="266984"/>
                  </a:lnTo>
                  <a:lnTo>
                    <a:pt x="36682" y="271169"/>
                  </a:lnTo>
                  <a:lnTo>
                    <a:pt x="40057" y="275249"/>
                  </a:lnTo>
                  <a:lnTo>
                    <a:pt x="43560" y="279220"/>
                  </a:lnTo>
                  <a:lnTo>
                    <a:pt x="47187" y="283078"/>
                  </a:lnTo>
                  <a:lnTo>
                    <a:pt x="50934" y="286820"/>
                  </a:lnTo>
                  <a:lnTo>
                    <a:pt x="54798" y="290441"/>
                  </a:lnTo>
                  <a:lnTo>
                    <a:pt x="58774" y="293937"/>
                  </a:lnTo>
                  <a:lnTo>
                    <a:pt x="62859" y="297306"/>
                  </a:lnTo>
                  <a:lnTo>
                    <a:pt x="67049" y="300544"/>
                  </a:lnTo>
                  <a:lnTo>
                    <a:pt x="71340" y="303648"/>
                  </a:lnTo>
                  <a:lnTo>
                    <a:pt x="75726" y="306614"/>
                  </a:lnTo>
                  <a:lnTo>
                    <a:pt x="80205" y="309439"/>
                  </a:lnTo>
                  <a:lnTo>
                    <a:pt x="84770" y="312122"/>
                  </a:lnTo>
                  <a:lnTo>
                    <a:pt x="89419" y="314658"/>
                  </a:lnTo>
                  <a:lnTo>
                    <a:pt x="94145" y="317046"/>
                  </a:lnTo>
                  <a:lnTo>
                    <a:pt x="98944" y="319283"/>
                  </a:lnTo>
                  <a:lnTo>
                    <a:pt x="103812" y="321367"/>
                  </a:lnTo>
                  <a:lnTo>
                    <a:pt x="108744" y="323296"/>
                  </a:lnTo>
                  <a:lnTo>
                    <a:pt x="113734" y="325067"/>
                  </a:lnTo>
                  <a:lnTo>
                    <a:pt x="118778" y="326680"/>
                  </a:lnTo>
                  <a:lnTo>
                    <a:pt x="123870" y="328132"/>
                  </a:lnTo>
                  <a:lnTo>
                    <a:pt x="129006" y="329422"/>
                  </a:lnTo>
                  <a:lnTo>
                    <a:pt x="134180" y="330549"/>
                  </a:lnTo>
                  <a:lnTo>
                    <a:pt x="139387" y="331511"/>
                  </a:lnTo>
                  <a:lnTo>
                    <a:pt x="144622" y="332308"/>
                  </a:lnTo>
                  <a:lnTo>
                    <a:pt x="149879" y="332939"/>
                  </a:lnTo>
                  <a:lnTo>
                    <a:pt x="155154" y="333403"/>
                  </a:lnTo>
                  <a:lnTo>
                    <a:pt x="160441" y="333699"/>
                  </a:lnTo>
                  <a:lnTo>
                    <a:pt x="165735" y="333828"/>
                  </a:lnTo>
                  <a:lnTo>
                    <a:pt x="171030" y="333789"/>
                  </a:lnTo>
                  <a:lnTo>
                    <a:pt x="176321" y="333583"/>
                  </a:lnTo>
                  <a:lnTo>
                    <a:pt x="181603" y="333209"/>
                  </a:lnTo>
                  <a:lnTo>
                    <a:pt x="186871" y="332668"/>
                  </a:lnTo>
                  <a:lnTo>
                    <a:pt x="192118" y="331960"/>
                  </a:lnTo>
                  <a:lnTo>
                    <a:pt x="197341" y="331087"/>
                  </a:lnTo>
                  <a:lnTo>
                    <a:pt x="202533" y="330048"/>
                  </a:lnTo>
                  <a:lnTo>
                    <a:pt x="207690" y="328846"/>
                  </a:lnTo>
                  <a:lnTo>
                    <a:pt x="212807" y="327481"/>
                  </a:lnTo>
                  <a:lnTo>
                    <a:pt x="217877" y="325954"/>
                  </a:lnTo>
                  <a:lnTo>
                    <a:pt x="222897" y="324268"/>
                  </a:lnTo>
                  <a:lnTo>
                    <a:pt x="227860" y="322424"/>
                  </a:lnTo>
                  <a:lnTo>
                    <a:pt x="232763" y="320423"/>
                  </a:lnTo>
                  <a:lnTo>
                    <a:pt x="237600" y="318268"/>
                  </a:lnTo>
                  <a:lnTo>
                    <a:pt x="242366" y="315961"/>
                  </a:lnTo>
                  <a:lnTo>
                    <a:pt x="247057" y="313504"/>
                  </a:lnTo>
                  <a:lnTo>
                    <a:pt x="251668" y="310900"/>
                  </a:lnTo>
                  <a:lnTo>
                    <a:pt x="256193" y="308151"/>
                  </a:lnTo>
                  <a:lnTo>
                    <a:pt x="260630" y="305260"/>
                  </a:lnTo>
                  <a:lnTo>
                    <a:pt x="264972" y="302230"/>
                  </a:lnTo>
                  <a:lnTo>
                    <a:pt x="269217" y="299064"/>
                  </a:lnTo>
                  <a:lnTo>
                    <a:pt x="273359" y="295765"/>
                  </a:lnTo>
                  <a:lnTo>
                    <a:pt x="277395" y="292337"/>
                  </a:lnTo>
                  <a:lnTo>
                    <a:pt x="281320" y="288782"/>
                  </a:lnTo>
                  <a:lnTo>
                    <a:pt x="285130" y="285105"/>
                  </a:lnTo>
                  <a:lnTo>
                    <a:pt x="288822" y="281309"/>
                  </a:lnTo>
                  <a:lnTo>
                    <a:pt x="292392" y="277398"/>
                  </a:lnTo>
                  <a:lnTo>
                    <a:pt x="295836" y="273376"/>
                  </a:lnTo>
                  <a:lnTo>
                    <a:pt x="299152" y="269247"/>
                  </a:lnTo>
                  <a:lnTo>
                    <a:pt x="302334" y="265015"/>
                  </a:lnTo>
                  <a:lnTo>
                    <a:pt x="305381" y="260685"/>
                  </a:lnTo>
                  <a:lnTo>
                    <a:pt x="308290" y="256260"/>
                  </a:lnTo>
                  <a:lnTo>
                    <a:pt x="311057" y="251745"/>
                  </a:lnTo>
                  <a:lnTo>
                    <a:pt x="313679" y="247144"/>
                  </a:lnTo>
                  <a:lnTo>
                    <a:pt x="316154" y="242463"/>
                  </a:lnTo>
                  <a:lnTo>
                    <a:pt x="318480" y="237706"/>
                  </a:lnTo>
                  <a:lnTo>
                    <a:pt x="320654" y="232878"/>
                  </a:lnTo>
                  <a:lnTo>
                    <a:pt x="322675" y="227983"/>
                  </a:lnTo>
                  <a:lnTo>
                    <a:pt x="324539" y="223027"/>
                  </a:lnTo>
                  <a:lnTo>
                    <a:pt x="326245" y="218014"/>
                  </a:lnTo>
                  <a:lnTo>
                    <a:pt x="327791" y="212950"/>
                  </a:lnTo>
                  <a:lnTo>
                    <a:pt x="329176" y="207839"/>
                  </a:lnTo>
                  <a:lnTo>
                    <a:pt x="330399" y="202687"/>
                  </a:lnTo>
                  <a:lnTo>
                    <a:pt x="331458" y="197498"/>
                  </a:lnTo>
                  <a:lnTo>
                    <a:pt x="332352" y="192279"/>
                  </a:lnTo>
                  <a:lnTo>
                    <a:pt x="333080" y="187034"/>
                  </a:lnTo>
                  <a:lnTo>
                    <a:pt x="333642" y="181769"/>
                  </a:lnTo>
                  <a:lnTo>
                    <a:pt x="334037" y="176488"/>
                  </a:lnTo>
                  <a:lnTo>
                    <a:pt x="334264" y="171198"/>
                  </a:lnTo>
                  <a:lnTo>
                    <a:pt x="334324" y="165903"/>
                  </a:lnTo>
                  <a:lnTo>
                    <a:pt x="334216" y="160609"/>
                  </a:lnTo>
                  <a:lnTo>
                    <a:pt x="333940" y="155321"/>
                  </a:lnTo>
                  <a:lnTo>
                    <a:pt x="333497" y="150044"/>
                  </a:lnTo>
                  <a:lnTo>
                    <a:pt x="332887" y="144784"/>
                  </a:lnTo>
                  <a:lnTo>
                    <a:pt x="332111" y="139546"/>
                  </a:lnTo>
                  <a:lnTo>
                    <a:pt x="331170" y="134335"/>
                  </a:lnTo>
                  <a:lnTo>
                    <a:pt x="330063" y="129157"/>
                  </a:lnTo>
                  <a:lnTo>
                    <a:pt x="328793" y="124016"/>
                  </a:lnTo>
                  <a:lnTo>
                    <a:pt x="327362" y="118918"/>
                  </a:lnTo>
                  <a:lnTo>
                    <a:pt x="325769" y="113868"/>
                  </a:lnTo>
                  <a:lnTo>
                    <a:pt x="324017" y="108871"/>
                  </a:lnTo>
                  <a:lnTo>
                    <a:pt x="322108" y="103932"/>
                  </a:lnTo>
                  <a:lnTo>
                    <a:pt x="320043" y="99056"/>
                  </a:lnTo>
                  <a:lnTo>
                    <a:pt x="317825" y="94248"/>
                  </a:lnTo>
                  <a:lnTo>
                    <a:pt x="315456" y="89512"/>
                  </a:lnTo>
                  <a:lnTo>
                    <a:pt x="312938" y="84854"/>
                  </a:lnTo>
                  <a:lnTo>
                    <a:pt x="310273" y="80278"/>
                  </a:lnTo>
                  <a:lnTo>
                    <a:pt x="307465" y="75788"/>
                  </a:lnTo>
                  <a:lnTo>
                    <a:pt x="304517" y="71390"/>
                  </a:lnTo>
                  <a:lnTo>
                    <a:pt x="301430" y="67087"/>
                  </a:lnTo>
                  <a:lnTo>
                    <a:pt x="298209" y="62884"/>
                  </a:lnTo>
                  <a:lnTo>
                    <a:pt x="294856" y="58786"/>
                  </a:lnTo>
                  <a:lnTo>
                    <a:pt x="291375" y="54796"/>
                  </a:lnTo>
                  <a:lnTo>
                    <a:pt x="287770" y="50917"/>
                  </a:lnTo>
                  <a:lnTo>
                    <a:pt x="284043" y="47155"/>
                  </a:lnTo>
                  <a:lnTo>
                    <a:pt x="280199" y="43513"/>
                  </a:lnTo>
                  <a:lnTo>
                    <a:pt x="276242" y="39995"/>
                  </a:lnTo>
                  <a:lnTo>
                    <a:pt x="272175" y="36604"/>
                  </a:lnTo>
                  <a:lnTo>
                    <a:pt x="268003" y="33343"/>
                  </a:lnTo>
                  <a:lnTo>
                    <a:pt x="263730" y="30216"/>
                  </a:lnTo>
                  <a:lnTo>
                    <a:pt x="259360" y="27225"/>
                  </a:lnTo>
                  <a:lnTo>
                    <a:pt x="254897" y="24375"/>
                  </a:lnTo>
                  <a:lnTo>
                    <a:pt x="250346" y="21668"/>
                  </a:lnTo>
                  <a:lnTo>
                    <a:pt x="245712" y="19106"/>
                  </a:lnTo>
                  <a:lnTo>
                    <a:pt x="240999" y="16692"/>
                  </a:lnTo>
                  <a:lnTo>
                    <a:pt x="236212" y="14428"/>
                  </a:lnTo>
                  <a:lnTo>
                    <a:pt x="231356" y="12317"/>
                  </a:lnTo>
                  <a:lnTo>
                    <a:pt x="226435" y="10362"/>
                  </a:lnTo>
                  <a:lnTo>
                    <a:pt x="221454" y="8563"/>
                  </a:lnTo>
                  <a:lnTo>
                    <a:pt x="216420" y="6922"/>
                  </a:lnTo>
                  <a:lnTo>
                    <a:pt x="211335" y="5442"/>
                  </a:lnTo>
                  <a:lnTo>
                    <a:pt x="206207" y="4124"/>
                  </a:lnTo>
                  <a:lnTo>
                    <a:pt x="201039" y="2969"/>
                  </a:lnTo>
                  <a:lnTo>
                    <a:pt x="195838" y="1978"/>
                  </a:lnTo>
                  <a:lnTo>
                    <a:pt x="190607" y="1152"/>
                  </a:lnTo>
                  <a:lnTo>
                    <a:pt x="185353" y="492"/>
                  </a:lnTo>
                  <a:lnTo>
                    <a:pt x="180081" y="0"/>
                  </a:lnTo>
                  <a:lnTo>
                    <a:pt x="167158" y="1666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12922" cy="167167"/>
            </a:xfrm>
            <a:custGeom>
              <a:avLst/>
              <a:pathLst>
                <a:path w="12922" h="167167">
                  <a:moveTo>
                    <a:pt x="12922" y="5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68508" y="5369149"/>
              <a:ext cx="167167" cy="297638"/>
            </a:xfrm>
            <a:custGeom>
              <a:avLst/>
              <a:pathLst>
                <a:path w="167167" h="297638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29" y="771"/>
                  </a:lnTo>
                  <a:lnTo>
                    <a:pt x="145809" y="1370"/>
                  </a:lnTo>
                  <a:lnTo>
                    <a:pt x="140510" y="2139"/>
                  </a:lnTo>
                  <a:lnTo>
                    <a:pt x="135239" y="3077"/>
                  </a:lnTo>
                  <a:lnTo>
                    <a:pt x="130001" y="4183"/>
                  </a:lnTo>
                  <a:lnTo>
                    <a:pt x="124800" y="5457"/>
                  </a:lnTo>
                  <a:lnTo>
                    <a:pt x="119644" y="6897"/>
                  </a:lnTo>
                  <a:lnTo>
                    <a:pt x="114536" y="8501"/>
                  </a:lnTo>
                  <a:lnTo>
                    <a:pt x="109482" y="10268"/>
                  </a:lnTo>
                  <a:lnTo>
                    <a:pt x="104487" y="12195"/>
                  </a:lnTo>
                  <a:lnTo>
                    <a:pt x="99556" y="14282"/>
                  </a:lnTo>
                  <a:lnTo>
                    <a:pt x="94695" y="16526"/>
                  </a:lnTo>
                  <a:lnTo>
                    <a:pt x="89908" y="18924"/>
                  </a:lnTo>
                  <a:lnTo>
                    <a:pt x="85200" y="21474"/>
                  </a:lnTo>
                  <a:lnTo>
                    <a:pt x="80577" y="24173"/>
                  </a:lnTo>
                  <a:lnTo>
                    <a:pt x="76042" y="27020"/>
                  </a:lnTo>
                  <a:lnTo>
                    <a:pt x="71601" y="30010"/>
                  </a:lnTo>
                  <a:lnTo>
                    <a:pt x="67258" y="33140"/>
                  </a:lnTo>
                  <a:lnTo>
                    <a:pt x="63017" y="36409"/>
                  </a:lnTo>
                  <a:lnTo>
                    <a:pt x="58883" y="39811"/>
                  </a:lnTo>
                  <a:lnTo>
                    <a:pt x="54860" y="43344"/>
                  </a:lnTo>
                  <a:lnTo>
                    <a:pt x="50952" y="47004"/>
                  </a:lnTo>
                  <a:lnTo>
                    <a:pt x="47164" y="50787"/>
                  </a:lnTo>
                  <a:lnTo>
                    <a:pt x="43499" y="54690"/>
                  </a:lnTo>
                  <a:lnTo>
                    <a:pt x="39960" y="58708"/>
                  </a:lnTo>
                  <a:lnTo>
                    <a:pt x="36552" y="62837"/>
                  </a:lnTo>
                  <a:lnTo>
                    <a:pt x="33278" y="67073"/>
                  </a:lnTo>
                  <a:lnTo>
                    <a:pt x="30141" y="71412"/>
                  </a:lnTo>
                  <a:lnTo>
                    <a:pt x="27145" y="75849"/>
                  </a:lnTo>
                  <a:lnTo>
                    <a:pt x="24293" y="80380"/>
                  </a:lnTo>
                  <a:lnTo>
                    <a:pt x="21587" y="85000"/>
                  </a:lnTo>
                  <a:lnTo>
                    <a:pt x="19030" y="89704"/>
                  </a:lnTo>
                  <a:lnTo>
                    <a:pt x="16626" y="94487"/>
                  </a:lnTo>
                  <a:lnTo>
                    <a:pt x="14375" y="99346"/>
                  </a:lnTo>
                  <a:lnTo>
                    <a:pt x="12282" y="104273"/>
                  </a:lnTo>
                  <a:lnTo>
                    <a:pt x="10347" y="109265"/>
                  </a:lnTo>
                  <a:lnTo>
                    <a:pt x="8573" y="114317"/>
                  </a:lnTo>
                  <a:lnTo>
                    <a:pt x="6962" y="119423"/>
                  </a:lnTo>
                  <a:lnTo>
                    <a:pt x="5516" y="124578"/>
                  </a:lnTo>
                  <a:lnTo>
                    <a:pt x="4235" y="129776"/>
                  </a:lnTo>
                  <a:lnTo>
                    <a:pt x="3121" y="135013"/>
                  </a:lnTo>
                  <a:lnTo>
                    <a:pt x="2175" y="140283"/>
                  </a:lnTo>
                  <a:lnTo>
                    <a:pt x="1399" y="145580"/>
                  </a:lnTo>
                  <a:lnTo>
                    <a:pt x="793" y="150900"/>
                  </a:lnTo>
                  <a:lnTo>
                    <a:pt x="357" y="156236"/>
                  </a:lnTo>
                  <a:lnTo>
                    <a:pt x="93" y="161583"/>
                  </a:lnTo>
                  <a:lnTo>
                    <a:pt x="0" y="166936"/>
                  </a:lnTo>
                  <a:lnTo>
                    <a:pt x="78" y="172290"/>
                  </a:lnTo>
                  <a:lnTo>
                    <a:pt x="328" y="177638"/>
                  </a:lnTo>
                  <a:lnTo>
                    <a:pt x="748" y="182975"/>
                  </a:lnTo>
                  <a:lnTo>
                    <a:pt x="1340" y="188297"/>
                  </a:lnTo>
                  <a:lnTo>
                    <a:pt x="2102" y="193596"/>
                  </a:lnTo>
                  <a:lnTo>
                    <a:pt x="3033" y="198868"/>
                  </a:lnTo>
                  <a:lnTo>
                    <a:pt x="4132" y="204108"/>
                  </a:lnTo>
                  <a:lnTo>
                    <a:pt x="5399" y="209310"/>
                  </a:lnTo>
                  <a:lnTo>
                    <a:pt x="6831" y="214469"/>
                  </a:lnTo>
                  <a:lnTo>
                    <a:pt x="8428" y="219579"/>
                  </a:lnTo>
                  <a:lnTo>
                    <a:pt x="10188" y="224636"/>
                  </a:lnTo>
                  <a:lnTo>
                    <a:pt x="12109" y="229633"/>
                  </a:lnTo>
                  <a:lnTo>
                    <a:pt x="14189" y="234567"/>
                  </a:lnTo>
                  <a:lnTo>
                    <a:pt x="16426" y="239431"/>
                  </a:lnTo>
                  <a:lnTo>
                    <a:pt x="18817" y="244221"/>
                  </a:lnTo>
                  <a:lnTo>
                    <a:pt x="21361" y="248932"/>
                  </a:lnTo>
                  <a:lnTo>
                    <a:pt x="24054" y="253560"/>
                  </a:lnTo>
                  <a:lnTo>
                    <a:pt x="26894" y="258098"/>
                  </a:lnTo>
                  <a:lnTo>
                    <a:pt x="29878" y="262544"/>
                  </a:lnTo>
                  <a:lnTo>
                    <a:pt x="33003" y="266891"/>
                  </a:lnTo>
                  <a:lnTo>
                    <a:pt x="36265" y="271137"/>
                  </a:lnTo>
                  <a:lnTo>
                    <a:pt x="39662" y="275275"/>
                  </a:lnTo>
                  <a:lnTo>
                    <a:pt x="43189" y="279303"/>
                  </a:lnTo>
                  <a:lnTo>
                    <a:pt x="46844" y="283216"/>
                  </a:lnTo>
                  <a:lnTo>
                    <a:pt x="50622" y="287009"/>
                  </a:lnTo>
                  <a:lnTo>
                    <a:pt x="54519" y="290680"/>
                  </a:lnTo>
                  <a:lnTo>
                    <a:pt x="58532" y="294224"/>
                  </a:lnTo>
                  <a:lnTo>
                    <a:pt x="62657" y="29763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1166" y="5536317"/>
              <a:ext cx="104510" cy="130470"/>
            </a:xfrm>
            <a:custGeom>
              <a:avLst/>
              <a:pathLst>
                <a:path w="104510" h="130470">
                  <a:moveTo>
                    <a:pt x="0" y="130470"/>
                  </a:moveTo>
                  <a:lnTo>
                    <a:pt x="1045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1166" y="5536317"/>
              <a:ext cx="104510" cy="130470"/>
            </a:xfrm>
            <a:custGeom>
              <a:avLst/>
              <a:pathLst>
                <a:path w="104510" h="130470">
                  <a:moveTo>
                    <a:pt x="0" y="130470"/>
                  </a:moveTo>
                  <a:lnTo>
                    <a:pt x="1045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31166" y="5536317"/>
              <a:ext cx="104510" cy="130470"/>
            </a:xfrm>
            <a:custGeom>
              <a:avLst/>
              <a:pathLst>
                <a:path w="104510" h="130470">
                  <a:moveTo>
                    <a:pt x="0" y="130470"/>
                  </a:moveTo>
                  <a:lnTo>
                    <a:pt x="10451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31166" y="5536317"/>
              <a:ext cx="104510" cy="130470"/>
            </a:xfrm>
            <a:custGeom>
              <a:avLst/>
              <a:pathLst>
                <a:path w="104510" h="130470">
                  <a:moveTo>
                    <a:pt x="0" y="130470"/>
                  </a:moveTo>
                  <a:lnTo>
                    <a:pt x="10451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1166" y="5536317"/>
              <a:ext cx="104510" cy="130470"/>
            </a:xfrm>
            <a:custGeom>
              <a:avLst/>
              <a:pathLst>
                <a:path w="104510" h="130470">
                  <a:moveTo>
                    <a:pt x="0" y="130470"/>
                  </a:moveTo>
                  <a:lnTo>
                    <a:pt x="10451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1166" y="5536317"/>
              <a:ext cx="166048" cy="167148"/>
            </a:xfrm>
            <a:custGeom>
              <a:avLst/>
              <a:pathLst>
                <a:path w="166048" h="167148">
                  <a:moveTo>
                    <a:pt x="0" y="130470"/>
                  </a:moveTo>
                  <a:lnTo>
                    <a:pt x="4346" y="133836"/>
                  </a:lnTo>
                  <a:lnTo>
                    <a:pt x="8801" y="137057"/>
                  </a:lnTo>
                  <a:lnTo>
                    <a:pt x="13359" y="140130"/>
                  </a:lnTo>
                  <a:lnTo>
                    <a:pt x="18016" y="143051"/>
                  </a:lnTo>
                  <a:lnTo>
                    <a:pt x="22766" y="145818"/>
                  </a:lnTo>
                  <a:lnTo>
                    <a:pt x="27605" y="148427"/>
                  </a:lnTo>
                  <a:lnTo>
                    <a:pt x="32527" y="150875"/>
                  </a:lnTo>
                  <a:lnTo>
                    <a:pt x="37526" y="153160"/>
                  </a:lnTo>
                  <a:lnTo>
                    <a:pt x="42599" y="155280"/>
                  </a:lnTo>
                  <a:lnTo>
                    <a:pt x="47738" y="157231"/>
                  </a:lnTo>
                  <a:lnTo>
                    <a:pt x="52938" y="159013"/>
                  </a:lnTo>
                  <a:lnTo>
                    <a:pt x="58194" y="160623"/>
                  </a:lnTo>
                  <a:lnTo>
                    <a:pt x="63501" y="162059"/>
                  </a:lnTo>
                  <a:lnTo>
                    <a:pt x="68852" y="163320"/>
                  </a:lnTo>
                  <a:lnTo>
                    <a:pt x="74241" y="164404"/>
                  </a:lnTo>
                  <a:lnTo>
                    <a:pt x="79663" y="165310"/>
                  </a:lnTo>
                  <a:lnTo>
                    <a:pt x="85112" y="166038"/>
                  </a:lnTo>
                  <a:lnTo>
                    <a:pt x="90582" y="166586"/>
                  </a:lnTo>
                  <a:lnTo>
                    <a:pt x="96066" y="166954"/>
                  </a:lnTo>
                  <a:lnTo>
                    <a:pt x="101561" y="167141"/>
                  </a:lnTo>
                  <a:lnTo>
                    <a:pt x="107058" y="167148"/>
                  </a:lnTo>
                  <a:lnTo>
                    <a:pt x="112552" y="166973"/>
                  </a:lnTo>
                  <a:lnTo>
                    <a:pt x="118038" y="166619"/>
                  </a:lnTo>
                  <a:lnTo>
                    <a:pt x="123509" y="166084"/>
                  </a:lnTo>
                  <a:lnTo>
                    <a:pt x="128960" y="165369"/>
                  </a:lnTo>
                  <a:lnTo>
                    <a:pt x="134384" y="164476"/>
                  </a:lnTo>
                  <a:lnTo>
                    <a:pt x="139776" y="163405"/>
                  </a:lnTo>
                  <a:lnTo>
                    <a:pt x="145130" y="162157"/>
                  </a:lnTo>
                  <a:lnTo>
                    <a:pt x="150439" y="160733"/>
                  </a:lnTo>
                  <a:lnTo>
                    <a:pt x="155699" y="159136"/>
                  </a:lnTo>
                  <a:lnTo>
                    <a:pt x="160904" y="157367"/>
                  </a:lnTo>
                  <a:lnTo>
                    <a:pt x="166048" y="155428"/>
                  </a:lnTo>
                  <a:lnTo>
                    <a:pt x="10451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135676" y="5369149"/>
              <a:ext cx="167151" cy="322595"/>
            </a:xfrm>
            <a:custGeom>
              <a:avLst/>
              <a:pathLst>
                <a:path w="167151" h="322595">
                  <a:moveTo>
                    <a:pt x="61538" y="322595"/>
                  </a:moveTo>
                  <a:lnTo>
                    <a:pt x="66445" y="320562"/>
                  </a:lnTo>
                  <a:lnTo>
                    <a:pt x="71285" y="318373"/>
                  </a:lnTo>
                  <a:lnTo>
                    <a:pt x="76053" y="316032"/>
                  </a:lnTo>
                  <a:lnTo>
                    <a:pt x="80745" y="313540"/>
                  </a:lnTo>
                  <a:lnTo>
                    <a:pt x="85354" y="310901"/>
                  </a:lnTo>
                  <a:lnTo>
                    <a:pt x="89878" y="308117"/>
                  </a:lnTo>
                  <a:lnTo>
                    <a:pt x="94311" y="305190"/>
                  </a:lnTo>
                  <a:lnTo>
                    <a:pt x="98648" y="302124"/>
                  </a:lnTo>
                  <a:lnTo>
                    <a:pt x="102886" y="298921"/>
                  </a:lnTo>
                  <a:lnTo>
                    <a:pt x="107020" y="295586"/>
                  </a:lnTo>
                  <a:lnTo>
                    <a:pt x="111047" y="292121"/>
                  </a:lnTo>
                  <a:lnTo>
                    <a:pt x="114960" y="288530"/>
                  </a:lnTo>
                  <a:lnTo>
                    <a:pt x="118758" y="284816"/>
                  </a:lnTo>
                  <a:lnTo>
                    <a:pt x="122436" y="280983"/>
                  </a:lnTo>
                  <a:lnTo>
                    <a:pt x="125991" y="277036"/>
                  </a:lnTo>
                  <a:lnTo>
                    <a:pt x="129418" y="272978"/>
                  </a:lnTo>
                  <a:lnTo>
                    <a:pt x="132714" y="268812"/>
                  </a:lnTo>
                  <a:lnTo>
                    <a:pt x="135877" y="264544"/>
                  </a:lnTo>
                  <a:lnTo>
                    <a:pt x="138902" y="260178"/>
                  </a:lnTo>
                  <a:lnTo>
                    <a:pt x="141787" y="255718"/>
                  </a:lnTo>
                  <a:lnTo>
                    <a:pt x="144529" y="251169"/>
                  </a:lnTo>
                  <a:lnTo>
                    <a:pt x="147125" y="246534"/>
                  </a:lnTo>
                  <a:lnTo>
                    <a:pt x="149572" y="241820"/>
                  </a:lnTo>
                  <a:lnTo>
                    <a:pt x="151868" y="237030"/>
                  </a:lnTo>
                  <a:lnTo>
                    <a:pt x="154011" y="232169"/>
                  </a:lnTo>
                  <a:lnTo>
                    <a:pt x="155999" y="227243"/>
                  </a:lnTo>
                  <a:lnTo>
                    <a:pt x="157829" y="222257"/>
                  </a:lnTo>
                  <a:lnTo>
                    <a:pt x="159499" y="217214"/>
                  </a:lnTo>
                  <a:lnTo>
                    <a:pt x="161009" y="212122"/>
                  </a:lnTo>
                  <a:lnTo>
                    <a:pt x="162356" y="206983"/>
                  </a:lnTo>
                  <a:lnTo>
                    <a:pt x="163539" y="201805"/>
                  </a:lnTo>
                  <a:lnTo>
                    <a:pt x="164557" y="196591"/>
                  </a:lnTo>
                  <a:lnTo>
                    <a:pt x="165409" y="191348"/>
                  </a:lnTo>
                  <a:lnTo>
                    <a:pt x="166094" y="186081"/>
                  </a:lnTo>
                  <a:lnTo>
                    <a:pt x="166611" y="180794"/>
                  </a:lnTo>
                  <a:lnTo>
                    <a:pt x="166959" y="175494"/>
                  </a:lnTo>
                  <a:lnTo>
                    <a:pt x="167140" y="170185"/>
                  </a:lnTo>
                  <a:lnTo>
                    <a:pt x="167151" y="164873"/>
                  </a:lnTo>
                  <a:lnTo>
                    <a:pt x="166994" y="159564"/>
                  </a:lnTo>
                  <a:lnTo>
                    <a:pt x="166668" y="154262"/>
                  </a:lnTo>
                  <a:lnTo>
                    <a:pt x="166174" y="148973"/>
                  </a:lnTo>
                  <a:lnTo>
                    <a:pt x="165512" y="143702"/>
                  </a:lnTo>
                  <a:lnTo>
                    <a:pt x="164683" y="138456"/>
                  </a:lnTo>
                  <a:lnTo>
                    <a:pt x="163688" y="133238"/>
                  </a:lnTo>
                  <a:lnTo>
                    <a:pt x="162527" y="128054"/>
                  </a:lnTo>
                  <a:lnTo>
                    <a:pt x="161202" y="122910"/>
                  </a:lnTo>
                  <a:lnTo>
                    <a:pt x="159715" y="117811"/>
                  </a:lnTo>
                  <a:lnTo>
                    <a:pt x="158066" y="112762"/>
                  </a:lnTo>
                  <a:lnTo>
                    <a:pt x="156258" y="107767"/>
                  </a:lnTo>
                  <a:lnTo>
                    <a:pt x="154291" y="102832"/>
                  </a:lnTo>
                  <a:lnTo>
                    <a:pt x="152170" y="97963"/>
                  </a:lnTo>
                  <a:lnTo>
                    <a:pt x="149894" y="93163"/>
                  </a:lnTo>
                  <a:lnTo>
                    <a:pt x="147467" y="88438"/>
                  </a:lnTo>
                  <a:lnTo>
                    <a:pt x="144891" y="83792"/>
                  </a:lnTo>
                  <a:lnTo>
                    <a:pt x="142169" y="79231"/>
                  </a:lnTo>
                  <a:lnTo>
                    <a:pt x="139304" y="74758"/>
                  </a:lnTo>
                  <a:lnTo>
                    <a:pt x="136297" y="70379"/>
                  </a:lnTo>
                  <a:lnTo>
                    <a:pt x="133153" y="66098"/>
                  </a:lnTo>
                  <a:lnTo>
                    <a:pt x="129875" y="61918"/>
                  </a:lnTo>
                  <a:lnTo>
                    <a:pt x="126466" y="57845"/>
                  </a:lnTo>
                  <a:lnTo>
                    <a:pt x="122928" y="53882"/>
                  </a:lnTo>
                  <a:lnTo>
                    <a:pt x="119267" y="50034"/>
                  </a:lnTo>
                  <a:lnTo>
                    <a:pt x="115485" y="46303"/>
                  </a:lnTo>
                  <a:lnTo>
                    <a:pt x="111587" y="42695"/>
                  </a:lnTo>
                  <a:lnTo>
                    <a:pt x="107576" y="39213"/>
                  </a:lnTo>
                  <a:lnTo>
                    <a:pt x="103456" y="35859"/>
                  </a:lnTo>
                  <a:lnTo>
                    <a:pt x="99232" y="32639"/>
                  </a:lnTo>
                  <a:lnTo>
                    <a:pt x="94908" y="29554"/>
                  </a:lnTo>
                  <a:lnTo>
                    <a:pt x="90488" y="26608"/>
                  </a:lnTo>
                  <a:lnTo>
                    <a:pt x="85976" y="23804"/>
                  </a:lnTo>
                  <a:lnTo>
                    <a:pt x="81378" y="21145"/>
                  </a:lnTo>
                  <a:lnTo>
                    <a:pt x="76698" y="18633"/>
                  </a:lnTo>
                  <a:lnTo>
                    <a:pt x="71940" y="16271"/>
                  </a:lnTo>
                  <a:lnTo>
                    <a:pt x="67109" y="14062"/>
                  </a:lnTo>
                  <a:lnTo>
                    <a:pt x="62211" y="12007"/>
                  </a:lnTo>
                  <a:lnTo>
                    <a:pt x="57250" y="10108"/>
                  </a:lnTo>
                  <a:lnTo>
                    <a:pt x="52231" y="8369"/>
                  </a:lnTo>
                  <a:lnTo>
                    <a:pt x="47159" y="6790"/>
                  </a:lnTo>
                  <a:lnTo>
                    <a:pt x="42040" y="5372"/>
                  </a:lnTo>
                  <a:lnTo>
                    <a:pt x="36878" y="4118"/>
                  </a:lnTo>
                  <a:lnTo>
                    <a:pt x="31679" y="3029"/>
                  </a:lnTo>
                  <a:lnTo>
                    <a:pt x="26448" y="2105"/>
                  </a:lnTo>
                  <a:lnTo>
                    <a:pt x="21191" y="1348"/>
                  </a:lnTo>
                  <a:lnTo>
                    <a:pt x="15912" y="759"/>
                  </a:lnTo>
                  <a:lnTo>
                    <a:pt x="10617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07212" y="5220472"/>
              <a:ext cx="125923" cy="167167"/>
            </a:xfrm>
            <a:custGeom>
              <a:avLst/>
              <a:pathLst>
                <a:path w="125923" h="167167">
                  <a:moveTo>
                    <a:pt x="125923" y="0"/>
                  </a:moveTo>
                  <a:lnTo>
                    <a:pt x="120439" y="89"/>
                  </a:lnTo>
                  <a:lnTo>
                    <a:pt x="114961" y="359"/>
                  </a:lnTo>
                  <a:lnTo>
                    <a:pt x="109495" y="809"/>
                  </a:lnTo>
                  <a:lnTo>
                    <a:pt x="104047" y="1437"/>
                  </a:lnTo>
                  <a:lnTo>
                    <a:pt x="98623" y="2244"/>
                  </a:lnTo>
                  <a:lnTo>
                    <a:pt x="93227" y="3228"/>
                  </a:lnTo>
                  <a:lnTo>
                    <a:pt x="87867" y="4389"/>
                  </a:lnTo>
                  <a:lnTo>
                    <a:pt x="82548" y="5725"/>
                  </a:lnTo>
                  <a:lnTo>
                    <a:pt x="77276" y="7234"/>
                  </a:lnTo>
                  <a:lnTo>
                    <a:pt x="72056" y="8916"/>
                  </a:lnTo>
                  <a:lnTo>
                    <a:pt x="66894" y="10768"/>
                  </a:lnTo>
                  <a:lnTo>
                    <a:pt x="61795" y="12789"/>
                  </a:lnTo>
                  <a:lnTo>
                    <a:pt x="56765" y="14975"/>
                  </a:lnTo>
                  <a:lnTo>
                    <a:pt x="51810" y="17326"/>
                  </a:lnTo>
                  <a:lnTo>
                    <a:pt x="46935" y="19838"/>
                  </a:lnTo>
                  <a:lnTo>
                    <a:pt x="42145" y="22508"/>
                  </a:lnTo>
                  <a:lnTo>
                    <a:pt x="37445" y="25334"/>
                  </a:lnTo>
                  <a:lnTo>
                    <a:pt x="32840" y="28313"/>
                  </a:lnTo>
                  <a:lnTo>
                    <a:pt x="28335" y="31441"/>
                  </a:lnTo>
                  <a:lnTo>
                    <a:pt x="23935" y="34715"/>
                  </a:lnTo>
                  <a:lnTo>
                    <a:pt x="19645" y="38132"/>
                  </a:lnTo>
                  <a:lnTo>
                    <a:pt x="15470" y="41687"/>
                  </a:lnTo>
                  <a:lnTo>
                    <a:pt x="11413" y="45378"/>
                  </a:lnTo>
                  <a:lnTo>
                    <a:pt x="7480" y="49200"/>
                  </a:lnTo>
                  <a:lnTo>
                    <a:pt x="3674" y="53149"/>
                  </a:lnTo>
                  <a:lnTo>
                    <a:pt x="0" y="57220"/>
                  </a:lnTo>
                  <a:lnTo>
                    <a:pt x="1259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07212" y="5277692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07212" y="5277692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07212" y="5277692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07212" y="5277692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74505" y="5277692"/>
              <a:ext cx="158630" cy="109946"/>
            </a:xfrm>
            <a:custGeom>
              <a:avLst/>
              <a:pathLst>
                <a:path w="158630" h="109946">
                  <a:moveTo>
                    <a:pt x="32707" y="0"/>
                  </a:moveTo>
                  <a:lnTo>
                    <a:pt x="28823" y="4612"/>
                  </a:lnTo>
                  <a:lnTo>
                    <a:pt x="25109" y="9362"/>
                  </a:lnTo>
                  <a:lnTo>
                    <a:pt x="21568" y="14243"/>
                  </a:lnTo>
                  <a:lnTo>
                    <a:pt x="18206" y="19249"/>
                  </a:lnTo>
                  <a:lnTo>
                    <a:pt x="15026" y="24372"/>
                  </a:lnTo>
                  <a:lnTo>
                    <a:pt x="12033" y="29607"/>
                  </a:lnTo>
                  <a:lnTo>
                    <a:pt x="9231" y="34946"/>
                  </a:lnTo>
                  <a:lnTo>
                    <a:pt x="6624" y="40383"/>
                  </a:lnTo>
                  <a:lnTo>
                    <a:pt x="4214" y="45910"/>
                  </a:lnTo>
                  <a:lnTo>
                    <a:pt x="2005" y="51521"/>
                  </a:lnTo>
                  <a:lnTo>
                    <a:pt x="0" y="57207"/>
                  </a:lnTo>
                  <a:lnTo>
                    <a:pt x="158630" y="1099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65969" y="5220472"/>
              <a:ext cx="334321" cy="334330"/>
            </a:xfrm>
            <a:custGeom>
              <a:avLst/>
              <a:pathLst>
                <a:path w="334321" h="334330">
                  <a:moveTo>
                    <a:pt x="8535" y="114428"/>
                  </a:moveTo>
                  <a:lnTo>
                    <a:pt x="6945" y="119475"/>
                  </a:lnTo>
                  <a:lnTo>
                    <a:pt x="5516" y="124570"/>
                  </a:lnTo>
                  <a:lnTo>
                    <a:pt x="4249" y="129708"/>
                  </a:lnTo>
                  <a:lnTo>
                    <a:pt x="3145" y="134883"/>
                  </a:lnTo>
                  <a:lnTo>
                    <a:pt x="2205" y="140091"/>
                  </a:lnTo>
                  <a:lnTo>
                    <a:pt x="1431" y="145326"/>
                  </a:lnTo>
                  <a:lnTo>
                    <a:pt x="823" y="150582"/>
                  </a:lnTo>
                  <a:lnTo>
                    <a:pt x="381" y="155855"/>
                  </a:lnTo>
                  <a:lnTo>
                    <a:pt x="107" y="161140"/>
                  </a:lnTo>
                  <a:lnTo>
                    <a:pt x="0" y="166431"/>
                  </a:lnTo>
                  <a:lnTo>
                    <a:pt x="60" y="171722"/>
                  </a:lnTo>
                  <a:lnTo>
                    <a:pt x="288" y="177009"/>
                  </a:lnTo>
                  <a:lnTo>
                    <a:pt x="683" y="182286"/>
                  </a:lnTo>
                  <a:lnTo>
                    <a:pt x="1245" y="187547"/>
                  </a:lnTo>
                  <a:lnTo>
                    <a:pt x="1973" y="192789"/>
                  </a:lnTo>
                  <a:lnTo>
                    <a:pt x="2867" y="198004"/>
                  </a:lnTo>
                  <a:lnTo>
                    <a:pt x="3925" y="203189"/>
                  </a:lnTo>
                  <a:lnTo>
                    <a:pt x="5147" y="208338"/>
                  </a:lnTo>
                  <a:lnTo>
                    <a:pt x="6531" y="213445"/>
                  </a:lnTo>
                  <a:lnTo>
                    <a:pt x="8077" y="218506"/>
                  </a:lnTo>
                  <a:lnTo>
                    <a:pt x="9781" y="223516"/>
                  </a:lnTo>
                  <a:lnTo>
                    <a:pt x="11644" y="228469"/>
                  </a:lnTo>
                  <a:lnTo>
                    <a:pt x="13662" y="233361"/>
                  </a:lnTo>
                  <a:lnTo>
                    <a:pt x="15834" y="238186"/>
                  </a:lnTo>
                  <a:lnTo>
                    <a:pt x="18157" y="242940"/>
                  </a:lnTo>
                  <a:lnTo>
                    <a:pt x="20630" y="247619"/>
                  </a:lnTo>
                  <a:lnTo>
                    <a:pt x="23250" y="252216"/>
                  </a:lnTo>
                  <a:lnTo>
                    <a:pt x="26014" y="256729"/>
                  </a:lnTo>
                  <a:lnTo>
                    <a:pt x="28920" y="261151"/>
                  </a:lnTo>
                  <a:lnTo>
                    <a:pt x="31964" y="265480"/>
                  </a:lnTo>
                  <a:lnTo>
                    <a:pt x="35143" y="269710"/>
                  </a:lnTo>
                  <a:lnTo>
                    <a:pt x="38455" y="273837"/>
                  </a:lnTo>
                  <a:lnTo>
                    <a:pt x="41896" y="277858"/>
                  </a:lnTo>
                  <a:lnTo>
                    <a:pt x="45462" y="281767"/>
                  </a:lnTo>
                  <a:lnTo>
                    <a:pt x="49150" y="285562"/>
                  </a:lnTo>
                  <a:lnTo>
                    <a:pt x="52956" y="289238"/>
                  </a:lnTo>
                  <a:lnTo>
                    <a:pt x="56877" y="292791"/>
                  </a:lnTo>
                  <a:lnTo>
                    <a:pt x="60909" y="296219"/>
                  </a:lnTo>
                  <a:lnTo>
                    <a:pt x="65047" y="299518"/>
                  </a:lnTo>
                  <a:lnTo>
                    <a:pt x="69287" y="302684"/>
                  </a:lnTo>
                  <a:lnTo>
                    <a:pt x="73625" y="305714"/>
                  </a:lnTo>
                  <a:lnTo>
                    <a:pt x="78057" y="308605"/>
                  </a:lnTo>
                  <a:lnTo>
                    <a:pt x="82578" y="311354"/>
                  </a:lnTo>
                  <a:lnTo>
                    <a:pt x="87184" y="313959"/>
                  </a:lnTo>
                  <a:lnTo>
                    <a:pt x="91871" y="316417"/>
                  </a:lnTo>
                  <a:lnTo>
                    <a:pt x="96632" y="318726"/>
                  </a:lnTo>
                  <a:lnTo>
                    <a:pt x="101465" y="320882"/>
                  </a:lnTo>
                  <a:lnTo>
                    <a:pt x="106363" y="322885"/>
                  </a:lnTo>
                  <a:lnTo>
                    <a:pt x="111322" y="324731"/>
                  </a:lnTo>
                  <a:lnTo>
                    <a:pt x="116337" y="326420"/>
                  </a:lnTo>
                  <a:lnTo>
                    <a:pt x="121403" y="327949"/>
                  </a:lnTo>
                  <a:lnTo>
                    <a:pt x="126515" y="329317"/>
                  </a:lnTo>
                  <a:lnTo>
                    <a:pt x="131667" y="330522"/>
                  </a:lnTo>
                  <a:lnTo>
                    <a:pt x="136855" y="331564"/>
                  </a:lnTo>
                  <a:lnTo>
                    <a:pt x="142074" y="332441"/>
                  </a:lnTo>
                  <a:lnTo>
                    <a:pt x="147318" y="333152"/>
                  </a:lnTo>
                  <a:lnTo>
                    <a:pt x="152581" y="333697"/>
                  </a:lnTo>
                  <a:lnTo>
                    <a:pt x="157859" y="334075"/>
                  </a:lnTo>
                  <a:lnTo>
                    <a:pt x="163147" y="334286"/>
                  </a:lnTo>
                  <a:lnTo>
                    <a:pt x="168438" y="334330"/>
                  </a:lnTo>
                  <a:lnTo>
                    <a:pt x="173729" y="334205"/>
                  </a:lnTo>
                  <a:lnTo>
                    <a:pt x="179012" y="333914"/>
                  </a:lnTo>
                  <a:lnTo>
                    <a:pt x="184284" y="333456"/>
                  </a:lnTo>
                  <a:lnTo>
                    <a:pt x="189539" y="332830"/>
                  </a:lnTo>
                  <a:lnTo>
                    <a:pt x="194771" y="332039"/>
                  </a:lnTo>
                  <a:lnTo>
                    <a:pt x="199975" y="331083"/>
                  </a:lnTo>
                  <a:lnTo>
                    <a:pt x="205147" y="329962"/>
                  </a:lnTo>
                  <a:lnTo>
                    <a:pt x="210281" y="328679"/>
                  </a:lnTo>
                  <a:lnTo>
                    <a:pt x="215371" y="327233"/>
                  </a:lnTo>
                  <a:lnTo>
                    <a:pt x="220413" y="325627"/>
                  </a:lnTo>
                  <a:lnTo>
                    <a:pt x="225402" y="323862"/>
                  </a:lnTo>
                  <a:lnTo>
                    <a:pt x="230332" y="321941"/>
                  </a:lnTo>
                  <a:lnTo>
                    <a:pt x="235199" y="319864"/>
                  </a:lnTo>
                  <a:lnTo>
                    <a:pt x="239998" y="317634"/>
                  </a:lnTo>
                  <a:lnTo>
                    <a:pt x="244724" y="315253"/>
                  </a:lnTo>
                  <a:lnTo>
                    <a:pt x="249373" y="312724"/>
                  </a:lnTo>
                  <a:lnTo>
                    <a:pt x="253938" y="310049"/>
                  </a:lnTo>
                  <a:lnTo>
                    <a:pt x="258417" y="307231"/>
                  </a:lnTo>
                  <a:lnTo>
                    <a:pt x="262805" y="304273"/>
                  </a:lnTo>
                  <a:lnTo>
                    <a:pt x="267096" y="301177"/>
                  </a:lnTo>
                  <a:lnTo>
                    <a:pt x="271288" y="297947"/>
                  </a:lnTo>
                  <a:lnTo>
                    <a:pt x="275375" y="294586"/>
                  </a:lnTo>
                  <a:lnTo>
                    <a:pt x="279354" y="291097"/>
                  </a:lnTo>
                  <a:lnTo>
                    <a:pt x="283220" y="287484"/>
                  </a:lnTo>
                  <a:lnTo>
                    <a:pt x="286970" y="283751"/>
                  </a:lnTo>
                  <a:lnTo>
                    <a:pt x="290600" y="279900"/>
                  </a:lnTo>
                  <a:lnTo>
                    <a:pt x="294106" y="275937"/>
                  </a:lnTo>
                  <a:lnTo>
                    <a:pt x="297485" y="271865"/>
                  </a:lnTo>
                  <a:lnTo>
                    <a:pt x="300734" y="267687"/>
                  </a:lnTo>
                  <a:lnTo>
                    <a:pt x="303849" y="263409"/>
                  </a:lnTo>
                  <a:lnTo>
                    <a:pt x="306826" y="259035"/>
                  </a:lnTo>
                  <a:lnTo>
                    <a:pt x="309664" y="254569"/>
                  </a:lnTo>
                  <a:lnTo>
                    <a:pt x="312359" y="250015"/>
                  </a:lnTo>
                  <a:lnTo>
                    <a:pt x="314909" y="245378"/>
                  </a:lnTo>
                  <a:lnTo>
                    <a:pt x="317310" y="240662"/>
                  </a:lnTo>
                  <a:lnTo>
                    <a:pt x="319561" y="235873"/>
                  </a:lnTo>
                  <a:lnTo>
                    <a:pt x="321659" y="231015"/>
                  </a:lnTo>
                  <a:lnTo>
                    <a:pt x="323603" y="226093"/>
                  </a:lnTo>
                  <a:lnTo>
                    <a:pt x="325389" y="221112"/>
                  </a:lnTo>
                  <a:lnTo>
                    <a:pt x="327018" y="216077"/>
                  </a:lnTo>
                  <a:lnTo>
                    <a:pt x="328485" y="210993"/>
                  </a:lnTo>
                  <a:lnTo>
                    <a:pt x="329792" y="205865"/>
                  </a:lnTo>
                  <a:lnTo>
                    <a:pt x="330935" y="200699"/>
                  </a:lnTo>
                  <a:lnTo>
                    <a:pt x="331914" y="195499"/>
                  </a:lnTo>
                  <a:lnTo>
                    <a:pt x="332729" y="190270"/>
                  </a:lnTo>
                  <a:lnTo>
                    <a:pt x="333377" y="185018"/>
                  </a:lnTo>
                  <a:lnTo>
                    <a:pt x="333859" y="179748"/>
                  </a:lnTo>
                  <a:lnTo>
                    <a:pt x="334173" y="174466"/>
                  </a:lnTo>
                  <a:lnTo>
                    <a:pt x="334321" y="169176"/>
                  </a:lnTo>
                  <a:lnTo>
                    <a:pt x="334301" y="163885"/>
                  </a:lnTo>
                  <a:lnTo>
                    <a:pt x="334113" y="158596"/>
                  </a:lnTo>
                  <a:lnTo>
                    <a:pt x="333758" y="153317"/>
                  </a:lnTo>
                  <a:lnTo>
                    <a:pt x="333236" y="148051"/>
                  </a:lnTo>
                  <a:lnTo>
                    <a:pt x="332548" y="142804"/>
                  </a:lnTo>
                  <a:lnTo>
                    <a:pt x="331694" y="137582"/>
                  </a:lnTo>
                  <a:lnTo>
                    <a:pt x="330675" y="132389"/>
                  </a:lnTo>
                  <a:lnTo>
                    <a:pt x="329492" y="127231"/>
                  </a:lnTo>
                  <a:lnTo>
                    <a:pt x="328147" y="122113"/>
                  </a:lnTo>
                  <a:lnTo>
                    <a:pt x="326640" y="117041"/>
                  </a:lnTo>
                  <a:lnTo>
                    <a:pt x="324974" y="112018"/>
                  </a:lnTo>
                  <a:lnTo>
                    <a:pt x="323149" y="107051"/>
                  </a:lnTo>
                  <a:lnTo>
                    <a:pt x="321168" y="102144"/>
                  </a:lnTo>
                  <a:lnTo>
                    <a:pt x="319033" y="97302"/>
                  </a:lnTo>
                  <a:lnTo>
                    <a:pt x="316746" y="92530"/>
                  </a:lnTo>
                  <a:lnTo>
                    <a:pt x="314309" y="87833"/>
                  </a:lnTo>
                  <a:lnTo>
                    <a:pt x="311724" y="83216"/>
                  </a:lnTo>
                  <a:lnTo>
                    <a:pt x="308994" y="78683"/>
                  </a:lnTo>
                  <a:lnTo>
                    <a:pt x="306123" y="74238"/>
                  </a:lnTo>
                  <a:lnTo>
                    <a:pt x="303112" y="69886"/>
                  </a:lnTo>
                  <a:lnTo>
                    <a:pt x="299965" y="65632"/>
                  </a:lnTo>
                  <a:lnTo>
                    <a:pt x="296684" y="61480"/>
                  </a:lnTo>
                  <a:lnTo>
                    <a:pt x="293274" y="57433"/>
                  </a:lnTo>
                  <a:lnTo>
                    <a:pt x="289738" y="53497"/>
                  </a:lnTo>
                  <a:lnTo>
                    <a:pt x="286079" y="49674"/>
                  </a:lnTo>
                  <a:lnTo>
                    <a:pt x="282301" y="45969"/>
                  </a:lnTo>
                  <a:lnTo>
                    <a:pt x="278407" y="42386"/>
                  </a:lnTo>
                  <a:lnTo>
                    <a:pt x="274402" y="38928"/>
                  </a:lnTo>
                  <a:lnTo>
                    <a:pt x="270289" y="35598"/>
                  </a:lnTo>
                  <a:lnTo>
                    <a:pt x="266073" y="32400"/>
                  </a:lnTo>
                  <a:lnTo>
                    <a:pt x="261758" y="29337"/>
                  </a:lnTo>
                  <a:lnTo>
                    <a:pt x="257348" y="26412"/>
                  </a:lnTo>
                  <a:lnTo>
                    <a:pt x="252848" y="23628"/>
                  </a:lnTo>
                  <a:lnTo>
                    <a:pt x="248262" y="20988"/>
                  </a:lnTo>
                  <a:lnTo>
                    <a:pt x="243594" y="18494"/>
                  </a:lnTo>
                  <a:lnTo>
                    <a:pt x="238850" y="16150"/>
                  </a:lnTo>
                  <a:lnTo>
                    <a:pt x="234035" y="13956"/>
                  </a:lnTo>
                  <a:lnTo>
                    <a:pt x="229152" y="11917"/>
                  </a:lnTo>
                  <a:lnTo>
                    <a:pt x="224207" y="10033"/>
                  </a:lnTo>
                  <a:lnTo>
                    <a:pt x="219205" y="8306"/>
                  </a:lnTo>
                  <a:lnTo>
                    <a:pt x="214151" y="6738"/>
                  </a:lnTo>
                  <a:lnTo>
                    <a:pt x="209050" y="5332"/>
                  </a:lnTo>
                  <a:lnTo>
                    <a:pt x="203906" y="4087"/>
                  </a:lnTo>
                  <a:lnTo>
                    <a:pt x="198726" y="3006"/>
                  </a:lnTo>
                  <a:lnTo>
                    <a:pt x="193515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1172" y="4961274"/>
              <a:ext cx="161668" cy="167167"/>
            </a:xfrm>
            <a:custGeom>
              <a:avLst/>
              <a:pathLst>
                <a:path w="161668" h="167167">
                  <a:moveTo>
                    <a:pt x="161668" y="0"/>
                  </a:moveTo>
                  <a:lnTo>
                    <a:pt x="156179" y="90"/>
                  </a:lnTo>
                  <a:lnTo>
                    <a:pt x="150696" y="360"/>
                  </a:lnTo>
                  <a:lnTo>
                    <a:pt x="145225" y="810"/>
                  </a:lnTo>
                  <a:lnTo>
                    <a:pt x="139772" y="1440"/>
                  </a:lnTo>
                  <a:lnTo>
                    <a:pt x="134342" y="2248"/>
                  </a:lnTo>
                  <a:lnTo>
                    <a:pt x="128942" y="3234"/>
                  </a:lnTo>
                  <a:lnTo>
                    <a:pt x="123577" y="4397"/>
                  </a:lnTo>
                  <a:lnTo>
                    <a:pt x="118253" y="5735"/>
                  </a:lnTo>
                  <a:lnTo>
                    <a:pt x="112976" y="7248"/>
                  </a:lnTo>
                  <a:lnTo>
                    <a:pt x="107752" y="8933"/>
                  </a:lnTo>
                  <a:lnTo>
                    <a:pt x="102586" y="10788"/>
                  </a:lnTo>
                  <a:lnTo>
                    <a:pt x="97483" y="12813"/>
                  </a:lnTo>
                  <a:lnTo>
                    <a:pt x="92449" y="15003"/>
                  </a:lnTo>
                  <a:lnTo>
                    <a:pt x="87491" y="17358"/>
                  </a:lnTo>
                  <a:lnTo>
                    <a:pt x="82612" y="19874"/>
                  </a:lnTo>
                  <a:lnTo>
                    <a:pt x="77818" y="22549"/>
                  </a:lnTo>
                  <a:lnTo>
                    <a:pt x="73115" y="25381"/>
                  </a:lnTo>
                  <a:lnTo>
                    <a:pt x="68508" y="28364"/>
                  </a:lnTo>
                  <a:lnTo>
                    <a:pt x="64000" y="31498"/>
                  </a:lnTo>
                  <a:lnTo>
                    <a:pt x="59599" y="34778"/>
                  </a:lnTo>
                  <a:lnTo>
                    <a:pt x="55307" y="38201"/>
                  </a:lnTo>
                  <a:lnTo>
                    <a:pt x="51130" y="41763"/>
                  </a:lnTo>
                  <a:lnTo>
                    <a:pt x="47072" y="45460"/>
                  </a:lnTo>
                  <a:lnTo>
                    <a:pt x="43137" y="49288"/>
                  </a:lnTo>
                  <a:lnTo>
                    <a:pt x="39331" y="53243"/>
                  </a:lnTo>
                  <a:lnTo>
                    <a:pt x="35656" y="57321"/>
                  </a:lnTo>
                  <a:lnTo>
                    <a:pt x="32118" y="61518"/>
                  </a:lnTo>
                  <a:lnTo>
                    <a:pt x="28719" y="65829"/>
                  </a:lnTo>
                  <a:lnTo>
                    <a:pt x="25463" y="70248"/>
                  </a:lnTo>
                  <a:lnTo>
                    <a:pt x="22354" y="74773"/>
                  </a:lnTo>
                  <a:lnTo>
                    <a:pt x="19396" y="79397"/>
                  </a:lnTo>
                  <a:lnTo>
                    <a:pt x="16591" y="84116"/>
                  </a:lnTo>
                  <a:lnTo>
                    <a:pt x="13942" y="88924"/>
                  </a:lnTo>
                  <a:lnTo>
                    <a:pt x="11452" y="93816"/>
                  </a:lnTo>
                  <a:lnTo>
                    <a:pt x="9125" y="98788"/>
                  </a:lnTo>
                  <a:lnTo>
                    <a:pt x="6962" y="103833"/>
                  </a:lnTo>
                  <a:lnTo>
                    <a:pt x="4966" y="108947"/>
                  </a:lnTo>
                  <a:lnTo>
                    <a:pt x="3139" y="114124"/>
                  </a:lnTo>
                  <a:lnTo>
                    <a:pt x="1483" y="119357"/>
                  </a:lnTo>
                  <a:lnTo>
                    <a:pt x="0" y="124643"/>
                  </a:lnTo>
                  <a:lnTo>
                    <a:pt x="1616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1172" y="5085917"/>
              <a:ext cx="161668" cy="42524"/>
            </a:xfrm>
            <a:custGeom>
              <a:avLst/>
              <a:pathLst>
                <a:path w="161668" h="42524">
                  <a:moveTo>
                    <a:pt x="0" y="0"/>
                  </a:moveTo>
                  <a:lnTo>
                    <a:pt x="161668" y="425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1172" y="5085917"/>
              <a:ext cx="161668" cy="42524"/>
            </a:xfrm>
            <a:custGeom>
              <a:avLst/>
              <a:pathLst>
                <a:path w="161668" h="42524">
                  <a:moveTo>
                    <a:pt x="0" y="0"/>
                  </a:moveTo>
                  <a:lnTo>
                    <a:pt x="161668" y="425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1172" y="5085917"/>
              <a:ext cx="161668" cy="42524"/>
            </a:xfrm>
            <a:custGeom>
              <a:avLst/>
              <a:pathLst>
                <a:path w="161668" h="42524">
                  <a:moveTo>
                    <a:pt x="0" y="0"/>
                  </a:moveTo>
                  <a:lnTo>
                    <a:pt x="161668" y="425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81" y="5085917"/>
              <a:ext cx="167159" cy="98882"/>
            </a:xfrm>
            <a:custGeom>
              <a:avLst/>
              <a:pathLst>
                <a:path w="167159" h="98882">
                  <a:moveTo>
                    <a:pt x="5490" y="0"/>
                  </a:moveTo>
                  <a:lnTo>
                    <a:pt x="4161" y="5421"/>
                  </a:lnTo>
                  <a:lnTo>
                    <a:pt x="3013" y="10884"/>
                  </a:lnTo>
                  <a:lnTo>
                    <a:pt x="2048" y="16382"/>
                  </a:lnTo>
                  <a:lnTo>
                    <a:pt x="1267" y="21909"/>
                  </a:lnTo>
                  <a:lnTo>
                    <a:pt x="671" y="27459"/>
                  </a:lnTo>
                  <a:lnTo>
                    <a:pt x="261" y="33026"/>
                  </a:lnTo>
                  <a:lnTo>
                    <a:pt x="37" y="38603"/>
                  </a:lnTo>
                  <a:lnTo>
                    <a:pt x="0" y="44185"/>
                  </a:lnTo>
                  <a:lnTo>
                    <a:pt x="148" y="49765"/>
                  </a:lnTo>
                  <a:lnTo>
                    <a:pt x="483" y="55337"/>
                  </a:lnTo>
                  <a:lnTo>
                    <a:pt x="1004" y="60895"/>
                  </a:lnTo>
                  <a:lnTo>
                    <a:pt x="1710" y="66432"/>
                  </a:lnTo>
                  <a:lnTo>
                    <a:pt x="2600" y="71943"/>
                  </a:lnTo>
                  <a:lnTo>
                    <a:pt x="3674" y="77420"/>
                  </a:lnTo>
                  <a:lnTo>
                    <a:pt x="4930" y="82859"/>
                  </a:lnTo>
                  <a:lnTo>
                    <a:pt x="6368" y="88253"/>
                  </a:lnTo>
                  <a:lnTo>
                    <a:pt x="7984" y="93596"/>
                  </a:lnTo>
                  <a:lnTo>
                    <a:pt x="9778" y="98882"/>
                  </a:lnTo>
                  <a:lnTo>
                    <a:pt x="167159" y="425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25459" y="4961274"/>
              <a:ext cx="324536" cy="334329"/>
            </a:xfrm>
            <a:custGeom>
              <a:avLst/>
              <a:pathLst>
                <a:path w="324536" h="334329">
                  <a:moveTo>
                    <a:pt x="0" y="223525"/>
                  </a:moveTo>
                  <a:lnTo>
                    <a:pt x="1862" y="228478"/>
                  </a:lnTo>
                  <a:lnTo>
                    <a:pt x="3881" y="233370"/>
                  </a:lnTo>
                  <a:lnTo>
                    <a:pt x="6053" y="238195"/>
                  </a:lnTo>
                  <a:lnTo>
                    <a:pt x="8377" y="242949"/>
                  </a:lnTo>
                  <a:lnTo>
                    <a:pt x="10850" y="247627"/>
                  </a:lnTo>
                  <a:lnTo>
                    <a:pt x="13470" y="252224"/>
                  </a:lnTo>
                  <a:lnTo>
                    <a:pt x="16234" y="256737"/>
                  </a:lnTo>
                  <a:lnTo>
                    <a:pt x="19140" y="261159"/>
                  </a:lnTo>
                  <a:lnTo>
                    <a:pt x="22184" y="265487"/>
                  </a:lnTo>
                  <a:lnTo>
                    <a:pt x="25364" y="269717"/>
                  </a:lnTo>
                  <a:lnTo>
                    <a:pt x="28676" y="273844"/>
                  </a:lnTo>
                  <a:lnTo>
                    <a:pt x="32116" y="277864"/>
                  </a:lnTo>
                  <a:lnTo>
                    <a:pt x="35683" y="281774"/>
                  </a:lnTo>
                  <a:lnTo>
                    <a:pt x="39371" y="285568"/>
                  </a:lnTo>
                  <a:lnTo>
                    <a:pt x="43178" y="289244"/>
                  </a:lnTo>
                  <a:lnTo>
                    <a:pt x="47099" y="292797"/>
                  </a:lnTo>
                  <a:lnTo>
                    <a:pt x="51130" y="296225"/>
                  </a:lnTo>
                  <a:lnTo>
                    <a:pt x="55268" y="299523"/>
                  </a:lnTo>
                  <a:lnTo>
                    <a:pt x="59509" y="302688"/>
                  </a:lnTo>
                  <a:lnTo>
                    <a:pt x="63847" y="305718"/>
                  </a:lnTo>
                  <a:lnTo>
                    <a:pt x="68279" y="308609"/>
                  </a:lnTo>
                  <a:lnTo>
                    <a:pt x="72800" y="311358"/>
                  </a:lnTo>
                  <a:lnTo>
                    <a:pt x="77407" y="313963"/>
                  </a:lnTo>
                  <a:lnTo>
                    <a:pt x="82093" y="316421"/>
                  </a:lnTo>
                  <a:lnTo>
                    <a:pt x="86855" y="318729"/>
                  </a:lnTo>
                  <a:lnTo>
                    <a:pt x="91687" y="320885"/>
                  </a:lnTo>
                  <a:lnTo>
                    <a:pt x="96585" y="322888"/>
                  </a:lnTo>
                  <a:lnTo>
                    <a:pt x="101544" y="324734"/>
                  </a:lnTo>
                  <a:lnTo>
                    <a:pt x="106559" y="326422"/>
                  </a:lnTo>
                  <a:lnTo>
                    <a:pt x="111625" y="327951"/>
                  </a:lnTo>
                  <a:lnTo>
                    <a:pt x="116737" y="329318"/>
                  </a:lnTo>
                  <a:lnTo>
                    <a:pt x="121890" y="330524"/>
                  </a:lnTo>
                  <a:lnTo>
                    <a:pt x="127078" y="331565"/>
                  </a:lnTo>
                  <a:lnTo>
                    <a:pt x="132296" y="332442"/>
                  </a:lnTo>
                  <a:lnTo>
                    <a:pt x="137540" y="333153"/>
                  </a:lnTo>
                  <a:lnTo>
                    <a:pt x="142803" y="333698"/>
                  </a:lnTo>
                  <a:lnTo>
                    <a:pt x="148081" y="334076"/>
                  </a:lnTo>
                  <a:lnTo>
                    <a:pt x="153369" y="334286"/>
                  </a:lnTo>
                  <a:lnTo>
                    <a:pt x="158660" y="334329"/>
                  </a:lnTo>
                  <a:lnTo>
                    <a:pt x="163950" y="334205"/>
                  </a:lnTo>
                  <a:lnTo>
                    <a:pt x="169234" y="333914"/>
                  </a:lnTo>
                  <a:lnTo>
                    <a:pt x="174506" y="333455"/>
                  </a:lnTo>
                  <a:lnTo>
                    <a:pt x="179760" y="332830"/>
                  </a:lnTo>
                  <a:lnTo>
                    <a:pt x="184992" y="332038"/>
                  </a:lnTo>
                  <a:lnTo>
                    <a:pt x="190197" y="331082"/>
                  </a:lnTo>
                  <a:lnTo>
                    <a:pt x="195368" y="329961"/>
                  </a:lnTo>
                  <a:lnTo>
                    <a:pt x="200502" y="328677"/>
                  </a:lnTo>
                  <a:lnTo>
                    <a:pt x="205592" y="327231"/>
                  </a:lnTo>
                  <a:lnTo>
                    <a:pt x="210634" y="325625"/>
                  </a:lnTo>
                  <a:lnTo>
                    <a:pt x="215623" y="323860"/>
                  </a:lnTo>
                  <a:lnTo>
                    <a:pt x="220553" y="321938"/>
                  </a:lnTo>
                  <a:lnTo>
                    <a:pt x="225420" y="319861"/>
                  </a:lnTo>
                  <a:lnTo>
                    <a:pt x="230219" y="317631"/>
                  </a:lnTo>
                  <a:lnTo>
                    <a:pt x="234945" y="315250"/>
                  </a:lnTo>
                  <a:lnTo>
                    <a:pt x="239593" y="312721"/>
                  </a:lnTo>
                  <a:lnTo>
                    <a:pt x="244158" y="310046"/>
                  </a:lnTo>
                  <a:lnTo>
                    <a:pt x="248637" y="307228"/>
                  </a:lnTo>
                  <a:lnTo>
                    <a:pt x="253024" y="304270"/>
                  </a:lnTo>
                  <a:lnTo>
                    <a:pt x="257316" y="301174"/>
                  </a:lnTo>
                  <a:lnTo>
                    <a:pt x="261507" y="297944"/>
                  </a:lnTo>
                  <a:lnTo>
                    <a:pt x="265594" y="294582"/>
                  </a:lnTo>
                  <a:lnTo>
                    <a:pt x="269573" y="291094"/>
                  </a:lnTo>
                  <a:lnTo>
                    <a:pt x="273439" y="287480"/>
                  </a:lnTo>
                  <a:lnTo>
                    <a:pt x="277189" y="283747"/>
                  </a:lnTo>
                  <a:lnTo>
                    <a:pt x="280819" y="279896"/>
                  </a:lnTo>
                  <a:lnTo>
                    <a:pt x="284325" y="275933"/>
                  </a:lnTo>
                  <a:lnTo>
                    <a:pt x="287704" y="271861"/>
                  </a:lnTo>
                  <a:lnTo>
                    <a:pt x="290952" y="267683"/>
                  </a:lnTo>
                  <a:lnTo>
                    <a:pt x="294066" y="263405"/>
                  </a:lnTo>
                  <a:lnTo>
                    <a:pt x="297044" y="259031"/>
                  </a:lnTo>
                  <a:lnTo>
                    <a:pt x="299882" y="254565"/>
                  </a:lnTo>
                  <a:lnTo>
                    <a:pt x="302576" y="250011"/>
                  </a:lnTo>
                  <a:lnTo>
                    <a:pt x="305126" y="245374"/>
                  </a:lnTo>
                  <a:lnTo>
                    <a:pt x="307527" y="240658"/>
                  </a:lnTo>
                  <a:lnTo>
                    <a:pt x="309778" y="235869"/>
                  </a:lnTo>
                  <a:lnTo>
                    <a:pt x="311876" y="231011"/>
                  </a:lnTo>
                  <a:lnTo>
                    <a:pt x="313819" y="226089"/>
                  </a:lnTo>
                  <a:lnTo>
                    <a:pt x="315606" y="221108"/>
                  </a:lnTo>
                  <a:lnTo>
                    <a:pt x="317234" y="216073"/>
                  </a:lnTo>
                  <a:lnTo>
                    <a:pt x="318702" y="210989"/>
                  </a:lnTo>
                  <a:lnTo>
                    <a:pt x="320008" y="205862"/>
                  </a:lnTo>
                  <a:lnTo>
                    <a:pt x="321151" y="200695"/>
                  </a:lnTo>
                  <a:lnTo>
                    <a:pt x="322130" y="195495"/>
                  </a:lnTo>
                  <a:lnTo>
                    <a:pt x="322944" y="190266"/>
                  </a:lnTo>
                  <a:lnTo>
                    <a:pt x="323592" y="185014"/>
                  </a:lnTo>
                  <a:lnTo>
                    <a:pt x="324074" y="179745"/>
                  </a:lnTo>
                  <a:lnTo>
                    <a:pt x="324388" y="174462"/>
                  </a:lnTo>
                  <a:lnTo>
                    <a:pt x="324536" y="169173"/>
                  </a:lnTo>
                  <a:lnTo>
                    <a:pt x="324515" y="163881"/>
                  </a:lnTo>
                  <a:lnTo>
                    <a:pt x="324328" y="158593"/>
                  </a:lnTo>
                  <a:lnTo>
                    <a:pt x="323973" y="153313"/>
                  </a:lnTo>
                  <a:lnTo>
                    <a:pt x="323451" y="148047"/>
                  </a:lnTo>
                  <a:lnTo>
                    <a:pt x="322762" y="142801"/>
                  </a:lnTo>
                  <a:lnTo>
                    <a:pt x="321908" y="137579"/>
                  </a:lnTo>
                  <a:lnTo>
                    <a:pt x="320889" y="132386"/>
                  </a:lnTo>
                  <a:lnTo>
                    <a:pt x="319707" y="127228"/>
                  </a:lnTo>
                  <a:lnTo>
                    <a:pt x="318361" y="122110"/>
                  </a:lnTo>
                  <a:lnTo>
                    <a:pt x="316855" y="117038"/>
                  </a:lnTo>
                  <a:lnTo>
                    <a:pt x="315188" y="112016"/>
                  </a:lnTo>
                  <a:lnTo>
                    <a:pt x="313363" y="107048"/>
                  </a:lnTo>
                  <a:lnTo>
                    <a:pt x="311382" y="102142"/>
                  </a:lnTo>
                  <a:lnTo>
                    <a:pt x="309247" y="97300"/>
                  </a:lnTo>
                  <a:lnTo>
                    <a:pt x="306960" y="92528"/>
                  </a:lnTo>
                  <a:lnTo>
                    <a:pt x="304522" y="87831"/>
                  </a:lnTo>
                  <a:lnTo>
                    <a:pt x="301938" y="83214"/>
                  </a:lnTo>
                  <a:lnTo>
                    <a:pt x="299208" y="78681"/>
                  </a:lnTo>
                  <a:lnTo>
                    <a:pt x="296336" y="74236"/>
                  </a:lnTo>
                  <a:lnTo>
                    <a:pt x="293326" y="69885"/>
                  </a:lnTo>
                  <a:lnTo>
                    <a:pt x="290178" y="65631"/>
                  </a:lnTo>
                  <a:lnTo>
                    <a:pt x="286898" y="61478"/>
                  </a:lnTo>
                  <a:lnTo>
                    <a:pt x="283488" y="57432"/>
                  </a:lnTo>
                  <a:lnTo>
                    <a:pt x="279952" y="53496"/>
                  </a:lnTo>
                  <a:lnTo>
                    <a:pt x="276293" y="49673"/>
                  </a:lnTo>
                  <a:lnTo>
                    <a:pt x="272514" y="45968"/>
                  </a:lnTo>
                  <a:lnTo>
                    <a:pt x="268621" y="42385"/>
                  </a:lnTo>
                  <a:lnTo>
                    <a:pt x="264615" y="38927"/>
                  </a:lnTo>
                  <a:lnTo>
                    <a:pt x="260503" y="35597"/>
                  </a:lnTo>
                  <a:lnTo>
                    <a:pt x="256287" y="32399"/>
                  </a:lnTo>
                  <a:lnTo>
                    <a:pt x="251972" y="29336"/>
                  </a:lnTo>
                  <a:lnTo>
                    <a:pt x="247562" y="26411"/>
                  </a:lnTo>
                  <a:lnTo>
                    <a:pt x="243062" y="23627"/>
                  </a:lnTo>
                  <a:lnTo>
                    <a:pt x="238476" y="20987"/>
                  </a:lnTo>
                  <a:lnTo>
                    <a:pt x="233808" y="18494"/>
                  </a:lnTo>
                  <a:lnTo>
                    <a:pt x="229065" y="16149"/>
                  </a:lnTo>
                  <a:lnTo>
                    <a:pt x="224249" y="13956"/>
                  </a:lnTo>
                  <a:lnTo>
                    <a:pt x="219366" y="11916"/>
                  </a:lnTo>
                  <a:lnTo>
                    <a:pt x="214421" y="10032"/>
                  </a:lnTo>
                  <a:lnTo>
                    <a:pt x="209419" y="8306"/>
                  </a:lnTo>
                  <a:lnTo>
                    <a:pt x="204365" y="6738"/>
                  </a:lnTo>
                  <a:lnTo>
                    <a:pt x="199264" y="5331"/>
                  </a:lnTo>
                  <a:lnTo>
                    <a:pt x="194121" y="4087"/>
                  </a:lnTo>
                  <a:lnTo>
                    <a:pt x="188941" y="3006"/>
                  </a:lnTo>
                  <a:lnTo>
                    <a:pt x="183729" y="2089"/>
                  </a:lnTo>
                  <a:lnTo>
                    <a:pt x="178491" y="1338"/>
                  </a:lnTo>
                  <a:lnTo>
                    <a:pt x="173232" y="753"/>
                  </a:lnTo>
                  <a:lnTo>
                    <a:pt x="167957" y="334"/>
                  </a:lnTo>
                  <a:lnTo>
                    <a:pt x="162671" y="83"/>
                  </a:lnTo>
                  <a:lnTo>
                    <a:pt x="157380" y="0"/>
                  </a:lnTo>
                  <a:lnTo>
                    <a:pt x="1573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293388" y="4605529"/>
              <a:ext cx="167158" cy="333216"/>
            </a:xfrm>
            <a:custGeom>
              <a:avLst/>
              <a:pathLst>
                <a:path w="167158" h="333216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09" y="762"/>
                  </a:lnTo>
                  <a:lnTo>
                    <a:pt x="145918" y="1354"/>
                  </a:lnTo>
                  <a:lnTo>
                    <a:pt x="140649" y="2115"/>
                  </a:lnTo>
                  <a:lnTo>
                    <a:pt x="135406" y="3043"/>
                  </a:lnTo>
                  <a:lnTo>
                    <a:pt x="130195" y="4137"/>
                  </a:lnTo>
                  <a:lnTo>
                    <a:pt x="125022" y="5397"/>
                  </a:lnTo>
                  <a:lnTo>
                    <a:pt x="119892" y="6821"/>
                  </a:lnTo>
                  <a:lnTo>
                    <a:pt x="114810" y="8407"/>
                  </a:lnTo>
                  <a:lnTo>
                    <a:pt x="109781" y="10155"/>
                  </a:lnTo>
                  <a:lnTo>
                    <a:pt x="104810" y="12062"/>
                  </a:lnTo>
                  <a:lnTo>
                    <a:pt x="99902" y="14126"/>
                  </a:lnTo>
                  <a:lnTo>
                    <a:pt x="95062" y="16346"/>
                  </a:lnTo>
                  <a:lnTo>
                    <a:pt x="90296" y="18718"/>
                  </a:lnTo>
                  <a:lnTo>
                    <a:pt x="85607" y="21241"/>
                  </a:lnTo>
                  <a:lnTo>
                    <a:pt x="81002" y="23912"/>
                  </a:lnTo>
                  <a:lnTo>
                    <a:pt x="76483" y="26728"/>
                  </a:lnTo>
                  <a:lnTo>
                    <a:pt x="72057" y="29687"/>
                  </a:lnTo>
                  <a:lnTo>
                    <a:pt x="67727" y="32786"/>
                  </a:lnTo>
                  <a:lnTo>
                    <a:pt x="63498" y="36020"/>
                  </a:lnTo>
                  <a:lnTo>
                    <a:pt x="59374" y="39388"/>
                  </a:lnTo>
                  <a:lnTo>
                    <a:pt x="55360" y="42885"/>
                  </a:lnTo>
                  <a:lnTo>
                    <a:pt x="51459" y="46508"/>
                  </a:lnTo>
                  <a:lnTo>
                    <a:pt x="47675" y="50254"/>
                  </a:lnTo>
                  <a:lnTo>
                    <a:pt x="44012" y="54118"/>
                  </a:lnTo>
                  <a:lnTo>
                    <a:pt x="40475" y="58097"/>
                  </a:lnTo>
                  <a:lnTo>
                    <a:pt x="37066" y="62187"/>
                  </a:lnTo>
                  <a:lnTo>
                    <a:pt x="33788" y="66383"/>
                  </a:lnTo>
                  <a:lnTo>
                    <a:pt x="30647" y="70681"/>
                  </a:lnTo>
                  <a:lnTo>
                    <a:pt x="27643" y="75078"/>
                  </a:lnTo>
                  <a:lnTo>
                    <a:pt x="24781" y="79567"/>
                  </a:lnTo>
                  <a:lnTo>
                    <a:pt x="22064" y="84146"/>
                  </a:lnTo>
                  <a:lnTo>
                    <a:pt x="19494" y="88808"/>
                  </a:lnTo>
                  <a:lnTo>
                    <a:pt x="17073" y="93551"/>
                  </a:lnTo>
                  <a:lnTo>
                    <a:pt x="14805" y="98368"/>
                  </a:lnTo>
                  <a:lnTo>
                    <a:pt x="12691" y="103254"/>
                  </a:lnTo>
                  <a:lnTo>
                    <a:pt x="10734" y="108206"/>
                  </a:lnTo>
                  <a:lnTo>
                    <a:pt x="8936" y="113217"/>
                  </a:lnTo>
                  <a:lnTo>
                    <a:pt x="7298" y="118283"/>
                  </a:lnTo>
                  <a:lnTo>
                    <a:pt x="5822" y="123399"/>
                  </a:lnTo>
                  <a:lnTo>
                    <a:pt x="4510" y="128559"/>
                  </a:lnTo>
                  <a:lnTo>
                    <a:pt x="3363" y="133758"/>
                  </a:lnTo>
                  <a:lnTo>
                    <a:pt x="2383" y="138991"/>
                  </a:lnTo>
                  <a:lnTo>
                    <a:pt x="1569" y="144253"/>
                  </a:lnTo>
                  <a:lnTo>
                    <a:pt x="923" y="149538"/>
                  </a:lnTo>
                  <a:lnTo>
                    <a:pt x="446" y="154840"/>
                  </a:lnTo>
                  <a:lnTo>
                    <a:pt x="138" y="160156"/>
                  </a:lnTo>
                  <a:lnTo>
                    <a:pt x="0" y="165478"/>
                  </a:lnTo>
                  <a:lnTo>
                    <a:pt x="30" y="170802"/>
                  </a:lnTo>
                  <a:lnTo>
                    <a:pt x="231" y="176123"/>
                  </a:lnTo>
                  <a:lnTo>
                    <a:pt x="601" y="181434"/>
                  </a:lnTo>
                  <a:lnTo>
                    <a:pt x="1140" y="186731"/>
                  </a:lnTo>
                  <a:lnTo>
                    <a:pt x="1847" y="192008"/>
                  </a:lnTo>
                  <a:lnTo>
                    <a:pt x="2722" y="197260"/>
                  </a:lnTo>
                  <a:lnTo>
                    <a:pt x="3764" y="202481"/>
                  </a:lnTo>
                  <a:lnTo>
                    <a:pt x="4971" y="207666"/>
                  </a:lnTo>
                  <a:lnTo>
                    <a:pt x="6343" y="212811"/>
                  </a:lnTo>
                  <a:lnTo>
                    <a:pt x="7878" y="217909"/>
                  </a:lnTo>
                  <a:lnTo>
                    <a:pt x="9575" y="222956"/>
                  </a:lnTo>
                  <a:lnTo>
                    <a:pt x="11431" y="227946"/>
                  </a:lnTo>
                  <a:lnTo>
                    <a:pt x="13446" y="232874"/>
                  </a:lnTo>
                  <a:lnTo>
                    <a:pt x="15616" y="237736"/>
                  </a:lnTo>
                  <a:lnTo>
                    <a:pt x="17940" y="242526"/>
                  </a:lnTo>
                  <a:lnTo>
                    <a:pt x="20416" y="247240"/>
                  </a:lnTo>
                  <a:lnTo>
                    <a:pt x="23040" y="251872"/>
                  </a:lnTo>
                  <a:lnTo>
                    <a:pt x="25811" y="256419"/>
                  </a:lnTo>
                  <a:lnTo>
                    <a:pt x="28725" y="260875"/>
                  </a:lnTo>
                  <a:lnTo>
                    <a:pt x="31779" y="265235"/>
                  </a:lnTo>
                  <a:lnTo>
                    <a:pt x="34971" y="269497"/>
                  </a:lnTo>
                  <a:lnTo>
                    <a:pt x="38297" y="273655"/>
                  </a:lnTo>
                  <a:lnTo>
                    <a:pt x="41753" y="277704"/>
                  </a:lnTo>
                  <a:lnTo>
                    <a:pt x="45337" y="281642"/>
                  </a:lnTo>
                  <a:lnTo>
                    <a:pt x="49044" y="285463"/>
                  </a:lnTo>
                  <a:lnTo>
                    <a:pt x="52871" y="289165"/>
                  </a:lnTo>
                  <a:lnTo>
                    <a:pt x="56814" y="292742"/>
                  </a:lnTo>
                  <a:lnTo>
                    <a:pt x="60869" y="296193"/>
                  </a:lnTo>
                  <a:lnTo>
                    <a:pt x="65032" y="299512"/>
                  </a:lnTo>
                  <a:lnTo>
                    <a:pt x="69299" y="302697"/>
                  </a:lnTo>
                  <a:lnTo>
                    <a:pt x="73664" y="305745"/>
                  </a:lnTo>
                  <a:lnTo>
                    <a:pt x="78125" y="308652"/>
                  </a:lnTo>
                  <a:lnTo>
                    <a:pt x="82676" y="311415"/>
                  </a:lnTo>
                  <a:lnTo>
                    <a:pt x="87312" y="314033"/>
                  </a:lnTo>
                  <a:lnTo>
                    <a:pt x="92030" y="316501"/>
                  </a:lnTo>
                  <a:lnTo>
                    <a:pt x="96823" y="318818"/>
                  </a:lnTo>
                  <a:lnTo>
                    <a:pt x="101688" y="320981"/>
                  </a:lnTo>
                  <a:lnTo>
                    <a:pt x="106620" y="322987"/>
                  </a:lnTo>
                  <a:lnTo>
                    <a:pt x="111613" y="324836"/>
                  </a:lnTo>
                  <a:lnTo>
                    <a:pt x="116662" y="326525"/>
                  </a:lnTo>
                  <a:lnTo>
                    <a:pt x="121762" y="328052"/>
                  </a:lnTo>
                  <a:lnTo>
                    <a:pt x="126909" y="329417"/>
                  </a:lnTo>
                  <a:lnTo>
                    <a:pt x="132096" y="330616"/>
                  </a:lnTo>
                  <a:lnTo>
                    <a:pt x="137319" y="331650"/>
                  </a:lnTo>
                  <a:lnTo>
                    <a:pt x="142572" y="332517"/>
                  </a:lnTo>
                  <a:lnTo>
                    <a:pt x="147850" y="33321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41238" y="4772696"/>
              <a:ext cx="19307" cy="166048"/>
            </a:xfrm>
            <a:custGeom>
              <a:avLst/>
              <a:pathLst>
                <a:path w="19307" h="166048">
                  <a:moveTo>
                    <a:pt x="0" y="166048"/>
                  </a:moveTo>
                  <a:lnTo>
                    <a:pt x="193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41238" y="4772696"/>
              <a:ext cx="19307" cy="166048"/>
            </a:xfrm>
            <a:custGeom>
              <a:avLst/>
              <a:pathLst>
                <a:path w="19307" h="166048">
                  <a:moveTo>
                    <a:pt x="0" y="166048"/>
                  </a:moveTo>
                  <a:lnTo>
                    <a:pt x="193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41238" y="4772696"/>
              <a:ext cx="128277" cy="167145"/>
            </a:xfrm>
            <a:custGeom>
              <a:avLst/>
              <a:pathLst>
                <a:path w="128277" h="167145">
                  <a:moveTo>
                    <a:pt x="0" y="166048"/>
                  </a:moveTo>
                  <a:lnTo>
                    <a:pt x="5494" y="166595"/>
                  </a:lnTo>
                  <a:lnTo>
                    <a:pt x="11003" y="166961"/>
                  </a:lnTo>
                  <a:lnTo>
                    <a:pt x="16522" y="167144"/>
                  </a:lnTo>
                  <a:lnTo>
                    <a:pt x="22043" y="167145"/>
                  </a:lnTo>
                  <a:lnTo>
                    <a:pt x="27562" y="166963"/>
                  </a:lnTo>
                  <a:lnTo>
                    <a:pt x="33072" y="166599"/>
                  </a:lnTo>
                  <a:lnTo>
                    <a:pt x="38566" y="166054"/>
                  </a:lnTo>
                  <a:lnTo>
                    <a:pt x="44040" y="165327"/>
                  </a:lnTo>
                  <a:lnTo>
                    <a:pt x="49486" y="164420"/>
                  </a:lnTo>
                  <a:lnTo>
                    <a:pt x="54900" y="163334"/>
                  </a:lnTo>
                  <a:lnTo>
                    <a:pt x="60275" y="162069"/>
                  </a:lnTo>
                  <a:lnTo>
                    <a:pt x="65605" y="160628"/>
                  </a:lnTo>
                  <a:lnTo>
                    <a:pt x="70884" y="159011"/>
                  </a:lnTo>
                  <a:lnTo>
                    <a:pt x="76108" y="157221"/>
                  </a:lnTo>
                  <a:lnTo>
                    <a:pt x="81269" y="155260"/>
                  </a:lnTo>
                  <a:lnTo>
                    <a:pt x="86363" y="153129"/>
                  </a:lnTo>
                  <a:lnTo>
                    <a:pt x="91383" y="150831"/>
                  </a:lnTo>
                  <a:lnTo>
                    <a:pt x="96325" y="148368"/>
                  </a:lnTo>
                  <a:lnTo>
                    <a:pt x="101183" y="145743"/>
                  </a:lnTo>
                  <a:lnTo>
                    <a:pt x="105952" y="142960"/>
                  </a:lnTo>
                  <a:lnTo>
                    <a:pt x="110626" y="140020"/>
                  </a:lnTo>
                  <a:lnTo>
                    <a:pt x="115200" y="136928"/>
                  </a:lnTo>
                  <a:lnTo>
                    <a:pt x="119670" y="133687"/>
                  </a:lnTo>
                  <a:lnTo>
                    <a:pt x="124031" y="130299"/>
                  </a:lnTo>
                  <a:lnTo>
                    <a:pt x="128277" y="126770"/>
                  </a:lnTo>
                  <a:lnTo>
                    <a:pt x="193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67166" cy="293937"/>
            </a:xfrm>
            <a:custGeom>
              <a:avLst/>
              <a:pathLst>
                <a:path w="167166" h="293937">
                  <a:moveTo>
                    <a:pt x="108969" y="293937"/>
                  </a:moveTo>
                  <a:lnTo>
                    <a:pt x="112968" y="290386"/>
                  </a:lnTo>
                  <a:lnTo>
                    <a:pt x="116852" y="286710"/>
                  </a:lnTo>
                  <a:lnTo>
                    <a:pt x="120616" y="282910"/>
                  </a:lnTo>
                  <a:lnTo>
                    <a:pt x="124257" y="278993"/>
                  </a:lnTo>
                  <a:lnTo>
                    <a:pt x="127771" y="274961"/>
                  </a:lnTo>
                  <a:lnTo>
                    <a:pt x="131153" y="270818"/>
                  </a:lnTo>
                  <a:lnTo>
                    <a:pt x="134402" y="266570"/>
                  </a:lnTo>
                  <a:lnTo>
                    <a:pt x="137513" y="262220"/>
                  </a:lnTo>
                  <a:lnTo>
                    <a:pt x="140483" y="257772"/>
                  </a:lnTo>
                  <a:lnTo>
                    <a:pt x="143310" y="253232"/>
                  </a:lnTo>
                  <a:lnTo>
                    <a:pt x="145989" y="248603"/>
                  </a:lnTo>
                  <a:lnTo>
                    <a:pt x="148520" y="243892"/>
                  </a:lnTo>
                  <a:lnTo>
                    <a:pt x="150898" y="239101"/>
                  </a:lnTo>
                  <a:lnTo>
                    <a:pt x="153122" y="234238"/>
                  </a:lnTo>
                  <a:lnTo>
                    <a:pt x="155189" y="229305"/>
                  </a:lnTo>
                  <a:lnTo>
                    <a:pt x="157097" y="224309"/>
                  </a:lnTo>
                  <a:lnTo>
                    <a:pt x="158845" y="219254"/>
                  </a:lnTo>
                  <a:lnTo>
                    <a:pt x="160430" y="214146"/>
                  </a:lnTo>
                  <a:lnTo>
                    <a:pt x="161851" y="208990"/>
                  </a:lnTo>
                  <a:lnTo>
                    <a:pt x="163106" y="203792"/>
                  </a:lnTo>
                  <a:lnTo>
                    <a:pt x="164194" y="198555"/>
                  </a:lnTo>
                  <a:lnTo>
                    <a:pt x="165114" y="193287"/>
                  </a:lnTo>
                  <a:lnTo>
                    <a:pt x="165865" y="187992"/>
                  </a:lnTo>
                  <a:lnTo>
                    <a:pt x="166446" y="182675"/>
                  </a:lnTo>
                  <a:lnTo>
                    <a:pt x="166857" y="177343"/>
                  </a:lnTo>
                  <a:lnTo>
                    <a:pt x="167097" y="172000"/>
                  </a:lnTo>
                  <a:lnTo>
                    <a:pt x="167166" y="166652"/>
                  </a:lnTo>
                  <a:lnTo>
                    <a:pt x="167064" y="161305"/>
                  </a:lnTo>
                  <a:lnTo>
                    <a:pt x="166791" y="155964"/>
                  </a:lnTo>
                  <a:lnTo>
                    <a:pt x="166347" y="150634"/>
                  </a:lnTo>
                  <a:lnTo>
                    <a:pt x="165733" y="145321"/>
                  </a:lnTo>
                  <a:lnTo>
                    <a:pt x="164950" y="140031"/>
                  </a:lnTo>
                  <a:lnTo>
                    <a:pt x="163997" y="134768"/>
                  </a:lnTo>
                  <a:lnTo>
                    <a:pt x="162877" y="129539"/>
                  </a:lnTo>
                  <a:lnTo>
                    <a:pt x="161590" y="124348"/>
                  </a:lnTo>
                  <a:lnTo>
                    <a:pt x="160138" y="119201"/>
                  </a:lnTo>
                  <a:lnTo>
                    <a:pt x="158521" y="114102"/>
                  </a:lnTo>
                  <a:lnTo>
                    <a:pt x="156743" y="109059"/>
                  </a:lnTo>
                  <a:lnTo>
                    <a:pt x="154804" y="104074"/>
                  </a:lnTo>
                  <a:lnTo>
                    <a:pt x="152706" y="99155"/>
                  </a:lnTo>
                  <a:lnTo>
                    <a:pt x="150452" y="94305"/>
                  </a:lnTo>
                  <a:lnTo>
                    <a:pt x="148045" y="89529"/>
                  </a:lnTo>
                  <a:lnTo>
                    <a:pt x="145485" y="84833"/>
                  </a:lnTo>
                  <a:lnTo>
                    <a:pt x="142777" y="80221"/>
                  </a:lnTo>
                  <a:lnTo>
                    <a:pt x="139923" y="75699"/>
                  </a:lnTo>
                  <a:lnTo>
                    <a:pt x="136925" y="71269"/>
                  </a:lnTo>
                  <a:lnTo>
                    <a:pt x="133787" y="66938"/>
                  </a:lnTo>
                  <a:lnTo>
                    <a:pt x="130513" y="62710"/>
                  </a:lnTo>
                  <a:lnTo>
                    <a:pt x="127104" y="58588"/>
                  </a:lnTo>
                  <a:lnTo>
                    <a:pt x="123566" y="54578"/>
                  </a:lnTo>
                  <a:lnTo>
                    <a:pt x="119901" y="50683"/>
                  </a:lnTo>
                  <a:lnTo>
                    <a:pt x="116114" y="46907"/>
                  </a:lnTo>
                  <a:lnTo>
                    <a:pt x="112207" y="43254"/>
                  </a:lnTo>
                  <a:lnTo>
                    <a:pt x="108186" y="39728"/>
                  </a:lnTo>
                  <a:lnTo>
                    <a:pt x="104054" y="36333"/>
                  </a:lnTo>
                  <a:lnTo>
                    <a:pt x="99816" y="33071"/>
                  </a:lnTo>
                  <a:lnTo>
                    <a:pt x="95475" y="29947"/>
                  </a:lnTo>
                  <a:lnTo>
                    <a:pt x="91037" y="26963"/>
                  </a:lnTo>
                  <a:lnTo>
                    <a:pt x="86505" y="24122"/>
                  </a:lnTo>
                  <a:lnTo>
                    <a:pt x="81885" y="21428"/>
                  </a:lnTo>
                  <a:lnTo>
                    <a:pt x="77181" y="18884"/>
                  </a:lnTo>
                  <a:lnTo>
                    <a:pt x="72398" y="16491"/>
                  </a:lnTo>
                  <a:lnTo>
                    <a:pt x="67541" y="14252"/>
                  </a:lnTo>
                  <a:lnTo>
                    <a:pt x="62615" y="12169"/>
                  </a:lnTo>
                  <a:lnTo>
                    <a:pt x="57625" y="10246"/>
                  </a:lnTo>
                  <a:lnTo>
                    <a:pt x="52576" y="8483"/>
                  </a:lnTo>
                  <a:lnTo>
                    <a:pt x="47473" y="6882"/>
                  </a:lnTo>
                  <a:lnTo>
                    <a:pt x="42321" y="5445"/>
                  </a:lnTo>
                  <a:lnTo>
                    <a:pt x="37126" y="4174"/>
                  </a:lnTo>
                  <a:lnTo>
                    <a:pt x="31893" y="3070"/>
                  </a:lnTo>
                  <a:lnTo>
                    <a:pt x="26628" y="2134"/>
                  </a:lnTo>
                  <a:lnTo>
                    <a:pt x="21335" y="1367"/>
                  </a:lnTo>
                  <a:lnTo>
                    <a:pt x="16020" y="769"/>
                  </a:lnTo>
                  <a:lnTo>
                    <a:pt x="10689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578743" y="4172415"/>
              <a:ext cx="223945" cy="334334"/>
            </a:xfrm>
            <a:custGeom>
              <a:avLst/>
              <a:pathLst>
                <a:path w="223945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4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4" y="6762"/>
                  </a:lnTo>
                  <a:lnTo>
                    <a:pt x="115022" y="8335"/>
                  </a:lnTo>
                  <a:lnTo>
                    <a:pt x="110012" y="10067"/>
                  </a:lnTo>
                  <a:lnTo>
                    <a:pt x="105060" y="11958"/>
                  </a:lnTo>
                  <a:lnTo>
                    <a:pt x="100170" y="14004"/>
                  </a:lnTo>
                  <a:lnTo>
                    <a:pt x="95347" y="16205"/>
                  </a:lnTo>
                  <a:lnTo>
                    <a:pt x="90597" y="18557"/>
                  </a:lnTo>
                  <a:lnTo>
                    <a:pt x="85924" y="21059"/>
                  </a:lnTo>
                  <a:lnTo>
                    <a:pt x="81332" y="23708"/>
                  </a:lnTo>
                  <a:lnTo>
                    <a:pt x="76827" y="26501"/>
                  </a:lnTo>
                  <a:lnTo>
                    <a:pt x="72412" y="29436"/>
                  </a:lnTo>
                  <a:lnTo>
                    <a:pt x="68093" y="32509"/>
                  </a:lnTo>
                  <a:lnTo>
                    <a:pt x="63873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4" y="46122"/>
                  </a:lnTo>
                  <a:lnTo>
                    <a:pt x="48074" y="49838"/>
                  </a:lnTo>
                  <a:lnTo>
                    <a:pt x="44413" y="53672"/>
                  </a:lnTo>
                  <a:lnTo>
                    <a:pt x="40877" y="57621"/>
                  </a:lnTo>
                  <a:lnTo>
                    <a:pt x="37467" y="61680"/>
                  </a:lnTo>
                  <a:lnTo>
                    <a:pt x="34188" y="65844"/>
                  </a:lnTo>
                  <a:lnTo>
                    <a:pt x="31042" y="70111"/>
                  </a:lnTo>
                  <a:lnTo>
                    <a:pt x="28033" y="74475"/>
                  </a:lnTo>
                  <a:lnTo>
                    <a:pt x="25164" y="78933"/>
                  </a:lnTo>
                  <a:lnTo>
                    <a:pt x="22438" y="83479"/>
                  </a:lnTo>
                  <a:lnTo>
                    <a:pt x="19857" y="88109"/>
                  </a:lnTo>
                  <a:lnTo>
                    <a:pt x="17425" y="92819"/>
                  </a:lnTo>
                  <a:lnTo>
                    <a:pt x="15143" y="97603"/>
                  </a:lnTo>
                  <a:lnTo>
                    <a:pt x="13013" y="102458"/>
                  </a:lnTo>
                  <a:lnTo>
                    <a:pt x="11039" y="107377"/>
                  </a:lnTo>
                  <a:lnTo>
                    <a:pt x="9222" y="112357"/>
                  </a:lnTo>
                  <a:lnTo>
                    <a:pt x="7564" y="117392"/>
                  </a:lnTo>
                  <a:lnTo>
                    <a:pt x="6066" y="122477"/>
                  </a:lnTo>
                  <a:lnTo>
                    <a:pt x="4730" y="127606"/>
                  </a:lnTo>
                  <a:lnTo>
                    <a:pt x="3557" y="132776"/>
                  </a:lnTo>
                  <a:lnTo>
                    <a:pt x="2549" y="137980"/>
                  </a:lnTo>
                  <a:lnTo>
                    <a:pt x="1706" y="143214"/>
                  </a:lnTo>
                  <a:lnTo>
                    <a:pt x="1030" y="148471"/>
                  </a:lnTo>
                  <a:lnTo>
                    <a:pt x="521" y="153748"/>
                  </a:lnTo>
                  <a:lnTo>
                    <a:pt x="179" y="159037"/>
                  </a:lnTo>
                  <a:lnTo>
                    <a:pt x="5" y="164335"/>
                  </a:lnTo>
                  <a:lnTo>
                    <a:pt x="0" y="169636"/>
                  </a:lnTo>
                  <a:lnTo>
                    <a:pt x="162" y="174935"/>
                  </a:lnTo>
                  <a:lnTo>
                    <a:pt x="492" y="180225"/>
                  </a:lnTo>
                  <a:lnTo>
                    <a:pt x="990" y="185503"/>
                  </a:lnTo>
                  <a:lnTo>
                    <a:pt x="1655" y="190762"/>
                  </a:lnTo>
                  <a:lnTo>
                    <a:pt x="2486" y="195997"/>
                  </a:lnTo>
                  <a:lnTo>
                    <a:pt x="3483" y="201203"/>
                  </a:lnTo>
                  <a:lnTo>
                    <a:pt x="4644" y="206375"/>
                  </a:lnTo>
                  <a:lnTo>
                    <a:pt x="5969" y="211508"/>
                  </a:lnTo>
                  <a:lnTo>
                    <a:pt x="7456" y="216596"/>
                  </a:lnTo>
                  <a:lnTo>
                    <a:pt x="9104" y="221635"/>
                  </a:lnTo>
                  <a:lnTo>
                    <a:pt x="10910" y="226618"/>
                  </a:lnTo>
                  <a:lnTo>
                    <a:pt x="12874" y="231542"/>
                  </a:lnTo>
                  <a:lnTo>
                    <a:pt x="14992" y="236401"/>
                  </a:lnTo>
                  <a:lnTo>
                    <a:pt x="17264" y="241191"/>
                  </a:lnTo>
                  <a:lnTo>
                    <a:pt x="19686" y="245906"/>
                  </a:lnTo>
                  <a:lnTo>
                    <a:pt x="22257" y="250541"/>
                  </a:lnTo>
                  <a:lnTo>
                    <a:pt x="24973" y="255093"/>
                  </a:lnTo>
                  <a:lnTo>
                    <a:pt x="27832" y="259557"/>
                  </a:lnTo>
                  <a:lnTo>
                    <a:pt x="30832" y="263928"/>
                  </a:lnTo>
                  <a:lnTo>
                    <a:pt x="33968" y="268201"/>
                  </a:lnTo>
                  <a:lnTo>
                    <a:pt x="37239" y="272373"/>
                  </a:lnTo>
                  <a:lnTo>
                    <a:pt x="40640" y="276439"/>
                  </a:lnTo>
                  <a:lnTo>
                    <a:pt x="44168" y="280395"/>
                  </a:lnTo>
                  <a:lnTo>
                    <a:pt x="47820" y="284238"/>
                  </a:lnTo>
                  <a:lnTo>
                    <a:pt x="51592" y="287962"/>
                  </a:lnTo>
                  <a:lnTo>
                    <a:pt x="55480" y="291565"/>
                  </a:lnTo>
                  <a:lnTo>
                    <a:pt x="59480" y="295043"/>
                  </a:lnTo>
                  <a:lnTo>
                    <a:pt x="63588" y="298393"/>
                  </a:lnTo>
                  <a:lnTo>
                    <a:pt x="67801" y="301610"/>
                  </a:lnTo>
                  <a:lnTo>
                    <a:pt x="72114" y="304693"/>
                  </a:lnTo>
                  <a:lnTo>
                    <a:pt x="76522" y="307637"/>
                  </a:lnTo>
                  <a:lnTo>
                    <a:pt x="81021" y="310440"/>
                  </a:lnTo>
                  <a:lnTo>
                    <a:pt x="85607" y="313098"/>
                  </a:lnTo>
                  <a:lnTo>
                    <a:pt x="90275" y="315610"/>
                  </a:lnTo>
                  <a:lnTo>
                    <a:pt x="95020" y="317973"/>
                  </a:lnTo>
                  <a:lnTo>
                    <a:pt x="99838" y="320184"/>
                  </a:lnTo>
                  <a:lnTo>
                    <a:pt x="104723" y="322241"/>
                  </a:lnTo>
                  <a:lnTo>
                    <a:pt x="109672" y="324143"/>
                  </a:lnTo>
                  <a:lnTo>
                    <a:pt x="114678" y="325886"/>
                  </a:lnTo>
                  <a:lnTo>
                    <a:pt x="119736" y="327470"/>
                  </a:lnTo>
                  <a:lnTo>
                    <a:pt x="124843" y="328893"/>
                  </a:lnTo>
                  <a:lnTo>
                    <a:pt x="129992" y="330153"/>
                  </a:lnTo>
                  <a:lnTo>
                    <a:pt x="135178" y="331249"/>
                  </a:lnTo>
                  <a:lnTo>
                    <a:pt x="140396" y="332180"/>
                  </a:lnTo>
                  <a:lnTo>
                    <a:pt x="145642" y="332945"/>
                  </a:lnTo>
                  <a:lnTo>
                    <a:pt x="150909" y="333544"/>
                  </a:lnTo>
                  <a:lnTo>
                    <a:pt x="156192" y="333975"/>
                  </a:lnTo>
                  <a:lnTo>
                    <a:pt x="161486" y="334238"/>
                  </a:lnTo>
                  <a:lnTo>
                    <a:pt x="166787" y="334334"/>
                  </a:lnTo>
                  <a:lnTo>
                    <a:pt x="172087" y="334261"/>
                  </a:lnTo>
                  <a:lnTo>
                    <a:pt x="177382" y="334021"/>
                  </a:lnTo>
                  <a:lnTo>
                    <a:pt x="182667" y="333612"/>
                  </a:lnTo>
                  <a:lnTo>
                    <a:pt x="187937" y="333037"/>
                  </a:lnTo>
                  <a:lnTo>
                    <a:pt x="193186" y="332294"/>
                  </a:lnTo>
                  <a:lnTo>
                    <a:pt x="198408" y="331386"/>
                  </a:lnTo>
                  <a:lnTo>
                    <a:pt x="203599" y="330312"/>
                  </a:lnTo>
                  <a:lnTo>
                    <a:pt x="208753" y="329074"/>
                  </a:lnTo>
                  <a:lnTo>
                    <a:pt x="213866" y="327674"/>
                  </a:lnTo>
                  <a:lnTo>
                    <a:pt x="218932" y="326112"/>
                  </a:lnTo>
                  <a:lnTo>
                    <a:pt x="223945" y="32439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56796" cy="157223"/>
            </a:xfrm>
            <a:custGeom>
              <a:avLst/>
              <a:pathLst>
                <a:path w="56796" h="157223">
                  <a:moveTo>
                    <a:pt x="56796" y="157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158234" cy="157223"/>
            </a:xfrm>
            <a:custGeom>
              <a:avLst/>
              <a:pathLst>
                <a:path w="158234" h="157223">
                  <a:moveTo>
                    <a:pt x="56796" y="157223"/>
                  </a:moveTo>
                  <a:lnTo>
                    <a:pt x="61980" y="155252"/>
                  </a:lnTo>
                  <a:lnTo>
                    <a:pt x="67095" y="153111"/>
                  </a:lnTo>
                  <a:lnTo>
                    <a:pt x="72137" y="150801"/>
                  </a:lnTo>
                  <a:lnTo>
                    <a:pt x="77099" y="148325"/>
                  </a:lnTo>
                  <a:lnTo>
                    <a:pt x="81977" y="145687"/>
                  </a:lnTo>
                  <a:lnTo>
                    <a:pt x="86764" y="142887"/>
                  </a:lnTo>
                  <a:lnTo>
                    <a:pt x="91456" y="139931"/>
                  </a:lnTo>
                  <a:lnTo>
                    <a:pt x="96047" y="136820"/>
                  </a:lnTo>
                  <a:lnTo>
                    <a:pt x="100532" y="133559"/>
                  </a:lnTo>
                  <a:lnTo>
                    <a:pt x="104907" y="130151"/>
                  </a:lnTo>
                  <a:lnTo>
                    <a:pt x="109166" y="126600"/>
                  </a:lnTo>
                  <a:lnTo>
                    <a:pt x="113305" y="122909"/>
                  </a:lnTo>
                  <a:lnTo>
                    <a:pt x="117320" y="119083"/>
                  </a:lnTo>
                  <a:lnTo>
                    <a:pt x="121205" y="115126"/>
                  </a:lnTo>
                  <a:lnTo>
                    <a:pt x="124957" y="111042"/>
                  </a:lnTo>
                  <a:lnTo>
                    <a:pt x="128572" y="106836"/>
                  </a:lnTo>
                  <a:lnTo>
                    <a:pt x="132045" y="102513"/>
                  </a:lnTo>
                  <a:lnTo>
                    <a:pt x="135372" y="98077"/>
                  </a:lnTo>
                  <a:lnTo>
                    <a:pt x="138551" y="93532"/>
                  </a:lnTo>
                  <a:lnTo>
                    <a:pt x="141577" y="88885"/>
                  </a:lnTo>
                  <a:lnTo>
                    <a:pt x="144448" y="84140"/>
                  </a:lnTo>
                  <a:lnTo>
                    <a:pt x="147159" y="79303"/>
                  </a:lnTo>
                  <a:lnTo>
                    <a:pt x="149709" y="74378"/>
                  </a:lnTo>
                  <a:lnTo>
                    <a:pt x="152093" y="69371"/>
                  </a:lnTo>
                  <a:lnTo>
                    <a:pt x="154311" y="64288"/>
                  </a:lnTo>
                  <a:lnTo>
                    <a:pt x="156358" y="59134"/>
                  </a:lnTo>
                  <a:lnTo>
                    <a:pt x="158234" y="53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67163" cy="221083"/>
            </a:xfrm>
            <a:custGeom>
              <a:avLst/>
              <a:pathLst>
                <a:path w="167163" h="221083">
                  <a:moveTo>
                    <a:pt x="158234" y="221083"/>
                  </a:moveTo>
                  <a:lnTo>
                    <a:pt x="159887" y="215962"/>
                  </a:lnTo>
                  <a:lnTo>
                    <a:pt x="161374" y="210791"/>
                  </a:lnTo>
                  <a:lnTo>
                    <a:pt x="162695" y="205575"/>
                  </a:lnTo>
                  <a:lnTo>
                    <a:pt x="163847" y="200319"/>
                  </a:lnTo>
                  <a:lnTo>
                    <a:pt x="164829" y="195028"/>
                  </a:lnTo>
                  <a:lnTo>
                    <a:pt x="165640" y="189709"/>
                  </a:lnTo>
                  <a:lnTo>
                    <a:pt x="166280" y="184366"/>
                  </a:lnTo>
                  <a:lnTo>
                    <a:pt x="166747" y="179006"/>
                  </a:lnTo>
                  <a:lnTo>
                    <a:pt x="167042" y="173633"/>
                  </a:lnTo>
                  <a:lnTo>
                    <a:pt x="167163" y="168253"/>
                  </a:lnTo>
                  <a:lnTo>
                    <a:pt x="167112" y="162873"/>
                  </a:lnTo>
                  <a:lnTo>
                    <a:pt x="166887" y="157497"/>
                  </a:lnTo>
                  <a:lnTo>
                    <a:pt x="166489" y="152131"/>
                  </a:lnTo>
                  <a:lnTo>
                    <a:pt x="165919" y="146780"/>
                  </a:lnTo>
                  <a:lnTo>
                    <a:pt x="165177" y="141451"/>
                  </a:lnTo>
                  <a:lnTo>
                    <a:pt x="164264" y="136148"/>
                  </a:lnTo>
                  <a:lnTo>
                    <a:pt x="163180" y="130877"/>
                  </a:lnTo>
                  <a:lnTo>
                    <a:pt x="161928" y="125644"/>
                  </a:lnTo>
                  <a:lnTo>
                    <a:pt x="160508" y="120454"/>
                  </a:lnTo>
                  <a:lnTo>
                    <a:pt x="158921" y="115313"/>
                  </a:lnTo>
                  <a:lnTo>
                    <a:pt x="157170" y="110225"/>
                  </a:lnTo>
                  <a:lnTo>
                    <a:pt x="155256" y="105196"/>
                  </a:lnTo>
                  <a:lnTo>
                    <a:pt x="153181" y="100231"/>
                  </a:lnTo>
                  <a:lnTo>
                    <a:pt x="150947" y="95336"/>
                  </a:lnTo>
                  <a:lnTo>
                    <a:pt x="148557" y="90515"/>
                  </a:lnTo>
                  <a:lnTo>
                    <a:pt x="146013" y="85773"/>
                  </a:lnTo>
                  <a:lnTo>
                    <a:pt x="143318" y="81116"/>
                  </a:lnTo>
                  <a:lnTo>
                    <a:pt x="140474" y="76548"/>
                  </a:lnTo>
                  <a:lnTo>
                    <a:pt x="137485" y="72074"/>
                  </a:lnTo>
                  <a:lnTo>
                    <a:pt x="134353" y="67698"/>
                  </a:lnTo>
                  <a:lnTo>
                    <a:pt x="131082" y="63426"/>
                  </a:lnTo>
                  <a:lnTo>
                    <a:pt x="127676" y="59261"/>
                  </a:lnTo>
                  <a:lnTo>
                    <a:pt x="124137" y="55208"/>
                  </a:lnTo>
                  <a:lnTo>
                    <a:pt x="120469" y="51270"/>
                  </a:lnTo>
                  <a:lnTo>
                    <a:pt x="116677" y="47453"/>
                  </a:lnTo>
                  <a:lnTo>
                    <a:pt x="112763" y="43760"/>
                  </a:lnTo>
                  <a:lnTo>
                    <a:pt x="108733" y="40195"/>
                  </a:lnTo>
                  <a:lnTo>
                    <a:pt x="104590" y="36761"/>
                  </a:lnTo>
                  <a:lnTo>
                    <a:pt x="100339" y="33462"/>
                  </a:lnTo>
                  <a:lnTo>
                    <a:pt x="95984" y="30302"/>
                  </a:lnTo>
                  <a:lnTo>
                    <a:pt x="91529" y="27284"/>
                  </a:lnTo>
                  <a:lnTo>
                    <a:pt x="86980" y="24411"/>
                  </a:lnTo>
                  <a:lnTo>
                    <a:pt x="82340" y="21685"/>
                  </a:lnTo>
                  <a:lnTo>
                    <a:pt x="77616" y="19111"/>
                  </a:lnTo>
                  <a:lnTo>
                    <a:pt x="72810" y="16689"/>
                  </a:lnTo>
                  <a:lnTo>
                    <a:pt x="67930" y="14424"/>
                  </a:lnTo>
                  <a:lnTo>
                    <a:pt x="62978" y="12317"/>
                  </a:lnTo>
                  <a:lnTo>
                    <a:pt x="57962" y="10370"/>
                  </a:lnTo>
                  <a:lnTo>
                    <a:pt x="52886" y="8586"/>
                  </a:lnTo>
                  <a:lnTo>
                    <a:pt x="47755" y="6966"/>
                  </a:lnTo>
                  <a:lnTo>
                    <a:pt x="42574" y="5512"/>
                  </a:lnTo>
                  <a:lnTo>
                    <a:pt x="37349" y="4225"/>
                  </a:lnTo>
                  <a:lnTo>
                    <a:pt x="32086" y="3108"/>
                  </a:lnTo>
                  <a:lnTo>
                    <a:pt x="26789" y="2160"/>
                  </a:lnTo>
                  <a:lnTo>
                    <a:pt x="21464" y="1383"/>
                  </a:lnTo>
                  <a:lnTo>
                    <a:pt x="16118" y="778"/>
                  </a:lnTo>
                  <a:lnTo>
                    <a:pt x="10754" y="346"/>
                  </a:lnTo>
                  <a:lnTo>
                    <a:pt x="538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756347" y="3685283"/>
              <a:ext cx="167147" cy="333595"/>
            </a:xfrm>
            <a:custGeom>
              <a:avLst/>
              <a:pathLst>
                <a:path w="167147" h="333595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8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9" y="5361"/>
                  </a:lnTo>
                  <a:lnTo>
                    <a:pt x="120034" y="6776"/>
                  </a:lnTo>
                  <a:lnTo>
                    <a:pt x="114967" y="8352"/>
                  </a:lnTo>
                  <a:lnTo>
                    <a:pt x="109953" y="10088"/>
                  </a:lnTo>
                  <a:lnTo>
                    <a:pt x="104996" y="11983"/>
                  </a:lnTo>
                  <a:lnTo>
                    <a:pt x="100102" y="14033"/>
                  </a:lnTo>
                  <a:lnTo>
                    <a:pt x="95275" y="16239"/>
                  </a:lnTo>
                  <a:lnTo>
                    <a:pt x="90521" y="18596"/>
                  </a:lnTo>
                  <a:lnTo>
                    <a:pt x="85844" y="21103"/>
                  </a:lnTo>
                  <a:lnTo>
                    <a:pt x="81249" y="23757"/>
                  </a:lnTo>
                  <a:lnTo>
                    <a:pt x="76741" y="26555"/>
                  </a:lnTo>
                  <a:lnTo>
                    <a:pt x="72323" y="29496"/>
                  </a:lnTo>
                  <a:lnTo>
                    <a:pt x="68001" y="32575"/>
                  </a:lnTo>
                  <a:lnTo>
                    <a:pt x="63780" y="35789"/>
                  </a:lnTo>
                  <a:lnTo>
                    <a:pt x="59662" y="39137"/>
                  </a:lnTo>
                  <a:lnTo>
                    <a:pt x="55652" y="42613"/>
                  </a:lnTo>
                  <a:lnTo>
                    <a:pt x="51755" y="46214"/>
                  </a:lnTo>
                  <a:lnTo>
                    <a:pt x="47974" y="49938"/>
                  </a:lnTo>
                  <a:lnTo>
                    <a:pt x="44314" y="53779"/>
                  </a:lnTo>
                  <a:lnTo>
                    <a:pt x="40777" y="57735"/>
                  </a:lnTo>
                  <a:lnTo>
                    <a:pt x="37367" y="61801"/>
                  </a:lnTo>
                  <a:lnTo>
                    <a:pt x="34088" y="65973"/>
                  </a:lnTo>
                  <a:lnTo>
                    <a:pt x="30943" y="70247"/>
                  </a:lnTo>
                  <a:lnTo>
                    <a:pt x="27936" y="74619"/>
                  </a:lnTo>
                  <a:lnTo>
                    <a:pt x="25068" y="79084"/>
                  </a:lnTo>
                  <a:lnTo>
                    <a:pt x="22344" y="83638"/>
                  </a:lnTo>
                  <a:lnTo>
                    <a:pt x="19766" y="88276"/>
                  </a:lnTo>
                  <a:lnTo>
                    <a:pt x="17336" y="92994"/>
                  </a:lnTo>
                  <a:lnTo>
                    <a:pt x="15058" y="97786"/>
                  </a:lnTo>
                  <a:lnTo>
                    <a:pt x="12932" y="102648"/>
                  </a:lnTo>
                  <a:lnTo>
                    <a:pt x="10962" y="107576"/>
                  </a:lnTo>
                  <a:lnTo>
                    <a:pt x="9149" y="112563"/>
                  </a:lnTo>
                  <a:lnTo>
                    <a:pt x="7496" y="117605"/>
                  </a:lnTo>
                  <a:lnTo>
                    <a:pt x="6003" y="122697"/>
                  </a:lnTo>
                  <a:lnTo>
                    <a:pt x="4673" y="127834"/>
                  </a:lnTo>
                  <a:lnTo>
                    <a:pt x="3507" y="133011"/>
                  </a:lnTo>
                  <a:lnTo>
                    <a:pt x="2505" y="138222"/>
                  </a:lnTo>
                  <a:lnTo>
                    <a:pt x="1669" y="143462"/>
                  </a:lnTo>
                  <a:lnTo>
                    <a:pt x="1000" y="148727"/>
                  </a:lnTo>
                  <a:lnTo>
                    <a:pt x="499" y="154009"/>
                  </a:lnTo>
                  <a:lnTo>
                    <a:pt x="165" y="159305"/>
                  </a:lnTo>
                  <a:lnTo>
                    <a:pt x="0" y="164609"/>
                  </a:lnTo>
                  <a:lnTo>
                    <a:pt x="3" y="169916"/>
                  </a:lnTo>
                  <a:lnTo>
                    <a:pt x="174" y="175219"/>
                  </a:lnTo>
                  <a:lnTo>
                    <a:pt x="514" y="180515"/>
                  </a:lnTo>
                  <a:lnTo>
                    <a:pt x="1021" y="185797"/>
                  </a:lnTo>
                  <a:lnTo>
                    <a:pt x="1696" y="191060"/>
                  </a:lnTo>
                  <a:lnTo>
                    <a:pt x="2538" y="196300"/>
                  </a:lnTo>
                  <a:lnTo>
                    <a:pt x="3546" y="201510"/>
                  </a:lnTo>
                  <a:lnTo>
                    <a:pt x="4718" y="206685"/>
                  </a:lnTo>
                  <a:lnTo>
                    <a:pt x="6054" y="211820"/>
                  </a:lnTo>
                  <a:lnTo>
                    <a:pt x="7553" y="216911"/>
                  </a:lnTo>
                  <a:lnTo>
                    <a:pt x="9212" y="221951"/>
                  </a:lnTo>
                  <a:lnTo>
                    <a:pt x="11030" y="226937"/>
                  </a:lnTo>
                  <a:lnTo>
                    <a:pt x="13006" y="231861"/>
                  </a:lnTo>
                  <a:lnTo>
                    <a:pt x="15137" y="236721"/>
                  </a:lnTo>
                  <a:lnTo>
                    <a:pt x="17421" y="241511"/>
                  </a:lnTo>
                  <a:lnTo>
                    <a:pt x="19856" y="246226"/>
                  </a:lnTo>
                  <a:lnTo>
                    <a:pt x="22440" y="250861"/>
                  </a:lnTo>
                  <a:lnTo>
                    <a:pt x="25169" y="255412"/>
                  </a:lnTo>
                  <a:lnTo>
                    <a:pt x="28041" y="259873"/>
                  </a:lnTo>
                  <a:lnTo>
                    <a:pt x="31054" y="264242"/>
                  </a:lnTo>
                  <a:lnTo>
                    <a:pt x="34204" y="268512"/>
                  </a:lnTo>
                  <a:lnTo>
                    <a:pt x="37487" y="272681"/>
                  </a:lnTo>
                  <a:lnTo>
                    <a:pt x="40902" y="276743"/>
                  </a:lnTo>
                  <a:lnTo>
                    <a:pt x="44443" y="280695"/>
                  </a:lnTo>
                  <a:lnTo>
                    <a:pt x="48108" y="284532"/>
                  </a:lnTo>
                  <a:lnTo>
                    <a:pt x="51893" y="288251"/>
                  </a:lnTo>
                  <a:lnTo>
                    <a:pt x="55795" y="291849"/>
                  </a:lnTo>
                  <a:lnTo>
                    <a:pt x="59808" y="295320"/>
                  </a:lnTo>
                  <a:lnTo>
                    <a:pt x="63930" y="298662"/>
                  </a:lnTo>
                  <a:lnTo>
                    <a:pt x="68155" y="301872"/>
                  </a:lnTo>
                  <a:lnTo>
                    <a:pt x="72480" y="304946"/>
                  </a:lnTo>
                  <a:lnTo>
                    <a:pt x="76901" y="307881"/>
                  </a:lnTo>
                  <a:lnTo>
                    <a:pt x="81413" y="310675"/>
                  </a:lnTo>
                  <a:lnTo>
                    <a:pt x="86011" y="313324"/>
                  </a:lnTo>
                  <a:lnTo>
                    <a:pt x="90691" y="315825"/>
                  </a:lnTo>
                  <a:lnTo>
                    <a:pt x="95448" y="318177"/>
                  </a:lnTo>
                  <a:lnTo>
                    <a:pt x="100277" y="320377"/>
                  </a:lnTo>
                  <a:lnTo>
                    <a:pt x="105173" y="322422"/>
                  </a:lnTo>
                  <a:lnTo>
                    <a:pt x="110132" y="324311"/>
                  </a:lnTo>
                  <a:lnTo>
                    <a:pt x="115149" y="326041"/>
                  </a:lnTo>
                  <a:lnTo>
                    <a:pt x="120217" y="327612"/>
                  </a:lnTo>
                  <a:lnTo>
                    <a:pt x="125333" y="329020"/>
                  </a:lnTo>
                  <a:lnTo>
                    <a:pt x="130492" y="330266"/>
                  </a:lnTo>
                  <a:lnTo>
                    <a:pt x="135687" y="331347"/>
                  </a:lnTo>
                  <a:lnTo>
                    <a:pt x="140914" y="332263"/>
                  </a:lnTo>
                  <a:lnTo>
                    <a:pt x="146167" y="333013"/>
                  </a:lnTo>
                  <a:lnTo>
                    <a:pt x="151441" y="33359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07789" y="3689578"/>
              <a:ext cx="182873" cy="330039"/>
            </a:xfrm>
            <a:custGeom>
              <a:avLst/>
              <a:pathLst>
                <a:path w="182873" h="330039">
                  <a:moveTo>
                    <a:pt x="0" y="329299"/>
                  </a:moveTo>
                  <a:lnTo>
                    <a:pt x="5333" y="329717"/>
                  </a:lnTo>
                  <a:lnTo>
                    <a:pt x="10678" y="329963"/>
                  </a:lnTo>
                  <a:lnTo>
                    <a:pt x="16027" y="330039"/>
                  </a:lnTo>
                  <a:lnTo>
                    <a:pt x="21376" y="329943"/>
                  </a:lnTo>
                  <a:lnTo>
                    <a:pt x="26720" y="329676"/>
                  </a:lnTo>
                  <a:lnTo>
                    <a:pt x="32052" y="329238"/>
                  </a:lnTo>
                  <a:lnTo>
                    <a:pt x="37367" y="328630"/>
                  </a:lnTo>
                  <a:lnTo>
                    <a:pt x="42660" y="327851"/>
                  </a:lnTo>
                  <a:lnTo>
                    <a:pt x="47926" y="326904"/>
                  </a:lnTo>
                  <a:lnTo>
                    <a:pt x="53158" y="325789"/>
                  </a:lnTo>
                  <a:lnTo>
                    <a:pt x="58352" y="324507"/>
                  </a:lnTo>
                  <a:lnTo>
                    <a:pt x="63503" y="323060"/>
                  </a:lnTo>
                  <a:lnTo>
                    <a:pt x="68604" y="321448"/>
                  </a:lnTo>
                  <a:lnTo>
                    <a:pt x="73652" y="319675"/>
                  </a:lnTo>
                  <a:lnTo>
                    <a:pt x="78640" y="317740"/>
                  </a:lnTo>
                  <a:lnTo>
                    <a:pt x="83563" y="315647"/>
                  </a:lnTo>
                  <a:lnTo>
                    <a:pt x="88417" y="313397"/>
                  </a:lnTo>
                  <a:lnTo>
                    <a:pt x="93197" y="310993"/>
                  </a:lnTo>
                  <a:lnTo>
                    <a:pt x="97897" y="308438"/>
                  </a:lnTo>
                  <a:lnTo>
                    <a:pt x="102513" y="305733"/>
                  </a:lnTo>
                  <a:lnTo>
                    <a:pt x="107040" y="302882"/>
                  </a:lnTo>
                  <a:lnTo>
                    <a:pt x="111474" y="299888"/>
                  </a:lnTo>
                  <a:lnTo>
                    <a:pt x="115809" y="296753"/>
                  </a:lnTo>
                  <a:lnTo>
                    <a:pt x="120042" y="293481"/>
                  </a:lnTo>
                  <a:lnTo>
                    <a:pt x="124168" y="290075"/>
                  </a:lnTo>
                  <a:lnTo>
                    <a:pt x="128183" y="286539"/>
                  </a:lnTo>
                  <a:lnTo>
                    <a:pt x="132083" y="282877"/>
                  </a:lnTo>
                  <a:lnTo>
                    <a:pt x="135863" y="279091"/>
                  </a:lnTo>
                  <a:lnTo>
                    <a:pt x="139521" y="275187"/>
                  </a:lnTo>
                  <a:lnTo>
                    <a:pt x="143052" y="271167"/>
                  </a:lnTo>
                  <a:lnTo>
                    <a:pt x="146452" y="267037"/>
                  </a:lnTo>
                  <a:lnTo>
                    <a:pt x="149718" y="262799"/>
                  </a:lnTo>
                  <a:lnTo>
                    <a:pt x="152847" y="258460"/>
                  </a:lnTo>
                  <a:lnTo>
                    <a:pt x="155836" y="254022"/>
                  </a:lnTo>
                  <a:lnTo>
                    <a:pt x="158681" y="249492"/>
                  </a:lnTo>
                  <a:lnTo>
                    <a:pt x="161379" y="244872"/>
                  </a:lnTo>
                  <a:lnTo>
                    <a:pt x="163929" y="240169"/>
                  </a:lnTo>
                  <a:lnTo>
                    <a:pt x="166326" y="235386"/>
                  </a:lnTo>
                  <a:lnTo>
                    <a:pt x="168570" y="230529"/>
                  </a:lnTo>
                  <a:lnTo>
                    <a:pt x="170656" y="225603"/>
                  </a:lnTo>
                  <a:lnTo>
                    <a:pt x="172584" y="220612"/>
                  </a:lnTo>
                  <a:lnTo>
                    <a:pt x="174352" y="215562"/>
                  </a:lnTo>
                  <a:lnTo>
                    <a:pt x="175957" y="210459"/>
                  </a:lnTo>
                  <a:lnTo>
                    <a:pt x="177397" y="205306"/>
                  </a:lnTo>
                  <a:lnTo>
                    <a:pt x="178672" y="200110"/>
                  </a:lnTo>
                  <a:lnTo>
                    <a:pt x="179781" y="194877"/>
                  </a:lnTo>
                  <a:lnTo>
                    <a:pt x="180721" y="189610"/>
                  </a:lnTo>
                  <a:lnTo>
                    <a:pt x="181492" y="184316"/>
                  </a:lnTo>
                  <a:lnTo>
                    <a:pt x="182093" y="178999"/>
                  </a:lnTo>
                  <a:lnTo>
                    <a:pt x="182524" y="173667"/>
                  </a:lnTo>
                  <a:lnTo>
                    <a:pt x="182784" y="168323"/>
                  </a:lnTo>
                  <a:lnTo>
                    <a:pt x="182873" y="162974"/>
                  </a:lnTo>
                  <a:lnTo>
                    <a:pt x="182791" y="157624"/>
                  </a:lnTo>
                  <a:lnTo>
                    <a:pt x="182537" y="152280"/>
                  </a:lnTo>
                  <a:lnTo>
                    <a:pt x="182113" y="146947"/>
                  </a:lnTo>
                  <a:lnTo>
                    <a:pt x="181518" y="141630"/>
                  </a:lnTo>
                  <a:lnTo>
                    <a:pt x="180753" y="136335"/>
                  </a:lnTo>
                  <a:lnTo>
                    <a:pt x="179820" y="131067"/>
                  </a:lnTo>
                  <a:lnTo>
                    <a:pt x="178718" y="125832"/>
                  </a:lnTo>
                  <a:lnTo>
                    <a:pt x="177449" y="120635"/>
                  </a:lnTo>
                  <a:lnTo>
                    <a:pt x="176015" y="115481"/>
                  </a:lnTo>
                  <a:lnTo>
                    <a:pt x="174416" y="110375"/>
                  </a:lnTo>
                  <a:lnTo>
                    <a:pt x="172655" y="105323"/>
                  </a:lnTo>
                  <a:lnTo>
                    <a:pt x="170733" y="100330"/>
                  </a:lnTo>
                  <a:lnTo>
                    <a:pt x="168652" y="95401"/>
                  </a:lnTo>
                  <a:lnTo>
                    <a:pt x="166415" y="90542"/>
                  </a:lnTo>
                  <a:lnTo>
                    <a:pt x="164023" y="85756"/>
                  </a:lnTo>
                  <a:lnTo>
                    <a:pt x="161480" y="81049"/>
                  </a:lnTo>
                  <a:lnTo>
                    <a:pt x="158787" y="76426"/>
                  </a:lnTo>
                  <a:lnTo>
                    <a:pt x="155947" y="71892"/>
                  </a:lnTo>
                  <a:lnTo>
                    <a:pt x="152964" y="67451"/>
                  </a:lnTo>
                  <a:lnTo>
                    <a:pt x="149840" y="63108"/>
                  </a:lnTo>
                  <a:lnTo>
                    <a:pt x="146579" y="58866"/>
                  </a:lnTo>
                  <a:lnTo>
                    <a:pt x="143184" y="54732"/>
                  </a:lnTo>
                  <a:lnTo>
                    <a:pt x="139658" y="50708"/>
                  </a:lnTo>
                  <a:lnTo>
                    <a:pt x="136006" y="46799"/>
                  </a:lnTo>
                  <a:lnTo>
                    <a:pt x="132230" y="43009"/>
                  </a:lnTo>
                  <a:lnTo>
                    <a:pt x="128334" y="39341"/>
                  </a:lnTo>
                  <a:lnTo>
                    <a:pt x="124324" y="35800"/>
                  </a:lnTo>
                  <a:lnTo>
                    <a:pt x="120202" y="32390"/>
                  </a:lnTo>
                  <a:lnTo>
                    <a:pt x="115973" y="29113"/>
                  </a:lnTo>
                  <a:lnTo>
                    <a:pt x="111641" y="25973"/>
                  </a:lnTo>
                  <a:lnTo>
                    <a:pt x="107212" y="22973"/>
                  </a:lnTo>
                  <a:lnTo>
                    <a:pt x="102688" y="20116"/>
                  </a:lnTo>
                  <a:lnTo>
                    <a:pt x="98075" y="17406"/>
                  </a:lnTo>
                  <a:lnTo>
                    <a:pt x="93378" y="14845"/>
                  </a:lnTo>
                  <a:lnTo>
                    <a:pt x="88602" y="12435"/>
                  </a:lnTo>
                  <a:lnTo>
                    <a:pt x="83750" y="10179"/>
                  </a:lnTo>
                  <a:lnTo>
                    <a:pt x="78829" y="8080"/>
                  </a:lnTo>
                  <a:lnTo>
                    <a:pt x="73844" y="6139"/>
                  </a:lnTo>
                  <a:lnTo>
                    <a:pt x="68799" y="4359"/>
                  </a:lnTo>
                  <a:lnTo>
                    <a:pt x="63699" y="2742"/>
                  </a:lnTo>
                  <a:lnTo>
                    <a:pt x="58550" y="1288"/>
                  </a:lnTo>
                  <a:lnTo>
                    <a:pt x="53358" y="0"/>
                  </a:lnTo>
                  <a:lnTo>
                    <a:pt x="15706" y="1628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37652" cy="167167"/>
            </a:xfrm>
            <a:custGeom>
              <a:avLst/>
              <a:pathLst>
                <a:path w="37652" h="167167">
                  <a:moveTo>
                    <a:pt x="37652" y="4295"/>
                  </a:moveTo>
                  <a:lnTo>
                    <a:pt x="31459" y="2986"/>
                  </a:lnTo>
                  <a:lnTo>
                    <a:pt x="25221" y="1913"/>
                  </a:lnTo>
                  <a:lnTo>
                    <a:pt x="18948" y="1077"/>
                  </a:lnTo>
                  <a:lnTo>
                    <a:pt x="12647" y="479"/>
                  </a:lnTo>
                  <a:lnTo>
                    <a:pt x="6328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2025-06-26T12:21:33Z</dcterms:modified>
  <cp:category/>
</cp:coreProperties>
</file>