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2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6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61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61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2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08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17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03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334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74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64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87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54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1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40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43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75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93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9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70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74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1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71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881" y="3170392"/>
              <a:ext cx="1897" cy="167167"/>
            </a:xfrm>
            <a:custGeom>
              <a:avLst/>
              <a:pathLst>
                <a:path w="1897" h="167167">
                  <a:moveTo>
                    <a:pt x="1897" y="0"/>
                  </a:moveTo>
                  <a:lnTo>
                    <a:pt x="0" y="10"/>
                  </a:lnTo>
                  <a:lnTo>
                    <a:pt x="189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881" y="3170403"/>
              <a:ext cx="1897" cy="167156"/>
            </a:xfrm>
            <a:custGeom>
              <a:avLst/>
              <a:pathLst>
                <a:path w="1897" h="167156">
                  <a:moveTo>
                    <a:pt x="0" y="0"/>
                  </a:moveTo>
                  <a:lnTo>
                    <a:pt x="1897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4" y="3170403"/>
              <a:ext cx="334325" cy="334317"/>
            </a:xfrm>
            <a:custGeom>
              <a:avLst/>
              <a:pathLst>
                <a:path w="334325" h="334317">
                  <a:moveTo>
                    <a:pt x="165267" y="0"/>
                  </a:moveTo>
                  <a:lnTo>
                    <a:pt x="159969" y="144"/>
                  </a:lnTo>
                  <a:lnTo>
                    <a:pt x="154678" y="456"/>
                  </a:lnTo>
                  <a:lnTo>
                    <a:pt x="149399" y="935"/>
                  </a:lnTo>
                  <a:lnTo>
                    <a:pt x="144139" y="1582"/>
                  </a:lnTo>
                  <a:lnTo>
                    <a:pt x="138902" y="2395"/>
                  </a:lnTo>
                  <a:lnTo>
                    <a:pt x="133693" y="3374"/>
                  </a:lnTo>
                  <a:lnTo>
                    <a:pt x="128518" y="4517"/>
                  </a:lnTo>
                  <a:lnTo>
                    <a:pt x="123381" y="5824"/>
                  </a:lnTo>
                  <a:lnTo>
                    <a:pt x="118289" y="7293"/>
                  </a:lnTo>
                  <a:lnTo>
                    <a:pt x="113246" y="8923"/>
                  </a:lnTo>
                  <a:lnTo>
                    <a:pt x="108257" y="10712"/>
                  </a:lnTo>
                  <a:lnTo>
                    <a:pt x="103327" y="12658"/>
                  </a:lnTo>
                  <a:lnTo>
                    <a:pt x="98461" y="14759"/>
                  </a:lnTo>
                  <a:lnTo>
                    <a:pt x="93665" y="17014"/>
                  </a:lnTo>
                  <a:lnTo>
                    <a:pt x="88942" y="19419"/>
                  </a:lnTo>
                  <a:lnTo>
                    <a:pt x="84298" y="21973"/>
                  </a:lnTo>
                  <a:lnTo>
                    <a:pt x="79737" y="24673"/>
                  </a:lnTo>
                  <a:lnTo>
                    <a:pt x="75264" y="27516"/>
                  </a:lnTo>
                  <a:lnTo>
                    <a:pt x="70883" y="30500"/>
                  </a:lnTo>
                  <a:lnTo>
                    <a:pt x="66600" y="33621"/>
                  </a:lnTo>
                  <a:lnTo>
                    <a:pt x="62417" y="36876"/>
                  </a:lnTo>
                  <a:lnTo>
                    <a:pt x="58340" y="40262"/>
                  </a:lnTo>
                  <a:lnTo>
                    <a:pt x="54372" y="43775"/>
                  </a:lnTo>
                  <a:lnTo>
                    <a:pt x="50517" y="47413"/>
                  </a:lnTo>
                  <a:lnTo>
                    <a:pt x="46780" y="51171"/>
                  </a:lnTo>
                  <a:lnTo>
                    <a:pt x="43163" y="55046"/>
                  </a:lnTo>
                  <a:lnTo>
                    <a:pt x="39672" y="59033"/>
                  </a:lnTo>
                  <a:lnTo>
                    <a:pt x="36308" y="63129"/>
                  </a:lnTo>
                  <a:lnTo>
                    <a:pt x="33076" y="67329"/>
                  </a:lnTo>
                  <a:lnTo>
                    <a:pt x="29979" y="71630"/>
                  </a:lnTo>
                  <a:lnTo>
                    <a:pt x="27020" y="76027"/>
                  </a:lnTo>
                  <a:lnTo>
                    <a:pt x="24201" y="80516"/>
                  </a:lnTo>
                  <a:lnTo>
                    <a:pt x="21527" y="85091"/>
                  </a:lnTo>
                  <a:lnTo>
                    <a:pt x="18998" y="89749"/>
                  </a:lnTo>
                  <a:lnTo>
                    <a:pt x="16619" y="94485"/>
                  </a:lnTo>
                  <a:lnTo>
                    <a:pt x="14391" y="99294"/>
                  </a:lnTo>
                  <a:lnTo>
                    <a:pt x="12316" y="104171"/>
                  </a:lnTo>
                  <a:lnTo>
                    <a:pt x="10397" y="109112"/>
                  </a:lnTo>
                  <a:lnTo>
                    <a:pt x="8636" y="114111"/>
                  </a:lnTo>
                  <a:lnTo>
                    <a:pt x="7034" y="119163"/>
                  </a:lnTo>
                  <a:lnTo>
                    <a:pt x="5593" y="124263"/>
                  </a:lnTo>
                  <a:lnTo>
                    <a:pt x="4315" y="129407"/>
                  </a:lnTo>
                  <a:lnTo>
                    <a:pt x="3200" y="134588"/>
                  </a:lnTo>
                  <a:lnTo>
                    <a:pt x="2250" y="139802"/>
                  </a:lnTo>
                  <a:lnTo>
                    <a:pt x="1466" y="145044"/>
                  </a:lnTo>
                  <a:lnTo>
                    <a:pt x="848" y="150308"/>
                  </a:lnTo>
                  <a:lnTo>
                    <a:pt x="397" y="155589"/>
                  </a:lnTo>
                  <a:lnTo>
                    <a:pt x="114" y="160881"/>
                  </a:lnTo>
                  <a:lnTo>
                    <a:pt x="0" y="166180"/>
                  </a:lnTo>
                  <a:lnTo>
                    <a:pt x="53" y="171480"/>
                  </a:lnTo>
                  <a:lnTo>
                    <a:pt x="274" y="176775"/>
                  </a:lnTo>
                  <a:lnTo>
                    <a:pt x="662" y="182061"/>
                  </a:lnTo>
                  <a:lnTo>
                    <a:pt x="1219" y="187332"/>
                  </a:lnTo>
                  <a:lnTo>
                    <a:pt x="1942" y="192582"/>
                  </a:lnTo>
                  <a:lnTo>
                    <a:pt x="2831" y="197807"/>
                  </a:lnTo>
                  <a:lnTo>
                    <a:pt x="3885" y="203001"/>
                  </a:lnTo>
                  <a:lnTo>
                    <a:pt x="5103" y="208159"/>
                  </a:lnTo>
                  <a:lnTo>
                    <a:pt x="6485" y="213276"/>
                  </a:lnTo>
                  <a:lnTo>
                    <a:pt x="8027" y="218347"/>
                  </a:lnTo>
                  <a:lnTo>
                    <a:pt x="9730" y="223366"/>
                  </a:lnTo>
                  <a:lnTo>
                    <a:pt x="11591" y="228328"/>
                  </a:lnTo>
                  <a:lnTo>
                    <a:pt x="13609" y="233229"/>
                  </a:lnTo>
                  <a:lnTo>
                    <a:pt x="15780" y="238064"/>
                  </a:lnTo>
                  <a:lnTo>
                    <a:pt x="18104" y="242827"/>
                  </a:lnTo>
                  <a:lnTo>
                    <a:pt x="20578" y="247515"/>
                  </a:lnTo>
                  <a:lnTo>
                    <a:pt x="23199" y="252121"/>
                  </a:lnTo>
                  <a:lnTo>
                    <a:pt x="25965" y="256642"/>
                  </a:lnTo>
                  <a:lnTo>
                    <a:pt x="28873" y="261073"/>
                  </a:lnTo>
                  <a:lnTo>
                    <a:pt x="31920" y="265410"/>
                  </a:lnTo>
                  <a:lnTo>
                    <a:pt x="35102" y="269648"/>
                  </a:lnTo>
                  <a:lnTo>
                    <a:pt x="38418" y="273783"/>
                  </a:lnTo>
                  <a:lnTo>
                    <a:pt x="41863" y="277811"/>
                  </a:lnTo>
                  <a:lnTo>
                    <a:pt x="45433" y="281728"/>
                  </a:lnTo>
                  <a:lnTo>
                    <a:pt x="49127" y="285529"/>
                  </a:lnTo>
                  <a:lnTo>
                    <a:pt x="52938" y="289211"/>
                  </a:lnTo>
                  <a:lnTo>
                    <a:pt x="56865" y="292771"/>
                  </a:lnTo>
                  <a:lnTo>
                    <a:pt x="60903" y="296204"/>
                  </a:lnTo>
                  <a:lnTo>
                    <a:pt x="65047" y="299508"/>
                  </a:lnTo>
                  <a:lnTo>
                    <a:pt x="69294" y="302679"/>
                  </a:lnTo>
                  <a:lnTo>
                    <a:pt x="73639" y="305713"/>
                  </a:lnTo>
                  <a:lnTo>
                    <a:pt x="78079" y="308609"/>
                  </a:lnTo>
                  <a:lnTo>
                    <a:pt x="82608" y="311362"/>
                  </a:lnTo>
                  <a:lnTo>
                    <a:pt x="87222" y="313970"/>
                  </a:lnTo>
                  <a:lnTo>
                    <a:pt x="91916" y="316430"/>
                  </a:lnTo>
                  <a:lnTo>
                    <a:pt x="96686" y="318740"/>
                  </a:lnTo>
                  <a:lnTo>
                    <a:pt x="101527" y="320898"/>
                  </a:lnTo>
                  <a:lnTo>
                    <a:pt x="106433" y="322902"/>
                  </a:lnTo>
                  <a:lnTo>
                    <a:pt x="111401" y="324749"/>
                  </a:lnTo>
                  <a:lnTo>
                    <a:pt x="116425" y="326437"/>
                  </a:lnTo>
                  <a:lnTo>
                    <a:pt x="121500" y="327966"/>
                  </a:lnTo>
                  <a:lnTo>
                    <a:pt x="126621" y="329333"/>
                  </a:lnTo>
                  <a:lnTo>
                    <a:pt x="131782" y="330536"/>
                  </a:lnTo>
                  <a:lnTo>
                    <a:pt x="136979" y="331576"/>
                  </a:lnTo>
                  <a:lnTo>
                    <a:pt x="142207" y="332450"/>
                  </a:lnTo>
                  <a:lnTo>
                    <a:pt x="147459" y="333158"/>
                  </a:lnTo>
                  <a:lnTo>
                    <a:pt x="152732" y="333699"/>
                  </a:lnTo>
                  <a:lnTo>
                    <a:pt x="158018" y="334073"/>
                  </a:lnTo>
                  <a:lnTo>
                    <a:pt x="163315" y="334279"/>
                  </a:lnTo>
                  <a:lnTo>
                    <a:pt x="168614" y="334317"/>
                  </a:lnTo>
                  <a:lnTo>
                    <a:pt x="173913" y="334187"/>
                  </a:lnTo>
                  <a:lnTo>
                    <a:pt x="179204" y="333889"/>
                  </a:lnTo>
                  <a:lnTo>
                    <a:pt x="184484" y="333424"/>
                  </a:lnTo>
                  <a:lnTo>
                    <a:pt x="189746" y="332791"/>
                  </a:lnTo>
                  <a:lnTo>
                    <a:pt x="194986" y="331992"/>
                  </a:lnTo>
                  <a:lnTo>
                    <a:pt x="200197" y="331027"/>
                  </a:lnTo>
                  <a:lnTo>
                    <a:pt x="205375" y="329898"/>
                  </a:lnTo>
                  <a:lnTo>
                    <a:pt x="210515" y="328605"/>
                  </a:lnTo>
                  <a:lnTo>
                    <a:pt x="215611" y="327149"/>
                  </a:lnTo>
                  <a:lnTo>
                    <a:pt x="220659" y="325533"/>
                  </a:lnTo>
                  <a:lnTo>
                    <a:pt x="225653" y="323758"/>
                  </a:lnTo>
                  <a:lnTo>
                    <a:pt x="230588" y="321825"/>
                  </a:lnTo>
                  <a:lnTo>
                    <a:pt x="235459" y="319736"/>
                  </a:lnTo>
                  <a:lnTo>
                    <a:pt x="240262" y="317495"/>
                  </a:lnTo>
                  <a:lnTo>
                    <a:pt x="244991" y="315102"/>
                  </a:lnTo>
                  <a:lnTo>
                    <a:pt x="249642" y="312560"/>
                  </a:lnTo>
                  <a:lnTo>
                    <a:pt x="254210" y="309873"/>
                  </a:lnTo>
                  <a:lnTo>
                    <a:pt x="258690" y="307042"/>
                  </a:lnTo>
                  <a:lnTo>
                    <a:pt x="263079" y="304070"/>
                  </a:lnTo>
                  <a:lnTo>
                    <a:pt x="267371" y="300960"/>
                  </a:lnTo>
                  <a:lnTo>
                    <a:pt x="271562" y="297716"/>
                  </a:lnTo>
                  <a:lnTo>
                    <a:pt x="275649" y="294341"/>
                  </a:lnTo>
                  <a:lnTo>
                    <a:pt x="279626" y="290838"/>
                  </a:lnTo>
                  <a:lnTo>
                    <a:pt x="283490" y="287211"/>
                  </a:lnTo>
                  <a:lnTo>
                    <a:pt x="287238" y="283463"/>
                  </a:lnTo>
                  <a:lnTo>
                    <a:pt x="290864" y="279598"/>
                  </a:lnTo>
                  <a:lnTo>
                    <a:pt x="294367" y="275620"/>
                  </a:lnTo>
                  <a:lnTo>
                    <a:pt x="297741" y="271533"/>
                  </a:lnTo>
                  <a:lnTo>
                    <a:pt x="300984" y="267341"/>
                  </a:lnTo>
                  <a:lnTo>
                    <a:pt x="304093" y="263049"/>
                  </a:lnTo>
                  <a:lnTo>
                    <a:pt x="307064" y="258660"/>
                  </a:lnTo>
                  <a:lnTo>
                    <a:pt x="309895" y="254179"/>
                  </a:lnTo>
                  <a:lnTo>
                    <a:pt x="312582" y="249610"/>
                  </a:lnTo>
                  <a:lnTo>
                    <a:pt x="315122" y="244959"/>
                  </a:lnTo>
                  <a:lnTo>
                    <a:pt x="317514" y="240230"/>
                  </a:lnTo>
                  <a:lnTo>
                    <a:pt x="319755" y="235427"/>
                  </a:lnTo>
                  <a:lnTo>
                    <a:pt x="321843" y="230555"/>
                  </a:lnTo>
                  <a:lnTo>
                    <a:pt x="323775" y="225620"/>
                  </a:lnTo>
                  <a:lnTo>
                    <a:pt x="325550" y="220626"/>
                  </a:lnTo>
                  <a:lnTo>
                    <a:pt x="327165" y="215578"/>
                  </a:lnTo>
                  <a:lnTo>
                    <a:pt x="328620" y="210481"/>
                  </a:lnTo>
                  <a:lnTo>
                    <a:pt x="329912" y="205341"/>
                  </a:lnTo>
                  <a:lnTo>
                    <a:pt x="331041" y="200163"/>
                  </a:lnTo>
                  <a:lnTo>
                    <a:pt x="332005" y="194951"/>
                  </a:lnTo>
                  <a:lnTo>
                    <a:pt x="332803" y="189712"/>
                  </a:lnTo>
                  <a:lnTo>
                    <a:pt x="333435" y="184449"/>
                  </a:lnTo>
                  <a:lnTo>
                    <a:pt x="333899" y="179170"/>
                  </a:lnTo>
                  <a:lnTo>
                    <a:pt x="334196" y="173878"/>
                  </a:lnTo>
                  <a:lnTo>
                    <a:pt x="334325" y="168580"/>
                  </a:lnTo>
                  <a:lnTo>
                    <a:pt x="334287" y="163280"/>
                  </a:lnTo>
                  <a:lnTo>
                    <a:pt x="334080" y="157984"/>
                  </a:lnTo>
                  <a:lnTo>
                    <a:pt x="333705" y="152697"/>
                  </a:lnTo>
                  <a:lnTo>
                    <a:pt x="333163" y="147425"/>
                  </a:lnTo>
                  <a:lnTo>
                    <a:pt x="332454" y="142172"/>
                  </a:lnTo>
                  <a:lnTo>
                    <a:pt x="331579" y="136945"/>
                  </a:lnTo>
                  <a:lnTo>
                    <a:pt x="330539" y="131748"/>
                  </a:lnTo>
                  <a:lnTo>
                    <a:pt x="329334" y="126587"/>
                  </a:lnTo>
                  <a:lnTo>
                    <a:pt x="327966" y="121466"/>
                  </a:lnTo>
                  <a:lnTo>
                    <a:pt x="326437" y="116392"/>
                  </a:lnTo>
                  <a:lnTo>
                    <a:pt x="324748" y="111368"/>
                  </a:lnTo>
                  <a:lnTo>
                    <a:pt x="322900" y="106400"/>
                  </a:lnTo>
                  <a:lnTo>
                    <a:pt x="320896" y="101494"/>
                  </a:lnTo>
                  <a:lnTo>
                    <a:pt x="318737" y="96654"/>
                  </a:lnTo>
                  <a:lnTo>
                    <a:pt x="316426" y="91884"/>
                  </a:lnTo>
                  <a:lnTo>
                    <a:pt x="313965" y="87190"/>
                  </a:lnTo>
                  <a:lnTo>
                    <a:pt x="311356" y="82577"/>
                  </a:lnTo>
                  <a:lnTo>
                    <a:pt x="308602" y="78048"/>
                  </a:lnTo>
                  <a:lnTo>
                    <a:pt x="305706" y="73609"/>
                  </a:lnTo>
                  <a:lnTo>
                    <a:pt x="302671" y="69264"/>
                  </a:lnTo>
                  <a:lnTo>
                    <a:pt x="299500" y="65018"/>
                  </a:lnTo>
                  <a:lnTo>
                    <a:pt x="296195" y="60874"/>
                  </a:lnTo>
                  <a:lnTo>
                    <a:pt x="292761" y="56837"/>
                  </a:lnTo>
                  <a:lnTo>
                    <a:pt x="289201" y="52911"/>
                  </a:lnTo>
                  <a:lnTo>
                    <a:pt x="285518" y="49100"/>
                  </a:lnTo>
                  <a:lnTo>
                    <a:pt x="281716" y="45407"/>
                  </a:lnTo>
                  <a:lnTo>
                    <a:pt x="277799" y="41837"/>
                  </a:lnTo>
                  <a:lnTo>
                    <a:pt x="273770" y="38393"/>
                  </a:lnTo>
                  <a:lnTo>
                    <a:pt x="269635" y="35078"/>
                  </a:lnTo>
                  <a:lnTo>
                    <a:pt x="265396" y="31896"/>
                  </a:lnTo>
                  <a:lnTo>
                    <a:pt x="261059" y="28850"/>
                  </a:lnTo>
                  <a:lnTo>
                    <a:pt x="256627" y="25943"/>
                  </a:lnTo>
                  <a:lnTo>
                    <a:pt x="252106" y="23178"/>
                  </a:lnTo>
                  <a:lnTo>
                    <a:pt x="247499" y="20557"/>
                  </a:lnTo>
                  <a:lnTo>
                    <a:pt x="242811" y="18084"/>
                  </a:lnTo>
                  <a:lnTo>
                    <a:pt x="238048" y="15761"/>
                  </a:lnTo>
                  <a:lnTo>
                    <a:pt x="233213" y="13590"/>
                  </a:lnTo>
                  <a:lnTo>
                    <a:pt x="228311" y="11573"/>
                  </a:lnTo>
                  <a:lnTo>
                    <a:pt x="223348" y="9713"/>
                  </a:lnTo>
                  <a:lnTo>
                    <a:pt x="218329" y="8011"/>
                  </a:lnTo>
                  <a:lnTo>
                    <a:pt x="213258" y="6469"/>
                  </a:lnTo>
                  <a:lnTo>
                    <a:pt x="208141" y="5089"/>
                  </a:lnTo>
                  <a:lnTo>
                    <a:pt x="202983" y="3871"/>
                  </a:lnTo>
                  <a:lnTo>
                    <a:pt x="197789" y="2818"/>
                  </a:lnTo>
                  <a:lnTo>
                    <a:pt x="192563" y="1930"/>
                  </a:lnTo>
                  <a:lnTo>
                    <a:pt x="187313" y="1207"/>
                  </a:lnTo>
                  <a:lnTo>
                    <a:pt x="182042" y="652"/>
                  </a:lnTo>
                  <a:lnTo>
                    <a:pt x="167164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14877" cy="167167"/>
            </a:xfrm>
            <a:custGeom>
              <a:avLst/>
              <a:pathLst>
                <a:path w="14877" h="167167">
                  <a:moveTo>
                    <a:pt x="14877" y="6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083" y="2633064"/>
              <a:ext cx="27927" cy="167167"/>
            </a:xfrm>
            <a:custGeom>
              <a:avLst/>
              <a:pathLst>
                <a:path w="27927" h="167167">
                  <a:moveTo>
                    <a:pt x="27927" y="0"/>
                  </a:moveTo>
                  <a:lnTo>
                    <a:pt x="20914" y="147"/>
                  </a:lnTo>
                  <a:lnTo>
                    <a:pt x="13914" y="588"/>
                  </a:lnTo>
                  <a:lnTo>
                    <a:pt x="6938" y="1322"/>
                  </a:lnTo>
                  <a:lnTo>
                    <a:pt x="0" y="2349"/>
                  </a:lnTo>
                  <a:lnTo>
                    <a:pt x="2792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1083" y="2635413"/>
              <a:ext cx="27927" cy="164818"/>
            </a:xfrm>
            <a:custGeom>
              <a:avLst/>
              <a:pathLst>
                <a:path w="27927" h="164818">
                  <a:moveTo>
                    <a:pt x="0" y="0"/>
                  </a:moveTo>
                  <a:lnTo>
                    <a:pt x="27927" y="1648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52" y="2635413"/>
              <a:ext cx="334309" cy="331985"/>
            </a:xfrm>
            <a:custGeom>
              <a:avLst/>
              <a:pathLst>
                <a:path w="334309" h="331985">
                  <a:moveTo>
                    <a:pt x="139231" y="0"/>
                  </a:moveTo>
                  <a:lnTo>
                    <a:pt x="134028" y="966"/>
                  </a:lnTo>
                  <a:lnTo>
                    <a:pt x="128858" y="2097"/>
                  </a:lnTo>
                  <a:lnTo>
                    <a:pt x="123727" y="3391"/>
                  </a:lnTo>
                  <a:lnTo>
                    <a:pt x="118639" y="4846"/>
                  </a:lnTo>
                  <a:lnTo>
                    <a:pt x="113600" y="6462"/>
                  </a:lnTo>
                  <a:lnTo>
                    <a:pt x="108615" y="8237"/>
                  </a:lnTo>
                  <a:lnTo>
                    <a:pt x="103688" y="10168"/>
                  </a:lnTo>
                  <a:lnTo>
                    <a:pt x="98825" y="12255"/>
                  </a:lnTo>
                  <a:lnTo>
                    <a:pt x="94030" y="14494"/>
                  </a:lnTo>
                  <a:lnTo>
                    <a:pt x="89309" y="16884"/>
                  </a:lnTo>
                  <a:lnTo>
                    <a:pt x="84665" y="19422"/>
                  </a:lnTo>
                  <a:lnTo>
                    <a:pt x="80105" y="22106"/>
                  </a:lnTo>
                  <a:lnTo>
                    <a:pt x="75631" y="24933"/>
                  </a:lnTo>
                  <a:lnTo>
                    <a:pt x="71249" y="27900"/>
                  </a:lnTo>
                  <a:lnTo>
                    <a:pt x="66964" y="31005"/>
                  </a:lnTo>
                  <a:lnTo>
                    <a:pt x="62778" y="34243"/>
                  </a:lnTo>
                  <a:lnTo>
                    <a:pt x="58698" y="37612"/>
                  </a:lnTo>
                  <a:lnTo>
                    <a:pt x="54726" y="41109"/>
                  </a:lnTo>
                  <a:lnTo>
                    <a:pt x="50866" y="44730"/>
                  </a:lnTo>
                  <a:lnTo>
                    <a:pt x="47124" y="48471"/>
                  </a:lnTo>
                  <a:lnTo>
                    <a:pt x="43501" y="52329"/>
                  </a:lnTo>
                  <a:lnTo>
                    <a:pt x="40003" y="56299"/>
                  </a:lnTo>
                  <a:lnTo>
                    <a:pt x="36631" y="60378"/>
                  </a:lnTo>
                  <a:lnTo>
                    <a:pt x="33391" y="64562"/>
                  </a:lnTo>
                  <a:lnTo>
                    <a:pt x="30285" y="68846"/>
                  </a:lnTo>
                  <a:lnTo>
                    <a:pt x="27316" y="73227"/>
                  </a:lnTo>
                  <a:lnTo>
                    <a:pt x="24487" y="77699"/>
                  </a:lnTo>
                  <a:lnTo>
                    <a:pt x="21801" y="82258"/>
                  </a:lnTo>
                  <a:lnTo>
                    <a:pt x="19260" y="86901"/>
                  </a:lnTo>
                  <a:lnTo>
                    <a:pt x="16868" y="91621"/>
                  </a:lnTo>
                  <a:lnTo>
                    <a:pt x="14627" y="96415"/>
                  </a:lnTo>
                  <a:lnTo>
                    <a:pt x="12538" y="101277"/>
                  </a:lnTo>
                  <a:lnTo>
                    <a:pt x="10604" y="106203"/>
                  </a:lnTo>
                  <a:lnTo>
                    <a:pt x="8827" y="111187"/>
                  </a:lnTo>
                  <a:lnTo>
                    <a:pt x="7209" y="116226"/>
                  </a:lnTo>
                  <a:lnTo>
                    <a:pt x="5751" y="121313"/>
                  </a:lnTo>
                  <a:lnTo>
                    <a:pt x="4455" y="126444"/>
                  </a:lnTo>
                  <a:lnTo>
                    <a:pt x="3322" y="131613"/>
                  </a:lnTo>
                  <a:lnTo>
                    <a:pt x="2353" y="136815"/>
                  </a:lnTo>
                  <a:lnTo>
                    <a:pt x="1549" y="142046"/>
                  </a:lnTo>
                  <a:lnTo>
                    <a:pt x="912" y="147299"/>
                  </a:lnTo>
                  <a:lnTo>
                    <a:pt x="440" y="152570"/>
                  </a:lnTo>
                  <a:lnTo>
                    <a:pt x="136" y="157853"/>
                  </a:lnTo>
                  <a:lnTo>
                    <a:pt x="0" y="163143"/>
                  </a:lnTo>
                  <a:lnTo>
                    <a:pt x="30" y="168435"/>
                  </a:lnTo>
                  <a:lnTo>
                    <a:pt x="228" y="173723"/>
                  </a:lnTo>
                  <a:lnTo>
                    <a:pt x="594" y="179002"/>
                  </a:lnTo>
                  <a:lnTo>
                    <a:pt x="1126" y="184267"/>
                  </a:lnTo>
                  <a:lnTo>
                    <a:pt x="1825" y="189513"/>
                  </a:lnTo>
                  <a:lnTo>
                    <a:pt x="2690" y="194733"/>
                  </a:lnTo>
                  <a:lnTo>
                    <a:pt x="3719" y="199924"/>
                  </a:lnTo>
                  <a:lnTo>
                    <a:pt x="4912" y="205080"/>
                  </a:lnTo>
                  <a:lnTo>
                    <a:pt x="6268" y="210195"/>
                  </a:lnTo>
                  <a:lnTo>
                    <a:pt x="7785" y="215265"/>
                  </a:lnTo>
                  <a:lnTo>
                    <a:pt x="9461" y="220284"/>
                  </a:lnTo>
                  <a:lnTo>
                    <a:pt x="11296" y="225248"/>
                  </a:lnTo>
                  <a:lnTo>
                    <a:pt x="13287" y="230151"/>
                  </a:lnTo>
                  <a:lnTo>
                    <a:pt x="15432" y="234989"/>
                  </a:lnTo>
                  <a:lnTo>
                    <a:pt x="17729" y="239756"/>
                  </a:lnTo>
                  <a:lnTo>
                    <a:pt x="20176" y="244448"/>
                  </a:lnTo>
                  <a:lnTo>
                    <a:pt x="22770" y="249061"/>
                  </a:lnTo>
                  <a:lnTo>
                    <a:pt x="25509" y="253589"/>
                  </a:lnTo>
                  <a:lnTo>
                    <a:pt x="28390" y="258028"/>
                  </a:lnTo>
                  <a:lnTo>
                    <a:pt x="31409" y="262373"/>
                  </a:lnTo>
                  <a:lnTo>
                    <a:pt x="34565" y="266621"/>
                  </a:lnTo>
                  <a:lnTo>
                    <a:pt x="37854" y="270767"/>
                  </a:lnTo>
                  <a:lnTo>
                    <a:pt x="41272" y="274807"/>
                  </a:lnTo>
                  <a:lnTo>
                    <a:pt x="44817" y="278736"/>
                  </a:lnTo>
                  <a:lnTo>
                    <a:pt x="48484" y="282551"/>
                  </a:lnTo>
                  <a:lnTo>
                    <a:pt x="52270" y="286249"/>
                  </a:lnTo>
                  <a:lnTo>
                    <a:pt x="56171" y="289824"/>
                  </a:lnTo>
                  <a:lnTo>
                    <a:pt x="60183" y="293275"/>
                  </a:lnTo>
                  <a:lnTo>
                    <a:pt x="64303" y="296596"/>
                  </a:lnTo>
                  <a:lnTo>
                    <a:pt x="68525" y="299786"/>
                  </a:lnTo>
                  <a:lnTo>
                    <a:pt x="72847" y="302840"/>
                  </a:lnTo>
                  <a:lnTo>
                    <a:pt x="77263" y="305756"/>
                  </a:lnTo>
                  <a:lnTo>
                    <a:pt x="81769" y="308531"/>
                  </a:lnTo>
                  <a:lnTo>
                    <a:pt x="86361" y="311162"/>
                  </a:lnTo>
                  <a:lnTo>
                    <a:pt x="91033" y="313646"/>
                  </a:lnTo>
                  <a:lnTo>
                    <a:pt x="95782" y="315981"/>
                  </a:lnTo>
                  <a:lnTo>
                    <a:pt x="100602" y="318164"/>
                  </a:lnTo>
                  <a:lnTo>
                    <a:pt x="105490" y="320194"/>
                  </a:lnTo>
                  <a:lnTo>
                    <a:pt x="110438" y="322068"/>
                  </a:lnTo>
                  <a:lnTo>
                    <a:pt x="115444" y="323785"/>
                  </a:lnTo>
                  <a:lnTo>
                    <a:pt x="120502" y="325342"/>
                  </a:lnTo>
                  <a:lnTo>
                    <a:pt x="125606" y="326738"/>
                  </a:lnTo>
                  <a:lnTo>
                    <a:pt x="130752" y="327972"/>
                  </a:lnTo>
                  <a:lnTo>
                    <a:pt x="135934" y="329043"/>
                  </a:lnTo>
                  <a:lnTo>
                    <a:pt x="141148" y="329949"/>
                  </a:lnTo>
                  <a:lnTo>
                    <a:pt x="146388" y="330690"/>
                  </a:lnTo>
                  <a:lnTo>
                    <a:pt x="151649" y="331264"/>
                  </a:lnTo>
                  <a:lnTo>
                    <a:pt x="156925" y="331671"/>
                  </a:lnTo>
                  <a:lnTo>
                    <a:pt x="162211" y="331912"/>
                  </a:lnTo>
                  <a:lnTo>
                    <a:pt x="167503" y="331985"/>
                  </a:lnTo>
                  <a:lnTo>
                    <a:pt x="172794" y="331890"/>
                  </a:lnTo>
                  <a:lnTo>
                    <a:pt x="178079" y="331628"/>
                  </a:lnTo>
                  <a:lnTo>
                    <a:pt x="183353" y="331199"/>
                  </a:lnTo>
                  <a:lnTo>
                    <a:pt x="188612" y="330603"/>
                  </a:lnTo>
                  <a:lnTo>
                    <a:pt x="193848" y="329841"/>
                  </a:lnTo>
                  <a:lnTo>
                    <a:pt x="199058" y="328913"/>
                  </a:lnTo>
                  <a:lnTo>
                    <a:pt x="204236" y="327821"/>
                  </a:lnTo>
                  <a:lnTo>
                    <a:pt x="209377" y="326566"/>
                  </a:lnTo>
                  <a:lnTo>
                    <a:pt x="214476" y="325149"/>
                  </a:lnTo>
                  <a:lnTo>
                    <a:pt x="219527" y="323571"/>
                  </a:lnTo>
                  <a:lnTo>
                    <a:pt x="224525" y="321834"/>
                  </a:lnTo>
                  <a:lnTo>
                    <a:pt x="229467" y="319939"/>
                  </a:lnTo>
                  <a:lnTo>
                    <a:pt x="234345" y="317889"/>
                  </a:lnTo>
                  <a:lnTo>
                    <a:pt x="239157" y="315686"/>
                  </a:lnTo>
                  <a:lnTo>
                    <a:pt x="243896" y="313331"/>
                  </a:lnTo>
                  <a:lnTo>
                    <a:pt x="248558" y="310828"/>
                  </a:lnTo>
                  <a:lnTo>
                    <a:pt x="253139" y="308178"/>
                  </a:lnTo>
                  <a:lnTo>
                    <a:pt x="257634" y="305385"/>
                  </a:lnTo>
                  <a:lnTo>
                    <a:pt x="262037" y="302451"/>
                  </a:lnTo>
                  <a:lnTo>
                    <a:pt x="266346" y="299379"/>
                  </a:lnTo>
                  <a:lnTo>
                    <a:pt x="270556" y="296172"/>
                  </a:lnTo>
                  <a:lnTo>
                    <a:pt x="274662" y="292833"/>
                  </a:lnTo>
                  <a:lnTo>
                    <a:pt x="278660" y="289367"/>
                  </a:lnTo>
                  <a:lnTo>
                    <a:pt x="282546" y="285775"/>
                  </a:lnTo>
                  <a:lnTo>
                    <a:pt x="286317" y="282062"/>
                  </a:lnTo>
                  <a:lnTo>
                    <a:pt x="289968" y="278232"/>
                  </a:lnTo>
                  <a:lnTo>
                    <a:pt x="293496" y="274288"/>
                  </a:lnTo>
                  <a:lnTo>
                    <a:pt x="296898" y="270234"/>
                  </a:lnTo>
                  <a:lnTo>
                    <a:pt x="300170" y="266075"/>
                  </a:lnTo>
                  <a:lnTo>
                    <a:pt x="303308" y="261814"/>
                  </a:lnTo>
                  <a:lnTo>
                    <a:pt x="306310" y="257456"/>
                  </a:lnTo>
                  <a:lnTo>
                    <a:pt x="309172" y="253005"/>
                  </a:lnTo>
                  <a:lnTo>
                    <a:pt x="311893" y="248466"/>
                  </a:lnTo>
                  <a:lnTo>
                    <a:pt x="314468" y="243843"/>
                  </a:lnTo>
                  <a:lnTo>
                    <a:pt x="316895" y="239140"/>
                  </a:lnTo>
                  <a:lnTo>
                    <a:pt x="319173" y="234364"/>
                  </a:lnTo>
                  <a:lnTo>
                    <a:pt x="321298" y="229517"/>
                  </a:lnTo>
                  <a:lnTo>
                    <a:pt x="323268" y="224606"/>
                  </a:lnTo>
                  <a:lnTo>
                    <a:pt x="325083" y="219635"/>
                  </a:lnTo>
                  <a:lnTo>
                    <a:pt x="326739" y="214609"/>
                  </a:lnTo>
                  <a:lnTo>
                    <a:pt x="328235" y="209533"/>
                  </a:lnTo>
                  <a:lnTo>
                    <a:pt x="329569" y="204412"/>
                  </a:lnTo>
                  <a:lnTo>
                    <a:pt x="330741" y="199251"/>
                  </a:lnTo>
                  <a:lnTo>
                    <a:pt x="331749" y="194056"/>
                  </a:lnTo>
                  <a:lnTo>
                    <a:pt x="332592" y="188832"/>
                  </a:lnTo>
                  <a:lnTo>
                    <a:pt x="333269" y="183584"/>
                  </a:lnTo>
                  <a:lnTo>
                    <a:pt x="333780" y="178317"/>
                  </a:lnTo>
                  <a:lnTo>
                    <a:pt x="334124" y="173036"/>
                  </a:lnTo>
                  <a:lnTo>
                    <a:pt x="334300" y="167747"/>
                  </a:lnTo>
                  <a:lnTo>
                    <a:pt x="334309" y="162455"/>
                  </a:lnTo>
                  <a:lnTo>
                    <a:pt x="334151" y="157166"/>
                  </a:lnTo>
                  <a:lnTo>
                    <a:pt x="333825" y="151884"/>
                  </a:lnTo>
                  <a:lnTo>
                    <a:pt x="333332" y="146615"/>
                  </a:lnTo>
                  <a:lnTo>
                    <a:pt x="332673" y="141364"/>
                  </a:lnTo>
                  <a:lnTo>
                    <a:pt x="331847" y="136137"/>
                  </a:lnTo>
                  <a:lnTo>
                    <a:pt x="330857" y="130939"/>
                  </a:lnTo>
                  <a:lnTo>
                    <a:pt x="329703" y="125774"/>
                  </a:lnTo>
                  <a:lnTo>
                    <a:pt x="328385" y="120649"/>
                  </a:lnTo>
                  <a:lnTo>
                    <a:pt x="326907" y="115568"/>
                  </a:lnTo>
                  <a:lnTo>
                    <a:pt x="325268" y="110536"/>
                  </a:lnTo>
                  <a:lnTo>
                    <a:pt x="323470" y="105559"/>
                  </a:lnTo>
                  <a:lnTo>
                    <a:pt x="321516" y="100641"/>
                  </a:lnTo>
                  <a:lnTo>
                    <a:pt x="319408" y="95787"/>
                  </a:lnTo>
                  <a:lnTo>
                    <a:pt x="317146" y="91003"/>
                  </a:lnTo>
                  <a:lnTo>
                    <a:pt x="314735" y="86293"/>
                  </a:lnTo>
                  <a:lnTo>
                    <a:pt x="312175" y="81661"/>
                  </a:lnTo>
                  <a:lnTo>
                    <a:pt x="309471" y="77112"/>
                  </a:lnTo>
                  <a:lnTo>
                    <a:pt x="306623" y="72652"/>
                  </a:lnTo>
                  <a:lnTo>
                    <a:pt x="303636" y="68284"/>
                  </a:lnTo>
                  <a:lnTo>
                    <a:pt x="300512" y="64012"/>
                  </a:lnTo>
                  <a:lnTo>
                    <a:pt x="297255" y="59842"/>
                  </a:lnTo>
                  <a:lnTo>
                    <a:pt x="293867" y="55777"/>
                  </a:lnTo>
                  <a:lnTo>
                    <a:pt x="290352" y="51821"/>
                  </a:lnTo>
                  <a:lnTo>
                    <a:pt x="286714" y="47978"/>
                  </a:lnTo>
                  <a:lnTo>
                    <a:pt x="282956" y="44252"/>
                  </a:lnTo>
                  <a:lnTo>
                    <a:pt x="279081" y="40647"/>
                  </a:lnTo>
                  <a:lnTo>
                    <a:pt x="275095" y="37167"/>
                  </a:lnTo>
                  <a:lnTo>
                    <a:pt x="271001" y="33815"/>
                  </a:lnTo>
                  <a:lnTo>
                    <a:pt x="266802" y="30593"/>
                  </a:lnTo>
                  <a:lnTo>
                    <a:pt x="262504" y="27507"/>
                  </a:lnTo>
                  <a:lnTo>
                    <a:pt x="258110" y="24558"/>
                  </a:lnTo>
                  <a:lnTo>
                    <a:pt x="167159" y="1648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90951" cy="167167"/>
            </a:xfrm>
            <a:custGeom>
              <a:avLst/>
              <a:pathLst>
                <a:path w="90951" h="167167">
                  <a:moveTo>
                    <a:pt x="90951" y="26907"/>
                  </a:moveTo>
                  <a:lnTo>
                    <a:pt x="86153" y="23910"/>
                  </a:lnTo>
                  <a:lnTo>
                    <a:pt x="81257" y="21077"/>
                  </a:lnTo>
                  <a:lnTo>
                    <a:pt x="76267" y="18412"/>
                  </a:lnTo>
                  <a:lnTo>
                    <a:pt x="71191" y="15916"/>
                  </a:lnTo>
                  <a:lnTo>
                    <a:pt x="66033" y="13594"/>
                  </a:lnTo>
                  <a:lnTo>
                    <a:pt x="60799" y="11448"/>
                  </a:lnTo>
                  <a:lnTo>
                    <a:pt x="55496" y="9480"/>
                  </a:lnTo>
                  <a:lnTo>
                    <a:pt x="50129" y="7693"/>
                  </a:lnTo>
                  <a:lnTo>
                    <a:pt x="44704" y="6088"/>
                  </a:lnTo>
                  <a:lnTo>
                    <a:pt x="39229" y="4668"/>
                  </a:lnTo>
                  <a:lnTo>
                    <a:pt x="33709" y="3433"/>
                  </a:lnTo>
                  <a:lnTo>
                    <a:pt x="28150" y="2387"/>
                  </a:lnTo>
                  <a:lnTo>
                    <a:pt x="22558" y="1529"/>
                  </a:lnTo>
                  <a:lnTo>
                    <a:pt x="16941" y="860"/>
                  </a:lnTo>
                  <a:lnTo>
                    <a:pt x="11305" y="382"/>
                  </a:lnTo>
                  <a:lnTo>
                    <a:pt x="565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215" y="2126963"/>
              <a:ext cx="6256" cy="167167"/>
            </a:xfrm>
            <a:custGeom>
              <a:avLst/>
              <a:pathLst>
                <a:path w="6256" h="167167">
                  <a:moveTo>
                    <a:pt x="6256" y="0"/>
                  </a:moveTo>
                  <a:lnTo>
                    <a:pt x="0" y="117"/>
                  </a:lnTo>
                  <a:lnTo>
                    <a:pt x="62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2215" y="2127080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13" y="2127080"/>
              <a:ext cx="333872" cy="334215"/>
            </a:xfrm>
            <a:custGeom>
              <a:avLst/>
              <a:pathLst>
                <a:path w="333872" h="334215">
                  <a:moveTo>
                    <a:pt x="160902" y="0"/>
                  </a:moveTo>
                  <a:lnTo>
                    <a:pt x="155605" y="282"/>
                  </a:lnTo>
                  <a:lnTo>
                    <a:pt x="150320" y="733"/>
                  </a:lnTo>
                  <a:lnTo>
                    <a:pt x="145051" y="1351"/>
                  </a:lnTo>
                  <a:lnTo>
                    <a:pt x="139805" y="2135"/>
                  </a:lnTo>
                  <a:lnTo>
                    <a:pt x="134587" y="3086"/>
                  </a:lnTo>
                  <a:lnTo>
                    <a:pt x="129401" y="4202"/>
                  </a:lnTo>
                  <a:lnTo>
                    <a:pt x="124253" y="5482"/>
                  </a:lnTo>
                  <a:lnTo>
                    <a:pt x="119148" y="6925"/>
                  </a:lnTo>
                  <a:lnTo>
                    <a:pt x="114092" y="8529"/>
                  </a:lnTo>
                  <a:lnTo>
                    <a:pt x="109089" y="10292"/>
                  </a:lnTo>
                  <a:lnTo>
                    <a:pt x="104145" y="12214"/>
                  </a:lnTo>
                  <a:lnTo>
                    <a:pt x="99264" y="14291"/>
                  </a:lnTo>
                  <a:lnTo>
                    <a:pt x="94452" y="16522"/>
                  </a:lnTo>
                  <a:lnTo>
                    <a:pt x="89712" y="18904"/>
                  </a:lnTo>
                  <a:lnTo>
                    <a:pt x="85051" y="21436"/>
                  </a:lnTo>
                  <a:lnTo>
                    <a:pt x="80472" y="24115"/>
                  </a:lnTo>
                  <a:lnTo>
                    <a:pt x="75981" y="26937"/>
                  </a:lnTo>
                  <a:lnTo>
                    <a:pt x="71581" y="29900"/>
                  </a:lnTo>
                  <a:lnTo>
                    <a:pt x="67278" y="33002"/>
                  </a:lnTo>
                  <a:lnTo>
                    <a:pt x="63075" y="36238"/>
                  </a:lnTo>
                  <a:lnTo>
                    <a:pt x="58977" y="39606"/>
                  </a:lnTo>
                  <a:lnTo>
                    <a:pt x="54988" y="43103"/>
                  </a:lnTo>
                  <a:lnTo>
                    <a:pt x="51112" y="46724"/>
                  </a:lnTo>
                  <a:lnTo>
                    <a:pt x="47353" y="50467"/>
                  </a:lnTo>
                  <a:lnTo>
                    <a:pt x="43714" y="54326"/>
                  </a:lnTo>
                  <a:lnTo>
                    <a:pt x="40200" y="58300"/>
                  </a:lnTo>
                  <a:lnTo>
                    <a:pt x="36814" y="62383"/>
                  </a:lnTo>
                  <a:lnTo>
                    <a:pt x="33558" y="66571"/>
                  </a:lnTo>
                  <a:lnTo>
                    <a:pt x="30438" y="70860"/>
                  </a:lnTo>
                  <a:lnTo>
                    <a:pt x="27455" y="75247"/>
                  </a:lnTo>
                  <a:lnTo>
                    <a:pt x="24612" y="79725"/>
                  </a:lnTo>
                  <a:lnTo>
                    <a:pt x="21913" y="84292"/>
                  </a:lnTo>
                  <a:lnTo>
                    <a:pt x="19361" y="88942"/>
                  </a:lnTo>
                  <a:lnTo>
                    <a:pt x="16957" y="93670"/>
                  </a:lnTo>
                  <a:lnTo>
                    <a:pt x="14704" y="98473"/>
                  </a:lnTo>
                  <a:lnTo>
                    <a:pt x="12605" y="103344"/>
                  </a:lnTo>
                  <a:lnTo>
                    <a:pt x="10662" y="108280"/>
                  </a:lnTo>
                  <a:lnTo>
                    <a:pt x="8876" y="113275"/>
                  </a:lnTo>
                  <a:lnTo>
                    <a:pt x="7250" y="118324"/>
                  </a:lnTo>
                  <a:lnTo>
                    <a:pt x="5784" y="123422"/>
                  </a:lnTo>
                  <a:lnTo>
                    <a:pt x="4481" y="128564"/>
                  </a:lnTo>
                  <a:lnTo>
                    <a:pt x="3342" y="133745"/>
                  </a:lnTo>
                  <a:lnTo>
                    <a:pt x="2368" y="138959"/>
                  </a:lnTo>
                  <a:lnTo>
                    <a:pt x="1560" y="144202"/>
                  </a:lnTo>
                  <a:lnTo>
                    <a:pt x="918" y="149467"/>
                  </a:lnTo>
                  <a:lnTo>
                    <a:pt x="444" y="154751"/>
                  </a:lnTo>
                  <a:lnTo>
                    <a:pt x="138" y="160046"/>
                  </a:lnTo>
                  <a:lnTo>
                    <a:pt x="0" y="165349"/>
                  </a:lnTo>
                  <a:lnTo>
                    <a:pt x="30" y="170653"/>
                  </a:lnTo>
                  <a:lnTo>
                    <a:pt x="228" y="175954"/>
                  </a:lnTo>
                  <a:lnTo>
                    <a:pt x="595" y="181246"/>
                  </a:lnTo>
                  <a:lnTo>
                    <a:pt x="1129" y="186523"/>
                  </a:lnTo>
                  <a:lnTo>
                    <a:pt x="1830" y="191781"/>
                  </a:lnTo>
                  <a:lnTo>
                    <a:pt x="2698" y="197014"/>
                  </a:lnTo>
                  <a:lnTo>
                    <a:pt x="3732" y="202217"/>
                  </a:lnTo>
                  <a:lnTo>
                    <a:pt x="4930" y="207385"/>
                  </a:lnTo>
                  <a:lnTo>
                    <a:pt x="6291" y="212512"/>
                  </a:lnTo>
                  <a:lnTo>
                    <a:pt x="7815" y="217593"/>
                  </a:lnTo>
                  <a:lnTo>
                    <a:pt x="9499" y="222623"/>
                  </a:lnTo>
                  <a:lnTo>
                    <a:pt x="11341" y="227597"/>
                  </a:lnTo>
                  <a:lnTo>
                    <a:pt x="13341" y="232510"/>
                  </a:lnTo>
                  <a:lnTo>
                    <a:pt x="15495" y="237358"/>
                  </a:lnTo>
                  <a:lnTo>
                    <a:pt x="17802" y="242134"/>
                  </a:lnTo>
                  <a:lnTo>
                    <a:pt x="20259" y="246835"/>
                  </a:lnTo>
                  <a:lnTo>
                    <a:pt x="22865" y="251456"/>
                  </a:lnTo>
                  <a:lnTo>
                    <a:pt x="25615" y="255991"/>
                  </a:lnTo>
                  <a:lnTo>
                    <a:pt x="28509" y="260437"/>
                  </a:lnTo>
                  <a:lnTo>
                    <a:pt x="31541" y="264789"/>
                  </a:lnTo>
                  <a:lnTo>
                    <a:pt x="34711" y="269043"/>
                  </a:lnTo>
                  <a:lnTo>
                    <a:pt x="38013" y="273194"/>
                  </a:lnTo>
                  <a:lnTo>
                    <a:pt x="41446" y="277238"/>
                  </a:lnTo>
                  <a:lnTo>
                    <a:pt x="45005" y="281171"/>
                  </a:lnTo>
                  <a:lnTo>
                    <a:pt x="48688" y="284989"/>
                  </a:lnTo>
                  <a:lnTo>
                    <a:pt x="52489" y="288689"/>
                  </a:lnTo>
                  <a:lnTo>
                    <a:pt x="56406" y="292266"/>
                  </a:lnTo>
                  <a:lnTo>
                    <a:pt x="60435" y="295716"/>
                  </a:lnTo>
                  <a:lnTo>
                    <a:pt x="64571" y="299038"/>
                  </a:lnTo>
                  <a:lnTo>
                    <a:pt x="68810" y="302226"/>
                  </a:lnTo>
                  <a:lnTo>
                    <a:pt x="73149" y="305278"/>
                  </a:lnTo>
                  <a:lnTo>
                    <a:pt x="77582" y="308192"/>
                  </a:lnTo>
                  <a:lnTo>
                    <a:pt x="82105" y="310963"/>
                  </a:lnTo>
                  <a:lnTo>
                    <a:pt x="86714" y="313589"/>
                  </a:lnTo>
                  <a:lnTo>
                    <a:pt x="91404" y="316067"/>
                  </a:lnTo>
                  <a:lnTo>
                    <a:pt x="96170" y="318396"/>
                  </a:lnTo>
                  <a:lnTo>
                    <a:pt x="101007" y="320572"/>
                  </a:lnTo>
                  <a:lnTo>
                    <a:pt x="105912" y="322593"/>
                  </a:lnTo>
                  <a:lnTo>
                    <a:pt x="110877" y="324458"/>
                  </a:lnTo>
                  <a:lnTo>
                    <a:pt x="115900" y="326165"/>
                  </a:lnTo>
                  <a:lnTo>
                    <a:pt x="120974" y="327711"/>
                  </a:lnTo>
                  <a:lnTo>
                    <a:pt x="126095" y="329095"/>
                  </a:lnTo>
                  <a:lnTo>
                    <a:pt x="131257" y="330317"/>
                  </a:lnTo>
                  <a:lnTo>
                    <a:pt x="136455" y="331373"/>
                  </a:lnTo>
                  <a:lnTo>
                    <a:pt x="141684" y="332265"/>
                  </a:lnTo>
                  <a:lnTo>
                    <a:pt x="146939" y="332990"/>
                  </a:lnTo>
                  <a:lnTo>
                    <a:pt x="152214" y="333548"/>
                  </a:lnTo>
                  <a:lnTo>
                    <a:pt x="157504" y="333938"/>
                  </a:lnTo>
                  <a:lnTo>
                    <a:pt x="162804" y="334161"/>
                  </a:lnTo>
                  <a:lnTo>
                    <a:pt x="168108" y="334215"/>
                  </a:lnTo>
                  <a:lnTo>
                    <a:pt x="173411" y="334100"/>
                  </a:lnTo>
                  <a:lnTo>
                    <a:pt x="178708" y="333818"/>
                  </a:lnTo>
                  <a:lnTo>
                    <a:pt x="183994" y="333367"/>
                  </a:lnTo>
                  <a:lnTo>
                    <a:pt x="189262" y="332749"/>
                  </a:lnTo>
                  <a:lnTo>
                    <a:pt x="194508" y="331965"/>
                  </a:lnTo>
                  <a:lnTo>
                    <a:pt x="199727" y="331014"/>
                  </a:lnTo>
                  <a:lnTo>
                    <a:pt x="204913" y="329898"/>
                  </a:lnTo>
                  <a:lnTo>
                    <a:pt x="210060" y="328618"/>
                  </a:lnTo>
                  <a:lnTo>
                    <a:pt x="215165" y="327176"/>
                  </a:lnTo>
                  <a:lnTo>
                    <a:pt x="220221" y="325572"/>
                  </a:lnTo>
                  <a:lnTo>
                    <a:pt x="225224" y="323809"/>
                  </a:lnTo>
                  <a:lnTo>
                    <a:pt x="230168" y="321887"/>
                  </a:lnTo>
                  <a:lnTo>
                    <a:pt x="235049" y="319810"/>
                  </a:lnTo>
                  <a:lnTo>
                    <a:pt x="239862" y="317579"/>
                  </a:lnTo>
                  <a:lnTo>
                    <a:pt x="244601" y="315197"/>
                  </a:lnTo>
                  <a:lnTo>
                    <a:pt x="249263" y="312665"/>
                  </a:lnTo>
                  <a:lnTo>
                    <a:pt x="253841" y="309987"/>
                  </a:lnTo>
                  <a:lnTo>
                    <a:pt x="258333" y="307165"/>
                  </a:lnTo>
                  <a:lnTo>
                    <a:pt x="262732" y="304201"/>
                  </a:lnTo>
                  <a:lnTo>
                    <a:pt x="267036" y="301100"/>
                  </a:lnTo>
                  <a:lnTo>
                    <a:pt x="271239" y="297864"/>
                  </a:lnTo>
                  <a:lnTo>
                    <a:pt x="275337" y="294495"/>
                  </a:lnTo>
                  <a:lnTo>
                    <a:pt x="279326" y="290999"/>
                  </a:lnTo>
                  <a:lnTo>
                    <a:pt x="283202" y="287378"/>
                  </a:lnTo>
                  <a:lnTo>
                    <a:pt x="286961" y="283635"/>
                  </a:lnTo>
                  <a:lnTo>
                    <a:pt x="290600" y="279776"/>
                  </a:lnTo>
                  <a:lnTo>
                    <a:pt x="294114" y="275802"/>
                  </a:lnTo>
                  <a:lnTo>
                    <a:pt x="297501" y="271720"/>
                  </a:lnTo>
                  <a:lnTo>
                    <a:pt x="300756" y="267531"/>
                  </a:lnTo>
                  <a:lnTo>
                    <a:pt x="303877" y="263242"/>
                  </a:lnTo>
                  <a:lnTo>
                    <a:pt x="306860" y="258856"/>
                  </a:lnTo>
                  <a:lnTo>
                    <a:pt x="309703" y="254377"/>
                  </a:lnTo>
                  <a:lnTo>
                    <a:pt x="312402" y="249811"/>
                  </a:lnTo>
                  <a:lnTo>
                    <a:pt x="314954" y="245161"/>
                  </a:lnTo>
                  <a:lnTo>
                    <a:pt x="317358" y="240432"/>
                  </a:lnTo>
                  <a:lnTo>
                    <a:pt x="319611" y="235630"/>
                  </a:lnTo>
                  <a:lnTo>
                    <a:pt x="321710" y="230758"/>
                  </a:lnTo>
                  <a:lnTo>
                    <a:pt x="323653" y="225823"/>
                  </a:lnTo>
                  <a:lnTo>
                    <a:pt x="325439" y="220828"/>
                  </a:lnTo>
                  <a:lnTo>
                    <a:pt x="327066" y="215779"/>
                  </a:lnTo>
                  <a:lnTo>
                    <a:pt x="328531" y="210681"/>
                  </a:lnTo>
                  <a:lnTo>
                    <a:pt x="329835" y="205539"/>
                  </a:lnTo>
                  <a:lnTo>
                    <a:pt x="330974" y="200358"/>
                  </a:lnTo>
                  <a:lnTo>
                    <a:pt x="331948" y="195144"/>
                  </a:lnTo>
                  <a:lnTo>
                    <a:pt x="332756" y="189901"/>
                  </a:lnTo>
                  <a:lnTo>
                    <a:pt x="333398" y="184636"/>
                  </a:lnTo>
                  <a:lnTo>
                    <a:pt x="333872" y="179352"/>
                  </a:lnTo>
                  <a:lnTo>
                    <a:pt x="167158" y="1670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7160" cy="179470"/>
            </a:xfrm>
            <a:custGeom>
              <a:avLst/>
              <a:pathLst>
                <a:path w="167160" h="179470">
                  <a:moveTo>
                    <a:pt x="166714" y="179470"/>
                  </a:moveTo>
                  <a:lnTo>
                    <a:pt x="167024" y="174089"/>
                  </a:lnTo>
                  <a:lnTo>
                    <a:pt x="167160" y="168700"/>
                  </a:lnTo>
                  <a:lnTo>
                    <a:pt x="167122" y="163310"/>
                  </a:lnTo>
                  <a:lnTo>
                    <a:pt x="166911" y="157925"/>
                  </a:lnTo>
                  <a:lnTo>
                    <a:pt x="166527" y="152548"/>
                  </a:lnTo>
                  <a:lnTo>
                    <a:pt x="165969" y="147187"/>
                  </a:lnTo>
                  <a:lnTo>
                    <a:pt x="165238" y="141847"/>
                  </a:lnTo>
                  <a:lnTo>
                    <a:pt x="164336" y="136533"/>
                  </a:lnTo>
                  <a:lnTo>
                    <a:pt x="163263" y="131251"/>
                  </a:lnTo>
                  <a:lnTo>
                    <a:pt x="162020" y="126006"/>
                  </a:lnTo>
                  <a:lnTo>
                    <a:pt x="160609" y="120805"/>
                  </a:lnTo>
                  <a:lnTo>
                    <a:pt x="159031" y="115651"/>
                  </a:lnTo>
                  <a:lnTo>
                    <a:pt x="157288" y="110551"/>
                  </a:lnTo>
                  <a:lnTo>
                    <a:pt x="155381" y="105509"/>
                  </a:lnTo>
                  <a:lnTo>
                    <a:pt x="153312" y="100532"/>
                  </a:lnTo>
                  <a:lnTo>
                    <a:pt x="151084" y="95624"/>
                  </a:lnTo>
                  <a:lnTo>
                    <a:pt x="148699" y="90790"/>
                  </a:lnTo>
                  <a:lnTo>
                    <a:pt x="146160" y="86036"/>
                  </a:lnTo>
                  <a:lnTo>
                    <a:pt x="143468" y="81366"/>
                  </a:lnTo>
                  <a:lnTo>
                    <a:pt x="140627" y="76786"/>
                  </a:lnTo>
                  <a:lnTo>
                    <a:pt x="137641" y="72299"/>
                  </a:lnTo>
                  <a:lnTo>
                    <a:pt x="134511" y="67911"/>
                  </a:lnTo>
                  <a:lnTo>
                    <a:pt x="131241" y="63626"/>
                  </a:lnTo>
                  <a:lnTo>
                    <a:pt x="127835" y="59449"/>
                  </a:lnTo>
                  <a:lnTo>
                    <a:pt x="124295" y="55384"/>
                  </a:lnTo>
                  <a:lnTo>
                    <a:pt x="120627" y="51435"/>
                  </a:lnTo>
                  <a:lnTo>
                    <a:pt x="116833" y="47606"/>
                  </a:lnTo>
                  <a:lnTo>
                    <a:pt x="112918" y="43902"/>
                  </a:lnTo>
                  <a:lnTo>
                    <a:pt x="108885" y="40325"/>
                  </a:lnTo>
                  <a:lnTo>
                    <a:pt x="104740" y="36881"/>
                  </a:lnTo>
                  <a:lnTo>
                    <a:pt x="100485" y="33572"/>
                  </a:lnTo>
                  <a:lnTo>
                    <a:pt x="96126" y="30402"/>
                  </a:lnTo>
                  <a:lnTo>
                    <a:pt x="91667" y="27374"/>
                  </a:lnTo>
                  <a:lnTo>
                    <a:pt x="87112" y="24491"/>
                  </a:lnTo>
                  <a:lnTo>
                    <a:pt x="82467" y="21757"/>
                  </a:lnTo>
                  <a:lnTo>
                    <a:pt x="77737" y="19174"/>
                  </a:lnTo>
                  <a:lnTo>
                    <a:pt x="72925" y="16745"/>
                  </a:lnTo>
                  <a:lnTo>
                    <a:pt x="68038" y="14472"/>
                  </a:lnTo>
                  <a:lnTo>
                    <a:pt x="63080" y="12358"/>
                  </a:lnTo>
                  <a:lnTo>
                    <a:pt x="58056" y="10405"/>
                  </a:lnTo>
                  <a:lnTo>
                    <a:pt x="52972" y="8615"/>
                  </a:lnTo>
                  <a:lnTo>
                    <a:pt x="47833" y="6989"/>
                  </a:lnTo>
                  <a:lnTo>
                    <a:pt x="42644" y="5530"/>
                  </a:lnTo>
                  <a:lnTo>
                    <a:pt x="37411" y="4240"/>
                  </a:lnTo>
                  <a:lnTo>
                    <a:pt x="32139" y="3118"/>
                  </a:lnTo>
                  <a:lnTo>
                    <a:pt x="26834" y="2167"/>
                  </a:lnTo>
                  <a:lnTo>
                    <a:pt x="21501" y="1388"/>
                  </a:lnTo>
                  <a:lnTo>
                    <a:pt x="16145" y="781"/>
                  </a:lnTo>
                  <a:lnTo>
                    <a:pt x="10772" y="347"/>
                  </a:lnTo>
                  <a:lnTo>
                    <a:pt x="538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932" y="1681503"/>
              <a:ext cx="12302" cy="167167"/>
            </a:xfrm>
            <a:custGeom>
              <a:avLst/>
              <a:pathLst>
                <a:path w="12302" h="167167">
                  <a:moveTo>
                    <a:pt x="12302" y="0"/>
                  </a:moveTo>
                  <a:lnTo>
                    <a:pt x="0" y="453"/>
                  </a:lnTo>
                  <a:lnTo>
                    <a:pt x="1230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932" y="1681956"/>
              <a:ext cx="12302" cy="166714"/>
            </a:xfrm>
            <a:custGeom>
              <a:avLst/>
              <a:pathLst>
                <a:path w="12302" h="166714">
                  <a:moveTo>
                    <a:pt x="0" y="0"/>
                  </a:moveTo>
                  <a:lnTo>
                    <a:pt x="12302" y="1667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76" y="1681956"/>
              <a:ext cx="334314" cy="333881"/>
            </a:xfrm>
            <a:custGeom>
              <a:avLst/>
              <a:pathLst>
                <a:path w="334314" h="333881">
                  <a:moveTo>
                    <a:pt x="154856" y="0"/>
                  </a:moveTo>
                  <a:lnTo>
                    <a:pt x="149588" y="472"/>
                  </a:lnTo>
                  <a:lnTo>
                    <a:pt x="144338" y="1111"/>
                  </a:lnTo>
                  <a:lnTo>
                    <a:pt x="139111" y="1916"/>
                  </a:lnTo>
                  <a:lnTo>
                    <a:pt x="133912" y="2886"/>
                  </a:lnTo>
                  <a:lnTo>
                    <a:pt x="128747" y="4019"/>
                  </a:lnTo>
                  <a:lnTo>
                    <a:pt x="123619" y="5316"/>
                  </a:lnTo>
                  <a:lnTo>
                    <a:pt x="118536" y="6774"/>
                  </a:lnTo>
                  <a:lnTo>
                    <a:pt x="113501" y="8392"/>
                  </a:lnTo>
                  <a:lnTo>
                    <a:pt x="108519" y="10168"/>
                  </a:lnTo>
                  <a:lnTo>
                    <a:pt x="103597" y="12102"/>
                  </a:lnTo>
                  <a:lnTo>
                    <a:pt x="98738" y="14190"/>
                  </a:lnTo>
                  <a:lnTo>
                    <a:pt x="93947" y="16430"/>
                  </a:lnTo>
                  <a:lnTo>
                    <a:pt x="89230" y="18821"/>
                  </a:lnTo>
                  <a:lnTo>
                    <a:pt x="84591" y="21361"/>
                  </a:lnTo>
                  <a:lnTo>
                    <a:pt x="80034" y="24045"/>
                  </a:lnTo>
                  <a:lnTo>
                    <a:pt x="75565" y="26872"/>
                  </a:lnTo>
                  <a:lnTo>
                    <a:pt x="71187" y="29840"/>
                  </a:lnTo>
                  <a:lnTo>
                    <a:pt x="66905" y="32944"/>
                  </a:lnTo>
                  <a:lnTo>
                    <a:pt x="62724" y="36182"/>
                  </a:lnTo>
                  <a:lnTo>
                    <a:pt x="58647" y="39551"/>
                  </a:lnTo>
                  <a:lnTo>
                    <a:pt x="54679" y="43047"/>
                  </a:lnTo>
                  <a:lnTo>
                    <a:pt x="50823" y="46667"/>
                  </a:lnTo>
                  <a:lnTo>
                    <a:pt x="47084" y="50407"/>
                  </a:lnTo>
                  <a:lnTo>
                    <a:pt x="43465" y="54264"/>
                  </a:lnTo>
                  <a:lnTo>
                    <a:pt x="39970" y="58233"/>
                  </a:lnTo>
                  <a:lnTo>
                    <a:pt x="36602" y="62311"/>
                  </a:lnTo>
                  <a:lnTo>
                    <a:pt x="33365" y="66493"/>
                  </a:lnTo>
                  <a:lnTo>
                    <a:pt x="30261" y="70775"/>
                  </a:lnTo>
                  <a:lnTo>
                    <a:pt x="27295" y="75154"/>
                  </a:lnTo>
                  <a:lnTo>
                    <a:pt x="24469" y="79624"/>
                  </a:lnTo>
                  <a:lnTo>
                    <a:pt x="21785" y="84181"/>
                  </a:lnTo>
                  <a:lnTo>
                    <a:pt x="19247" y="88821"/>
                  </a:lnTo>
                  <a:lnTo>
                    <a:pt x="16857" y="93539"/>
                  </a:lnTo>
                  <a:lnTo>
                    <a:pt x="14618" y="98330"/>
                  </a:lnTo>
                  <a:lnTo>
                    <a:pt x="12531" y="103189"/>
                  </a:lnTo>
                  <a:lnTo>
                    <a:pt x="10599" y="108112"/>
                  </a:lnTo>
                  <a:lnTo>
                    <a:pt x="8824" y="113094"/>
                  </a:lnTo>
                  <a:lnTo>
                    <a:pt x="7207" y="118130"/>
                  </a:lnTo>
                  <a:lnTo>
                    <a:pt x="5750" y="123214"/>
                  </a:lnTo>
                  <a:lnTo>
                    <a:pt x="4455" y="128341"/>
                  </a:lnTo>
                  <a:lnTo>
                    <a:pt x="3322" y="133507"/>
                  </a:lnTo>
                  <a:lnTo>
                    <a:pt x="2354" y="138706"/>
                  </a:lnTo>
                  <a:lnTo>
                    <a:pt x="1550" y="143934"/>
                  </a:lnTo>
                  <a:lnTo>
                    <a:pt x="913" y="149184"/>
                  </a:lnTo>
                  <a:lnTo>
                    <a:pt x="441" y="154451"/>
                  </a:lnTo>
                  <a:lnTo>
                    <a:pt x="137" y="159731"/>
                  </a:lnTo>
                  <a:lnTo>
                    <a:pt x="0" y="165018"/>
                  </a:lnTo>
                  <a:lnTo>
                    <a:pt x="30" y="170307"/>
                  </a:lnTo>
                  <a:lnTo>
                    <a:pt x="227" y="175592"/>
                  </a:lnTo>
                  <a:lnTo>
                    <a:pt x="591" y="180868"/>
                  </a:lnTo>
                  <a:lnTo>
                    <a:pt x="1122" y="186129"/>
                  </a:lnTo>
                  <a:lnTo>
                    <a:pt x="1820" y="191372"/>
                  </a:lnTo>
                  <a:lnTo>
                    <a:pt x="2682" y="196590"/>
                  </a:lnTo>
                  <a:lnTo>
                    <a:pt x="3710" y="201778"/>
                  </a:lnTo>
                  <a:lnTo>
                    <a:pt x="4901" y="206930"/>
                  </a:lnTo>
                  <a:lnTo>
                    <a:pt x="6254" y="212043"/>
                  </a:lnTo>
                  <a:lnTo>
                    <a:pt x="7768" y="217110"/>
                  </a:lnTo>
                  <a:lnTo>
                    <a:pt x="9442" y="222127"/>
                  </a:lnTo>
                  <a:lnTo>
                    <a:pt x="11274" y="227088"/>
                  </a:lnTo>
                  <a:lnTo>
                    <a:pt x="13262" y="231989"/>
                  </a:lnTo>
                  <a:lnTo>
                    <a:pt x="15404" y="236825"/>
                  </a:lnTo>
                  <a:lnTo>
                    <a:pt x="17698" y="241590"/>
                  </a:lnTo>
                  <a:lnTo>
                    <a:pt x="20141" y="246280"/>
                  </a:lnTo>
                  <a:lnTo>
                    <a:pt x="22731" y="250891"/>
                  </a:lnTo>
                  <a:lnTo>
                    <a:pt x="25467" y="255418"/>
                  </a:lnTo>
                  <a:lnTo>
                    <a:pt x="28343" y="259855"/>
                  </a:lnTo>
                  <a:lnTo>
                    <a:pt x="31359" y="264200"/>
                  </a:lnTo>
                  <a:lnTo>
                    <a:pt x="34511" y="268447"/>
                  </a:lnTo>
                  <a:lnTo>
                    <a:pt x="37795" y="272592"/>
                  </a:lnTo>
                  <a:lnTo>
                    <a:pt x="41209" y="276631"/>
                  </a:lnTo>
                  <a:lnTo>
                    <a:pt x="44749" y="280560"/>
                  </a:lnTo>
                  <a:lnTo>
                    <a:pt x="48412" y="284375"/>
                  </a:lnTo>
                  <a:lnTo>
                    <a:pt x="52193" y="288073"/>
                  </a:lnTo>
                  <a:lnTo>
                    <a:pt x="56090" y="291649"/>
                  </a:lnTo>
                  <a:lnTo>
                    <a:pt x="60097" y="295099"/>
                  </a:lnTo>
                  <a:lnTo>
                    <a:pt x="64212" y="298422"/>
                  </a:lnTo>
                  <a:lnTo>
                    <a:pt x="68430" y="301612"/>
                  </a:lnTo>
                  <a:lnTo>
                    <a:pt x="72747" y="304668"/>
                  </a:lnTo>
                  <a:lnTo>
                    <a:pt x="77158" y="307585"/>
                  </a:lnTo>
                  <a:lnTo>
                    <a:pt x="81659" y="310362"/>
                  </a:lnTo>
                  <a:lnTo>
                    <a:pt x="86246" y="312995"/>
                  </a:lnTo>
                  <a:lnTo>
                    <a:pt x="90914" y="315481"/>
                  </a:lnTo>
                  <a:lnTo>
                    <a:pt x="95658" y="317818"/>
                  </a:lnTo>
                  <a:lnTo>
                    <a:pt x="100473" y="320004"/>
                  </a:lnTo>
                  <a:lnTo>
                    <a:pt x="105356" y="322037"/>
                  </a:lnTo>
                  <a:lnTo>
                    <a:pt x="110300" y="323914"/>
                  </a:lnTo>
                  <a:lnTo>
                    <a:pt x="115301" y="325634"/>
                  </a:lnTo>
                  <a:lnTo>
                    <a:pt x="120354" y="327195"/>
                  </a:lnTo>
                  <a:lnTo>
                    <a:pt x="125454" y="328595"/>
                  </a:lnTo>
                  <a:lnTo>
                    <a:pt x="130596" y="329834"/>
                  </a:lnTo>
                  <a:lnTo>
                    <a:pt x="135774" y="330909"/>
                  </a:lnTo>
                  <a:lnTo>
                    <a:pt x="140984" y="331819"/>
                  </a:lnTo>
                  <a:lnTo>
                    <a:pt x="146220" y="332565"/>
                  </a:lnTo>
                  <a:lnTo>
                    <a:pt x="151476" y="333144"/>
                  </a:lnTo>
                  <a:lnTo>
                    <a:pt x="156749" y="333557"/>
                  </a:lnTo>
                  <a:lnTo>
                    <a:pt x="162032" y="333802"/>
                  </a:lnTo>
                  <a:lnTo>
                    <a:pt x="167320" y="333881"/>
                  </a:lnTo>
                  <a:lnTo>
                    <a:pt x="172608" y="333792"/>
                  </a:lnTo>
                  <a:lnTo>
                    <a:pt x="177890" y="333536"/>
                  </a:lnTo>
                  <a:lnTo>
                    <a:pt x="183162" y="333113"/>
                  </a:lnTo>
                  <a:lnTo>
                    <a:pt x="188418" y="332524"/>
                  </a:lnTo>
                  <a:lnTo>
                    <a:pt x="193652" y="331768"/>
                  </a:lnTo>
                  <a:lnTo>
                    <a:pt x="198860" y="330848"/>
                  </a:lnTo>
                  <a:lnTo>
                    <a:pt x="204036" y="329763"/>
                  </a:lnTo>
                  <a:lnTo>
                    <a:pt x="209175" y="328515"/>
                  </a:lnTo>
                  <a:lnTo>
                    <a:pt x="214272" y="327104"/>
                  </a:lnTo>
                  <a:lnTo>
                    <a:pt x="219322" y="325534"/>
                  </a:lnTo>
                  <a:lnTo>
                    <a:pt x="224320" y="323804"/>
                  </a:lnTo>
                  <a:lnTo>
                    <a:pt x="229261" y="321917"/>
                  </a:lnTo>
                  <a:lnTo>
                    <a:pt x="234139" y="319875"/>
                  </a:lnTo>
                  <a:lnTo>
                    <a:pt x="238951" y="317680"/>
                  </a:lnTo>
                  <a:lnTo>
                    <a:pt x="243690" y="315333"/>
                  </a:lnTo>
                  <a:lnTo>
                    <a:pt x="248353" y="312838"/>
                  </a:lnTo>
                  <a:lnTo>
                    <a:pt x="252935" y="310196"/>
                  </a:lnTo>
                  <a:lnTo>
                    <a:pt x="257431" y="307411"/>
                  </a:lnTo>
                  <a:lnTo>
                    <a:pt x="261836" y="304485"/>
                  </a:lnTo>
                  <a:lnTo>
                    <a:pt x="266147" y="301421"/>
                  </a:lnTo>
                  <a:lnTo>
                    <a:pt x="270359" y="298223"/>
                  </a:lnTo>
                  <a:lnTo>
                    <a:pt x="274467" y="294892"/>
                  </a:lnTo>
                  <a:lnTo>
                    <a:pt x="278468" y="291434"/>
                  </a:lnTo>
                  <a:lnTo>
                    <a:pt x="282358" y="287850"/>
                  </a:lnTo>
                  <a:lnTo>
                    <a:pt x="286132" y="284146"/>
                  </a:lnTo>
                  <a:lnTo>
                    <a:pt x="289787" y="280323"/>
                  </a:lnTo>
                  <a:lnTo>
                    <a:pt x="293319" y="276387"/>
                  </a:lnTo>
                  <a:lnTo>
                    <a:pt x="296726" y="272342"/>
                  </a:lnTo>
                  <a:lnTo>
                    <a:pt x="300002" y="268190"/>
                  </a:lnTo>
                  <a:lnTo>
                    <a:pt x="303146" y="263937"/>
                  </a:lnTo>
                  <a:lnTo>
                    <a:pt x="306153" y="259587"/>
                  </a:lnTo>
                  <a:lnTo>
                    <a:pt x="309021" y="255144"/>
                  </a:lnTo>
                  <a:lnTo>
                    <a:pt x="311748" y="250612"/>
                  </a:lnTo>
                  <a:lnTo>
                    <a:pt x="314329" y="245996"/>
                  </a:lnTo>
                  <a:lnTo>
                    <a:pt x="316763" y="241301"/>
                  </a:lnTo>
                  <a:lnTo>
                    <a:pt x="319048" y="236531"/>
                  </a:lnTo>
                  <a:lnTo>
                    <a:pt x="321180" y="231692"/>
                  </a:lnTo>
                  <a:lnTo>
                    <a:pt x="323159" y="226787"/>
                  </a:lnTo>
                  <a:lnTo>
                    <a:pt x="324981" y="221822"/>
                  </a:lnTo>
                  <a:lnTo>
                    <a:pt x="326645" y="216802"/>
                  </a:lnTo>
                  <a:lnTo>
                    <a:pt x="328150" y="211732"/>
                  </a:lnTo>
                  <a:lnTo>
                    <a:pt x="329493" y="206617"/>
                  </a:lnTo>
                  <a:lnTo>
                    <a:pt x="330674" y="201462"/>
                  </a:lnTo>
                  <a:lnTo>
                    <a:pt x="331692" y="196272"/>
                  </a:lnTo>
                  <a:lnTo>
                    <a:pt x="332544" y="191052"/>
                  </a:lnTo>
                  <a:lnTo>
                    <a:pt x="333232" y="185809"/>
                  </a:lnTo>
                  <a:lnTo>
                    <a:pt x="333753" y="180546"/>
                  </a:lnTo>
                  <a:lnTo>
                    <a:pt x="334107" y="175269"/>
                  </a:lnTo>
                  <a:lnTo>
                    <a:pt x="334294" y="169984"/>
                  </a:lnTo>
                  <a:lnTo>
                    <a:pt x="334314" y="164695"/>
                  </a:lnTo>
                  <a:lnTo>
                    <a:pt x="334166" y="159408"/>
                  </a:lnTo>
                  <a:lnTo>
                    <a:pt x="333851" y="154129"/>
                  </a:lnTo>
                  <a:lnTo>
                    <a:pt x="333370" y="148862"/>
                  </a:lnTo>
                  <a:lnTo>
                    <a:pt x="332722" y="143614"/>
                  </a:lnTo>
                  <a:lnTo>
                    <a:pt x="331908" y="138388"/>
                  </a:lnTo>
                  <a:lnTo>
                    <a:pt x="330930" y="133191"/>
                  </a:lnTo>
                  <a:lnTo>
                    <a:pt x="329788" y="128027"/>
                  </a:lnTo>
                  <a:lnTo>
                    <a:pt x="328482" y="122902"/>
                  </a:lnTo>
                  <a:lnTo>
                    <a:pt x="327016" y="117821"/>
                  </a:lnTo>
                  <a:lnTo>
                    <a:pt x="325389" y="112788"/>
                  </a:lnTo>
                  <a:lnTo>
                    <a:pt x="323604" y="107810"/>
                  </a:lnTo>
                  <a:lnTo>
                    <a:pt x="321663" y="102891"/>
                  </a:lnTo>
                  <a:lnTo>
                    <a:pt x="319566" y="98035"/>
                  </a:lnTo>
                  <a:lnTo>
                    <a:pt x="317318" y="93248"/>
                  </a:lnTo>
                  <a:lnTo>
                    <a:pt x="314919" y="88535"/>
                  </a:lnTo>
                  <a:lnTo>
                    <a:pt x="312372" y="83900"/>
                  </a:lnTo>
                  <a:lnTo>
                    <a:pt x="309679" y="79348"/>
                  </a:lnTo>
                  <a:lnTo>
                    <a:pt x="306844" y="74884"/>
                  </a:lnTo>
                  <a:lnTo>
                    <a:pt x="303870" y="70511"/>
                  </a:lnTo>
                  <a:lnTo>
                    <a:pt x="300758" y="66234"/>
                  </a:lnTo>
                  <a:lnTo>
                    <a:pt x="297513" y="62059"/>
                  </a:lnTo>
                  <a:lnTo>
                    <a:pt x="294137" y="57988"/>
                  </a:lnTo>
                  <a:lnTo>
                    <a:pt x="290634" y="54025"/>
                  </a:lnTo>
                  <a:lnTo>
                    <a:pt x="287008" y="50176"/>
                  </a:lnTo>
                  <a:lnTo>
                    <a:pt x="283261" y="46443"/>
                  </a:lnTo>
                  <a:lnTo>
                    <a:pt x="279399" y="42830"/>
                  </a:lnTo>
                  <a:lnTo>
                    <a:pt x="275424" y="39342"/>
                  </a:lnTo>
                  <a:lnTo>
                    <a:pt x="271340" y="35981"/>
                  </a:lnTo>
                  <a:lnTo>
                    <a:pt x="267153" y="32751"/>
                  </a:lnTo>
                  <a:lnTo>
                    <a:pt x="262865" y="29655"/>
                  </a:lnTo>
                  <a:lnTo>
                    <a:pt x="258482" y="26696"/>
                  </a:lnTo>
                  <a:lnTo>
                    <a:pt x="254007" y="23877"/>
                  </a:lnTo>
                  <a:lnTo>
                    <a:pt x="249445" y="21201"/>
                  </a:lnTo>
                  <a:lnTo>
                    <a:pt x="244801" y="18671"/>
                  </a:lnTo>
                  <a:lnTo>
                    <a:pt x="240079" y="16289"/>
                  </a:lnTo>
                  <a:lnTo>
                    <a:pt x="235284" y="14058"/>
                  </a:lnTo>
                  <a:lnTo>
                    <a:pt x="230421" y="11979"/>
                  </a:lnTo>
                  <a:lnTo>
                    <a:pt x="225495" y="10055"/>
                  </a:lnTo>
                  <a:lnTo>
                    <a:pt x="220510" y="8288"/>
                  </a:lnTo>
                  <a:lnTo>
                    <a:pt x="215472" y="6680"/>
                  </a:lnTo>
                  <a:lnTo>
                    <a:pt x="210385" y="5232"/>
                  </a:lnTo>
                  <a:lnTo>
                    <a:pt x="205256" y="3945"/>
                  </a:lnTo>
                  <a:lnTo>
                    <a:pt x="167158" y="1667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38097" cy="167167"/>
            </a:xfrm>
            <a:custGeom>
              <a:avLst/>
              <a:pathLst>
                <a:path w="38097" h="167167">
                  <a:moveTo>
                    <a:pt x="38097" y="4399"/>
                  </a:moveTo>
                  <a:lnTo>
                    <a:pt x="31833" y="3059"/>
                  </a:lnTo>
                  <a:lnTo>
                    <a:pt x="25523" y="1959"/>
                  </a:lnTo>
                  <a:lnTo>
                    <a:pt x="19175" y="1103"/>
                  </a:lnTo>
                  <a:lnTo>
                    <a:pt x="12799" y="490"/>
                  </a:lnTo>
                  <a:lnTo>
                    <a:pt x="6404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7" y="1322571"/>
              <a:ext cx="167161" cy="311614"/>
            </a:xfrm>
            <a:custGeom>
              <a:avLst/>
              <a:pathLst>
                <a:path w="167161" h="311614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7" y="763"/>
                  </a:lnTo>
                  <a:lnTo>
                    <a:pt x="145901" y="1357"/>
                  </a:lnTo>
                  <a:lnTo>
                    <a:pt x="140627" y="2119"/>
                  </a:lnTo>
                  <a:lnTo>
                    <a:pt x="135380" y="3048"/>
                  </a:lnTo>
                  <a:lnTo>
                    <a:pt x="130165" y="4145"/>
                  </a:lnTo>
                  <a:lnTo>
                    <a:pt x="124987" y="5407"/>
                  </a:lnTo>
                  <a:lnTo>
                    <a:pt x="119853" y="6833"/>
                  </a:lnTo>
                  <a:lnTo>
                    <a:pt x="114766" y="8423"/>
                  </a:lnTo>
                  <a:lnTo>
                    <a:pt x="109733" y="10173"/>
                  </a:lnTo>
                  <a:lnTo>
                    <a:pt x="104758" y="12083"/>
                  </a:lnTo>
                  <a:lnTo>
                    <a:pt x="99847" y="14151"/>
                  </a:lnTo>
                  <a:lnTo>
                    <a:pt x="95004" y="16375"/>
                  </a:lnTo>
                  <a:lnTo>
                    <a:pt x="90234" y="18751"/>
                  </a:lnTo>
                  <a:lnTo>
                    <a:pt x="85542" y="21279"/>
                  </a:lnTo>
                  <a:lnTo>
                    <a:pt x="80934" y="23954"/>
                  </a:lnTo>
                  <a:lnTo>
                    <a:pt x="76413" y="26775"/>
                  </a:lnTo>
                  <a:lnTo>
                    <a:pt x="71984" y="29739"/>
                  </a:lnTo>
                  <a:lnTo>
                    <a:pt x="67652" y="32843"/>
                  </a:lnTo>
                  <a:lnTo>
                    <a:pt x="63421" y="36083"/>
                  </a:lnTo>
                  <a:lnTo>
                    <a:pt x="59296" y="39456"/>
                  </a:lnTo>
                  <a:lnTo>
                    <a:pt x="55280" y="42959"/>
                  </a:lnTo>
                  <a:lnTo>
                    <a:pt x="51378" y="46588"/>
                  </a:lnTo>
                  <a:lnTo>
                    <a:pt x="47593" y="50340"/>
                  </a:lnTo>
                  <a:lnTo>
                    <a:pt x="43930" y="54210"/>
                  </a:lnTo>
                  <a:lnTo>
                    <a:pt x="40392" y="58196"/>
                  </a:lnTo>
                  <a:lnTo>
                    <a:pt x="36983" y="62292"/>
                  </a:lnTo>
                  <a:lnTo>
                    <a:pt x="33707" y="66494"/>
                  </a:lnTo>
                  <a:lnTo>
                    <a:pt x="30566" y="70799"/>
                  </a:lnTo>
                  <a:lnTo>
                    <a:pt x="27563" y="75202"/>
                  </a:lnTo>
                  <a:lnTo>
                    <a:pt x="24703" y="79698"/>
                  </a:lnTo>
                  <a:lnTo>
                    <a:pt x="21987" y="84283"/>
                  </a:lnTo>
                  <a:lnTo>
                    <a:pt x="19419" y="88953"/>
                  </a:lnTo>
                  <a:lnTo>
                    <a:pt x="17001" y="93702"/>
                  </a:lnTo>
                  <a:lnTo>
                    <a:pt x="14736" y="98525"/>
                  </a:lnTo>
                  <a:lnTo>
                    <a:pt x="12626" y="103419"/>
                  </a:lnTo>
                  <a:lnTo>
                    <a:pt x="10672" y="108377"/>
                  </a:lnTo>
                  <a:lnTo>
                    <a:pt x="8878" y="113394"/>
                  </a:lnTo>
                  <a:lnTo>
                    <a:pt x="7244" y="118467"/>
                  </a:lnTo>
                  <a:lnTo>
                    <a:pt x="5773" y="123589"/>
                  </a:lnTo>
                  <a:lnTo>
                    <a:pt x="4466" y="128755"/>
                  </a:lnTo>
                  <a:lnTo>
                    <a:pt x="3324" y="133960"/>
                  </a:lnTo>
                  <a:lnTo>
                    <a:pt x="2349" y="139199"/>
                  </a:lnTo>
                  <a:lnTo>
                    <a:pt x="1542" y="144467"/>
                  </a:lnTo>
                  <a:lnTo>
                    <a:pt x="902" y="149757"/>
                  </a:lnTo>
                  <a:lnTo>
                    <a:pt x="432" y="155066"/>
                  </a:lnTo>
                  <a:lnTo>
                    <a:pt x="131" y="160386"/>
                  </a:lnTo>
                  <a:lnTo>
                    <a:pt x="0" y="165714"/>
                  </a:lnTo>
                  <a:lnTo>
                    <a:pt x="38" y="171042"/>
                  </a:lnTo>
                  <a:lnTo>
                    <a:pt x="247" y="176367"/>
                  </a:lnTo>
                  <a:lnTo>
                    <a:pt x="625" y="181683"/>
                  </a:lnTo>
                  <a:lnTo>
                    <a:pt x="1172" y="186984"/>
                  </a:lnTo>
                  <a:lnTo>
                    <a:pt x="1888" y="192264"/>
                  </a:lnTo>
                  <a:lnTo>
                    <a:pt x="2772" y="197520"/>
                  </a:lnTo>
                  <a:lnTo>
                    <a:pt x="3823" y="202744"/>
                  </a:lnTo>
                  <a:lnTo>
                    <a:pt x="5040" y="207932"/>
                  </a:lnTo>
                  <a:lnTo>
                    <a:pt x="6422" y="213079"/>
                  </a:lnTo>
                  <a:lnTo>
                    <a:pt x="7967" y="218179"/>
                  </a:lnTo>
                  <a:lnTo>
                    <a:pt x="9674" y="223227"/>
                  </a:lnTo>
                  <a:lnTo>
                    <a:pt x="11540" y="228219"/>
                  </a:lnTo>
                  <a:lnTo>
                    <a:pt x="13565" y="233148"/>
                  </a:lnTo>
                  <a:lnTo>
                    <a:pt x="15747" y="238010"/>
                  </a:lnTo>
                  <a:lnTo>
                    <a:pt x="18082" y="242800"/>
                  </a:lnTo>
                  <a:lnTo>
                    <a:pt x="20568" y="247514"/>
                  </a:lnTo>
                  <a:lnTo>
                    <a:pt x="23204" y="252145"/>
                  </a:lnTo>
                  <a:lnTo>
                    <a:pt x="25985" y="256691"/>
                  </a:lnTo>
                  <a:lnTo>
                    <a:pt x="28911" y="261145"/>
                  </a:lnTo>
                  <a:lnTo>
                    <a:pt x="31976" y="265504"/>
                  </a:lnTo>
                  <a:lnTo>
                    <a:pt x="35179" y="269763"/>
                  </a:lnTo>
                  <a:lnTo>
                    <a:pt x="38517" y="273917"/>
                  </a:lnTo>
                  <a:lnTo>
                    <a:pt x="41985" y="277964"/>
                  </a:lnTo>
                  <a:lnTo>
                    <a:pt x="45580" y="281897"/>
                  </a:lnTo>
                  <a:lnTo>
                    <a:pt x="49298" y="285714"/>
                  </a:lnTo>
                  <a:lnTo>
                    <a:pt x="53137" y="289411"/>
                  </a:lnTo>
                  <a:lnTo>
                    <a:pt x="57091" y="292983"/>
                  </a:lnTo>
                  <a:lnTo>
                    <a:pt x="61158" y="296428"/>
                  </a:lnTo>
                  <a:lnTo>
                    <a:pt x="65331" y="299741"/>
                  </a:lnTo>
                  <a:lnTo>
                    <a:pt x="69609" y="302919"/>
                  </a:lnTo>
                  <a:lnTo>
                    <a:pt x="73985" y="305959"/>
                  </a:lnTo>
                  <a:lnTo>
                    <a:pt x="78457" y="308859"/>
                  </a:lnTo>
                  <a:lnTo>
                    <a:pt x="83018" y="311614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6896" y="1489739"/>
              <a:ext cx="84142" cy="144447"/>
            </a:xfrm>
            <a:custGeom>
              <a:avLst/>
              <a:pathLst>
                <a:path w="84142" h="144447">
                  <a:moveTo>
                    <a:pt x="0" y="144447"/>
                  </a:moveTo>
                  <a:lnTo>
                    <a:pt x="841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6896" y="1347154"/>
              <a:ext cx="251309" cy="309735"/>
            </a:xfrm>
            <a:custGeom>
              <a:avLst/>
              <a:pathLst>
                <a:path w="251309" h="309735">
                  <a:moveTo>
                    <a:pt x="0" y="287031"/>
                  </a:moveTo>
                  <a:lnTo>
                    <a:pt x="4640" y="289636"/>
                  </a:lnTo>
                  <a:lnTo>
                    <a:pt x="9361" y="292092"/>
                  </a:lnTo>
                  <a:lnTo>
                    <a:pt x="14158" y="294397"/>
                  </a:lnTo>
                  <a:lnTo>
                    <a:pt x="19025" y="296547"/>
                  </a:lnTo>
                  <a:lnTo>
                    <a:pt x="23959" y="298542"/>
                  </a:lnTo>
                  <a:lnTo>
                    <a:pt x="28953" y="300379"/>
                  </a:lnTo>
                  <a:lnTo>
                    <a:pt x="34004" y="302055"/>
                  </a:lnTo>
                  <a:lnTo>
                    <a:pt x="39105" y="303570"/>
                  </a:lnTo>
                  <a:lnTo>
                    <a:pt x="44252" y="304922"/>
                  </a:lnTo>
                  <a:lnTo>
                    <a:pt x="49440" y="306110"/>
                  </a:lnTo>
                  <a:lnTo>
                    <a:pt x="54662" y="307131"/>
                  </a:lnTo>
                  <a:lnTo>
                    <a:pt x="59915" y="307986"/>
                  </a:lnTo>
                  <a:lnTo>
                    <a:pt x="65192" y="308674"/>
                  </a:lnTo>
                  <a:lnTo>
                    <a:pt x="70488" y="309193"/>
                  </a:lnTo>
                  <a:lnTo>
                    <a:pt x="75798" y="309543"/>
                  </a:lnTo>
                  <a:lnTo>
                    <a:pt x="81117" y="309724"/>
                  </a:lnTo>
                  <a:lnTo>
                    <a:pt x="86438" y="309735"/>
                  </a:lnTo>
                  <a:lnTo>
                    <a:pt x="91758" y="309578"/>
                  </a:lnTo>
                  <a:lnTo>
                    <a:pt x="97069" y="309251"/>
                  </a:lnTo>
                  <a:lnTo>
                    <a:pt x="102367" y="308755"/>
                  </a:lnTo>
                  <a:lnTo>
                    <a:pt x="107647" y="308090"/>
                  </a:lnTo>
                  <a:lnTo>
                    <a:pt x="112904" y="307258"/>
                  </a:lnTo>
                  <a:lnTo>
                    <a:pt x="118131" y="306259"/>
                  </a:lnTo>
                  <a:lnTo>
                    <a:pt x="123323" y="305095"/>
                  </a:lnTo>
                  <a:lnTo>
                    <a:pt x="128476" y="303765"/>
                  </a:lnTo>
                  <a:lnTo>
                    <a:pt x="133584" y="302272"/>
                  </a:lnTo>
                  <a:lnTo>
                    <a:pt x="138642" y="300618"/>
                  </a:lnTo>
                  <a:lnTo>
                    <a:pt x="143644" y="298803"/>
                  </a:lnTo>
                  <a:lnTo>
                    <a:pt x="148587" y="296830"/>
                  </a:lnTo>
                  <a:lnTo>
                    <a:pt x="153464" y="294700"/>
                  </a:lnTo>
                  <a:lnTo>
                    <a:pt x="158270" y="292417"/>
                  </a:lnTo>
                  <a:lnTo>
                    <a:pt x="163002" y="289981"/>
                  </a:lnTo>
                  <a:lnTo>
                    <a:pt x="167654" y="287397"/>
                  </a:lnTo>
                  <a:lnTo>
                    <a:pt x="172221" y="284665"/>
                  </a:lnTo>
                  <a:lnTo>
                    <a:pt x="176699" y="281790"/>
                  </a:lnTo>
                  <a:lnTo>
                    <a:pt x="181083" y="278773"/>
                  </a:lnTo>
                  <a:lnTo>
                    <a:pt x="185368" y="275618"/>
                  </a:lnTo>
                  <a:lnTo>
                    <a:pt x="189551" y="272329"/>
                  </a:lnTo>
                  <a:lnTo>
                    <a:pt x="193628" y="268908"/>
                  </a:lnTo>
                  <a:lnTo>
                    <a:pt x="197593" y="265359"/>
                  </a:lnTo>
                  <a:lnTo>
                    <a:pt x="201444" y="261686"/>
                  </a:lnTo>
                  <a:lnTo>
                    <a:pt x="205175" y="257892"/>
                  </a:lnTo>
                  <a:lnTo>
                    <a:pt x="208784" y="253981"/>
                  </a:lnTo>
                  <a:lnTo>
                    <a:pt x="212267" y="249957"/>
                  </a:lnTo>
                  <a:lnTo>
                    <a:pt x="215620" y="245824"/>
                  </a:lnTo>
                  <a:lnTo>
                    <a:pt x="218839" y="241587"/>
                  </a:lnTo>
                  <a:lnTo>
                    <a:pt x="221922" y="237250"/>
                  </a:lnTo>
                  <a:lnTo>
                    <a:pt x="224865" y="232816"/>
                  </a:lnTo>
                  <a:lnTo>
                    <a:pt x="227666" y="228291"/>
                  </a:lnTo>
                  <a:lnTo>
                    <a:pt x="230322" y="223679"/>
                  </a:lnTo>
                  <a:lnTo>
                    <a:pt x="232829" y="218985"/>
                  </a:lnTo>
                  <a:lnTo>
                    <a:pt x="235185" y="214214"/>
                  </a:lnTo>
                  <a:lnTo>
                    <a:pt x="237389" y="209370"/>
                  </a:lnTo>
                  <a:lnTo>
                    <a:pt x="239437" y="204458"/>
                  </a:lnTo>
                  <a:lnTo>
                    <a:pt x="241328" y="199484"/>
                  </a:lnTo>
                  <a:lnTo>
                    <a:pt x="243059" y="194452"/>
                  </a:lnTo>
                  <a:lnTo>
                    <a:pt x="244630" y="189367"/>
                  </a:lnTo>
                  <a:lnTo>
                    <a:pt x="246037" y="184235"/>
                  </a:lnTo>
                  <a:lnTo>
                    <a:pt x="247281" y="179061"/>
                  </a:lnTo>
                  <a:lnTo>
                    <a:pt x="248359" y="173850"/>
                  </a:lnTo>
                  <a:lnTo>
                    <a:pt x="249271" y="168607"/>
                  </a:lnTo>
                  <a:lnTo>
                    <a:pt x="250016" y="163338"/>
                  </a:lnTo>
                  <a:lnTo>
                    <a:pt x="250593" y="158048"/>
                  </a:lnTo>
                  <a:lnTo>
                    <a:pt x="251001" y="152742"/>
                  </a:lnTo>
                  <a:lnTo>
                    <a:pt x="251239" y="147425"/>
                  </a:lnTo>
                  <a:lnTo>
                    <a:pt x="251309" y="142104"/>
                  </a:lnTo>
                  <a:lnTo>
                    <a:pt x="251209" y="136784"/>
                  </a:lnTo>
                  <a:lnTo>
                    <a:pt x="250940" y="131469"/>
                  </a:lnTo>
                  <a:lnTo>
                    <a:pt x="250501" y="126165"/>
                  </a:lnTo>
                  <a:lnTo>
                    <a:pt x="249894" y="120878"/>
                  </a:lnTo>
                  <a:lnTo>
                    <a:pt x="249119" y="115614"/>
                  </a:lnTo>
                  <a:lnTo>
                    <a:pt x="248177" y="110376"/>
                  </a:lnTo>
                  <a:lnTo>
                    <a:pt x="247069" y="105171"/>
                  </a:lnTo>
                  <a:lnTo>
                    <a:pt x="245796" y="100004"/>
                  </a:lnTo>
                  <a:lnTo>
                    <a:pt x="244359" y="94880"/>
                  </a:lnTo>
                  <a:lnTo>
                    <a:pt x="242759" y="89805"/>
                  </a:lnTo>
                  <a:lnTo>
                    <a:pt x="240999" y="84783"/>
                  </a:lnTo>
                  <a:lnTo>
                    <a:pt x="239079" y="79819"/>
                  </a:lnTo>
                  <a:lnTo>
                    <a:pt x="237003" y="74919"/>
                  </a:lnTo>
                  <a:lnTo>
                    <a:pt x="234772" y="70088"/>
                  </a:lnTo>
                  <a:lnTo>
                    <a:pt x="232388" y="65330"/>
                  </a:lnTo>
                  <a:lnTo>
                    <a:pt x="229854" y="60651"/>
                  </a:lnTo>
                  <a:lnTo>
                    <a:pt x="227172" y="56054"/>
                  </a:lnTo>
                  <a:lnTo>
                    <a:pt x="224345" y="51546"/>
                  </a:lnTo>
                  <a:lnTo>
                    <a:pt x="221377" y="47129"/>
                  </a:lnTo>
                  <a:lnTo>
                    <a:pt x="218269" y="42809"/>
                  </a:lnTo>
                  <a:lnTo>
                    <a:pt x="215025" y="38591"/>
                  </a:lnTo>
                  <a:lnTo>
                    <a:pt x="211649" y="34477"/>
                  </a:lnTo>
                  <a:lnTo>
                    <a:pt x="208143" y="30474"/>
                  </a:lnTo>
                  <a:lnTo>
                    <a:pt x="204512" y="26583"/>
                  </a:lnTo>
                  <a:lnTo>
                    <a:pt x="200758" y="22811"/>
                  </a:lnTo>
                  <a:lnTo>
                    <a:pt x="196887" y="19160"/>
                  </a:lnTo>
                  <a:lnTo>
                    <a:pt x="192901" y="15634"/>
                  </a:lnTo>
                  <a:lnTo>
                    <a:pt x="188805" y="12236"/>
                  </a:lnTo>
                  <a:lnTo>
                    <a:pt x="184603" y="8971"/>
                  </a:lnTo>
                  <a:lnTo>
                    <a:pt x="180300" y="5841"/>
                  </a:lnTo>
                  <a:lnTo>
                    <a:pt x="175898" y="2849"/>
                  </a:lnTo>
                  <a:lnTo>
                    <a:pt x="171404" y="0"/>
                  </a:lnTo>
                  <a:lnTo>
                    <a:pt x="84142" y="1425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87262" cy="167167"/>
            </a:xfrm>
            <a:custGeom>
              <a:avLst/>
              <a:pathLst>
                <a:path w="87262" h="167167">
                  <a:moveTo>
                    <a:pt x="87262" y="24583"/>
                  </a:moveTo>
                  <a:lnTo>
                    <a:pt x="82317" y="21672"/>
                  </a:lnTo>
                  <a:lnTo>
                    <a:pt x="77275" y="18933"/>
                  </a:lnTo>
                  <a:lnTo>
                    <a:pt x="72143" y="16368"/>
                  </a:lnTo>
                  <a:lnTo>
                    <a:pt x="66925" y="13981"/>
                  </a:lnTo>
                  <a:lnTo>
                    <a:pt x="61629" y="11775"/>
                  </a:lnTo>
                  <a:lnTo>
                    <a:pt x="56259" y="9751"/>
                  </a:lnTo>
                  <a:lnTo>
                    <a:pt x="50824" y="7913"/>
                  </a:lnTo>
                  <a:lnTo>
                    <a:pt x="45329" y="6263"/>
                  </a:lnTo>
                  <a:lnTo>
                    <a:pt x="39780" y="4802"/>
                  </a:lnTo>
                  <a:lnTo>
                    <a:pt x="34185" y="3532"/>
                  </a:lnTo>
                  <a:lnTo>
                    <a:pt x="28549" y="2455"/>
                  </a:lnTo>
                  <a:lnTo>
                    <a:pt x="22880" y="1573"/>
                  </a:lnTo>
                  <a:lnTo>
                    <a:pt x="17183" y="885"/>
                  </a:lnTo>
                  <a:lnTo>
                    <a:pt x="11467" y="393"/>
                  </a:lnTo>
                  <a:lnTo>
                    <a:pt x="5736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8" y="1071028"/>
              <a:ext cx="167160" cy="285115"/>
            </a:xfrm>
            <a:custGeom>
              <a:avLst/>
              <a:pathLst>
                <a:path w="167160" h="285115">
                  <a:moveTo>
                    <a:pt x="167160" y="0"/>
                  </a:moveTo>
                  <a:lnTo>
                    <a:pt x="161770" y="86"/>
                  </a:lnTo>
                  <a:lnTo>
                    <a:pt x="156386" y="347"/>
                  </a:lnTo>
                  <a:lnTo>
                    <a:pt x="151013" y="781"/>
                  </a:lnTo>
                  <a:lnTo>
                    <a:pt x="145657" y="1388"/>
                  </a:lnTo>
                  <a:lnTo>
                    <a:pt x="140323" y="2168"/>
                  </a:lnTo>
                  <a:lnTo>
                    <a:pt x="135017" y="3119"/>
                  </a:lnTo>
                  <a:lnTo>
                    <a:pt x="129745" y="4240"/>
                  </a:lnTo>
                  <a:lnTo>
                    <a:pt x="124511" y="5531"/>
                  </a:lnTo>
                  <a:lnTo>
                    <a:pt x="119322" y="6990"/>
                  </a:lnTo>
                  <a:lnTo>
                    <a:pt x="114183" y="8616"/>
                  </a:lnTo>
                  <a:lnTo>
                    <a:pt x="109099" y="10406"/>
                  </a:lnTo>
                  <a:lnTo>
                    <a:pt x="104075" y="12360"/>
                  </a:lnTo>
                  <a:lnTo>
                    <a:pt x="99116" y="14474"/>
                  </a:lnTo>
                  <a:lnTo>
                    <a:pt x="94229" y="16748"/>
                  </a:lnTo>
                  <a:lnTo>
                    <a:pt x="89417" y="19177"/>
                  </a:lnTo>
                  <a:lnTo>
                    <a:pt x="84686" y="21761"/>
                  </a:lnTo>
                  <a:lnTo>
                    <a:pt x="80041" y="24495"/>
                  </a:lnTo>
                  <a:lnTo>
                    <a:pt x="75486" y="27378"/>
                  </a:lnTo>
                  <a:lnTo>
                    <a:pt x="71027" y="30407"/>
                  </a:lnTo>
                  <a:lnTo>
                    <a:pt x="66667" y="33577"/>
                  </a:lnTo>
                  <a:lnTo>
                    <a:pt x="62412" y="36887"/>
                  </a:lnTo>
                  <a:lnTo>
                    <a:pt x="58266" y="40332"/>
                  </a:lnTo>
                  <a:lnTo>
                    <a:pt x="54234" y="43908"/>
                  </a:lnTo>
                  <a:lnTo>
                    <a:pt x="50318" y="47613"/>
                  </a:lnTo>
                  <a:lnTo>
                    <a:pt x="46525" y="51443"/>
                  </a:lnTo>
                  <a:lnTo>
                    <a:pt x="42856" y="55392"/>
                  </a:lnTo>
                  <a:lnTo>
                    <a:pt x="39317" y="59458"/>
                  </a:lnTo>
                  <a:lnTo>
                    <a:pt x="35911" y="63636"/>
                  </a:lnTo>
                  <a:lnTo>
                    <a:pt x="32641" y="67921"/>
                  </a:lnTo>
                  <a:lnTo>
                    <a:pt x="29511" y="72310"/>
                  </a:lnTo>
                  <a:lnTo>
                    <a:pt x="26525" y="76797"/>
                  </a:lnTo>
                  <a:lnTo>
                    <a:pt x="23684" y="81378"/>
                  </a:lnTo>
                  <a:lnTo>
                    <a:pt x="20993" y="86049"/>
                  </a:lnTo>
                  <a:lnTo>
                    <a:pt x="18453" y="90804"/>
                  </a:lnTo>
                  <a:lnTo>
                    <a:pt x="16069" y="95638"/>
                  </a:lnTo>
                  <a:lnTo>
                    <a:pt x="13841" y="100546"/>
                  </a:lnTo>
                  <a:lnTo>
                    <a:pt x="11773" y="105524"/>
                  </a:lnTo>
                  <a:lnTo>
                    <a:pt x="9866" y="110566"/>
                  </a:lnTo>
                  <a:lnTo>
                    <a:pt x="8123" y="115667"/>
                  </a:lnTo>
                  <a:lnTo>
                    <a:pt x="6545" y="120821"/>
                  </a:lnTo>
                  <a:lnTo>
                    <a:pt x="5134" y="126024"/>
                  </a:lnTo>
                  <a:lnTo>
                    <a:pt x="3892" y="131269"/>
                  </a:lnTo>
                  <a:lnTo>
                    <a:pt x="2820" y="136552"/>
                  </a:lnTo>
                  <a:lnTo>
                    <a:pt x="1918" y="141866"/>
                  </a:lnTo>
                  <a:lnTo>
                    <a:pt x="1188" y="147207"/>
                  </a:lnTo>
                  <a:lnTo>
                    <a:pt x="631" y="152568"/>
                  </a:lnTo>
                  <a:lnTo>
                    <a:pt x="247" y="157945"/>
                  </a:lnTo>
                  <a:lnTo>
                    <a:pt x="36" y="163331"/>
                  </a:lnTo>
                  <a:lnTo>
                    <a:pt x="0" y="168722"/>
                  </a:lnTo>
                  <a:lnTo>
                    <a:pt x="137" y="174110"/>
                  </a:lnTo>
                  <a:lnTo>
                    <a:pt x="447" y="179492"/>
                  </a:lnTo>
                  <a:lnTo>
                    <a:pt x="931" y="184860"/>
                  </a:lnTo>
                  <a:lnTo>
                    <a:pt x="1588" y="190210"/>
                  </a:lnTo>
                  <a:lnTo>
                    <a:pt x="2417" y="195537"/>
                  </a:lnTo>
                  <a:lnTo>
                    <a:pt x="3417" y="200833"/>
                  </a:lnTo>
                  <a:lnTo>
                    <a:pt x="4588" y="206095"/>
                  </a:lnTo>
                  <a:lnTo>
                    <a:pt x="5928" y="211317"/>
                  </a:lnTo>
                  <a:lnTo>
                    <a:pt x="7435" y="216492"/>
                  </a:lnTo>
                  <a:lnTo>
                    <a:pt x="9108" y="221616"/>
                  </a:lnTo>
                  <a:lnTo>
                    <a:pt x="10946" y="226683"/>
                  </a:lnTo>
                  <a:lnTo>
                    <a:pt x="12946" y="231689"/>
                  </a:lnTo>
                  <a:lnTo>
                    <a:pt x="15107" y="236628"/>
                  </a:lnTo>
                  <a:lnTo>
                    <a:pt x="17425" y="241494"/>
                  </a:lnTo>
                  <a:lnTo>
                    <a:pt x="19899" y="246283"/>
                  </a:lnTo>
                  <a:lnTo>
                    <a:pt x="22527" y="250990"/>
                  </a:lnTo>
                  <a:lnTo>
                    <a:pt x="25304" y="255609"/>
                  </a:lnTo>
                  <a:lnTo>
                    <a:pt x="28230" y="260137"/>
                  </a:lnTo>
                  <a:lnTo>
                    <a:pt x="31299" y="264568"/>
                  </a:lnTo>
                  <a:lnTo>
                    <a:pt x="34510" y="268897"/>
                  </a:lnTo>
                  <a:lnTo>
                    <a:pt x="37859" y="273121"/>
                  </a:lnTo>
                  <a:lnTo>
                    <a:pt x="41342" y="277235"/>
                  </a:lnTo>
                  <a:lnTo>
                    <a:pt x="44957" y="281234"/>
                  </a:lnTo>
                  <a:lnTo>
                    <a:pt x="48698" y="28511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6796" y="1238196"/>
              <a:ext cx="118461" cy="117948"/>
            </a:xfrm>
            <a:custGeom>
              <a:avLst/>
              <a:pathLst>
                <a:path w="118461" h="117948">
                  <a:moveTo>
                    <a:pt x="0" y="117948"/>
                  </a:moveTo>
                  <a:lnTo>
                    <a:pt x="11846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6796" y="1143551"/>
              <a:ext cx="285628" cy="261806"/>
            </a:xfrm>
            <a:custGeom>
              <a:avLst/>
              <a:pathLst>
                <a:path w="285628" h="261806">
                  <a:moveTo>
                    <a:pt x="0" y="212592"/>
                  </a:moveTo>
                  <a:lnTo>
                    <a:pt x="3813" y="216303"/>
                  </a:lnTo>
                  <a:lnTo>
                    <a:pt x="7743" y="219890"/>
                  </a:lnTo>
                  <a:lnTo>
                    <a:pt x="11785" y="223350"/>
                  </a:lnTo>
                  <a:lnTo>
                    <a:pt x="15935" y="226680"/>
                  </a:lnTo>
                  <a:lnTo>
                    <a:pt x="20189" y="229876"/>
                  </a:lnTo>
                  <a:lnTo>
                    <a:pt x="24543" y="232935"/>
                  </a:lnTo>
                  <a:lnTo>
                    <a:pt x="28991" y="235853"/>
                  </a:lnTo>
                  <a:lnTo>
                    <a:pt x="33531" y="238629"/>
                  </a:lnTo>
                  <a:lnTo>
                    <a:pt x="38156" y="241259"/>
                  </a:lnTo>
                  <a:lnTo>
                    <a:pt x="42863" y="243741"/>
                  </a:lnTo>
                  <a:lnTo>
                    <a:pt x="47646" y="246071"/>
                  </a:lnTo>
                  <a:lnTo>
                    <a:pt x="52501" y="248248"/>
                  </a:lnTo>
                  <a:lnTo>
                    <a:pt x="57423" y="250270"/>
                  </a:lnTo>
                  <a:lnTo>
                    <a:pt x="62406" y="252133"/>
                  </a:lnTo>
                  <a:lnTo>
                    <a:pt x="67447" y="253837"/>
                  </a:lnTo>
                  <a:lnTo>
                    <a:pt x="72539" y="255380"/>
                  </a:lnTo>
                  <a:lnTo>
                    <a:pt x="77678" y="256760"/>
                  </a:lnTo>
                  <a:lnTo>
                    <a:pt x="82858" y="257976"/>
                  </a:lnTo>
                  <a:lnTo>
                    <a:pt x="88074" y="259027"/>
                  </a:lnTo>
                  <a:lnTo>
                    <a:pt x="93321" y="259910"/>
                  </a:lnTo>
                  <a:lnTo>
                    <a:pt x="98593" y="260627"/>
                  </a:lnTo>
                  <a:lnTo>
                    <a:pt x="103885" y="261175"/>
                  </a:lnTo>
                  <a:lnTo>
                    <a:pt x="109193" y="261555"/>
                  </a:lnTo>
                  <a:lnTo>
                    <a:pt x="114509" y="261765"/>
                  </a:lnTo>
                  <a:lnTo>
                    <a:pt x="119830" y="261806"/>
                  </a:lnTo>
                  <a:lnTo>
                    <a:pt x="125149" y="261678"/>
                  </a:lnTo>
                  <a:lnTo>
                    <a:pt x="130461" y="261380"/>
                  </a:lnTo>
                  <a:lnTo>
                    <a:pt x="135762" y="260914"/>
                  </a:lnTo>
                  <a:lnTo>
                    <a:pt x="141044" y="260279"/>
                  </a:lnTo>
                  <a:lnTo>
                    <a:pt x="146304" y="259477"/>
                  </a:lnTo>
                  <a:lnTo>
                    <a:pt x="151536" y="258507"/>
                  </a:lnTo>
                  <a:lnTo>
                    <a:pt x="156734" y="257371"/>
                  </a:lnTo>
                  <a:lnTo>
                    <a:pt x="161894" y="256071"/>
                  </a:lnTo>
                  <a:lnTo>
                    <a:pt x="167009" y="254607"/>
                  </a:lnTo>
                  <a:lnTo>
                    <a:pt x="172075" y="252981"/>
                  </a:lnTo>
                  <a:lnTo>
                    <a:pt x="177087" y="251195"/>
                  </a:lnTo>
                  <a:lnTo>
                    <a:pt x="182040" y="249249"/>
                  </a:lnTo>
                  <a:lnTo>
                    <a:pt x="186928" y="247148"/>
                  </a:lnTo>
                  <a:lnTo>
                    <a:pt x="191746" y="244892"/>
                  </a:lnTo>
                  <a:lnTo>
                    <a:pt x="196491" y="242483"/>
                  </a:lnTo>
                  <a:lnTo>
                    <a:pt x="201156" y="239925"/>
                  </a:lnTo>
                  <a:lnTo>
                    <a:pt x="205738" y="237220"/>
                  </a:lnTo>
                  <a:lnTo>
                    <a:pt x="210231" y="234370"/>
                  </a:lnTo>
                  <a:lnTo>
                    <a:pt x="214631" y="231379"/>
                  </a:lnTo>
                  <a:lnTo>
                    <a:pt x="218934" y="228249"/>
                  </a:lnTo>
                  <a:lnTo>
                    <a:pt x="223135" y="224983"/>
                  </a:lnTo>
                  <a:lnTo>
                    <a:pt x="227230" y="221586"/>
                  </a:lnTo>
                  <a:lnTo>
                    <a:pt x="231215" y="218060"/>
                  </a:lnTo>
                  <a:lnTo>
                    <a:pt x="235086" y="214409"/>
                  </a:lnTo>
                  <a:lnTo>
                    <a:pt x="238838" y="210637"/>
                  </a:lnTo>
                  <a:lnTo>
                    <a:pt x="242469" y="206747"/>
                  </a:lnTo>
                  <a:lnTo>
                    <a:pt x="245974" y="202744"/>
                  </a:lnTo>
                  <a:lnTo>
                    <a:pt x="249349" y="198631"/>
                  </a:lnTo>
                  <a:lnTo>
                    <a:pt x="252592" y="194413"/>
                  </a:lnTo>
                  <a:lnTo>
                    <a:pt x="255700" y="190094"/>
                  </a:lnTo>
                  <a:lnTo>
                    <a:pt x="258668" y="185678"/>
                  </a:lnTo>
                  <a:lnTo>
                    <a:pt x="261494" y="181170"/>
                  </a:lnTo>
                  <a:lnTo>
                    <a:pt x="264175" y="176574"/>
                  </a:lnTo>
                  <a:lnTo>
                    <a:pt x="266709" y="171895"/>
                  </a:lnTo>
                  <a:lnTo>
                    <a:pt x="269092" y="167138"/>
                  </a:lnTo>
                  <a:lnTo>
                    <a:pt x="271323" y="162308"/>
                  </a:lnTo>
                  <a:lnTo>
                    <a:pt x="273399" y="157408"/>
                  </a:lnTo>
                  <a:lnTo>
                    <a:pt x="275318" y="152446"/>
                  </a:lnTo>
                  <a:lnTo>
                    <a:pt x="277078" y="147425"/>
                  </a:lnTo>
                  <a:lnTo>
                    <a:pt x="278677" y="142350"/>
                  </a:lnTo>
                  <a:lnTo>
                    <a:pt x="280114" y="137227"/>
                  </a:lnTo>
                  <a:lnTo>
                    <a:pt x="281388" y="132061"/>
                  </a:lnTo>
                  <a:lnTo>
                    <a:pt x="282496" y="126857"/>
                  </a:lnTo>
                  <a:lnTo>
                    <a:pt x="283438" y="121620"/>
                  </a:lnTo>
                  <a:lnTo>
                    <a:pt x="284213" y="116356"/>
                  </a:lnTo>
                  <a:lnTo>
                    <a:pt x="284820" y="111070"/>
                  </a:lnTo>
                  <a:lnTo>
                    <a:pt x="285258" y="105767"/>
                  </a:lnTo>
                  <a:lnTo>
                    <a:pt x="285528" y="100453"/>
                  </a:lnTo>
                  <a:lnTo>
                    <a:pt x="285628" y="95134"/>
                  </a:lnTo>
                  <a:lnTo>
                    <a:pt x="285559" y="89813"/>
                  </a:lnTo>
                  <a:lnTo>
                    <a:pt x="285321" y="84498"/>
                  </a:lnTo>
                  <a:lnTo>
                    <a:pt x="284913" y="79193"/>
                  </a:lnTo>
                  <a:lnTo>
                    <a:pt x="284337" y="73903"/>
                  </a:lnTo>
                  <a:lnTo>
                    <a:pt x="283593" y="68635"/>
                  </a:lnTo>
                  <a:lnTo>
                    <a:pt x="282682" y="63393"/>
                  </a:lnTo>
                  <a:lnTo>
                    <a:pt x="281604" y="58182"/>
                  </a:lnTo>
                  <a:lnTo>
                    <a:pt x="280361" y="53009"/>
                  </a:lnTo>
                  <a:lnTo>
                    <a:pt x="278954" y="47877"/>
                  </a:lnTo>
                  <a:lnTo>
                    <a:pt x="277384" y="42793"/>
                  </a:lnTo>
                  <a:lnTo>
                    <a:pt x="275653" y="37762"/>
                  </a:lnTo>
                  <a:lnTo>
                    <a:pt x="273764" y="32788"/>
                  </a:lnTo>
                  <a:lnTo>
                    <a:pt x="271716" y="27877"/>
                  </a:lnTo>
                  <a:lnTo>
                    <a:pt x="269514" y="23033"/>
                  </a:lnTo>
                  <a:lnTo>
                    <a:pt x="267158" y="18262"/>
                  </a:lnTo>
                  <a:lnTo>
                    <a:pt x="264652" y="13569"/>
                  </a:lnTo>
                  <a:lnTo>
                    <a:pt x="261998" y="8957"/>
                  </a:lnTo>
                  <a:lnTo>
                    <a:pt x="259198" y="4433"/>
                  </a:lnTo>
                  <a:lnTo>
                    <a:pt x="256256" y="0"/>
                  </a:lnTo>
                  <a:lnTo>
                    <a:pt x="118461" y="946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37794" cy="167167"/>
            </a:xfrm>
            <a:custGeom>
              <a:avLst/>
              <a:pathLst>
                <a:path w="137794" h="167167">
                  <a:moveTo>
                    <a:pt x="137794" y="72522"/>
                  </a:moveTo>
                  <a:lnTo>
                    <a:pt x="134555" y="67972"/>
                  </a:lnTo>
                  <a:lnTo>
                    <a:pt x="131167" y="63532"/>
                  </a:lnTo>
                  <a:lnTo>
                    <a:pt x="127631" y="59208"/>
                  </a:lnTo>
                  <a:lnTo>
                    <a:pt x="123954" y="55005"/>
                  </a:lnTo>
                  <a:lnTo>
                    <a:pt x="120138" y="50927"/>
                  </a:lnTo>
                  <a:lnTo>
                    <a:pt x="116188" y="46978"/>
                  </a:lnTo>
                  <a:lnTo>
                    <a:pt x="112108" y="43164"/>
                  </a:lnTo>
                  <a:lnTo>
                    <a:pt x="107903" y="39488"/>
                  </a:lnTo>
                  <a:lnTo>
                    <a:pt x="103577" y="35955"/>
                  </a:lnTo>
                  <a:lnTo>
                    <a:pt x="99136" y="32568"/>
                  </a:lnTo>
                  <a:lnTo>
                    <a:pt x="94585" y="29331"/>
                  </a:lnTo>
                  <a:lnTo>
                    <a:pt x="89927" y="26249"/>
                  </a:lnTo>
                  <a:lnTo>
                    <a:pt x="85170" y="23323"/>
                  </a:lnTo>
                  <a:lnTo>
                    <a:pt x="80317" y="20558"/>
                  </a:lnTo>
                  <a:lnTo>
                    <a:pt x="75374" y="17957"/>
                  </a:lnTo>
                  <a:lnTo>
                    <a:pt x="70348" y="15522"/>
                  </a:lnTo>
                  <a:lnTo>
                    <a:pt x="65243" y="13257"/>
                  </a:lnTo>
                  <a:lnTo>
                    <a:pt x="60065" y="11163"/>
                  </a:lnTo>
                  <a:lnTo>
                    <a:pt x="54820" y="9244"/>
                  </a:lnTo>
                  <a:lnTo>
                    <a:pt x="49514" y="7501"/>
                  </a:lnTo>
                  <a:lnTo>
                    <a:pt x="44152" y="5936"/>
                  </a:lnTo>
                  <a:lnTo>
                    <a:pt x="38742" y="4551"/>
                  </a:lnTo>
                  <a:lnTo>
                    <a:pt x="33288" y="3347"/>
                  </a:lnTo>
                  <a:lnTo>
                    <a:pt x="27797" y="2327"/>
                  </a:lnTo>
                  <a:lnTo>
                    <a:pt x="22275" y="1490"/>
                  </a:lnTo>
                  <a:lnTo>
                    <a:pt x="16728" y="839"/>
                  </a:lnTo>
                  <a:lnTo>
                    <a:pt x="11162" y="373"/>
                  </a:lnTo>
                  <a:lnTo>
                    <a:pt x="5584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2847" y="941493"/>
              <a:ext cx="70696" cy="167167"/>
            </a:xfrm>
            <a:custGeom>
              <a:avLst/>
              <a:pathLst>
                <a:path w="70696" h="167167">
                  <a:moveTo>
                    <a:pt x="70696" y="0"/>
                  </a:moveTo>
                  <a:lnTo>
                    <a:pt x="64615" y="110"/>
                  </a:lnTo>
                  <a:lnTo>
                    <a:pt x="58541" y="442"/>
                  </a:lnTo>
                  <a:lnTo>
                    <a:pt x="52484" y="995"/>
                  </a:lnTo>
                  <a:lnTo>
                    <a:pt x="46451" y="1767"/>
                  </a:lnTo>
                  <a:lnTo>
                    <a:pt x="40449" y="2759"/>
                  </a:lnTo>
                  <a:lnTo>
                    <a:pt x="34488" y="3968"/>
                  </a:lnTo>
                  <a:lnTo>
                    <a:pt x="28575" y="5393"/>
                  </a:lnTo>
                  <a:lnTo>
                    <a:pt x="22718" y="7033"/>
                  </a:lnTo>
                  <a:lnTo>
                    <a:pt x="16924" y="8884"/>
                  </a:lnTo>
                  <a:lnTo>
                    <a:pt x="11201" y="10945"/>
                  </a:lnTo>
                  <a:lnTo>
                    <a:pt x="5557" y="13213"/>
                  </a:lnTo>
                  <a:lnTo>
                    <a:pt x="0" y="15685"/>
                  </a:lnTo>
                  <a:lnTo>
                    <a:pt x="7069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52847" y="957178"/>
              <a:ext cx="70696" cy="151482"/>
            </a:xfrm>
            <a:custGeom>
              <a:avLst/>
              <a:pathLst>
                <a:path w="70696" h="151482">
                  <a:moveTo>
                    <a:pt x="0" y="0"/>
                  </a:moveTo>
                  <a:lnTo>
                    <a:pt x="70696" y="1514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83" y="957178"/>
              <a:ext cx="334317" cy="318647"/>
            </a:xfrm>
            <a:custGeom>
              <a:avLst/>
              <a:pathLst>
                <a:path w="334317" h="318647">
                  <a:moveTo>
                    <a:pt x="96463" y="0"/>
                  </a:moveTo>
                  <a:lnTo>
                    <a:pt x="91690" y="2320"/>
                  </a:lnTo>
                  <a:lnTo>
                    <a:pt x="86992" y="4792"/>
                  </a:lnTo>
                  <a:lnTo>
                    <a:pt x="82375" y="7411"/>
                  </a:lnTo>
                  <a:lnTo>
                    <a:pt x="77844" y="10175"/>
                  </a:lnTo>
                  <a:lnTo>
                    <a:pt x="73402" y="13082"/>
                  </a:lnTo>
                  <a:lnTo>
                    <a:pt x="69056" y="16129"/>
                  </a:lnTo>
                  <a:lnTo>
                    <a:pt x="64808" y="19312"/>
                  </a:lnTo>
                  <a:lnTo>
                    <a:pt x="60663" y="22628"/>
                  </a:lnTo>
                  <a:lnTo>
                    <a:pt x="56626" y="26074"/>
                  </a:lnTo>
                  <a:lnTo>
                    <a:pt x="52700" y="29647"/>
                  </a:lnTo>
                  <a:lnTo>
                    <a:pt x="48889" y="33342"/>
                  </a:lnTo>
                  <a:lnTo>
                    <a:pt x="45198" y="37157"/>
                  </a:lnTo>
                  <a:lnTo>
                    <a:pt x="41630" y="41087"/>
                  </a:lnTo>
                  <a:lnTo>
                    <a:pt x="38188" y="45128"/>
                  </a:lnTo>
                  <a:lnTo>
                    <a:pt x="34877" y="49276"/>
                  </a:lnTo>
                  <a:lnTo>
                    <a:pt x="31698" y="53527"/>
                  </a:lnTo>
                  <a:lnTo>
                    <a:pt x="28657" y="57878"/>
                  </a:lnTo>
                  <a:lnTo>
                    <a:pt x="25755" y="62322"/>
                  </a:lnTo>
                  <a:lnTo>
                    <a:pt x="22995" y="66857"/>
                  </a:lnTo>
                  <a:lnTo>
                    <a:pt x="20381" y="71476"/>
                  </a:lnTo>
                  <a:lnTo>
                    <a:pt x="17915" y="76177"/>
                  </a:lnTo>
                  <a:lnTo>
                    <a:pt x="15599" y="80953"/>
                  </a:lnTo>
                  <a:lnTo>
                    <a:pt x="13437" y="85801"/>
                  </a:lnTo>
                  <a:lnTo>
                    <a:pt x="11429" y="90714"/>
                  </a:lnTo>
                  <a:lnTo>
                    <a:pt x="9578" y="95689"/>
                  </a:lnTo>
                  <a:lnTo>
                    <a:pt x="7886" y="100720"/>
                  </a:lnTo>
                  <a:lnTo>
                    <a:pt x="6355" y="105803"/>
                  </a:lnTo>
                  <a:lnTo>
                    <a:pt x="4986" y="110931"/>
                  </a:lnTo>
                  <a:lnTo>
                    <a:pt x="3780" y="116101"/>
                  </a:lnTo>
                  <a:lnTo>
                    <a:pt x="2739" y="121306"/>
                  </a:lnTo>
                  <a:lnTo>
                    <a:pt x="1864" y="126541"/>
                  </a:lnTo>
                  <a:lnTo>
                    <a:pt x="1155" y="131802"/>
                  </a:lnTo>
                  <a:lnTo>
                    <a:pt x="614" y="137082"/>
                  </a:lnTo>
                  <a:lnTo>
                    <a:pt x="241" y="142377"/>
                  </a:lnTo>
                  <a:lnTo>
                    <a:pt x="36" y="147681"/>
                  </a:lnTo>
                  <a:lnTo>
                    <a:pt x="0" y="152989"/>
                  </a:lnTo>
                  <a:lnTo>
                    <a:pt x="132" y="158296"/>
                  </a:lnTo>
                  <a:lnTo>
                    <a:pt x="432" y="163595"/>
                  </a:lnTo>
                  <a:lnTo>
                    <a:pt x="901" y="168882"/>
                  </a:lnTo>
                  <a:lnTo>
                    <a:pt x="1537" y="174152"/>
                  </a:lnTo>
                  <a:lnTo>
                    <a:pt x="2340" y="179399"/>
                  </a:lnTo>
                  <a:lnTo>
                    <a:pt x="3310" y="184618"/>
                  </a:lnTo>
                  <a:lnTo>
                    <a:pt x="4444" y="189803"/>
                  </a:lnTo>
                  <a:lnTo>
                    <a:pt x="5743" y="194950"/>
                  </a:lnTo>
                  <a:lnTo>
                    <a:pt x="7205" y="200053"/>
                  </a:lnTo>
                  <a:lnTo>
                    <a:pt x="8827" y="205107"/>
                  </a:lnTo>
                  <a:lnTo>
                    <a:pt x="10610" y="210107"/>
                  </a:lnTo>
                  <a:lnTo>
                    <a:pt x="12550" y="215048"/>
                  </a:lnTo>
                  <a:lnTo>
                    <a:pt x="14646" y="219924"/>
                  </a:lnTo>
                  <a:lnTo>
                    <a:pt x="16896" y="224732"/>
                  </a:lnTo>
                  <a:lnTo>
                    <a:pt x="19297" y="229466"/>
                  </a:lnTo>
                  <a:lnTo>
                    <a:pt x="21848" y="234121"/>
                  </a:lnTo>
                  <a:lnTo>
                    <a:pt x="24545" y="238693"/>
                  </a:lnTo>
                  <a:lnTo>
                    <a:pt x="27385" y="243177"/>
                  </a:lnTo>
                  <a:lnTo>
                    <a:pt x="30367" y="247568"/>
                  </a:lnTo>
                  <a:lnTo>
                    <a:pt x="33487" y="251863"/>
                  </a:lnTo>
                  <a:lnTo>
                    <a:pt x="36741" y="256056"/>
                  </a:lnTo>
                  <a:lnTo>
                    <a:pt x="40127" y="260144"/>
                  </a:lnTo>
                  <a:lnTo>
                    <a:pt x="43641" y="264123"/>
                  </a:lnTo>
                  <a:lnTo>
                    <a:pt x="47280" y="267988"/>
                  </a:lnTo>
                  <a:lnTo>
                    <a:pt x="51039" y="271735"/>
                  </a:lnTo>
                  <a:lnTo>
                    <a:pt x="54915" y="275361"/>
                  </a:lnTo>
                  <a:lnTo>
                    <a:pt x="58905" y="278862"/>
                  </a:lnTo>
                  <a:lnTo>
                    <a:pt x="63004" y="282235"/>
                  </a:lnTo>
                  <a:lnTo>
                    <a:pt x="67208" y="285476"/>
                  </a:lnTo>
                  <a:lnTo>
                    <a:pt x="71512" y="288582"/>
                  </a:lnTo>
                  <a:lnTo>
                    <a:pt x="75913" y="291550"/>
                  </a:lnTo>
                  <a:lnTo>
                    <a:pt x="80406" y="294376"/>
                  </a:lnTo>
                  <a:lnTo>
                    <a:pt x="84987" y="297058"/>
                  </a:lnTo>
                  <a:lnTo>
                    <a:pt x="89650" y="299594"/>
                  </a:lnTo>
                  <a:lnTo>
                    <a:pt x="94392" y="301980"/>
                  </a:lnTo>
                  <a:lnTo>
                    <a:pt x="99206" y="304214"/>
                  </a:lnTo>
                  <a:lnTo>
                    <a:pt x="104090" y="306295"/>
                  </a:lnTo>
                  <a:lnTo>
                    <a:pt x="109037" y="308219"/>
                  </a:lnTo>
                  <a:lnTo>
                    <a:pt x="114042" y="309986"/>
                  </a:lnTo>
                  <a:lnTo>
                    <a:pt x="119101" y="311592"/>
                  </a:lnTo>
                  <a:lnTo>
                    <a:pt x="124209" y="313037"/>
                  </a:lnTo>
                  <a:lnTo>
                    <a:pt x="129360" y="314320"/>
                  </a:lnTo>
                  <a:lnTo>
                    <a:pt x="134549" y="315438"/>
                  </a:lnTo>
                  <a:lnTo>
                    <a:pt x="139771" y="316390"/>
                  </a:lnTo>
                  <a:lnTo>
                    <a:pt x="145020" y="317177"/>
                  </a:lnTo>
                  <a:lnTo>
                    <a:pt x="150292" y="317796"/>
                  </a:lnTo>
                  <a:lnTo>
                    <a:pt x="155581" y="318248"/>
                  </a:lnTo>
                  <a:lnTo>
                    <a:pt x="160881" y="318531"/>
                  </a:lnTo>
                  <a:lnTo>
                    <a:pt x="166188" y="318647"/>
                  </a:lnTo>
                  <a:lnTo>
                    <a:pt x="171496" y="318593"/>
                  </a:lnTo>
                  <a:lnTo>
                    <a:pt x="176799" y="318371"/>
                  </a:lnTo>
                  <a:lnTo>
                    <a:pt x="182093" y="317981"/>
                  </a:lnTo>
                  <a:lnTo>
                    <a:pt x="187372" y="317423"/>
                  </a:lnTo>
                  <a:lnTo>
                    <a:pt x="192630" y="316698"/>
                  </a:lnTo>
                  <a:lnTo>
                    <a:pt x="197863" y="315806"/>
                  </a:lnTo>
                  <a:lnTo>
                    <a:pt x="203064" y="314748"/>
                  </a:lnTo>
                  <a:lnTo>
                    <a:pt x="208230" y="313526"/>
                  </a:lnTo>
                  <a:lnTo>
                    <a:pt x="213354" y="312140"/>
                  </a:lnTo>
                  <a:lnTo>
                    <a:pt x="218431" y="310593"/>
                  </a:lnTo>
                  <a:lnTo>
                    <a:pt x="223457" y="308885"/>
                  </a:lnTo>
                  <a:lnTo>
                    <a:pt x="228426" y="307018"/>
                  </a:lnTo>
                  <a:lnTo>
                    <a:pt x="233333" y="304994"/>
                  </a:lnTo>
                  <a:lnTo>
                    <a:pt x="238174" y="302816"/>
                  </a:lnTo>
                  <a:lnTo>
                    <a:pt x="242943" y="300485"/>
                  </a:lnTo>
                  <a:lnTo>
                    <a:pt x="247635" y="298004"/>
                  </a:lnTo>
                  <a:lnTo>
                    <a:pt x="252247" y="295375"/>
                  </a:lnTo>
                  <a:lnTo>
                    <a:pt x="256772" y="292601"/>
                  </a:lnTo>
                  <a:lnTo>
                    <a:pt x="261207" y="289685"/>
                  </a:lnTo>
                  <a:lnTo>
                    <a:pt x="265548" y="286629"/>
                  </a:lnTo>
                  <a:lnTo>
                    <a:pt x="269789" y="283437"/>
                  </a:lnTo>
                  <a:lnTo>
                    <a:pt x="273927" y="280113"/>
                  </a:lnTo>
                  <a:lnTo>
                    <a:pt x="277957" y="276658"/>
                  </a:lnTo>
                  <a:lnTo>
                    <a:pt x="281875" y="273077"/>
                  </a:lnTo>
                  <a:lnTo>
                    <a:pt x="285678" y="269374"/>
                  </a:lnTo>
                  <a:lnTo>
                    <a:pt x="289361" y="265551"/>
                  </a:lnTo>
                  <a:lnTo>
                    <a:pt x="292921" y="261614"/>
                  </a:lnTo>
                  <a:lnTo>
                    <a:pt x="296354" y="257566"/>
                  </a:lnTo>
                  <a:lnTo>
                    <a:pt x="299657" y="253411"/>
                  </a:lnTo>
                  <a:lnTo>
                    <a:pt x="302827" y="249153"/>
                  </a:lnTo>
                  <a:lnTo>
                    <a:pt x="305859" y="244796"/>
                  </a:lnTo>
                  <a:lnTo>
                    <a:pt x="308752" y="240345"/>
                  </a:lnTo>
                  <a:lnTo>
                    <a:pt x="311502" y="235805"/>
                  </a:lnTo>
                  <a:lnTo>
                    <a:pt x="314106" y="231180"/>
                  </a:lnTo>
                  <a:lnTo>
                    <a:pt x="316563" y="226474"/>
                  </a:lnTo>
                  <a:lnTo>
                    <a:pt x="318868" y="221693"/>
                  </a:lnTo>
                  <a:lnTo>
                    <a:pt x="321021" y="216841"/>
                  </a:lnTo>
                  <a:lnTo>
                    <a:pt x="323018" y="211923"/>
                  </a:lnTo>
                  <a:lnTo>
                    <a:pt x="324859" y="206945"/>
                  </a:lnTo>
                  <a:lnTo>
                    <a:pt x="326540" y="201910"/>
                  </a:lnTo>
                  <a:lnTo>
                    <a:pt x="328061" y="196824"/>
                  </a:lnTo>
                  <a:lnTo>
                    <a:pt x="329419" y="191693"/>
                  </a:lnTo>
                  <a:lnTo>
                    <a:pt x="330614" y="186521"/>
                  </a:lnTo>
                  <a:lnTo>
                    <a:pt x="331644" y="181314"/>
                  </a:lnTo>
                  <a:lnTo>
                    <a:pt x="332508" y="176077"/>
                  </a:lnTo>
                  <a:lnTo>
                    <a:pt x="333206" y="170815"/>
                  </a:lnTo>
                  <a:lnTo>
                    <a:pt x="333736" y="165533"/>
                  </a:lnTo>
                  <a:lnTo>
                    <a:pt x="334098" y="160237"/>
                  </a:lnTo>
                  <a:lnTo>
                    <a:pt x="334292" y="154933"/>
                  </a:lnTo>
                  <a:lnTo>
                    <a:pt x="334317" y="149625"/>
                  </a:lnTo>
                  <a:lnTo>
                    <a:pt x="334174" y="144319"/>
                  </a:lnTo>
                  <a:lnTo>
                    <a:pt x="333862" y="139020"/>
                  </a:lnTo>
                  <a:lnTo>
                    <a:pt x="333383" y="133733"/>
                  </a:lnTo>
                  <a:lnTo>
                    <a:pt x="332735" y="128465"/>
                  </a:lnTo>
                  <a:lnTo>
                    <a:pt x="331921" y="123220"/>
                  </a:lnTo>
                  <a:lnTo>
                    <a:pt x="330941" y="118003"/>
                  </a:lnTo>
                  <a:lnTo>
                    <a:pt x="329795" y="112820"/>
                  </a:lnTo>
                  <a:lnTo>
                    <a:pt x="328486" y="107676"/>
                  </a:lnTo>
                  <a:lnTo>
                    <a:pt x="327014" y="102576"/>
                  </a:lnTo>
                  <a:lnTo>
                    <a:pt x="325380" y="97525"/>
                  </a:lnTo>
                  <a:lnTo>
                    <a:pt x="323588" y="92529"/>
                  </a:lnTo>
                  <a:lnTo>
                    <a:pt x="321637" y="87593"/>
                  </a:lnTo>
                  <a:lnTo>
                    <a:pt x="319531" y="82720"/>
                  </a:lnTo>
                  <a:lnTo>
                    <a:pt x="317271" y="77917"/>
                  </a:lnTo>
                  <a:lnTo>
                    <a:pt x="314860" y="73189"/>
                  </a:lnTo>
                  <a:lnTo>
                    <a:pt x="312299" y="68539"/>
                  </a:lnTo>
                  <a:lnTo>
                    <a:pt x="309593" y="63972"/>
                  </a:lnTo>
                  <a:lnTo>
                    <a:pt x="306743" y="59494"/>
                  </a:lnTo>
                  <a:lnTo>
                    <a:pt x="303752" y="55109"/>
                  </a:lnTo>
                  <a:lnTo>
                    <a:pt x="300623" y="50821"/>
                  </a:lnTo>
                  <a:lnTo>
                    <a:pt x="297360" y="46635"/>
                  </a:lnTo>
                  <a:lnTo>
                    <a:pt x="293966" y="42554"/>
                  </a:lnTo>
                  <a:lnTo>
                    <a:pt x="290443" y="38583"/>
                  </a:lnTo>
                  <a:lnTo>
                    <a:pt x="286797" y="34725"/>
                  </a:lnTo>
                  <a:lnTo>
                    <a:pt x="283029" y="30986"/>
                  </a:lnTo>
                  <a:lnTo>
                    <a:pt x="279145" y="27368"/>
                  </a:lnTo>
                  <a:lnTo>
                    <a:pt x="275148" y="23875"/>
                  </a:lnTo>
                  <a:lnTo>
                    <a:pt x="167160" y="1514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107988" cy="167167"/>
            </a:xfrm>
            <a:custGeom>
              <a:avLst/>
              <a:pathLst>
                <a:path w="107988" h="167167">
                  <a:moveTo>
                    <a:pt x="107988" y="39560"/>
                  </a:moveTo>
                  <a:lnTo>
                    <a:pt x="103661" y="36021"/>
                  </a:lnTo>
                  <a:lnTo>
                    <a:pt x="99217" y="32628"/>
                  </a:lnTo>
                  <a:lnTo>
                    <a:pt x="94663" y="29386"/>
                  </a:lnTo>
                  <a:lnTo>
                    <a:pt x="90003" y="26297"/>
                  </a:lnTo>
                  <a:lnTo>
                    <a:pt x="85243" y="23367"/>
                  </a:lnTo>
                  <a:lnTo>
                    <a:pt x="80387" y="20597"/>
                  </a:lnTo>
                  <a:lnTo>
                    <a:pt x="75441" y="17991"/>
                  </a:lnTo>
                  <a:lnTo>
                    <a:pt x="70410" y="15551"/>
                  </a:lnTo>
                  <a:lnTo>
                    <a:pt x="65301" y="13282"/>
                  </a:lnTo>
                  <a:lnTo>
                    <a:pt x="60119" y="11184"/>
                  </a:lnTo>
                  <a:lnTo>
                    <a:pt x="54870" y="9261"/>
                  </a:lnTo>
                  <a:lnTo>
                    <a:pt x="49559" y="7515"/>
                  </a:lnTo>
                  <a:lnTo>
                    <a:pt x="44193" y="5947"/>
                  </a:lnTo>
                  <a:lnTo>
                    <a:pt x="38778" y="4559"/>
                  </a:lnTo>
                  <a:lnTo>
                    <a:pt x="33319" y="3354"/>
                  </a:lnTo>
                  <a:lnTo>
                    <a:pt x="27823" y="2331"/>
                  </a:lnTo>
                  <a:lnTo>
                    <a:pt x="22296" y="1493"/>
                  </a:lnTo>
                  <a:lnTo>
                    <a:pt x="16743" y="840"/>
                  </a:lnTo>
                  <a:lnTo>
                    <a:pt x="11173" y="373"/>
                  </a:lnTo>
                  <a:lnTo>
                    <a:pt x="558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8079" y="941493"/>
              <a:ext cx="38136" cy="167167"/>
            </a:xfrm>
            <a:custGeom>
              <a:avLst/>
              <a:pathLst>
                <a:path w="38136" h="167167">
                  <a:moveTo>
                    <a:pt x="38136" y="0"/>
                  </a:moveTo>
                  <a:lnTo>
                    <a:pt x="31725" y="122"/>
                  </a:lnTo>
                  <a:lnTo>
                    <a:pt x="25324" y="491"/>
                  </a:lnTo>
                  <a:lnTo>
                    <a:pt x="18941" y="1105"/>
                  </a:lnTo>
                  <a:lnTo>
                    <a:pt x="12586" y="1964"/>
                  </a:lnTo>
                  <a:lnTo>
                    <a:pt x="6270" y="3065"/>
                  </a:lnTo>
                  <a:lnTo>
                    <a:pt x="0" y="4408"/>
                  </a:lnTo>
                  <a:lnTo>
                    <a:pt x="381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48079" y="945901"/>
              <a:ext cx="38136" cy="162759"/>
            </a:xfrm>
            <a:custGeom>
              <a:avLst/>
              <a:pathLst>
                <a:path w="38136" h="162759">
                  <a:moveTo>
                    <a:pt x="0" y="0"/>
                  </a:moveTo>
                  <a:lnTo>
                    <a:pt x="38136" y="1627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51" y="945901"/>
              <a:ext cx="167164" cy="321717"/>
            </a:xfrm>
            <a:custGeom>
              <a:avLst/>
              <a:pathLst>
                <a:path w="167164" h="321717">
                  <a:moveTo>
                    <a:pt x="129027" y="0"/>
                  </a:moveTo>
                  <a:lnTo>
                    <a:pt x="123830" y="1306"/>
                  </a:lnTo>
                  <a:lnTo>
                    <a:pt x="118677" y="2777"/>
                  </a:lnTo>
                  <a:lnTo>
                    <a:pt x="113574" y="4414"/>
                  </a:lnTo>
                  <a:lnTo>
                    <a:pt x="108526" y="6213"/>
                  </a:lnTo>
                  <a:lnTo>
                    <a:pt x="103539" y="8173"/>
                  </a:lnTo>
                  <a:lnTo>
                    <a:pt x="98617" y="10292"/>
                  </a:lnTo>
                  <a:lnTo>
                    <a:pt x="93765" y="12567"/>
                  </a:lnTo>
                  <a:lnTo>
                    <a:pt x="88988" y="14997"/>
                  </a:lnTo>
                  <a:lnTo>
                    <a:pt x="84292" y="17579"/>
                  </a:lnTo>
                  <a:lnTo>
                    <a:pt x="79681" y="20310"/>
                  </a:lnTo>
                  <a:lnTo>
                    <a:pt x="75160" y="23187"/>
                  </a:lnTo>
                  <a:lnTo>
                    <a:pt x="70734" y="26208"/>
                  </a:lnTo>
                  <a:lnTo>
                    <a:pt x="66407" y="29369"/>
                  </a:lnTo>
                  <a:lnTo>
                    <a:pt x="62183" y="32667"/>
                  </a:lnTo>
                  <a:lnTo>
                    <a:pt x="58067" y="36099"/>
                  </a:lnTo>
                  <a:lnTo>
                    <a:pt x="54063" y="39661"/>
                  </a:lnTo>
                  <a:lnTo>
                    <a:pt x="50176" y="43349"/>
                  </a:lnTo>
                  <a:lnTo>
                    <a:pt x="46408" y="47160"/>
                  </a:lnTo>
                  <a:lnTo>
                    <a:pt x="42765" y="51090"/>
                  </a:lnTo>
                  <a:lnTo>
                    <a:pt x="39250" y="55135"/>
                  </a:lnTo>
                  <a:lnTo>
                    <a:pt x="35866" y="59290"/>
                  </a:lnTo>
                  <a:lnTo>
                    <a:pt x="32617" y="63552"/>
                  </a:lnTo>
                  <a:lnTo>
                    <a:pt x="29506" y="67916"/>
                  </a:lnTo>
                  <a:lnTo>
                    <a:pt x="26537" y="72377"/>
                  </a:lnTo>
                  <a:lnTo>
                    <a:pt x="23712" y="76931"/>
                  </a:lnTo>
                  <a:lnTo>
                    <a:pt x="21035" y="81573"/>
                  </a:lnTo>
                  <a:lnTo>
                    <a:pt x="18508" y="86298"/>
                  </a:lnTo>
                  <a:lnTo>
                    <a:pt x="16133" y="91103"/>
                  </a:lnTo>
                  <a:lnTo>
                    <a:pt x="13914" y="95980"/>
                  </a:lnTo>
                  <a:lnTo>
                    <a:pt x="11852" y="100927"/>
                  </a:lnTo>
                  <a:lnTo>
                    <a:pt x="9950" y="105937"/>
                  </a:lnTo>
                  <a:lnTo>
                    <a:pt x="8210" y="111005"/>
                  </a:lnTo>
                  <a:lnTo>
                    <a:pt x="6632" y="116127"/>
                  </a:lnTo>
                  <a:lnTo>
                    <a:pt x="5220" y="121296"/>
                  </a:lnTo>
                  <a:lnTo>
                    <a:pt x="3974" y="126508"/>
                  </a:lnTo>
                  <a:lnTo>
                    <a:pt x="2896" y="131758"/>
                  </a:lnTo>
                  <a:lnTo>
                    <a:pt x="1987" y="137039"/>
                  </a:lnTo>
                  <a:lnTo>
                    <a:pt x="1248" y="142347"/>
                  </a:lnTo>
                  <a:lnTo>
                    <a:pt x="679" y="147675"/>
                  </a:lnTo>
                  <a:lnTo>
                    <a:pt x="281" y="153019"/>
                  </a:lnTo>
                  <a:lnTo>
                    <a:pt x="54" y="158373"/>
                  </a:lnTo>
                  <a:lnTo>
                    <a:pt x="0" y="163732"/>
                  </a:lnTo>
                  <a:lnTo>
                    <a:pt x="117" y="169090"/>
                  </a:lnTo>
                  <a:lnTo>
                    <a:pt x="405" y="174441"/>
                  </a:lnTo>
                  <a:lnTo>
                    <a:pt x="865" y="179780"/>
                  </a:lnTo>
                  <a:lnTo>
                    <a:pt x="1497" y="185102"/>
                  </a:lnTo>
                  <a:lnTo>
                    <a:pt x="2298" y="190400"/>
                  </a:lnTo>
                  <a:lnTo>
                    <a:pt x="3269" y="195671"/>
                  </a:lnTo>
                  <a:lnTo>
                    <a:pt x="4408" y="200907"/>
                  </a:lnTo>
                  <a:lnTo>
                    <a:pt x="5714" y="206104"/>
                  </a:lnTo>
                  <a:lnTo>
                    <a:pt x="7186" y="211257"/>
                  </a:lnTo>
                  <a:lnTo>
                    <a:pt x="8823" y="216360"/>
                  </a:lnTo>
                  <a:lnTo>
                    <a:pt x="10623" y="221408"/>
                  </a:lnTo>
                  <a:lnTo>
                    <a:pt x="12583" y="226395"/>
                  </a:lnTo>
                  <a:lnTo>
                    <a:pt x="14702" y="231317"/>
                  </a:lnTo>
                  <a:lnTo>
                    <a:pt x="16978" y="236169"/>
                  </a:lnTo>
                  <a:lnTo>
                    <a:pt x="19408" y="240945"/>
                  </a:lnTo>
                  <a:lnTo>
                    <a:pt x="21990" y="245641"/>
                  </a:lnTo>
                  <a:lnTo>
                    <a:pt x="24721" y="250252"/>
                  </a:lnTo>
                  <a:lnTo>
                    <a:pt x="27599" y="254772"/>
                  </a:lnTo>
                  <a:lnTo>
                    <a:pt x="30620" y="259199"/>
                  </a:lnTo>
                  <a:lnTo>
                    <a:pt x="33781" y="263526"/>
                  </a:lnTo>
                  <a:lnTo>
                    <a:pt x="37080" y="267749"/>
                  </a:lnTo>
                  <a:lnTo>
                    <a:pt x="40512" y="271865"/>
                  </a:lnTo>
                  <a:lnTo>
                    <a:pt x="44074" y="275868"/>
                  </a:lnTo>
                  <a:lnTo>
                    <a:pt x="47763" y="279756"/>
                  </a:lnTo>
                  <a:lnTo>
                    <a:pt x="51574" y="283523"/>
                  </a:lnTo>
                  <a:lnTo>
                    <a:pt x="55505" y="287166"/>
                  </a:lnTo>
                  <a:lnTo>
                    <a:pt x="59550" y="290681"/>
                  </a:lnTo>
                  <a:lnTo>
                    <a:pt x="63705" y="294064"/>
                  </a:lnTo>
                  <a:lnTo>
                    <a:pt x="67967" y="297313"/>
                  </a:lnTo>
                  <a:lnTo>
                    <a:pt x="72331" y="300424"/>
                  </a:lnTo>
                  <a:lnTo>
                    <a:pt x="76792" y="303392"/>
                  </a:lnTo>
                  <a:lnTo>
                    <a:pt x="81346" y="306217"/>
                  </a:lnTo>
                  <a:lnTo>
                    <a:pt x="85989" y="308894"/>
                  </a:lnTo>
                  <a:lnTo>
                    <a:pt x="90715" y="311421"/>
                  </a:lnTo>
                  <a:lnTo>
                    <a:pt x="95519" y="313795"/>
                  </a:lnTo>
                  <a:lnTo>
                    <a:pt x="100397" y="316014"/>
                  </a:lnTo>
                  <a:lnTo>
                    <a:pt x="105343" y="318075"/>
                  </a:lnTo>
                  <a:lnTo>
                    <a:pt x="110354" y="319977"/>
                  </a:lnTo>
                  <a:lnTo>
                    <a:pt x="115422" y="321717"/>
                  </a:lnTo>
                  <a:lnTo>
                    <a:pt x="167164" y="162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4473" y="941493"/>
              <a:ext cx="218891" cy="334334"/>
            </a:xfrm>
            <a:custGeom>
              <a:avLst/>
              <a:pathLst>
                <a:path w="218891" h="334334">
                  <a:moveTo>
                    <a:pt x="0" y="326125"/>
                  </a:moveTo>
                  <a:lnTo>
                    <a:pt x="5065" y="327686"/>
                  </a:lnTo>
                  <a:lnTo>
                    <a:pt x="10178" y="329085"/>
                  </a:lnTo>
                  <a:lnTo>
                    <a:pt x="15332" y="330321"/>
                  </a:lnTo>
                  <a:lnTo>
                    <a:pt x="20523" y="331393"/>
                  </a:lnTo>
                  <a:lnTo>
                    <a:pt x="25745" y="332301"/>
                  </a:lnTo>
                  <a:lnTo>
                    <a:pt x="30993" y="333042"/>
                  </a:lnTo>
                  <a:lnTo>
                    <a:pt x="36263" y="333616"/>
                  </a:lnTo>
                  <a:lnTo>
                    <a:pt x="41548" y="334023"/>
                  </a:lnTo>
                  <a:lnTo>
                    <a:pt x="46843" y="334263"/>
                  </a:lnTo>
                  <a:lnTo>
                    <a:pt x="52143" y="334334"/>
                  </a:lnTo>
                  <a:lnTo>
                    <a:pt x="57442" y="334237"/>
                  </a:lnTo>
                  <a:lnTo>
                    <a:pt x="62736" y="333972"/>
                  </a:lnTo>
                  <a:lnTo>
                    <a:pt x="68019" y="333540"/>
                  </a:lnTo>
                  <a:lnTo>
                    <a:pt x="73285" y="332940"/>
                  </a:lnTo>
                  <a:lnTo>
                    <a:pt x="78530" y="332174"/>
                  </a:lnTo>
                  <a:lnTo>
                    <a:pt x="83748" y="331242"/>
                  </a:lnTo>
                  <a:lnTo>
                    <a:pt x="88934" y="330145"/>
                  </a:lnTo>
                  <a:lnTo>
                    <a:pt x="94082" y="328883"/>
                  </a:lnTo>
                  <a:lnTo>
                    <a:pt x="99188" y="327460"/>
                  </a:lnTo>
                  <a:lnTo>
                    <a:pt x="104246" y="325875"/>
                  </a:lnTo>
                  <a:lnTo>
                    <a:pt x="109251" y="324131"/>
                  </a:lnTo>
                  <a:lnTo>
                    <a:pt x="114199" y="322228"/>
                  </a:lnTo>
                  <a:lnTo>
                    <a:pt x="119083" y="320170"/>
                  </a:lnTo>
                  <a:lnTo>
                    <a:pt x="123900" y="317959"/>
                  </a:lnTo>
                  <a:lnTo>
                    <a:pt x="128644" y="315595"/>
                  </a:lnTo>
                  <a:lnTo>
                    <a:pt x="133312" y="313082"/>
                  </a:lnTo>
                  <a:lnTo>
                    <a:pt x="137897" y="310423"/>
                  </a:lnTo>
                  <a:lnTo>
                    <a:pt x="142395" y="307619"/>
                  </a:lnTo>
                  <a:lnTo>
                    <a:pt x="146802" y="304675"/>
                  </a:lnTo>
                  <a:lnTo>
                    <a:pt x="151114" y="301592"/>
                  </a:lnTo>
                  <a:lnTo>
                    <a:pt x="155326" y="298374"/>
                  </a:lnTo>
                  <a:lnTo>
                    <a:pt x="159434" y="295024"/>
                  </a:lnTo>
                  <a:lnTo>
                    <a:pt x="163433" y="291545"/>
                  </a:lnTo>
                  <a:lnTo>
                    <a:pt x="167320" y="287942"/>
                  </a:lnTo>
                  <a:lnTo>
                    <a:pt x="171091" y="284217"/>
                  </a:lnTo>
                  <a:lnTo>
                    <a:pt x="174742" y="280374"/>
                  </a:lnTo>
                  <a:lnTo>
                    <a:pt x="178269" y="276418"/>
                  </a:lnTo>
                  <a:lnTo>
                    <a:pt x="181669" y="272351"/>
                  </a:lnTo>
                  <a:lnTo>
                    <a:pt x="184939" y="268179"/>
                  </a:lnTo>
                  <a:lnTo>
                    <a:pt x="188074" y="263906"/>
                  </a:lnTo>
                  <a:lnTo>
                    <a:pt x="191073" y="259535"/>
                  </a:lnTo>
                  <a:lnTo>
                    <a:pt x="193931" y="255071"/>
                  </a:lnTo>
                  <a:lnTo>
                    <a:pt x="196646" y="250519"/>
                  </a:lnTo>
                  <a:lnTo>
                    <a:pt x="199216" y="245883"/>
                  </a:lnTo>
                  <a:lnTo>
                    <a:pt x="201638" y="241168"/>
                  </a:lnTo>
                  <a:lnTo>
                    <a:pt x="203908" y="236379"/>
                  </a:lnTo>
                  <a:lnTo>
                    <a:pt x="206026" y="231519"/>
                  </a:lnTo>
                  <a:lnTo>
                    <a:pt x="207989" y="226596"/>
                  </a:lnTo>
                  <a:lnTo>
                    <a:pt x="209794" y="221612"/>
                  </a:lnTo>
                  <a:lnTo>
                    <a:pt x="211441" y="216574"/>
                  </a:lnTo>
                  <a:lnTo>
                    <a:pt x="212927" y="211486"/>
                  </a:lnTo>
                  <a:lnTo>
                    <a:pt x="214251" y="206354"/>
                  </a:lnTo>
                  <a:lnTo>
                    <a:pt x="215412" y="201182"/>
                  </a:lnTo>
                  <a:lnTo>
                    <a:pt x="216408" y="195976"/>
                  </a:lnTo>
                  <a:lnTo>
                    <a:pt x="217238" y="190741"/>
                  </a:lnTo>
                  <a:lnTo>
                    <a:pt x="217903" y="185482"/>
                  </a:lnTo>
                  <a:lnTo>
                    <a:pt x="218400" y="180205"/>
                  </a:lnTo>
                  <a:lnTo>
                    <a:pt x="218729" y="174915"/>
                  </a:lnTo>
                  <a:lnTo>
                    <a:pt x="218891" y="169617"/>
                  </a:lnTo>
                  <a:lnTo>
                    <a:pt x="218885" y="164316"/>
                  </a:lnTo>
                  <a:lnTo>
                    <a:pt x="218710" y="159019"/>
                  </a:lnTo>
                  <a:lnTo>
                    <a:pt x="218368" y="153729"/>
                  </a:lnTo>
                  <a:lnTo>
                    <a:pt x="217858" y="148453"/>
                  </a:lnTo>
                  <a:lnTo>
                    <a:pt x="217181" y="143196"/>
                  </a:lnTo>
                  <a:lnTo>
                    <a:pt x="216338" y="137963"/>
                  </a:lnTo>
                  <a:lnTo>
                    <a:pt x="215330" y="132759"/>
                  </a:lnTo>
                  <a:lnTo>
                    <a:pt x="214157" y="127590"/>
                  </a:lnTo>
                  <a:lnTo>
                    <a:pt x="212820" y="122461"/>
                  </a:lnTo>
                  <a:lnTo>
                    <a:pt x="211322" y="117377"/>
                  </a:lnTo>
                  <a:lnTo>
                    <a:pt x="209663" y="112343"/>
                  </a:lnTo>
                  <a:lnTo>
                    <a:pt x="207846" y="107363"/>
                  </a:lnTo>
                  <a:lnTo>
                    <a:pt x="205871" y="102444"/>
                  </a:lnTo>
                  <a:lnTo>
                    <a:pt x="203742" y="97590"/>
                  </a:lnTo>
                  <a:lnTo>
                    <a:pt x="201460" y="92806"/>
                  </a:lnTo>
                  <a:lnTo>
                    <a:pt x="199027" y="88097"/>
                  </a:lnTo>
                  <a:lnTo>
                    <a:pt x="196446" y="83467"/>
                  </a:lnTo>
                  <a:lnTo>
                    <a:pt x="193720" y="78922"/>
                  </a:lnTo>
                  <a:lnTo>
                    <a:pt x="190851" y="74465"/>
                  </a:lnTo>
                  <a:lnTo>
                    <a:pt x="187842" y="70101"/>
                  </a:lnTo>
                  <a:lnTo>
                    <a:pt x="184696" y="65835"/>
                  </a:lnTo>
                  <a:lnTo>
                    <a:pt x="181416" y="61671"/>
                  </a:lnTo>
                  <a:lnTo>
                    <a:pt x="178007" y="57613"/>
                  </a:lnTo>
                  <a:lnTo>
                    <a:pt x="174470" y="53665"/>
                  </a:lnTo>
                  <a:lnTo>
                    <a:pt x="170810" y="49831"/>
                  </a:lnTo>
                  <a:lnTo>
                    <a:pt x="167030" y="46115"/>
                  </a:lnTo>
                  <a:lnTo>
                    <a:pt x="163134" y="42521"/>
                  </a:lnTo>
                  <a:lnTo>
                    <a:pt x="159126" y="39052"/>
                  </a:lnTo>
                  <a:lnTo>
                    <a:pt x="155011" y="35712"/>
                  </a:lnTo>
                  <a:lnTo>
                    <a:pt x="150791" y="32504"/>
                  </a:lnTo>
                  <a:lnTo>
                    <a:pt x="146472" y="29431"/>
                  </a:lnTo>
                  <a:lnTo>
                    <a:pt x="142058" y="26497"/>
                  </a:lnTo>
                  <a:lnTo>
                    <a:pt x="137553" y="23705"/>
                  </a:lnTo>
                  <a:lnTo>
                    <a:pt x="132961" y="21056"/>
                  </a:lnTo>
                  <a:lnTo>
                    <a:pt x="128288" y="18555"/>
                  </a:lnTo>
                  <a:lnTo>
                    <a:pt x="123538" y="16203"/>
                  </a:lnTo>
                  <a:lnTo>
                    <a:pt x="118716" y="14002"/>
                  </a:lnTo>
                  <a:lnTo>
                    <a:pt x="113826" y="11956"/>
                  </a:lnTo>
                  <a:lnTo>
                    <a:pt x="108874" y="10066"/>
                  </a:lnTo>
                  <a:lnTo>
                    <a:pt x="103865" y="8333"/>
                  </a:lnTo>
                  <a:lnTo>
                    <a:pt x="98803" y="6761"/>
                  </a:lnTo>
                  <a:lnTo>
                    <a:pt x="93694" y="5349"/>
                  </a:lnTo>
                  <a:lnTo>
                    <a:pt x="88543" y="4101"/>
                  </a:lnTo>
                  <a:lnTo>
                    <a:pt x="83354" y="3016"/>
                  </a:lnTo>
                  <a:lnTo>
                    <a:pt x="78134" y="2096"/>
                  </a:lnTo>
                  <a:lnTo>
                    <a:pt x="72888" y="1342"/>
                  </a:lnTo>
                  <a:lnTo>
                    <a:pt x="67620" y="755"/>
                  </a:lnTo>
                  <a:lnTo>
                    <a:pt x="62336" y="336"/>
                  </a:lnTo>
                  <a:lnTo>
                    <a:pt x="57041" y="84"/>
                  </a:lnTo>
                  <a:lnTo>
                    <a:pt x="51742" y="0"/>
                  </a:lnTo>
                  <a:lnTo>
                    <a:pt x="517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483" y="1071028"/>
              <a:ext cx="167018" cy="167167"/>
            </a:xfrm>
            <a:custGeom>
              <a:avLst/>
              <a:pathLst>
                <a:path w="167018" h="167167">
                  <a:moveTo>
                    <a:pt x="167018" y="0"/>
                  </a:moveTo>
                  <a:lnTo>
                    <a:pt x="161582" y="88"/>
                  </a:lnTo>
                  <a:lnTo>
                    <a:pt x="156152" y="353"/>
                  </a:lnTo>
                  <a:lnTo>
                    <a:pt x="150734" y="795"/>
                  </a:lnTo>
                  <a:lnTo>
                    <a:pt x="145332" y="1412"/>
                  </a:lnTo>
                  <a:lnTo>
                    <a:pt x="139954" y="2205"/>
                  </a:lnTo>
                  <a:lnTo>
                    <a:pt x="134605" y="3172"/>
                  </a:lnTo>
                  <a:lnTo>
                    <a:pt x="129289" y="4313"/>
                  </a:lnTo>
                  <a:lnTo>
                    <a:pt x="124014" y="5626"/>
                  </a:lnTo>
                  <a:lnTo>
                    <a:pt x="118784" y="7109"/>
                  </a:lnTo>
                  <a:lnTo>
                    <a:pt x="113605" y="8762"/>
                  </a:lnTo>
                  <a:lnTo>
                    <a:pt x="108482" y="10583"/>
                  </a:lnTo>
                  <a:lnTo>
                    <a:pt x="103422" y="12569"/>
                  </a:lnTo>
                  <a:lnTo>
                    <a:pt x="98428" y="14719"/>
                  </a:lnTo>
                  <a:lnTo>
                    <a:pt x="93508" y="17030"/>
                  </a:lnTo>
                  <a:lnTo>
                    <a:pt x="88665" y="19499"/>
                  </a:lnTo>
                  <a:lnTo>
                    <a:pt x="83905" y="22125"/>
                  </a:lnTo>
                  <a:lnTo>
                    <a:pt x="79232" y="24904"/>
                  </a:lnTo>
                  <a:lnTo>
                    <a:pt x="74653" y="27834"/>
                  </a:lnTo>
                  <a:lnTo>
                    <a:pt x="70171" y="30911"/>
                  </a:lnTo>
                  <a:lnTo>
                    <a:pt x="65792" y="34132"/>
                  </a:lnTo>
                  <a:lnTo>
                    <a:pt x="61520" y="37494"/>
                  </a:lnTo>
                  <a:lnTo>
                    <a:pt x="57359" y="40993"/>
                  </a:lnTo>
                  <a:lnTo>
                    <a:pt x="53314" y="44625"/>
                  </a:lnTo>
                  <a:lnTo>
                    <a:pt x="49390" y="48387"/>
                  </a:lnTo>
                  <a:lnTo>
                    <a:pt x="45590" y="52275"/>
                  </a:lnTo>
                  <a:lnTo>
                    <a:pt x="41918" y="56284"/>
                  </a:lnTo>
                  <a:lnTo>
                    <a:pt x="38379" y="60410"/>
                  </a:lnTo>
                  <a:lnTo>
                    <a:pt x="34975" y="64650"/>
                  </a:lnTo>
                  <a:lnTo>
                    <a:pt x="31712" y="68997"/>
                  </a:lnTo>
                  <a:lnTo>
                    <a:pt x="28591" y="73449"/>
                  </a:lnTo>
                  <a:lnTo>
                    <a:pt x="25617" y="78000"/>
                  </a:lnTo>
                  <a:lnTo>
                    <a:pt x="22792" y="82645"/>
                  </a:lnTo>
                  <a:lnTo>
                    <a:pt x="20120" y="87379"/>
                  </a:lnTo>
                  <a:lnTo>
                    <a:pt x="17604" y="92198"/>
                  </a:lnTo>
                  <a:lnTo>
                    <a:pt x="15245" y="97096"/>
                  </a:lnTo>
                  <a:lnTo>
                    <a:pt x="13047" y="102068"/>
                  </a:lnTo>
                  <a:lnTo>
                    <a:pt x="11011" y="107109"/>
                  </a:lnTo>
                  <a:lnTo>
                    <a:pt x="9141" y="112213"/>
                  </a:lnTo>
                  <a:lnTo>
                    <a:pt x="7438" y="117376"/>
                  </a:lnTo>
                  <a:lnTo>
                    <a:pt x="5903" y="122591"/>
                  </a:lnTo>
                  <a:lnTo>
                    <a:pt x="4539" y="127854"/>
                  </a:lnTo>
                  <a:lnTo>
                    <a:pt x="3346" y="133158"/>
                  </a:lnTo>
                  <a:lnTo>
                    <a:pt x="2327" y="138498"/>
                  </a:lnTo>
                  <a:lnTo>
                    <a:pt x="1482" y="143868"/>
                  </a:lnTo>
                  <a:lnTo>
                    <a:pt x="812" y="149263"/>
                  </a:lnTo>
                  <a:lnTo>
                    <a:pt x="317" y="154677"/>
                  </a:lnTo>
                  <a:lnTo>
                    <a:pt x="0" y="160104"/>
                  </a:lnTo>
                  <a:lnTo>
                    <a:pt x="16701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483" y="1231133"/>
              <a:ext cx="167018" cy="7063"/>
            </a:xfrm>
            <a:custGeom>
              <a:avLst/>
              <a:pathLst>
                <a:path w="167018" h="7063">
                  <a:moveTo>
                    <a:pt x="0" y="0"/>
                  </a:moveTo>
                  <a:lnTo>
                    <a:pt x="167018" y="70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43" y="1072422"/>
              <a:ext cx="334304" cy="332940"/>
            </a:xfrm>
            <a:custGeom>
              <a:avLst/>
              <a:pathLst>
                <a:path w="334304" h="332940">
                  <a:moveTo>
                    <a:pt x="139" y="158710"/>
                  </a:moveTo>
                  <a:lnTo>
                    <a:pt x="0" y="164004"/>
                  </a:lnTo>
                  <a:lnTo>
                    <a:pt x="27" y="169300"/>
                  </a:lnTo>
                  <a:lnTo>
                    <a:pt x="223" y="174592"/>
                  </a:lnTo>
                  <a:lnTo>
                    <a:pt x="586" y="179876"/>
                  </a:lnTo>
                  <a:lnTo>
                    <a:pt x="1116" y="185145"/>
                  </a:lnTo>
                  <a:lnTo>
                    <a:pt x="1813" y="190395"/>
                  </a:lnTo>
                  <a:lnTo>
                    <a:pt x="2676" y="195620"/>
                  </a:lnTo>
                  <a:lnTo>
                    <a:pt x="3704" y="200815"/>
                  </a:lnTo>
                  <a:lnTo>
                    <a:pt x="4896" y="205975"/>
                  </a:lnTo>
                  <a:lnTo>
                    <a:pt x="6251" y="211094"/>
                  </a:lnTo>
                  <a:lnTo>
                    <a:pt x="7767" y="216168"/>
                  </a:lnTo>
                  <a:lnTo>
                    <a:pt x="9443" y="221192"/>
                  </a:lnTo>
                  <a:lnTo>
                    <a:pt x="11278" y="226160"/>
                  </a:lnTo>
                  <a:lnTo>
                    <a:pt x="13269" y="231067"/>
                  </a:lnTo>
                  <a:lnTo>
                    <a:pt x="15414" y="235909"/>
                  </a:lnTo>
                  <a:lnTo>
                    <a:pt x="17712" y="240680"/>
                  </a:lnTo>
                  <a:lnTo>
                    <a:pt x="20160" y="245377"/>
                  </a:lnTo>
                  <a:lnTo>
                    <a:pt x="22755" y="249993"/>
                  </a:lnTo>
                  <a:lnTo>
                    <a:pt x="25495" y="254525"/>
                  </a:lnTo>
                  <a:lnTo>
                    <a:pt x="28378" y="258967"/>
                  </a:lnTo>
                  <a:lnTo>
                    <a:pt x="31399" y="263317"/>
                  </a:lnTo>
                  <a:lnTo>
                    <a:pt x="34557" y="267568"/>
                  </a:lnTo>
                  <a:lnTo>
                    <a:pt x="37848" y="271717"/>
                  </a:lnTo>
                  <a:lnTo>
                    <a:pt x="41269" y="275760"/>
                  </a:lnTo>
                  <a:lnTo>
                    <a:pt x="44816" y="279692"/>
                  </a:lnTo>
                  <a:lnTo>
                    <a:pt x="48486" y="283510"/>
                  </a:lnTo>
                  <a:lnTo>
                    <a:pt x="52275" y="287210"/>
                  </a:lnTo>
                  <a:lnTo>
                    <a:pt x="56179" y="290788"/>
                  </a:lnTo>
                  <a:lnTo>
                    <a:pt x="60195" y="294241"/>
                  </a:lnTo>
                  <a:lnTo>
                    <a:pt x="64318" y="297565"/>
                  </a:lnTo>
                  <a:lnTo>
                    <a:pt x="68544" y="300756"/>
                  </a:lnTo>
                  <a:lnTo>
                    <a:pt x="72869" y="303812"/>
                  </a:lnTo>
                  <a:lnTo>
                    <a:pt x="77289" y="306729"/>
                  </a:lnTo>
                  <a:lnTo>
                    <a:pt x="81799" y="309505"/>
                  </a:lnTo>
                  <a:lnTo>
                    <a:pt x="86395" y="312137"/>
                  </a:lnTo>
                  <a:lnTo>
                    <a:pt x="91071" y="314622"/>
                  </a:lnTo>
                  <a:lnTo>
                    <a:pt x="95824" y="316957"/>
                  </a:lnTo>
                  <a:lnTo>
                    <a:pt x="100649" y="319141"/>
                  </a:lnTo>
                  <a:lnTo>
                    <a:pt x="105541" y="321171"/>
                  </a:lnTo>
                  <a:lnTo>
                    <a:pt x="110494" y="323044"/>
                  </a:lnTo>
                  <a:lnTo>
                    <a:pt x="115504" y="324760"/>
                  </a:lnTo>
                  <a:lnTo>
                    <a:pt x="120566" y="326317"/>
                  </a:lnTo>
                  <a:lnTo>
                    <a:pt x="125675" y="327712"/>
                  </a:lnTo>
                  <a:lnTo>
                    <a:pt x="130825" y="328945"/>
                  </a:lnTo>
                  <a:lnTo>
                    <a:pt x="136012" y="330014"/>
                  </a:lnTo>
                  <a:lnTo>
                    <a:pt x="141230" y="330918"/>
                  </a:lnTo>
                  <a:lnTo>
                    <a:pt x="146474" y="331656"/>
                  </a:lnTo>
                  <a:lnTo>
                    <a:pt x="151739" y="332228"/>
                  </a:lnTo>
                  <a:lnTo>
                    <a:pt x="157019" y="332633"/>
                  </a:lnTo>
                  <a:lnTo>
                    <a:pt x="162310" y="332871"/>
                  </a:lnTo>
                  <a:lnTo>
                    <a:pt x="167605" y="332940"/>
                  </a:lnTo>
                  <a:lnTo>
                    <a:pt x="172900" y="332842"/>
                  </a:lnTo>
                  <a:lnTo>
                    <a:pt x="178189" y="332577"/>
                  </a:lnTo>
                  <a:lnTo>
                    <a:pt x="183467" y="332143"/>
                  </a:lnTo>
                  <a:lnTo>
                    <a:pt x="188729" y="331543"/>
                  </a:lnTo>
                  <a:lnTo>
                    <a:pt x="193969" y="330777"/>
                  </a:lnTo>
                  <a:lnTo>
                    <a:pt x="199182" y="329845"/>
                  </a:lnTo>
                  <a:lnTo>
                    <a:pt x="204363" y="328748"/>
                  </a:lnTo>
                  <a:lnTo>
                    <a:pt x="209507" y="327488"/>
                  </a:lnTo>
                  <a:lnTo>
                    <a:pt x="214608" y="326065"/>
                  </a:lnTo>
                  <a:lnTo>
                    <a:pt x="219662" y="324482"/>
                  </a:lnTo>
                  <a:lnTo>
                    <a:pt x="224662" y="322739"/>
                  </a:lnTo>
                  <a:lnTo>
                    <a:pt x="229606" y="320839"/>
                  </a:lnTo>
                  <a:lnTo>
                    <a:pt x="234486" y="318783"/>
                  </a:lnTo>
                  <a:lnTo>
                    <a:pt x="239299" y="316573"/>
                  </a:lnTo>
                  <a:lnTo>
                    <a:pt x="244039" y="314212"/>
                  </a:lnTo>
                  <a:lnTo>
                    <a:pt x="248703" y="311703"/>
                  </a:lnTo>
                  <a:lnTo>
                    <a:pt x="253284" y="309046"/>
                  </a:lnTo>
                  <a:lnTo>
                    <a:pt x="257779" y="306246"/>
                  </a:lnTo>
                  <a:lnTo>
                    <a:pt x="262184" y="303305"/>
                  </a:lnTo>
                  <a:lnTo>
                    <a:pt x="266492" y="300226"/>
                  </a:lnTo>
                  <a:lnTo>
                    <a:pt x="270701" y="297012"/>
                  </a:lnTo>
                  <a:lnTo>
                    <a:pt x="274806" y="293667"/>
                  </a:lnTo>
                  <a:lnTo>
                    <a:pt x="278804" y="290193"/>
                  </a:lnTo>
                  <a:lnTo>
                    <a:pt x="282689" y="286594"/>
                  </a:lnTo>
                  <a:lnTo>
                    <a:pt x="286458" y="282874"/>
                  </a:lnTo>
                  <a:lnTo>
                    <a:pt x="290107" y="279036"/>
                  </a:lnTo>
                  <a:lnTo>
                    <a:pt x="293633" y="275084"/>
                  </a:lnTo>
                  <a:lnTo>
                    <a:pt x="297032" y="271023"/>
                  </a:lnTo>
                  <a:lnTo>
                    <a:pt x="300301" y="266857"/>
                  </a:lnTo>
                  <a:lnTo>
                    <a:pt x="303436" y="262589"/>
                  </a:lnTo>
                  <a:lnTo>
                    <a:pt x="306434" y="258223"/>
                  </a:lnTo>
                  <a:lnTo>
                    <a:pt x="309293" y="253765"/>
                  </a:lnTo>
                  <a:lnTo>
                    <a:pt x="312009" y="249219"/>
                  </a:lnTo>
                  <a:lnTo>
                    <a:pt x="314579" y="244589"/>
                  </a:lnTo>
                  <a:lnTo>
                    <a:pt x="317002" y="239879"/>
                  </a:lnTo>
                  <a:lnTo>
                    <a:pt x="319274" y="235096"/>
                  </a:lnTo>
                  <a:lnTo>
                    <a:pt x="321393" y="230242"/>
                  </a:lnTo>
                  <a:lnTo>
                    <a:pt x="323358" y="225325"/>
                  </a:lnTo>
                  <a:lnTo>
                    <a:pt x="325166" y="220347"/>
                  </a:lnTo>
                  <a:lnTo>
                    <a:pt x="326815" y="215314"/>
                  </a:lnTo>
                  <a:lnTo>
                    <a:pt x="328305" y="210232"/>
                  </a:lnTo>
                  <a:lnTo>
                    <a:pt x="329632" y="205106"/>
                  </a:lnTo>
                  <a:lnTo>
                    <a:pt x="330796" y="199939"/>
                  </a:lnTo>
                  <a:lnTo>
                    <a:pt x="331796" y="194739"/>
                  </a:lnTo>
                  <a:lnTo>
                    <a:pt x="332631" y="189509"/>
                  </a:lnTo>
                  <a:lnTo>
                    <a:pt x="333300" y="184256"/>
                  </a:lnTo>
                  <a:lnTo>
                    <a:pt x="333802" y="178984"/>
                  </a:lnTo>
                  <a:lnTo>
                    <a:pt x="334137" y="173699"/>
                  </a:lnTo>
                  <a:lnTo>
                    <a:pt x="334304" y="168405"/>
                  </a:lnTo>
                  <a:lnTo>
                    <a:pt x="334304" y="163110"/>
                  </a:lnTo>
                  <a:lnTo>
                    <a:pt x="334136" y="157816"/>
                  </a:lnTo>
                  <a:lnTo>
                    <a:pt x="333800" y="152531"/>
                  </a:lnTo>
                  <a:lnTo>
                    <a:pt x="333297" y="147259"/>
                  </a:lnTo>
                  <a:lnTo>
                    <a:pt x="332627" y="142006"/>
                  </a:lnTo>
                  <a:lnTo>
                    <a:pt x="331791" y="136777"/>
                  </a:lnTo>
                  <a:lnTo>
                    <a:pt x="330790" y="131576"/>
                  </a:lnTo>
                  <a:lnTo>
                    <a:pt x="329624" y="126410"/>
                  </a:lnTo>
                  <a:lnTo>
                    <a:pt x="328296" y="121284"/>
                  </a:lnTo>
                  <a:lnTo>
                    <a:pt x="326806" y="116202"/>
                  </a:lnTo>
                  <a:lnTo>
                    <a:pt x="325156" y="111170"/>
                  </a:lnTo>
                  <a:lnTo>
                    <a:pt x="323347" y="106192"/>
                  </a:lnTo>
                  <a:lnTo>
                    <a:pt x="321381" y="101275"/>
                  </a:lnTo>
                  <a:lnTo>
                    <a:pt x="319261" y="96422"/>
                  </a:lnTo>
                  <a:lnTo>
                    <a:pt x="316988" y="91639"/>
                  </a:lnTo>
                  <a:lnTo>
                    <a:pt x="314564" y="86930"/>
                  </a:lnTo>
                  <a:lnTo>
                    <a:pt x="311993" y="82300"/>
                  </a:lnTo>
                  <a:lnTo>
                    <a:pt x="309276" y="77755"/>
                  </a:lnTo>
                  <a:lnTo>
                    <a:pt x="306417" y="73297"/>
                  </a:lnTo>
                  <a:lnTo>
                    <a:pt x="303417" y="68932"/>
                  </a:lnTo>
                  <a:lnTo>
                    <a:pt x="300281" y="64665"/>
                  </a:lnTo>
                  <a:lnTo>
                    <a:pt x="297012" y="60499"/>
                  </a:lnTo>
                  <a:lnTo>
                    <a:pt x="293612" y="56438"/>
                  </a:lnTo>
                  <a:lnTo>
                    <a:pt x="290085" y="52488"/>
                  </a:lnTo>
                  <a:lnTo>
                    <a:pt x="286435" y="48651"/>
                  </a:lnTo>
                  <a:lnTo>
                    <a:pt x="282665" y="44931"/>
                  </a:lnTo>
                  <a:lnTo>
                    <a:pt x="278780" y="41333"/>
                  </a:lnTo>
                  <a:lnTo>
                    <a:pt x="274782" y="37860"/>
                  </a:lnTo>
                  <a:lnTo>
                    <a:pt x="270676" y="34515"/>
                  </a:lnTo>
                  <a:lnTo>
                    <a:pt x="266466" y="31302"/>
                  </a:lnTo>
                  <a:lnTo>
                    <a:pt x="262157" y="28223"/>
                  </a:lnTo>
                  <a:lnTo>
                    <a:pt x="257752" y="25283"/>
                  </a:lnTo>
                  <a:lnTo>
                    <a:pt x="253257" y="22484"/>
                  </a:lnTo>
                  <a:lnTo>
                    <a:pt x="248675" y="19829"/>
                  </a:lnTo>
                  <a:lnTo>
                    <a:pt x="244011" y="17320"/>
                  </a:lnTo>
                  <a:lnTo>
                    <a:pt x="239270" y="14960"/>
                  </a:lnTo>
                  <a:lnTo>
                    <a:pt x="234457" y="12751"/>
                  </a:lnTo>
                  <a:lnTo>
                    <a:pt x="229576" y="10696"/>
                  </a:lnTo>
                  <a:lnTo>
                    <a:pt x="224632" y="8797"/>
                  </a:lnTo>
                  <a:lnTo>
                    <a:pt x="219631" y="7055"/>
                  </a:lnTo>
                  <a:lnTo>
                    <a:pt x="214577" y="5473"/>
                  </a:lnTo>
                  <a:lnTo>
                    <a:pt x="209476" y="4051"/>
                  </a:lnTo>
                  <a:lnTo>
                    <a:pt x="204332" y="2792"/>
                  </a:lnTo>
                  <a:lnTo>
                    <a:pt x="199151" y="1696"/>
                  </a:lnTo>
                  <a:lnTo>
                    <a:pt x="193937" y="765"/>
                  </a:lnTo>
                  <a:lnTo>
                    <a:pt x="188697" y="0"/>
                  </a:lnTo>
                  <a:lnTo>
                    <a:pt x="167158" y="165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21539" cy="167167"/>
            </a:xfrm>
            <a:custGeom>
              <a:avLst/>
              <a:pathLst>
                <a:path w="21539" h="167167">
                  <a:moveTo>
                    <a:pt x="21539" y="1393"/>
                  </a:moveTo>
                  <a:lnTo>
                    <a:pt x="14381" y="619"/>
                  </a:lnTo>
                  <a:lnTo>
                    <a:pt x="7197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6326" y="1322571"/>
              <a:ext cx="52394" cy="167167"/>
            </a:xfrm>
            <a:custGeom>
              <a:avLst/>
              <a:pathLst>
                <a:path w="52394" h="167167">
                  <a:moveTo>
                    <a:pt x="52394" y="0"/>
                  </a:moveTo>
                  <a:lnTo>
                    <a:pt x="46474" y="104"/>
                  </a:lnTo>
                  <a:lnTo>
                    <a:pt x="40561" y="419"/>
                  </a:lnTo>
                  <a:lnTo>
                    <a:pt x="34663" y="942"/>
                  </a:lnTo>
                  <a:lnTo>
                    <a:pt x="28787" y="1675"/>
                  </a:lnTo>
                  <a:lnTo>
                    <a:pt x="22941" y="2614"/>
                  </a:lnTo>
                  <a:lnTo>
                    <a:pt x="17132" y="3761"/>
                  </a:lnTo>
                  <a:lnTo>
                    <a:pt x="11368" y="5112"/>
                  </a:lnTo>
                  <a:lnTo>
                    <a:pt x="5654" y="6667"/>
                  </a:lnTo>
                  <a:lnTo>
                    <a:pt x="0" y="8423"/>
                  </a:lnTo>
                  <a:lnTo>
                    <a:pt x="5239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6326" y="1330994"/>
              <a:ext cx="52394" cy="158744"/>
            </a:xfrm>
            <a:custGeom>
              <a:avLst/>
              <a:pathLst>
                <a:path w="52394" h="158744">
                  <a:moveTo>
                    <a:pt x="0" y="0"/>
                  </a:moveTo>
                  <a:lnTo>
                    <a:pt x="52394" y="1587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70" y="1330994"/>
              <a:ext cx="334302" cy="325911"/>
            </a:xfrm>
            <a:custGeom>
              <a:avLst/>
              <a:pathLst>
                <a:path w="334302" h="325911">
                  <a:moveTo>
                    <a:pt x="114756" y="0"/>
                  </a:moveTo>
                  <a:lnTo>
                    <a:pt x="109745" y="1742"/>
                  </a:lnTo>
                  <a:lnTo>
                    <a:pt x="104791" y="3643"/>
                  </a:lnTo>
                  <a:lnTo>
                    <a:pt x="99901" y="5700"/>
                  </a:lnTo>
                  <a:lnTo>
                    <a:pt x="95078" y="7911"/>
                  </a:lnTo>
                  <a:lnTo>
                    <a:pt x="90328" y="10274"/>
                  </a:lnTo>
                  <a:lnTo>
                    <a:pt x="85655" y="12787"/>
                  </a:lnTo>
                  <a:lnTo>
                    <a:pt x="81064" y="15447"/>
                  </a:lnTo>
                  <a:lnTo>
                    <a:pt x="76560" y="18251"/>
                  </a:lnTo>
                  <a:lnTo>
                    <a:pt x="72147" y="21196"/>
                  </a:lnTo>
                  <a:lnTo>
                    <a:pt x="67830" y="24280"/>
                  </a:lnTo>
                  <a:lnTo>
                    <a:pt x="63613" y="27500"/>
                  </a:lnTo>
                  <a:lnTo>
                    <a:pt x="59500" y="30852"/>
                  </a:lnTo>
                  <a:lnTo>
                    <a:pt x="55496" y="34332"/>
                  </a:lnTo>
                  <a:lnTo>
                    <a:pt x="51604" y="37938"/>
                  </a:lnTo>
                  <a:lnTo>
                    <a:pt x="47829" y="41666"/>
                  </a:lnTo>
                  <a:lnTo>
                    <a:pt x="44173" y="45511"/>
                  </a:lnTo>
                  <a:lnTo>
                    <a:pt x="40642" y="49471"/>
                  </a:lnTo>
                  <a:lnTo>
                    <a:pt x="37238" y="53540"/>
                  </a:lnTo>
                  <a:lnTo>
                    <a:pt x="33965" y="57716"/>
                  </a:lnTo>
                  <a:lnTo>
                    <a:pt x="30826" y="61993"/>
                  </a:lnTo>
                  <a:lnTo>
                    <a:pt x="27824" y="66368"/>
                  </a:lnTo>
                  <a:lnTo>
                    <a:pt x="24963" y="70836"/>
                  </a:lnTo>
                  <a:lnTo>
                    <a:pt x="22245" y="75393"/>
                  </a:lnTo>
                  <a:lnTo>
                    <a:pt x="19673" y="80033"/>
                  </a:lnTo>
                  <a:lnTo>
                    <a:pt x="17249" y="84753"/>
                  </a:lnTo>
                  <a:lnTo>
                    <a:pt x="14977" y="89547"/>
                  </a:lnTo>
                  <a:lnTo>
                    <a:pt x="12858" y="94411"/>
                  </a:lnTo>
                  <a:lnTo>
                    <a:pt x="10894" y="99339"/>
                  </a:lnTo>
                  <a:lnTo>
                    <a:pt x="9087" y="104328"/>
                  </a:lnTo>
                  <a:lnTo>
                    <a:pt x="7440" y="109371"/>
                  </a:lnTo>
                  <a:lnTo>
                    <a:pt x="5954" y="114465"/>
                  </a:lnTo>
                  <a:lnTo>
                    <a:pt x="4630" y="119602"/>
                  </a:lnTo>
                  <a:lnTo>
                    <a:pt x="3470" y="124779"/>
                  </a:lnTo>
                  <a:lnTo>
                    <a:pt x="2474" y="129991"/>
                  </a:lnTo>
                  <a:lnTo>
                    <a:pt x="1645" y="135231"/>
                  </a:lnTo>
                  <a:lnTo>
                    <a:pt x="982" y="140495"/>
                  </a:lnTo>
                  <a:lnTo>
                    <a:pt x="486" y="145777"/>
                  </a:lnTo>
                  <a:lnTo>
                    <a:pt x="159" y="151073"/>
                  </a:lnTo>
                  <a:lnTo>
                    <a:pt x="0" y="156376"/>
                  </a:lnTo>
                  <a:lnTo>
                    <a:pt x="9" y="161682"/>
                  </a:lnTo>
                  <a:lnTo>
                    <a:pt x="186" y="166984"/>
                  </a:lnTo>
                  <a:lnTo>
                    <a:pt x="532" y="172278"/>
                  </a:lnTo>
                  <a:lnTo>
                    <a:pt x="1045" y="177559"/>
                  </a:lnTo>
                  <a:lnTo>
                    <a:pt x="1726" y="182821"/>
                  </a:lnTo>
                  <a:lnTo>
                    <a:pt x="2573" y="188058"/>
                  </a:lnTo>
                  <a:lnTo>
                    <a:pt x="3586" y="193266"/>
                  </a:lnTo>
                  <a:lnTo>
                    <a:pt x="4764" y="198439"/>
                  </a:lnTo>
                  <a:lnTo>
                    <a:pt x="6106" y="203573"/>
                  </a:lnTo>
                  <a:lnTo>
                    <a:pt x="7609" y="208661"/>
                  </a:lnTo>
                  <a:lnTo>
                    <a:pt x="9274" y="213698"/>
                  </a:lnTo>
                  <a:lnTo>
                    <a:pt x="11097" y="218681"/>
                  </a:lnTo>
                  <a:lnTo>
                    <a:pt x="13078" y="223603"/>
                  </a:lnTo>
                  <a:lnTo>
                    <a:pt x="15214" y="228459"/>
                  </a:lnTo>
                  <a:lnTo>
                    <a:pt x="17502" y="233246"/>
                  </a:lnTo>
                  <a:lnTo>
                    <a:pt x="19942" y="237957"/>
                  </a:lnTo>
                  <a:lnTo>
                    <a:pt x="22530" y="242589"/>
                  </a:lnTo>
                  <a:lnTo>
                    <a:pt x="25264" y="247136"/>
                  </a:lnTo>
                  <a:lnTo>
                    <a:pt x="28140" y="251594"/>
                  </a:lnTo>
                  <a:lnTo>
                    <a:pt x="31157" y="255959"/>
                  </a:lnTo>
                  <a:lnTo>
                    <a:pt x="34310" y="260225"/>
                  </a:lnTo>
                  <a:lnTo>
                    <a:pt x="37597" y="264390"/>
                  </a:lnTo>
                  <a:lnTo>
                    <a:pt x="41015" y="268448"/>
                  </a:lnTo>
                  <a:lnTo>
                    <a:pt x="44560" y="272395"/>
                  </a:lnTo>
                  <a:lnTo>
                    <a:pt x="48228" y="276228"/>
                  </a:lnTo>
                  <a:lnTo>
                    <a:pt x="52017" y="279943"/>
                  </a:lnTo>
                  <a:lnTo>
                    <a:pt x="55921" y="283536"/>
                  </a:lnTo>
                  <a:lnTo>
                    <a:pt x="59937" y="287003"/>
                  </a:lnTo>
                  <a:lnTo>
                    <a:pt x="64061" y="290340"/>
                  </a:lnTo>
                  <a:lnTo>
                    <a:pt x="68289" y="293545"/>
                  </a:lnTo>
                  <a:lnTo>
                    <a:pt x="72617" y="296615"/>
                  </a:lnTo>
                  <a:lnTo>
                    <a:pt x="77039" y="299545"/>
                  </a:lnTo>
                  <a:lnTo>
                    <a:pt x="81553" y="302334"/>
                  </a:lnTo>
                  <a:lnTo>
                    <a:pt x="86153" y="304978"/>
                  </a:lnTo>
                  <a:lnTo>
                    <a:pt x="90834" y="307475"/>
                  </a:lnTo>
                  <a:lnTo>
                    <a:pt x="95592" y="309822"/>
                  </a:lnTo>
                  <a:lnTo>
                    <a:pt x="100423" y="312016"/>
                  </a:lnTo>
                  <a:lnTo>
                    <a:pt x="105320" y="314057"/>
                  </a:lnTo>
                  <a:lnTo>
                    <a:pt x="110280" y="315941"/>
                  </a:lnTo>
                  <a:lnTo>
                    <a:pt x="115297" y="317666"/>
                  </a:lnTo>
                  <a:lnTo>
                    <a:pt x="120367" y="319232"/>
                  </a:lnTo>
                  <a:lnTo>
                    <a:pt x="125483" y="320635"/>
                  </a:lnTo>
                  <a:lnTo>
                    <a:pt x="130642" y="321876"/>
                  </a:lnTo>
                  <a:lnTo>
                    <a:pt x="135837" y="322952"/>
                  </a:lnTo>
                  <a:lnTo>
                    <a:pt x="141064" y="323863"/>
                  </a:lnTo>
                  <a:lnTo>
                    <a:pt x="146317" y="324608"/>
                  </a:lnTo>
                  <a:lnTo>
                    <a:pt x="151591" y="325186"/>
                  </a:lnTo>
                  <a:lnTo>
                    <a:pt x="156880" y="325596"/>
                  </a:lnTo>
                  <a:lnTo>
                    <a:pt x="162180" y="325837"/>
                  </a:lnTo>
                  <a:lnTo>
                    <a:pt x="167485" y="325911"/>
                  </a:lnTo>
                  <a:lnTo>
                    <a:pt x="172790" y="325816"/>
                  </a:lnTo>
                  <a:lnTo>
                    <a:pt x="178089" y="325553"/>
                  </a:lnTo>
                  <a:lnTo>
                    <a:pt x="183377" y="325122"/>
                  </a:lnTo>
                  <a:lnTo>
                    <a:pt x="188649" y="324523"/>
                  </a:lnTo>
                  <a:lnTo>
                    <a:pt x="193899" y="323757"/>
                  </a:lnTo>
                  <a:lnTo>
                    <a:pt x="199122" y="322825"/>
                  </a:lnTo>
                  <a:lnTo>
                    <a:pt x="204313" y="321728"/>
                  </a:lnTo>
                  <a:lnTo>
                    <a:pt x="209466" y="320467"/>
                  </a:lnTo>
                  <a:lnTo>
                    <a:pt x="214577" y="319043"/>
                  </a:lnTo>
                  <a:lnTo>
                    <a:pt x="219640" y="317457"/>
                  </a:lnTo>
                  <a:lnTo>
                    <a:pt x="224650" y="315711"/>
                  </a:lnTo>
                  <a:lnTo>
                    <a:pt x="229603" y="313807"/>
                  </a:lnTo>
                  <a:lnTo>
                    <a:pt x="234492" y="311747"/>
                  </a:lnTo>
                  <a:lnTo>
                    <a:pt x="239313" y="309533"/>
                  </a:lnTo>
                  <a:lnTo>
                    <a:pt x="244062" y="307167"/>
                  </a:lnTo>
                  <a:lnTo>
                    <a:pt x="248734" y="304652"/>
                  </a:lnTo>
                  <a:lnTo>
                    <a:pt x="253323" y="301989"/>
                  </a:lnTo>
                  <a:lnTo>
                    <a:pt x="257825" y="299183"/>
                  </a:lnTo>
                  <a:lnTo>
                    <a:pt x="262236" y="296234"/>
                  </a:lnTo>
                  <a:lnTo>
                    <a:pt x="266551" y="293148"/>
                  </a:lnTo>
                  <a:lnTo>
                    <a:pt x="270766" y="289926"/>
                  </a:lnTo>
                  <a:lnTo>
                    <a:pt x="274877" y="286571"/>
                  </a:lnTo>
                  <a:lnTo>
                    <a:pt x="278879" y="283088"/>
                  </a:lnTo>
                  <a:lnTo>
                    <a:pt x="282769" y="279480"/>
                  </a:lnTo>
                  <a:lnTo>
                    <a:pt x="286542" y="275750"/>
                  </a:lnTo>
                  <a:lnTo>
                    <a:pt x="290195" y="271903"/>
                  </a:lnTo>
                  <a:lnTo>
                    <a:pt x="293724" y="267941"/>
                  </a:lnTo>
                  <a:lnTo>
                    <a:pt x="297126" y="263869"/>
                  </a:lnTo>
                  <a:lnTo>
                    <a:pt x="300396" y="259692"/>
                  </a:lnTo>
                  <a:lnTo>
                    <a:pt x="303533" y="255412"/>
                  </a:lnTo>
                  <a:lnTo>
                    <a:pt x="306532" y="251036"/>
                  </a:lnTo>
                  <a:lnTo>
                    <a:pt x="309390" y="246566"/>
                  </a:lnTo>
                  <a:lnTo>
                    <a:pt x="312106" y="242008"/>
                  </a:lnTo>
                  <a:lnTo>
                    <a:pt x="314675" y="237366"/>
                  </a:lnTo>
                  <a:lnTo>
                    <a:pt x="317096" y="232645"/>
                  </a:lnTo>
                  <a:lnTo>
                    <a:pt x="319365" y="227849"/>
                  </a:lnTo>
                  <a:lnTo>
                    <a:pt x="321481" y="222984"/>
                  </a:lnTo>
                  <a:lnTo>
                    <a:pt x="323442" y="218054"/>
                  </a:lnTo>
                  <a:lnTo>
                    <a:pt x="325246" y="213065"/>
                  </a:lnTo>
                  <a:lnTo>
                    <a:pt x="326890" y="208020"/>
                  </a:lnTo>
                  <a:lnTo>
                    <a:pt x="328373" y="202926"/>
                  </a:lnTo>
                  <a:lnTo>
                    <a:pt x="329694" y="197788"/>
                  </a:lnTo>
                  <a:lnTo>
                    <a:pt x="330851" y="192610"/>
                  </a:lnTo>
                  <a:lnTo>
                    <a:pt x="331844" y="187398"/>
                  </a:lnTo>
                  <a:lnTo>
                    <a:pt x="332670" y="182157"/>
                  </a:lnTo>
                  <a:lnTo>
                    <a:pt x="333330" y="176893"/>
                  </a:lnTo>
                  <a:lnTo>
                    <a:pt x="333822" y="171610"/>
                  </a:lnTo>
                  <a:lnTo>
                    <a:pt x="334146" y="166314"/>
                  </a:lnTo>
                  <a:lnTo>
                    <a:pt x="334302" y="161011"/>
                  </a:lnTo>
                  <a:lnTo>
                    <a:pt x="334290" y="155705"/>
                  </a:lnTo>
                  <a:lnTo>
                    <a:pt x="334109" y="150403"/>
                  </a:lnTo>
                  <a:lnTo>
                    <a:pt x="333761" y="145109"/>
                  </a:lnTo>
                  <a:lnTo>
                    <a:pt x="333244" y="139829"/>
                  </a:lnTo>
                  <a:lnTo>
                    <a:pt x="332560" y="134567"/>
                  </a:lnTo>
                  <a:lnTo>
                    <a:pt x="331710" y="129330"/>
                  </a:lnTo>
                  <a:lnTo>
                    <a:pt x="330693" y="124123"/>
                  </a:lnTo>
                  <a:lnTo>
                    <a:pt x="329512" y="118951"/>
                  </a:lnTo>
                  <a:lnTo>
                    <a:pt x="328168" y="113818"/>
                  </a:lnTo>
                  <a:lnTo>
                    <a:pt x="326661" y="108731"/>
                  </a:lnTo>
                  <a:lnTo>
                    <a:pt x="324993" y="103694"/>
                  </a:lnTo>
                  <a:lnTo>
                    <a:pt x="323167" y="98713"/>
                  </a:lnTo>
                  <a:lnTo>
                    <a:pt x="321183" y="93792"/>
                  </a:lnTo>
                  <a:lnTo>
                    <a:pt x="319045" y="88937"/>
                  </a:lnTo>
                  <a:lnTo>
                    <a:pt x="316753" y="84152"/>
                  </a:lnTo>
                  <a:lnTo>
                    <a:pt x="314310" y="79442"/>
                  </a:lnTo>
                  <a:lnTo>
                    <a:pt x="311720" y="74812"/>
                  </a:lnTo>
                  <a:lnTo>
                    <a:pt x="308983" y="70266"/>
                  </a:lnTo>
                  <a:lnTo>
                    <a:pt x="306104" y="65810"/>
                  </a:lnTo>
                  <a:lnTo>
                    <a:pt x="303085" y="61447"/>
                  </a:lnTo>
                  <a:lnTo>
                    <a:pt x="299929" y="57182"/>
                  </a:lnTo>
                  <a:lnTo>
                    <a:pt x="296639" y="53020"/>
                  </a:lnTo>
                  <a:lnTo>
                    <a:pt x="293219" y="48964"/>
                  </a:lnTo>
                  <a:lnTo>
                    <a:pt x="289672" y="45019"/>
                  </a:lnTo>
                  <a:lnTo>
                    <a:pt x="286001" y="41188"/>
                  </a:lnTo>
                  <a:lnTo>
                    <a:pt x="282211" y="37475"/>
                  </a:lnTo>
                  <a:lnTo>
                    <a:pt x="278304" y="33885"/>
                  </a:lnTo>
                  <a:lnTo>
                    <a:pt x="274286" y="30421"/>
                  </a:lnTo>
                  <a:lnTo>
                    <a:pt x="270160" y="27085"/>
                  </a:lnTo>
                  <a:lnTo>
                    <a:pt x="167150" y="1587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103009" cy="167167"/>
            </a:xfrm>
            <a:custGeom>
              <a:avLst/>
              <a:pathLst>
                <a:path w="103009" h="167167">
                  <a:moveTo>
                    <a:pt x="103009" y="35508"/>
                  </a:moveTo>
                  <a:lnTo>
                    <a:pt x="98583" y="32162"/>
                  </a:lnTo>
                  <a:lnTo>
                    <a:pt x="94048" y="28965"/>
                  </a:lnTo>
                  <a:lnTo>
                    <a:pt x="89409" y="25919"/>
                  </a:lnTo>
                  <a:lnTo>
                    <a:pt x="84672" y="23030"/>
                  </a:lnTo>
                  <a:lnTo>
                    <a:pt x="79841" y="20299"/>
                  </a:lnTo>
                  <a:lnTo>
                    <a:pt x="74923" y="17730"/>
                  </a:lnTo>
                  <a:lnTo>
                    <a:pt x="69922" y="15325"/>
                  </a:lnTo>
                  <a:lnTo>
                    <a:pt x="64843" y="13088"/>
                  </a:lnTo>
                  <a:lnTo>
                    <a:pt x="59694" y="11021"/>
                  </a:lnTo>
                  <a:lnTo>
                    <a:pt x="54479" y="9126"/>
                  </a:lnTo>
                  <a:lnTo>
                    <a:pt x="49203" y="7405"/>
                  </a:lnTo>
                  <a:lnTo>
                    <a:pt x="43874" y="5860"/>
                  </a:lnTo>
                  <a:lnTo>
                    <a:pt x="38496" y="4492"/>
                  </a:lnTo>
                  <a:lnTo>
                    <a:pt x="33075" y="3304"/>
                  </a:lnTo>
                  <a:lnTo>
                    <a:pt x="27619" y="2297"/>
                  </a:lnTo>
                  <a:lnTo>
                    <a:pt x="22131" y="1471"/>
                  </a:lnTo>
                  <a:lnTo>
                    <a:pt x="16620" y="828"/>
                  </a:lnTo>
                  <a:lnTo>
                    <a:pt x="11090" y="368"/>
                  </a:lnTo>
                  <a:lnTo>
                    <a:pt x="5548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021" y="1681503"/>
              <a:ext cx="2503" cy="167167"/>
            </a:xfrm>
            <a:custGeom>
              <a:avLst/>
              <a:pathLst>
                <a:path w="2503" h="167167">
                  <a:moveTo>
                    <a:pt x="2503" y="0"/>
                  </a:moveTo>
                  <a:lnTo>
                    <a:pt x="0" y="18"/>
                  </a:lnTo>
                  <a:lnTo>
                    <a:pt x="25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4021" y="1681522"/>
              <a:ext cx="2503" cy="167148"/>
            </a:xfrm>
            <a:custGeom>
              <a:avLst/>
              <a:pathLst>
                <a:path w="2503" h="167148">
                  <a:moveTo>
                    <a:pt x="0" y="0"/>
                  </a:moveTo>
                  <a:lnTo>
                    <a:pt x="2503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66760" y="1681522"/>
              <a:ext cx="119764" cy="167148"/>
            </a:xfrm>
            <a:custGeom>
              <a:avLst/>
              <a:pathLst>
                <a:path w="119764" h="167148">
                  <a:moveTo>
                    <a:pt x="117261" y="0"/>
                  </a:moveTo>
                  <a:lnTo>
                    <a:pt x="111568" y="182"/>
                  </a:lnTo>
                  <a:lnTo>
                    <a:pt x="105885" y="558"/>
                  </a:lnTo>
                  <a:lnTo>
                    <a:pt x="100218" y="1127"/>
                  </a:lnTo>
                  <a:lnTo>
                    <a:pt x="94573" y="1890"/>
                  </a:lnTo>
                  <a:lnTo>
                    <a:pt x="88958" y="2844"/>
                  </a:lnTo>
                  <a:lnTo>
                    <a:pt x="83378" y="3989"/>
                  </a:lnTo>
                  <a:lnTo>
                    <a:pt x="77841" y="5323"/>
                  </a:lnTo>
                  <a:lnTo>
                    <a:pt x="72352" y="6845"/>
                  </a:lnTo>
                  <a:lnTo>
                    <a:pt x="66919" y="8554"/>
                  </a:lnTo>
                  <a:lnTo>
                    <a:pt x="61546" y="10446"/>
                  </a:lnTo>
                  <a:lnTo>
                    <a:pt x="56242" y="12520"/>
                  </a:lnTo>
                  <a:lnTo>
                    <a:pt x="51011" y="14774"/>
                  </a:lnTo>
                  <a:lnTo>
                    <a:pt x="45860" y="17205"/>
                  </a:lnTo>
                  <a:lnTo>
                    <a:pt x="40794" y="19810"/>
                  </a:lnTo>
                  <a:lnTo>
                    <a:pt x="35821" y="22585"/>
                  </a:lnTo>
                  <a:lnTo>
                    <a:pt x="30944" y="25529"/>
                  </a:lnTo>
                  <a:lnTo>
                    <a:pt x="26171" y="28637"/>
                  </a:lnTo>
                  <a:lnTo>
                    <a:pt x="21507" y="31906"/>
                  </a:lnTo>
                  <a:lnTo>
                    <a:pt x="16957" y="35332"/>
                  </a:lnTo>
                  <a:lnTo>
                    <a:pt x="12526" y="38911"/>
                  </a:lnTo>
                  <a:lnTo>
                    <a:pt x="8219" y="42639"/>
                  </a:lnTo>
                  <a:lnTo>
                    <a:pt x="4042" y="46511"/>
                  </a:lnTo>
                  <a:lnTo>
                    <a:pt x="0" y="50523"/>
                  </a:lnTo>
                  <a:lnTo>
                    <a:pt x="119764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68" y="1681503"/>
              <a:ext cx="334307" cy="334334"/>
            </a:xfrm>
            <a:custGeom>
              <a:avLst/>
              <a:pathLst>
                <a:path w="334307" h="334334">
                  <a:moveTo>
                    <a:pt x="47391" y="50542"/>
                  </a:moveTo>
                  <a:lnTo>
                    <a:pt x="43755" y="54397"/>
                  </a:lnTo>
                  <a:lnTo>
                    <a:pt x="40243" y="58365"/>
                  </a:lnTo>
                  <a:lnTo>
                    <a:pt x="36858" y="62443"/>
                  </a:lnTo>
                  <a:lnTo>
                    <a:pt x="33604" y="66625"/>
                  </a:lnTo>
                  <a:lnTo>
                    <a:pt x="30484" y="70909"/>
                  </a:lnTo>
                  <a:lnTo>
                    <a:pt x="27501" y="75290"/>
                  </a:lnTo>
                  <a:lnTo>
                    <a:pt x="24659" y="79762"/>
                  </a:lnTo>
                  <a:lnTo>
                    <a:pt x="21960" y="84323"/>
                  </a:lnTo>
                  <a:lnTo>
                    <a:pt x="19408" y="88967"/>
                  </a:lnTo>
                  <a:lnTo>
                    <a:pt x="17003" y="93689"/>
                  </a:lnTo>
                  <a:lnTo>
                    <a:pt x="14750" y="98486"/>
                  </a:lnTo>
                  <a:lnTo>
                    <a:pt x="12649" y="103351"/>
                  </a:lnTo>
                  <a:lnTo>
                    <a:pt x="10704" y="108281"/>
                  </a:lnTo>
                  <a:lnTo>
                    <a:pt x="8916" y="113269"/>
                  </a:lnTo>
                  <a:lnTo>
                    <a:pt x="7287" y="118312"/>
                  </a:lnTo>
                  <a:lnTo>
                    <a:pt x="5819" y="123404"/>
                  </a:lnTo>
                  <a:lnTo>
                    <a:pt x="4513" y="128540"/>
                  </a:lnTo>
                  <a:lnTo>
                    <a:pt x="3370" y="133715"/>
                  </a:lnTo>
                  <a:lnTo>
                    <a:pt x="2392" y="138923"/>
                  </a:lnTo>
                  <a:lnTo>
                    <a:pt x="1580" y="144160"/>
                  </a:lnTo>
                  <a:lnTo>
                    <a:pt x="934" y="149420"/>
                  </a:lnTo>
                  <a:lnTo>
                    <a:pt x="455" y="154697"/>
                  </a:lnTo>
                  <a:lnTo>
                    <a:pt x="143" y="159987"/>
                  </a:lnTo>
                  <a:lnTo>
                    <a:pt x="0" y="165285"/>
                  </a:lnTo>
                  <a:lnTo>
                    <a:pt x="24" y="170584"/>
                  </a:lnTo>
                  <a:lnTo>
                    <a:pt x="216" y="175880"/>
                  </a:lnTo>
                  <a:lnTo>
                    <a:pt x="576" y="181167"/>
                  </a:lnTo>
                  <a:lnTo>
                    <a:pt x="1104" y="186440"/>
                  </a:lnTo>
                  <a:lnTo>
                    <a:pt x="1798" y="191694"/>
                  </a:lnTo>
                  <a:lnTo>
                    <a:pt x="2659" y="196923"/>
                  </a:lnTo>
                  <a:lnTo>
                    <a:pt x="3684" y="202122"/>
                  </a:lnTo>
                  <a:lnTo>
                    <a:pt x="4874" y="207286"/>
                  </a:lnTo>
                  <a:lnTo>
                    <a:pt x="6228" y="212410"/>
                  </a:lnTo>
                  <a:lnTo>
                    <a:pt x="7743" y="217488"/>
                  </a:lnTo>
                  <a:lnTo>
                    <a:pt x="9418" y="222516"/>
                  </a:lnTo>
                  <a:lnTo>
                    <a:pt x="11251" y="227488"/>
                  </a:lnTo>
                  <a:lnTo>
                    <a:pt x="13242" y="232399"/>
                  </a:lnTo>
                  <a:lnTo>
                    <a:pt x="15387" y="237245"/>
                  </a:lnTo>
                  <a:lnTo>
                    <a:pt x="17684" y="242020"/>
                  </a:lnTo>
                  <a:lnTo>
                    <a:pt x="20132" y="246721"/>
                  </a:lnTo>
                  <a:lnTo>
                    <a:pt x="22727" y="251341"/>
                  </a:lnTo>
                  <a:lnTo>
                    <a:pt x="25468" y="255877"/>
                  </a:lnTo>
                  <a:lnTo>
                    <a:pt x="28351" y="260323"/>
                  </a:lnTo>
                  <a:lnTo>
                    <a:pt x="31374" y="264676"/>
                  </a:lnTo>
                  <a:lnTo>
                    <a:pt x="34533" y="268931"/>
                  </a:lnTo>
                  <a:lnTo>
                    <a:pt x="37825" y="273084"/>
                  </a:lnTo>
                  <a:lnTo>
                    <a:pt x="41247" y="277130"/>
                  </a:lnTo>
                  <a:lnTo>
                    <a:pt x="44796" y="281065"/>
                  </a:lnTo>
                  <a:lnTo>
                    <a:pt x="48468" y="284887"/>
                  </a:lnTo>
                  <a:lnTo>
                    <a:pt x="52259" y="288590"/>
                  </a:lnTo>
                  <a:lnTo>
                    <a:pt x="56165" y="292171"/>
                  </a:lnTo>
                  <a:lnTo>
                    <a:pt x="60183" y="295626"/>
                  </a:lnTo>
                  <a:lnTo>
                    <a:pt x="64309" y="298952"/>
                  </a:lnTo>
                  <a:lnTo>
                    <a:pt x="68537" y="302146"/>
                  </a:lnTo>
                  <a:lnTo>
                    <a:pt x="72865" y="305204"/>
                  </a:lnTo>
                  <a:lnTo>
                    <a:pt x="77288" y="308123"/>
                  </a:lnTo>
                  <a:lnTo>
                    <a:pt x="81801" y="310901"/>
                  </a:lnTo>
                  <a:lnTo>
                    <a:pt x="86400" y="313534"/>
                  </a:lnTo>
                  <a:lnTo>
                    <a:pt x="91080" y="316020"/>
                  </a:lnTo>
                  <a:lnTo>
                    <a:pt x="95837" y="318357"/>
                  </a:lnTo>
                  <a:lnTo>
                    <a:pt x="100665" y="320542"/>
                  </a:lnTo>
                  <a:lnTo>
                    <a:pt x="105560" y="322572"/>
                  </a:lnTo>
                  <a:lnTo>
                    <a:pt x="110516" y="324447"/>
                  </a:lnTo>
                  <a:lnTo>
                    <a:pt x="115530" y="326163"/>
                  </a:lnTo>
                  <a:lnTo>
                    <a:pt x="120596" y="327719"/>
                  </a:lnTo>
                  <a:lnTo>
                    <a:pt x="125708" y="329114"/>
                  </a:lnTo>
                  <a:lnTo>
                    <a:pt x="130862" y="330347"/>
                  </a:lnTo>
                  <a:lnTo>
                    <a:pt x="136053" y="331415"/>
                  </a:lnTo>
                  <a:lnTo>
                    <a:pt x="141275" y="332319"/>
                  </a:lnTo>
                  <a:lnTo>
                    <a:pt x="146522" y="333056"/>
                  </a:lnTo>
                  <a:lnTo>
                    <a:pt x="151791" y="333627"/>
                  </a:lnTo>
                  <a:lnTo>
                    <a:pt x="157075" y="334030"/>
                  </a:lnTo>
                  <a:lnTo>
                    <a:pt x="162369" y="334266"/>
                  </a:lnTo>
                  <a:lnTo>
                    <a:pt x="167668" y="334334"/>
                  </a:lnTo>
                  <a:lnTo>
                    <a:pt x="172967" y="334233"/>
                  </a:lnTo>
                  <a:lnTo>
                    <a:pt x="178259" y="333965"/>
                  </a:lnTo>
                  <a:lnTo>
                    <a:pt x="183541" y="333530"/>
                  </a:lnTo>
                  <a:lnTo>
                    <a:pt x="188806" y="332927"/>
                  </a:lnTo>
                  <a:lnTo>
                    <a:pt x="194049" y="332157"/>
                  </a:lnTo>
                  <a:lnTo>
                    <a:pt x="199265" y="331222"/>
                  </a:lnTo>
                  <a:lnTo>
                    <a:pt x="204449" y="330122"/>
                  </a:lnTo>
                  <a:lnTo>
                    <a:pt x="209595" y="328858"/>
                  </a:lnTo>
                  <a:lnTo>
                    <a:pt x="214699" y="327431"/>
                  </a:lnTo>
                  <a:lnTo>
                    <a:pt x="219755" y="325844"/>
                  </a:lnTo>
                  <a:lnTo>
                    <a:pt x="224758" y="324097"/>
                  </a:lnTo>
                  <a:lnTo>
                    <a:pt x="229704" y="322192"/>
                  </a:lnTo>
                  <a:lnTo>
                    <a:pt x="234586" y="320132"/>
                  </a:lnTo>
                  <a:lnTo>
                    <a:pt x="239401" y="317917"/>
                  </a:lnTo>
                  <a:lnTo>
                    <a:pt x="244143" y="315552"/>
                  </a:lnTo>
                  <a:lnTo>
                    <a:pt x="248807" y="313037"/>
                  </a:lnTo>
                  <a:lnTo>
                    <a:pt x="253390" y="310376"/>
                  </a:lnTo>
                  <a:lnTo>
                    <a:pt x="257886" y="307570"/>
                  </a:lnTo>
                  <a:lnTo>
                    <a:pt x="262291" y="304624"/>
                  </a:lnTo>
                  <a:lnTo>
                    <a:pt x="266600" y="301539"/>
                  </a:lnTo>
                  <a:lnTo>
                    <a:pt x="270809" y="298320"/>
                  </a:lnTo>
                  <a:lnTo>
                    <a:pt x="274914" y="294968"/>
                  </a:lnTo>
                  <a:lnTo>
                    <a:pt x="278911" y="291489"/>
                  </a:lnTo>
                  <a:lnTo>
                    <a:pt x="282795" y="287884"/>
                  </a:lnTo>
                  <a:lnTo>
                    <a:pt x="286564" y="284158"/>
                  </a:lnTo>
                  <a:lnTo>
                    <a:pt x="290212" y="280314"/>
                  </a:lnTo>
                  <a:lnTo>
                    <a:pt x="293736" y="276357"/>
                  </a:lnTo>
                  <a:lnTo>
                    <a:pt x="297134" y="272290"/>
                  </a:lnTo>
                  <a:lnTo>
                    <a:pt x="300401" y="268117"/>
                  </a:lnTo>
                  <a:lnTo>
                    <a:pt x="303534" y="263843"/>
                  </a:lnTo>
                  <a:lnTo>
                    <a:pt x="306529" y="259471"/>
                  </a:lnTo>
                  <a:lnTo>
                    <a:pt x="309385" y="255007"/>
                  </a:lnTo>
                  <a:lnTo>
                    <a:pt x="312098" y="250455"/>
                  </a:lnTo>
                  <a:lnTo>
                    <a:pt x="314665" y="245819"/>
                  </a:lnTo>
                  <a:lnTo>
                    <a:pt x="317084" y="241104"/>
                  </a:lnTo>
                  <a:lnTo>
                    <a:pt x="319352" y="236314"/>
                  </a:lnTo>
                  <a:lnTo>
                    <a:pt x="321467" y="231456"/>
                  </a:lnTo>
                  <a:lnTo>
                    <a:pt x="323428" y="226532"/>
                  </a:lnTo>
                  <a:lnTo>
                    <a:pt x="325231" y="221549"/>
                  </a:lnTo>
                  <a:lnTo>
                    <a:pt x="326875" y="216511"/>
                  </a:lnTo>
                  <a:lnTo>
                    <a:pt x="328359" y="211424"/>
                  </a:lnTo>
                  <a:lnTo>
                    <a:pt x="329681" y="206292"/>
                  </a:lnTo>
                  <a:lnTo>
                    <a:pt x="330839" y="201121"/>
                  </a:lnTo>
                  <a:lnTo>
                    <a:pt x="331833" y="195915"/>
                  </a:lnTo>
                  <a:lnTo>
                    <a:pt x="332662" y="190681"/>
                  </a:lnTo>
                  <a:lnTo>
                    <a:pt x="333324" y="185423"/>
                  </a:lnTo>
                  <a:lnTo>
                    <a:pt x="333819" y="180147"/>
                  </a:lnTo>
                  <a:lnTo>
                    <a:pt x="334147" y="174858"/>
                  </a:lnTo>
                  <a:lnTo>
                    <a:pt x="334307" y="169561"/>
                  </a:lnTo>
                  <a:lnTo>
                    <a:pt x="334299" y="164261"/>
                  </a:lnTo>
                  <a:lnTo>
                    <a:pt x="334122" y="158965"/>
                  </a:lnTo>
                  <a:lnTo>
                    <a:pt x="333779" y="153677"/>
                  </a:lnTo>
                  <a:lnTo>
                    <a:pt x="333267" y="148402"/>
                  </a:lnTo>
                  <a:lnTo>
                    <a:pt x="332589" y="143146"/>
                  </a:lnTo>
                  <a:lnTo>
                    <a:pt x="331744" y="137915"/>
                  </a:lnTo>
                  <a:lnTo>
                    <a:pt x="330735" y="132712"/>
                  </a:lnTo>
                  <a:lnTo>
                    <a:pt x="329560" y="127545"/>
                  </a:lnTo>
                  <a:lnTo>
                    <a:pt x="328223" y="122417"/>
                  </a:lnTo>
                  <a:lnTo>
                    <a:pt x="326723" y="117334"/>
                  </a:lnTo>
                  <a:lnTo>
                    <a:pt x="325064" y="112301"/>
                  </a:lnTo>
                  <a:lnTo>
                    <a:pt x="323245" y="107324"/>
                  </a:lnTo>
                  <a:lnTo>
                    <a:pt x="321270" y="102406"/>
                  </a:lnTo>
                  <a:lnTo>
                    <a:pt x="319140" y="97554"/>
                  </a:lnTo>
                  <a:lnTo>
                    <a:pt x="316857" y="92771"/>
                  </a:lnTo>
                  <a:lnTo>
                    <a:pt x="314424" y="88064"/>
                  </a:lnTo>
                  <a:lnTo>
                    <a:pt x="311842" y="83436"/>
                  </a:lnTo>
                  <a:lnTo>
                    <a:pt x="309115" y="78891"/>
                  </a:lnTo>
                  <a:lnTo>
                    <a:pt x="306246" y="74436"/>
                  </a:lnTo>
                  <a:lnTo>
                    <a:pt x="303237" y="70074"/>
                  </a:lnTo>
                  <a:lnTo>
                    <a:pt x="300091" y="65809"/>
                  </a:lnTo>
                  <a:lnTo>
                    <a:pt x="296811" y="61647"/>
                  </a:lnTo>
                  <a:lnTo>
                    <a:pt x="293402" y="57590"/>
                  </a:lnTo>
                  <a:lnTo>
                    <a:pt x="289865" y="53644"/>
                  </a:lnTo>
                  <a:lnTo>
                    <a:pt x="286205" y="49811"/>
                  </a:lnTo>
                  <a:lnTo>
                    <a:pt x="282425" y="46097"/>
                  </a:lnTo>
                  <a:lnTo>
                    <a:pt x="278530" y="42504"/>
                  </a:lnTo>
                  <a:lnTo>
                    <a:pt x="274522" y="39036"/>
                  </a:lnTo>
                  <a:lnTo>
                    <a:pt x="270407" y="35697"/>
                  </a:lnTo>
                  <a:lnTo>
                    <a:pt x="266188" y="32491"/>
                  </a:lnTo>
                  <a:lnTo>
                    <a:pt x="261869" y="29419"/>
                  </a:lnTo>
                  <a:lnTo>
                    <a:pt x="257456" y="26486"/>
                  </a:lnTo>
                  <a:lnTo>
                    <a:pt x="252951" y="23695"/>
                  </a:lnTo>
                  <a:lnTo>
                    <a:pt x="248360" y="21048"/>
                  </a:lnTo>
                  <a:lnTo>
                    <a:pt x="243688" y="18547"/>
                  </a:lnTo>
                  <a:lnTo>
                    <a:pt x="238939" y="16196"/>
                  </a:lnTo>
                  <a:lnTo>
                    <a:pt x="234117" y="13997"/>
                  </a:lnTo>
                  <a:lnTo>
                    <a:pt x="229229" y="11951"/>
                  </a:lnTo>
                  <a:lnTo>
                    <a:pt x="224278" y="10061"/>
                  </a:lnTo>
                  <a:lnTo>
                    <a:pt x="219269" y="8330"/>
                  </a:lnTo>
                  <a:lnTo>
                    <a:pt x="214208" y="6758"/>
                  </a:lnTo>
                  <a:lnTo>
                    <a:pt x="209100" y="5347"/>
                  </a:lnTo>
                  <a:lnTo>
                    <a:pt x="203950" y="4099"/>
                  </a:lnTo>
                  <a:lnTo>
                    <a:pt x="198763" y="3015"/>
                  </a:lnTo>
                  <a:lnTo>
                    <a:pt x="193544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629" y="2126963"/>
              <a:ext cx="20658" cy="167167"/>
            </a:xfrm>
            <a:custGeom>
              <a:avLst/>
              <a:pathLst>
                <a:path w="20658" h="167167">
                  <a:moveTo>
                    <a:pt x="20658" y="0"/>
                  </a:moveTo>
                  <a:lnTo>
                    <a:pt x="10309" y="320"/>
                  </a:lnTo>
                  <a:lnTo>
                    <a:pt x="0" y="1281"/>
                  </a:lnTo>
                  <a:lnTo>
                    <a:pt x="2065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0629" y="2128245"/>
              <a:ext cx="20658" cy="165886"/>
            </a:xfrm>
            <a:custGeom>
              <a:avLst/>
              <a:pathLst>
                <a:path w="20658" h="165886">
                  <a:moveTo>
                    <a:pt x="0" y="0"/>
                  </a:moveTo>
                  <a:lnTo>
                    <a:pt x="20658" y="1658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6" y="2128245"/>
              <a:ext cx="334328" cy="333043"/>
            </a:xfrm>
            <a:custGeom>
              <a:avLst/>
              <a:pathLst>
                <a:path w="334328" h="333043">
                  <a:moveTo>
                    <a:pt x="146502" y="0"/>
                  </a:moveTo>
                  <a:lnTo>
                    <a:pt x="141263" y="736"/>
                  </a:lnTo>
                  <a:lnTo>
                    <a:pt x="136050" y="1638"/>
                  </a:lnTo>
                  <a:lnTo>
                    <a:pt x="130868" y="2705"/>
                  </a:lnTo>
                  <a:lnTo>
                    <a:pt x="125723" y="3935"/>
                  </a:lnTo>
                  <a:lnTo>
                    <a:pt x="120619" y="5328"/>
                  </a:lnTo>
                  <a:lnTo>
                    <a:pt x="115562" y="6881"/>
                  </a:lnTo>
                  <a:lnTo>
                    <a:pt x="110556" y="8593"/>
                  </a:lnTo>
                  <a:lnTo>
                    <a:pt x="105608" y="10463"/>
                  </a:lnTo>
                  <a:lnTo>
                    <a:pt x="100720" y="12488"/>
                  </a:lnTo>
                  <a:lnTo>
                    <a:pt x="95900" y="14668"/>
                  </a:lnTo>
                  <a:lnTo>
                    <a:pt x="91150" y="16998"/>
                  </a:lnTo>
                  <a:lnTo>
                    <a:pt x="86477" y="19478"/>
                  </a:lnTo>
                  <a:lnTo>
                    <a:pt x="81885" y="22104"/>
                  </a:lnTo>
                  <a:lnTo>
                    <a:pt x="77378" y="24875"/>
                  </a:lnTo>
                  <a:lnTo>
                    <a:pt x="72961" y="27786"/>
                  </a:lnTo>
                  <a:lnTo>
                    <a:pt x="68638" y="30836"/>
                  </a:lnTo>
                  <a:lnTo>
                    <a:pt x="64414" y="34021"/>
                  </a:lnTo>
                  <a:lnTo>
                    <a:pt x="60293" y="37339"/>
                  </a:lnTo>
                  <a:lnTo>
                    <a:pt x="56279" y="40785"/>
                  </a:lnTo>
                  <a:lnTo>
                    <a:pt x="52376" y="44356"/>
                  </a:lnTo>
                  <a:lnTo>
                    <a:pt x="48588" y="48049"/>
                  </a:lnTo>
                  <a:lnTo>
                    <a:pt x="44918" y="51860"/>
                  </a:lnTo>
                  <a:lnTo>
                    <a:pt x="41371" y="55785"/>
                  </a:lnTo>
                  <a:lnTo>
                    <a:pt x="37950" y="59821"/>
                  </a:lnTo>
                  <a:lnTo>
                    <a:pt x="34659" y="63962"/>
                  </a:lnTo>
                  <a:lnTo>
                    <a:pt x="31500" y="68206"/>
                  </a:lnTo>
                  <a:lnTo>
                    <a:pt x="28477" y="72548"/>
                  </a:lnTo>
                  <a:lnTo>
                    <a:pt x="25593" y="76983"/>
                  </a:lnTo>
                  <a:lnTo>
                    <a:pt x="22851" y="81507"/>
                  </a:lnTo>
                  <a:lnTo>
                    <a:pt x="20253" y="86116"/>
                  </a:lnTo>
                  <a:lnTo>
                    <a:pt x="17802" y="90804"/>
                  </a:lnTo>
                  <a:lnTo>
                    <a:pt x="15501" y="95568"/>
                  </a:lnTo>
                  <a:lnTo>
                    <a:pt x="13352" y="100402"/>
                  </a:lnTo>
                  <a:lnTo>
                    <a:pt x="11357" y="105302"/>
                  </a:lnTo>
                  <a:lnTo>
                    <a:pt x="9518" y="110262"/>
                  </a:lnTo>
                  <a:lnTo>
                    <a:pt x="7837" y="115279"/>
                  </a:lnTo>
                  <a:lnTo>
                    <a:pt x="6315" y="120345"/>
                  </a:lnTo>
                  <a:lnTo>
                    <a:pt x="4955" y="125458"/>
                  </a:lnTo>
                  <a:lnTo>
                    <a:pt x="3757" y="130611"/>
                  </a:lnTo>
                  <a:lnTo>
                    <a:pt x="2723" y="135799"/>
                  </a:lnTo>
                  <a:lnTo>
                    <a:pt x="1853" y="141017"/>
                  </a:lnTo>
                  <a:lnTo>
                    <a:pt x="1149" y="146261"/>
                  </a:lnTo>
                  <a:lnTo>
                    <a:pt x="611" y="151524"/>
                  </a:lnTo>
                  <a:lnTo>
                    <a:pt x="240" y="156801"/>
                  </a:lnTo>
                  <a:lnTo>
                    <a:pt x="36" y="162087"/>
                  </a:lnTo>
                  <a:lnTo>
                    <a:pt x="0" y="167378"/>
                  </a:lnTo>
                  <a:lnTo>
                    <a:pt x="130" y="172666"/>
                  </a:lnTo>
                  <a:lnTo>
                    <a:pt x="429" y="177948"/>
                  </a:lnTo>
                  <a:lnTo>
                    <a:pt x="894" y="183218"/>
                  </a:lnTo>
                  <a:lnTo>
                    <a:pt x="1526" y="188471"/>
                  </a:lnTo>
                  <a:lnTo>
                    <a:pt x="2323" y="193701"/>
                  </a:lnTo>
                  <a:lnTo>
                    <a:pt x="3286" y="198903"/>
                  </a:lnTo>
                  <a:lnTo>
                    <a:pt x="4413" y="204072"/>
                  </a:lnTo>
                  <a:lnTo>
                    <a:pt x="5703" y="209202"/>
                  </a:lnTo>
                  <a:lnTo>
                    <a:pt x="7154" y="214290"/>
                  </a:lnTo>
                  <a:lnTo>
                    <a:pt x="8766" y="219328"/>
                  </a:lnTo>
                  <a:lnTo>
                    <a:pt x="10536" y="224314"/>
                  </a:lnTo>
                  <a:lnTo>
                    <a:pt x="12464" y="229241"/>
                  </a:lnTo>
                  <a:lnTo>
                    <a:pt x="14546" y="234104"/>
                  </a:lnTo>
                  <a:lnTo>
                    <a:pt x="16781" y="238899"/>
                  </a:lnTo>
                  <a:lnTo>
                    <a:pt x="19166" y="243621"/>
                  </a:lnTo>
                  <a:lnTo>
                    <a:pt x="21700" y="248265"/>
                  </a:lnTo>
                  <a:lnTo>
                    <a:pt x="24380" y="252827"/>
                  </a:lnTo>
                  <a:lnTo>
                    <a:pt x="27203" y="257301"/>
                  </a:lnTo>
                  <a:lnTo>
                    <a:pt x="30165" y="261684"/>
                  </a:lnTo>
                  <a:lnTo>
                    <a:pt x="33265" y="265971"/>
                  </a:lnTo>
                  <a:lnTo>
                    <a:pt x="36499" y="270158"/>
                  </a:lnTo>
                  <a:lnTo>
                    <a:pt x="39864" y="274240"/>
                  </a:lnTo>
                  <a:lnTo>
                    <a:pt x="43357" y="278214"/>
                  </a:lnTo>
                  <a:lnTo>
                    <a:pt x="46973" y="282075"/>
                  </a:lnTo>
                  <a:lnTo>
                    <a:pt x="50710" y="285820"/>
                  </a:lnTo>
                  <a:lnTo>
                    <a:pt x="54563" y="289445"/>
                  </a:lnTo>
                  <a:lnTo>
                    <a:pt x="58529" y="292946"/>
                  </a:lnTo>
                  <a:lnTo>
                    <a:pt x="62604" y="296320"/>
                  </a:lnTo>
                  <a:lnTo>
                    <a:pt x="66784" y="299563"/>
                  </a:lnTo>
                  <a:lnTo>
                    <a:pt x="71064" y="302672"/>
                  </a:lnTo>
                  <a:lnTo>
                    <a:pt x="75441" y="305644"/>
                  </a:lnTo>
                  <a:lnTo>
                    <a:pt x="79909" y="308477"/>
                  </a:lnTo>
                  <a:lnTo>
                    <a:pt x="84465" y="311166"/>
                  </a:lnTo>
                  <a:lnTo>
                    <a:pt x="89103" y="313710"/>
                  </a:lnTo>
                  <a:lnTo>
                    <a:pt x="93820" y="316106"/>
                  </a:lnTo>
                  <a:lnTo>
                    <a:pt x="98610" y="318351"/>
                  </a:lnTo>
                  <a:lnTo>
                    <a:pt x="103469" y="320444"/>
                  </a:lnTo>
                  <a:lnTo>
                    <a:pt x="108392" y="322382"/>
                  </a:lnTo>
                  <a:lnTo>
                    <a:pt x="113373" y="324163"/>
                  </a:lnTo>
                  <a:lnTo>
                    <a:pt x="118409" y="325786"/>
                  </a:lnTo>
                  <a:lnTo>
                    <a:pt x="123493" y="327249"/>
                  </a:lnTo>
                  <a:lnTo>
                    <a:pt x="128621" y="328550"/>
                  </a:lnTo>
                  <a:lnTo>
                    <a:pt x="133787" y="329688"/>
                  </a:lnTo>
                  <a:lnTo>
                    <a:pt x="138987" y="330662"/>
                  </a:lnTo>
                  <a:lnTo>
                    <a:pt x="144215" y="331471"/>
                  </a:lnTo>
                  <a:lnTo>
                    <a:pt x="149466" y="332114"/>
                  </a:lnTo>
                  <a:lnTo>
                    <a:pt x="154735" y="332591"/>
                  </a:lnTo>
                  <a:lnTo>
                    <a:pt x="160016" y="332900"/>
                  </a:lnTo>
                  <a:lnTo>
                    <a:pt x="165305" y="333043"/>
                  </a:lnTo>
                  <a:lnTo>
                    <a:pt x="170595" y="333018"/>
                  </a:lnTo>
                  <a:lnTo>
                    <a:pt x="175882" y="332825"/>
                  </a:lnTo>
                  <a:lnTo>
                    <a:pt x="181160" y="332466"/>
                  </a:lnTo>
                  <a:lnTo>
                    <a:pt x="186424" y="331939"/>
                  </a:lnTo>
                  <a:lnTo>
                    <a:pt x="191669" y="331247"/>
                  </a:lnTo>
                  <a:lnTo>
                    <a:pt x="196889" y="330388"/>
                  </a:lnTo>
                  <a:lnTo>
                    <a:pt x="202080" y="329365"/>
                  </a:lnTo>
                  <a:lnTo>
                    <a:pt x="207235" y="328178"/>
                  </a:lnTo>
                  <a:lnTo>
                    <a:pt x="212351" y="326829"/>
                  </a:lnTo>
                  <a:lnTo>
                    <a:pt x="217421" y="325318"/>
                  </a:lnTo>
                  <a:lnTo>
                    <a:pt x="222441" y="323648"/>
                  </a:lnTo>
                  <a:lnTo>
                    <a:pt x="227405" y="321820"/>
                  </a:lnTo>
                  <a:lnTo>
                    <a:pt x="232309" y="319835"/>
                  </a:lnTo>
                  <a:lnTo>
                    <a:pt x="237148" y="317697"/>
                  </a:lnTo>
                  <a:lnTo>
                    <a:pt x="241917" y="315406"/>
                  </a:lnTo>
                  <a:lnTo>
                    <a:pt x="246611" y="312966"/>
                  </a:lnTo>
                  <a:lnTo>
                    <a:pt x="251225" y="310378"/>
                  </a:lnTo>
                  <a:lnTo>
                    <a:pt x="255755" y="307646"/>
                  </a:lnTo>
                  <a:lnTo>
                    <a:pt x="260196" y="304771"/>
                  </a:lnTo>
                  <a:lnTo>
                    <a:pt x="264545" y="301758"/>
                  </a:lnTo>
                  <a:lnTo>
                    <a:pt x="268795" y="298608"/>
                  </a:lnTo>
                  <a:lnTo>
                    <a:pt x="272944" y="295326"/>
                  </a:lnTo>
                  <a:lnTo>
                    <a:pt x="276987" y="291914"/>
                  </a:lnTo>
                  <a:lnTo>
                    <a:pt x="280920" y="288375"/>
                  </a:lnTo>
                  <a:lnTo>
                    <a:pt x="284739" y="284714"/>
                  </a:lnTo>
                  <a:lnTo>
                    <a:pt x="288440" y="280934"/>
                  </a:lnTo>
                  <a:lnTo>
                    <a:pt x="292020" y="277039"/>
                  </a:lnTo>
                  <a:lnTo>
                    <a:pt x="295475" y="273032"/>
                  </a:lnTo>
                  <a:lnTo>
                    <a:pt x="298801" y="268918"/>
                  </a:lnTo>
                  <a:lnTo>
                    <a:pt x="301995" y="264701"/>
                  </a:lnTo>
                  <a:lnTo>
                    <a:pt x="305054" y="260385"/>
                  </a:lnTo>
                  <a:lnTo>
                    <a:pt x="307976" y="255974"/>
                  </a:lnTo>
                  <a:lnTo>
                    <a:pt x="310756" y="251473"/>
                  </a:lnTo>
                  <a:lnTo>
                    <a:pt x="313392" y="246887"/>
                  </a:lnTo>
                  <a:lnTo>
                    <a:pt x="315882" y="242219"/>
                  </a:lnTo>
                  <a:lnTo>
                    <a:pt x="318223" y="237475"/>
                  </a:lnTo>
                  <a:lnTo>
                    <a:pt x="320413" y="232659"/>
                  </a:lnTo>
                  <a:lnTo>
                    <a:pt x="322449" y="227776"/>
                  </a:lnTo>
                  <a:lnTo>
                    <a:pt x="324329" y="222831"/>
                  </a:lnTo>
                  <a:lnTo>
                    <a:pt x="326053" y="217829"/>
                  </a:lnTo>
                  <a:lnTo>
                    <a:pt x="327617" y="212775"/>
                  </a:lnTo>
                  <a:lnTo>
                    <a:pt x="329020" y="207675"/>
                  </a:lnTo>
                  <a:lnTo>
                    <a:pt x="330261" y="202532"/>
                  </a:lnTo>
                  <a:lnTo>
                    <a:pt x="331339" y="197353"/>
                  </a:lnTo>
                  <a:lnTo>
                    <a:pt x="332253" y="192142"/>
                  </a:lnTo>
                  <a:lnTo>
                    <a:pt x="333001" y="186904"/>
                  </a:lnTo>
                  <a:lnTo>
                    <a:pt x="333583" y="181646"/>
                  </a:lnTo>
                  <a:lnTo>
                    <a:pt x="333998" y="176372"/>
                  </a:lnTo>
                  <a:lnTo>
                    <a:pt x="334247" y="171088"/>
                  </a:lnTo>
                  <a:lnTo>
                    <a:pt x="334328" y="165798"/>
                  </a:lnTo>
                  <a:lnTo>
                    <a:pt x="334241" y="160508"/>
                  </a:lnTo>
                  <a:lnTo>
                    <a:pt x="333987" y="155224"/>
                  </a:lnTo>
                  <a:lnTo>
                    <a:pt x="333566" y="149950"/>
                  </a:lnTo>
                  <a:lnTo>
                    <a:pt x="332979" y="144693"/>
                  </a:lnTo>
                  <a:lnTo>
                    <a:pt x="332225" y="139456"/>
                  </a:lnTo>
                  <a:lnTo>
                    <a:pt x="331306" y="134246"/>
                  </a:lnTo>
                  <a:lnTo>
                    <a:pt x="330223" y="129068"/>
                  </a:lnTo>
                  <a:lnTo>
                    <a:pt x="328976" y="123927"/>
                  </a:lnTo>
                  <a:lnTo>
                    <a:pt x="327568" y="118827"/>
                  </a:lnTo>
                  <a:lnTo>
                    <a:pt x="325998" y="113775"/>
                  </a:lnTo>
                  <a:lnTo>
                    <a:pt x="324270" y="108775"/>
                  </a:lnTo>
                  <a:lnTo>
                    <a:pt x="322384" y="103832"/>
                  </a:lnTo>
                  <a:lnTo>
                    <a:pt x="320343" y="98952"/>
                  </a:lnTo>
                  <a:lnTo>
                    <a:pt x="318148" y="94138"/>
                  </a:lnTo>
                  <a:lnTo>
                    <a:pt x="315802" y="89396"/>
                  </a:lnTo>
                  <a:lnTo>
                    <a:pt x="313307" y="84731"/>
                  </a:lnTo>
                  <a:lnTo>
                    <a:pt x="310666" y="80147"/>
                  </a:lnTo>
                  <a:lnTo>
                    <a:pt x="307881" y="75649"/>
                  </a:lnTo>
                  <a:lnTo>
                    <a:pt x="304955" y="71242"/>
                  </a:lnTo>
                  <a:lnTo>
                    <a:pt x="301891" y="66929"/>
                  </a:lnTo>
                  <a:lnTo>
                    <a:pt x="298693" y="62715"/>
                  </a:lnTo>
                  <a:lnTo>
                    <a:pt x="295362" y="58604"/>
                  </a:lnTo>
                  <a:lnTo>
                    <a:pt x="291903" y="54601"/>
                  </a:lnTo>
                  <a:lnTo>
                    <a:pt x="288319" y="50710"/>
                  </a:lnTo>
                  <a:lnTo>
                    <a:pt x="284614" y="46934"/>
                  </a:lnTo>
                  <a:lnTo>
                    <a:pt x="280791" y="43277"/>
                  </a:lnTo>
                  <a:lnTo>
                    <a:pt x="276855" y="39742"/>
                  </a:lnTo>
                  <a:lnTo>
                    <a:pt x="272808" y="36335"/>
                  </a:lnTo>
                  <a:lnTo>
                    <a:pt x="268656" y="33056"/>
                  </a:lnTo>
                  <a:lnTo>
                    <a:pt x="264402" y="29911"/>
                  </a:lnTo>
                  <a:lnTo>
                    <a:pt x="260051" y="26902"/>
                  </a:lnTo>
                  <a:lnTo>
                    <a:pt x="255606" y="24033"/>
                  </a:lnTo>
                  <a:lnTo>
                    <a:pt x="251073" y="21305"/>
                  </a:lnTo>
                  <a:lnTo>
                    <a:pt x="246456" y="18722"/>
                  </a:lnTo>
                  <a:lnTo>
                    <a:pt x="241760" y="16287"/>
                  </a:lnTo>
                  <a:lnTo>
                    <a:pt x="236989" y="14001"/>
                  </a:lnTo>
                  <a:lnTo>
                    <a:pt x="232148" y="11867"/>
                  </a:lnTo>
                  <a:lnTo>
                    <a:pt x="227242" y="9888"/>
                  </a:lnTo>
                  <a:lnTo>
                    <a:pt x="222275" y="8065"/>
                  </a:lnTo>
                  <a:lnTo>
                    <a:pt x="217254" y="6400"/>
                  </a:lnTo>
                  <a:lnTo>
                    <a:pt x="212182" y="4895"/>
                  </a:lnTo>
                  <a:lnTo>
                    <a:pt x="207065" y="3551"/>
                  </a:lnTo>
                  <a:lnTo>
                    <a:pt x="201908" y="2369"/>
                  </a:lnTo>
                  <a:lnTo>
                    <a:pt x="167160" y="1658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34748" cy="167167"/>
            </a:xfrm>
            <a:custGeom>
              <a:avLst/>
              <a:pathLst>
                <a:path w="34748" h="167167">
                  <a:moveTo>
                    <a:pt x="34748" y="3651"/>
                  </a:moveTo>
                  <a:lnTo>
                    <a:pt x="27871" y="2339"/>
                  </a:lnTo>
                  <a:lnTo>
                    <a:pt x="20946" y="1317"/>
                  </a:lnTo>
                  <a:lnTo>
                    <a:pt x="13984" y="586"/>
                  </a:lnTo>
                  <a:lnTo>
                    <a:pt x="6998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236" y="2633064"/>
              <a:ext cx="3512" cy="167167"/>
            </a:xfrm>
            <a:custGeom>
              <a:avLst/>
              <a:pathLst>
                <a:path w="3512" h="167167">
                  <a:moveTo>
                    <a:pt x="3512" y="0"/>
                  </a:moveTo>
                  <a:lnTo>
                    <a:pt x="0" y="36"/>
                  </a:lnTo>
                  <a:lnTo>
                    <a:pt x="35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7236" y="2633101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1" y="2633101"/>
              <a:ext cx="334332" cy="334281"/>
            </a:xfrm>
            <a:custGeom>
              <a:avLst/>
              <a:pathLst>
                <a:path w="334332" h="334281">
                  <a:moveTo>
                    <a:pt x="163654" y="0"/>
                  </a:moveTo>
                  <a:lnTo>
                    <a:pt x="158365" y="194"/>
                  </a:lnTo>
                  <a:lnTo>
                    <a:pt x="153084" y="557"/>
                  </a:lnTo>
                  <a:lnTo>
                    <a:pt x="147818" y="1086"/>
                  </a:lnTo>
                  <a:lnTo>
                    <a:pt x="142571" y="1782"/>
                  </a:lnTo>
                  <a:lnTo>
                    <a:pt x="137348" y="2644"/>
                  </a:lnTo>
                  <a:lnTo>
                    <a:pt x="132156" y="3670"/>
                  </a:lnTo>
                  <a:lnTo>
                    <a:pt x="126998" y="4860"/>
                  </a:lnTo>
                  <a:lnTo>
                    <a:pt x="121881" y="6213"/>
                  </a:lnTo>
                  <a:lnTo>
                    <a:pt x="116809" y="7728"/>
                  </a:lnTo>
                  <a:lnTo>
                    <a:pt x="111788" y="9402"/>
                  </a:lnTo>
                  <a:lnTo>
                    <a:pt x="106822" y="11234"/>
                  </a:lnTo>
                  <a:lnTo>
                    <a:pt x="101917" y="13223"/>
                  </a:lnTo>
                  <a:lnTo>
                    <a:pt x="97077" y="15366"/>
                  </a:lnTo>
                  <a:lnTo>
                    <a:pt x="92307" y="17661"/>
                  </a:lnTo>
                  <a:lnTo>
                    <a:pt x="87613" y="20106"/>
                  </a:lnTo>
                  <a:lnTo>
                    <a:pt x="82998" y="22698"/>
                  </a:lnTo>
                  <a:lnTo>
                    <a:pt x="78467" y="25435"/>
                  </a:lnTo>
                  <a:lnTo>
                    <a:pt x="74026" y="28315"/>
                  </a:lnTo>
                  <a:lnTo>
                    <a:pt x="69678" y="31333"/>
                  </a:lnTo>
                  <a:lnTo>
                    <a:pt x="65427" y="34487"/>
                  </a:lnTo>
                  <a:lnTo>
                    <a:pt x="61279" y="37775"/>
                  </a:lnTo>
                  <a:lnTo>
                    <a:pt x="57237" y="41192"/>
                  </a:lnTo>
                  <a:lnTo>
                    <a:pt x="53305" y="44736"/>
                  </a:lnTo>
                  <a:lnTo>
                    <a:pt x="49487" y="48402"/>
                  </a:lnTo>
                  <a:lnTo>
                    <a:pt x="45787" y="52187"/>
                  </a:lnTo>
                  <a:lnTo>
                    <a:pt x="42209" y="56087"/>
                  </a:lnTo>
                  <a:lnTo>
                    <a:pt x="38756" y="60099"/>
                  </a:lnTo>
                  <a:lnTo>
                    <a:pt x="35432" y="64218"/>
                  </a:lnTo>
                  <a:lnTo>
                    <a:pt x="32240" y="68440"/>
                  </a:lnTo>
                  <a:lnTo>
                    <a:pt x="29183" y="72762"/>
                  </a:lnTo>
                  <a:lnTo>
                    <a:pt x="26264" y="77177"/>
                  </a:lnTo>
                  <a:lnTo>
                    <a:pt x="23487" y="81683"/>
                  </a:lnTo>
                  <a:lnTo>
                    <a:pt x="20854" y="86275"/>
                  </a:lnTo>
                  <a:lnTo>
                    <a:pt x="18367" y="90948"/>
                  </a:lnTo>
                  <a:lnTo>
                    <a:pt x="16030" y="95697"/>
                  </a:lnTo>
                  <a:lnTo>
                    <a:pt x="13844" y="100517"/>
                  </a:lnTo>
                  <a:lnTo>
                    <a:pt x="11812" y="105405"/>
                  </a:lnTo>
                  <a:lnTo>
                    <a:pt x="9936" y="110354"/>
                  </a:lnTo>
                  <a:lnTo>
                    <a:pt x="8217" y="115361"/>
                  </a:lnTo>
                  <a:lnTo>
                    <a:pt x="6658" y="120419"/>
                  </a:lnTo>
                  <a:lnTo>
                    <a:pt x="5260" y="125524"/>
                  </a:lnTo>
                  <a:lnTo>
                    <a:pt x="4024" y="130671"/>
                  </a:lnTo>
                  <a:lnTo>
                    <a:pt x="2951" y="135854"/>
                  </a:lnTo>
                  <a:lnTo>
                    <a:pt x="2043" y="141068"/>
                  </a:lnTo>
                  <a:lnTo>
                    <a:pt x="1301" y="146309"/>
                  </a:lnTo>
                  <a:lnTo>
                    <a:pt x="725" y="151571"/>
                  </a:lnTo>
                  <a:lnTo>
                    <a:pt x="316" y="156848"/>
                  </a:lnTo>
                  <a:lnTo>
                    <a:pt x="74" y="162136"/>
                  </a:lnTo>
                  <a:lnTo>
                    <a:pt x="0" y="167428"/>
                  </a:lnTo>
                  <a:lnTo>
                    <a:pt x="93" y="172720"/>
                  </a:lnTo>
                  <a:lnTo>
                    <a:pt x="353" y="178007"/>
                  </a:lnTo>
                  <a:lnTo>
                    <a:pt x="781" y="183283"/>
                  </a:lnTo>
                  <a:lnTo>
                    <a:pt x="1376" y="188542"/>
                  </a:lnTo>
                  <a:lnTo>
                    <a:pt x="2137" y="193780"/>
                  </a:lnTo>
                  <a:lnTo>
                    <a:pt x="3064" y="198992"/>
                  </a:lnTo>
                  <a:lnTo>
                    <a:pt x="4155" y="204171"/>
                  </a:lnTo>
                  <a:lnTo>
                    <a:pt x="5409" y="209314"/>
                  </a:lnTo>
                  <a:lnTo>
                    <a:pt x="6826" y="214414"/>
                  </a:lnTo>
                  <a:lnTo>
                    <a:pt x="8403" y="219466"/>
                  </a:lnTo>
                  <a:lnTo>
                    <a:pt x="10140" y="224466"/>
                  </a:lnTo>
                  <a:lnTo>
                    <a:pt x="12034" y="229409"/>
                  </a:lnTo>
                  <a:lnTo>
                    <a:pt x="14083" y="234289"/>
                  </a:lnTo>
                  <a:lnTo>
                    <a:pt x="16286" y="239102"/>
                  </a:lnTo>
                  <a:lnTo>
                    <a:pt x="18640" y="243843"/>
                  </a:lnTo>
                  <a:lnTo>
                    <a:pt x="21143" y="248506"/>
                  </a:lnTo>
                  <a:lnTo>
                    <a:pt x="23793" y="253089"/>
                  </a:lnTo>
                  <a:lnTo>
                    <a:pt x="26586" y="257585"/>
                  </a:lnTo>
                  <a:lnTo>
                    <a:pt x="29520" y="261990"/>
                  </a:lnTo>
                  <a:lnTo>
                    <a:pt x="32592" y="266300"/>
                  </a:lnTo>
                  <a:lnTo>
                    <a:pt x="35800" y="270511"/>
                  </a:lnTo>
                  <a:lnTo>
                    <a:pt x="39138" y="274618"/>
                  </a:lnTo>
                  <a:lnTo>
                    <a:pt x="42606" y="278618"/>
                  </a:lnTo>
                  <a:lnTo>
                    <a:pt x="46198" y="282505"/>
                  </a:lnTo>
                  <a:lnTo>
                    <a:pt x="49911" y="286277"/>
                  </a:lnTo>
                  <a:lnTo>
                    <a:pt x="53742" y="289930"/>
                  </a:lnTo>
                  <a:lnTo>
                    <a:pt x="57687" y="293459"/>
                  </a:lnTo>
                  <a:lnTo>
                    <a:pt x="61741" y="296862"/>
                  </a:lnTo>
                  <a:lnTo>
                    <a:pt x="65901" y="300135"/>
                  </a:lnTo>
                  <a:lnTo>
                    <a:pt x="70163" y="303274"/>
                  </a:lnTo>
                  <a:lnTo>
                    <a:pt x="74522" y="306277"/>
                  </a:lnTo>
                  <a:lnTo>
                    <a:pt x="78973" y="309140"/>
                  </a:lnTo>
                  <a:lnTo>
                    <a:pt x="83513" y="311861"/>
                  </a:lnTo>
                  <a:lnTo>
                    <a:pt x="88137" y="314437"/>
                  </a:lnTo>
                  <a:lnTo>
                    <a:pt x="92841" y="316865"/>
                  </a:lnTo>
                  <a:lnTo>
                    <a:pt x="97618" y="319143"/>
                  </a:lnTo>
                  <a:lnTo>
                    <a:pt x="102466" y="321269"/>
                  </a:lnTo>
                  <a:lnTo>
                    <a:pt x="107378" y="323240"/>
                  </a:lnTo>
                  <a:lnTo>
                    <a:pt x="112351" y="325055"/>
                  </a:lnTo>
                  <a:lnTo>
                    <a:pt x="117378" y="326711"/>
                  </a:lnTo>
                  <a:lnTo>
                    <a:pt x="122455" y="328207"/>
                  </a:lnTo>
                  <a:lnTo>
                    <a:pt x="127577" y="329542"/>
                  </a:lnTo>
                  <a:lnTo>
                    <a:pt x="132739" y="330714"/>
                  </a:lnTo>
                  <a:lnTo>
                    <a:pt x="137935" y="331722"/>
                  </a:lnTo>
                  <a:lnTo>
                    <a:pt x="143161" y="332565"/>
                  </a:lnTo>
                  <a:lnTo>
                    <a:pt x="148410" y="333242"/>
                  </a:lnTo>
                  <a:lnTo>
                    <a:pt x="153679" y="333752"/>
                  </a:lnTo>
                  <a:lnTo>
                    <a:pt x="158961" y="334096"/>
                  </a:lnTo>
                  <a:lnTo>
                    <a:pt x="164251" y="334272"/>
                  </a:lnTo>
                  <a:lnTo>
                    <a:pt x="169544" y="334281"/>
                  </a:lnTo>
                  <a:lnTo>
                    <a:pt x="174834" y="334122"/>
                  </a:lnTo>
                  <a:lnTo>
                    <a:pt x="180117" y="333795"/>
                  </a:lnTo>
                  <a:lnTo>
                    <a:pt x="185387" y="333302"/>
                  </a:lnTo>
                  <a:lnTo>
                    <a:pt x="190639" y="332641"/>
                  </a:lnTo>
                  <a:lnTo>
                    <a:pt x="195867" y="331815"/>
                  </a:lnTo>
                  <a:lnTo>
                    <a:pt x="201067" y="330824"/>
                  </a:lnTo>
                  <a:lnTo>
                    <a:pt x="206232" y="329669"/>
                  </a:lnTo>
                  <a:lnTo>
                    <a:pt x="211359" y="328350"/>
                  </a:lnTo>
                  <a:lnTo>
                    <a:pt x="216441" y="326871"/>
                  </a:lnTo>
                  <a:lnTo>
                    <a:pt x="221473" y="325231"/>
                  </a:lnTo>
                  <a:lnTo>
                    <a:pt x="226451" y="323432"/>
                  </a:lnTo>
                  <a:lnTo>
                    <a:pt x="231370" y="321477"/>
                  </a:lnTo>
                  <a:lnTo>
                    <a:pt x="236224" y="319367"/>
                  </a:lnTo>
                  <a:lnTo>
                    <a:pt x="241009" y="317104"/>
                  </a:lnTo>
                  <a:lnTo>
                    <a:pt x="245720" y="314691"/>
                  </a:lnTo>
                  <a:lnTo>
                    <a:pt x="250353" y="312130"/>
                  </a:lnTo>
                  <a:lnTo>
                    <a:pt x="254902" y="309424"/>
                  </a:lnTo>
                  <a:lnTo>
                    <a:pt x="259363" y="306575"/>
                  </a:lnTo>
                  <a:lnTo>
                    <a:pt x="263731" y="303586"/>
                  </a:lnTo>
                  <a:lnTo>
                    <a:pt x="268003" y="300461"/>
                  </a:lnTo>
                  <a:lnTo>
                    <a:pt x="272173" y="297201"/>
                  </a:lnTo>
                  <a:lnTo>
                    <a:pt x="276239" y="293812"/>
                  </a:lnTo>
                  <a:lnTo>
                    <a:pt x="280195" y="290295"/>
                  </a:lnTo>
                  <a:lnTo>
                    <a:pt x="284037" y="286655"/>
                  </a:lnTo>
                  <a:lnTo>
                    <a:pt x="287763" y="282895"/>
                  </a:lnTo>
                  <a:lnTo>
                    <a:pt x="291368" y="279019"/>
                  </a:lnTo>
                  <a:lnTo>
                    <a:pt x="294848" y="275031"/>
                  </a:lnTo>
                  <a:lnTo>
                    <a:pt x="298200" y="270934"/>
                  </a:lnTo>
                  <a:lnTo>
                    <a:pt x="301420" y="266734"/>
                  </a:lnTo>
                  <a:lnTo>
                    <a:pt x="304506" y="262433"/>
                  </a:lnTo>
                  <a:lnTo>
                    <a:pt x="307455" y="258038"/>
                  </a:lnTo>
                  <a:lnTo>
                    <a:pt x="310263" y="253551"/>
                  </a:lnTo>
                  <a:lnTo>
                    <a:pt x="312927" y="248977"/>
                  </a:lnTo>
                  <a:lnTo>
                    <a:pt x="315445" y="244321"/>
                  </a:lnTo>
                  <a:lnTo>
                    <a:pt x="317815" y="239588"/>
                  </a:lnTo>
                  <a:lnTo>
                    <a:pt x="320033" y="234782"/>
                  </a:lnTo>
                  <a:lnTo>
                    <a:pt x="322098" y="229909"/>
                  </a:lnTo>
                  <a:lnTo>
                    <a:pt x="324008" y="224972"/>
                  </a:lnTo>
                  <a:lnTo>
                    <a:pt x="325761" y="219978"/>
                  </a:lnTo>
                  <a:lnTo>
                    <a:pt x="327354" y="214930"/>
                  </a:lnTo>
                  <a:lnTo>
                    <a:pt x="328787" y="209835"/>
                  </a:lnTo>
                  <a:lnTo>
                    <a:pt x="330058" y="204697"/>
                  </a:lnTo>
                  <a:lnTo>
                    <a:pt x="331166" y="199521"/>
                  </a:lnTo>
                  <a:lnTo>
                    <a:pt x="332109" y="194312"/>
                  </a:lnTo>
                  <a:lnTo>
                    <a:pt x="332887" y="189077"/>
                  </a:lnTo>
                  <a:lnTo>
                    <a:pt x="333499" y="183819"/>
                  </a:lnTo>
                  <a:lnTo>
                    <a:pt x="333944" y="178545"/>
                  </a:lnTo>
                  <a:lnTo>
                    <a:pt x="334222" y="173259"/>
                  </a:lnTo>
                  <a:lnTo>
                    <a:pt x="334332" y="167967"/>
                  </a:lnTo>
                  <a:lnTo>
                    <a:pt x="334275" y="162674"/>
                  </a:lnTo>
                  <a:lnTo>
                    <a:pt x="334050" y="157386"/>
                  </a:lnTo>
                  <a:lnTo>
                    <a:pt x="333658" y="152108"/>
                  </a:lnTo>
                  <a:lnTo>
                    <a:pt x="333099" y="146844"/>
                  </a:lnTo>
                  <a:lnTo>
                    <a:pt x="332373" y="141601"/>
                  </a:lnTo>
                  <a:lnTo>
                    <a:pt x="331482" y="136383"/>
                  </a:lnTo>
                  <a:lnTo>
                    <a:pt x="330426" y="131197"/>
                  </a:lnTo>
                  <a:lnTo>
                    <a:pt x="329207" y="126046"/>
                  </a:lnTo>
                  <a:lnTo>
                    <a:pt x="327825" y="120937"/>
                  </a:lnTo>
                  <a:lnTo>
                    <a:pt x="326282" y="115873"/>
                  </a:lnTo>
                  <a:lnTo>
                    <a:pt x="324580" y="110862"/>
                  </a:lnTo>
                  <a:lnTo>
                    <a:pt x="322719" y="105906"/>
                  </a:lnTo>
                  <a:lnTo>
                    <a:pt x="320703" y="101012"/>
                  </a:lnTo>
                  <a:lnTo>
                    <a:pt x="318533" y="96184"/>
                  </a:lnTo>
                  <a:lnTo>
                    <a:pt x="316211" y="91428"/>
                  </a:lnTo>
                  <a:lnTo>
                    <a:pt x="313739" y="86747"/>
                  </a:lnTo>
                  <a:lnTo>
                    <a:pt x="311121" y="82147"/>
                  </a:lnTo>
                  <a:lnTo>
                    <a:pt x="308358" y="77632"/>
                  </a:lnTo>
                  <a:lnTo>
                    <a:pt x="305454" y="73207"/>
                  </a:lnTo>
                  <a:lnTo>
                    <a:pt x="302411" y="68876"/>
                  </a:lnTo>
                  <a:lnTo>
                    <a:pt x="299233" y="64644"/>
                  </a:lnTo>
                  <a:lnTo>
                    <a:pt x="295922" y="60514"/>
                  </a:lnTo>
                  <a:lnTo>
                    <a:pt x="292482" y="56491"/>
                  </a:lnTo>
                  <a:lnTo>
                    <a:pt x="288916" y="52579"/>
                  </a:lnTo>
                  <a:lnTo>
                    <a:pt x="285229" y="48782"/>
                  </a:lnTo>
                  <a:lnTo>
                    <a:pt x="281423" y="45103"/>
                  </a:lnTo>
                  <a:lnTo>
                    <a:pt x="277502" y="41547"/>
                  </a:lnTo>
                  <a:lnTo>
                    <a:pt x="273471" y="38117"/>
                  </a:lnTo>
                  <a:lnTo>
                    <a:pt x="269333" y="34816"/>
                  </a:lnTo>
                  <a:lnTo>
                    <a:pt x="265093" y="31648"/>
                  </a:lnTo>
                  <a:lnTo>
                    <a:pt x="260755" y="28616"/>
                  </a:lnTo>
                  <a:lnTo>
                    <a:pt x="256323" y="25722"/>
                  </a:lnTo>
                  <a:lnTo>
                    <a:pt x="251801" y="22970"/>
                  </a:lnTo>
                  <a:lnTo>
                    <a:pt x="247195" y="20363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80027" cy="167167"/>
            </a:xfrm>
            <a:custGeom>
              <a:avLst/>
              <a:pathLst>
                <a:path w="80027" h="167167">
                  <a:moveTo>
                    <a:pt x="80027" y="20400"/>
                  </a:moveTo>
                  <a:lnTo>
                    <a:pt x="74744" y="17640"/>
                  </a:lnTo>
                  <a:lnTo>
                    <a:pt x="69366" y="15071"/>
                  </a:lnTo>
                  <a:lnTo>
                    <a:pt x="63900" y="12695"/>
                  </a:lnTo>
                  <a:lnTo>
                    <a:pt x="58352" y="10515"/>
                  </a:lnTo>
                  <a:lnTo>
                    <a:pt x="52730" y="8534"/>
                  </a:lnTo>
                  <a:lnTo>
                    <a:pt x="47042" y="6755"/>
                  </a:lnTo>
                  <a:lnTo>
                    <a:pt x="41293" y="5180"/>
                  </a:lnTo>
                  <a:lnTo>
                    <a:pt x="35492" y="3811"/>
                  </a:lnTo>
                  <a:lnTo>
                    <a:pt x="29646" y="2649"/>
                  </a:lnTo>
                  <a:lnTo>
                    <a:pt x="23762" y="1697"/>
                  </a:lnTo>
                  <a:lnTo>
                    <a:pt x="17848" y="955"/>
                  </a:lnTo>
                  <a:lnTo>
                    <a:pt x="11911" y="424"/>
                  </a:lnTo>
                  <a:lnTo>
                    <a:pt x="5959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852" y="3170392"/>
              <a:ext cx="17128" cy="167167"/>
            </a:xfrm>
            <a:custGeom>
              <a:avLst/>
              <a:pathLst>
                <a:path w="17128" h="167167">
                  <a:moveTo>
                    <a:pt x="17128" y="0"/>
                  </a:moveTo>
                  <a:lnTo>
                    <a:pt x="8552" y="220"/>
                  </a:lnTo>
                  <a:lnTo>
                    <a:pt x="0" y="879"/>
                  </a:lnTo>
                  <a:lnTo>
                    <a:pt x="1712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8852" y="3171272"/>
              <a:ext cx="17128" cy="166287"/>
            </a:xfrm>
            <a:custGeom>
              <a:avLst/>
              <a:pathLst>
                <a:path w="17128" h="166287">
                  <a:moveTo>
                    <a:pt x="0" y="0"/>
                  </a:moveTo>
                  <a:lnTo>
                    <a:pt x="17128" y="1662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17" y="3171272"/>
              <a:ext cx="334330" cy="333444"/>
            </a:xfrm>
            <a:custGeom>
              <a:avLst/>
              <a:pathLst>
                <a:path w="334330" h="333444">
                  <a:moveTo>
                    <a:pt x="150035" y="0"/>
                  </a:moveTo>
                  <a:lnTo>
                    <a:pt x="144761" y="628"/>
                  </a:lnTo>
                  <a:lnTo>
                    <a:pt x="139510" y="1423"/>
                  </a:lnTo>
                  <a:lnTo>
                    <a:pt x="134287" y="2384"/>
                  </a:lnTo>
                  <a:lnTo>
                    <a:pt x="129097" y="3511"/>
                  </a:lnTo>
                  <a:lnTo>
                    <a:pt x="123946" y="4803"/>
                  </a:lnTo>
                  <a:lnTo>
                    <a:pt x="118838" y="6257"/>
                  </a:lnTo>
                  <a:lnTo>
                    <a:pt x="113779" y="7873"/>
                  </a:lnTo>
                  <a:lnTo>
                    <a:pt x="108774" y="9649"/>
                  </a:lnTo>
                  <a:lnTo>
                    <a:pt x="103827" y="11582"/>
                  </a:lnTo>
                  <a:lnTo>
                    <a:pt x="98945" y="13672"/>
                  </a:lnTo>
                  <a:lnTo>
                    <a:pt x="94132" y="15916"/>
                  </a:lnTo>
                  <a:lnTo>
                    <a:pt x="89392" y="18312"/>
                  </a:lnTo>
                  <a:lnTo>
                    <a:pt x="84731" y="20857"/>
                  </a:lnTo>
                  <a:lnTo>
                    <a:pt x="80152" y="23549"/>
                  </a:lnTo>
                  <a:lnTo>
                    <a:pt x="75662" y="26385"/>
                  </a:lnTo>
                  <a:lnTo>
                    <a:pt x="71264" y="29362"/>
                  </a:lnTo>
                  <a:lnTo>
                    <a:pt x="66963" y="32478"/>
                  </a:lnTo>
                  <a:lnTo>
                    <a:pt x="62763" y="35728"/>
                  </a:lnTo>
                  <a:lnTo>
                    <a:pt x="58669" y="39111"/>
                  </a:lnTo>
                  <a:lnTo>
                    <a:pt x="54684" y="42621"/>
                  </a:lnTo>
                  <a:lnTo>
                    <a:pt x="50812" y="46257"/>
                  </a:lnTo>
                  <a:lnTo>
                    <a:pt x="47058" y="50013"/>
                  </a:lnTo>
                  <a:lnTo>
                    <a:pt x="43425" y="53887"/>
                  </a:lnTo>
                  <a:lnTo>
                    <a:pt x="39917" y="57874"/>
                  </a:lnTo>
                  <a:lnTo>
                    <a:pt x="36537" y="61971"/>
                  </a:lnTo>
                  <a:lnTo>
                    <a:pt x="33290" y="66173"/>
                  </a:lnTo>
                  <a:lnTo>
                    <a:pt x="30177" y="70476"/>
                  </a:lnTo>
                  <a:lnTo>
                    <a:pt x="27203" y="74876"/>
                  </a:lnTo>
                  <a:lnTo>
                    <a:pt x="24369" y="79368"/>
                  </a:lnTo>
                  <a:lnTo>
                    <a:pt x="21680" y="83948"/>
                  </a:lnTo>
                  <a:lnTo>
                    <a:pt x="19138" y="88611"/>
                  </a:lnTo>
                  <a:lnTo>
                    <a:pt x="16746" y="93352"/>
                  </a:lnTo>
                  <a:lnTo>
                    <a:pt x="14505" y="98167"/>
                  </a:lnTo>
                  <a:lnTo>
                    <a:pt x="12418" y="103051"/>
                  </a:lnTo>
                  <a:lnTo>
                    <a:pt x="10487" y="107998"/>
                  </a:lnTo>
                  <a:lnTo>
                    <a:pt x="8715" y="113005"/>
                  </a:lnTo>
                  <a:lnTo>
                    <a:pt x="7102" y="118065"/>
                  </a:lnTo>
                  <a:lnTo>
                    <a:pt x="5651" y="123174"/>
                  </a:lnTo>
                  <a:lnTo>
                    <a:pt x="4363" y="128326"/>
                  </a:lnTo>
                  <a:lnTo>
                    <a:pt x="3239" y="133516"/>
                  </a:lnTo>
                  <a:lnTo>
                    <a:pt x="2281" y="138740"/>
                  </a:lnTo>
                  <a:lnTo>
                    <a:pt x="1489" y="143992"/>
                  </a:lnTo>
                  <a:lnTo>
                    <a:pt x="865" y="149266"/>
                  </a:lnTo>
                  <a:lnTo>
                    <a:pt x="408" y="154557"/>
                  </a:lnTo>
                  <a:lnTo>
                    <a:pt x="119" y="159860"/>
                  </a:lnTo>
                  <a:lnTo>
                    <a:pt x="0" y="165169"/>
                  </a:lnTo>
                  <a:lnTo>
                    <a:pt x="48" y="170480"/>
                  </a:lnTo>
                  <a:lnTo>
                    <a:pt x="266" y="175786"/>
                  </a:lnTo>
                  <a:lnTo>
                    <a:pt x="652" y="181083"/>
                  </a:lnTo>
                  <a:lnTo>
                    <a:pt x="1206" y="186365"/>
                  </a:lnTo>
                  <a:lnTo>
                    <a:pt x="1927" y="191627"/>
                  </a:lnTo>
                  <a:lnTo>
                    <a:pt x="2816" y="196863"/>
                  </a:lnTo>
                  <a:lnTo>
                    <a:pt x="3870" y="202068"/>
                  </a:lnTo>
                  <a:lnTo>
                    <a:pt x="5089" y="207237"/>
                  </a:lnTo>
                  <a:lnTo>
                    <a:pt x="6472" y="212365"/>
                  </a:lnTo>
                  <a:lnTo>
                    <a:pt x="8016" y="217446"/>
                  </a:lnTo>
                  <a:lnTo>
                    <a:pt x="9722" y="222476"/>
                  </a:lnTo>
                  <a:lnTo>
                    <a:pt x="11586" y="227448"/>
                  </a:lnTo>
                  <a:lnTo>
                    <a:pt x="13607" y="232360"/>
                  </a:lnTo>
                  <a:lnTo>
                    <a:pt x="15784" y="237204"/>
                  </a:lnTo>
                  <a:lnTo>
                    <a:pt x="18113" y="241977"/>
                  </a:lnTo>
                  <a:lnTo>
                    <a:pt x="20592" y="246673"/>
                  </a:lnTo>
                  <a:lnTo>
                    <a:pt x="23220" y="251289"/>
                  </a:lnTo>
                  <a:lnTo>
                    <a:pt x="25993" y="255818"/>
                  </a:lnTo>
                  <a:lnTo>
                    <a:pt x="28908" y="260257"/>
                  </a:lnTo>
                  <a:lnTo>
                    <a:pt x="31963" y="264602"/>
                  </a:lnTo>
                  <a:lnTo>
                    <a:pt x="35154" y="268847"/>
                  </a:lnTo>
                  <a:lnTo>
                    <a:pt x="38478" y="272989"/>
                  </a:lnTo>
                  <a:lnTo>
                    <a:pt x="41933" y="277022"/>
                  </a:lnTo>
                  <a:lnTo>
                    <a:pt x="45514" y="280945"/>
                  </a:lnTo>
                  <a:lnTo>
                    <a:pt x="49217" y="284751"/>
                  </a:lnTo>
                  <a:lnTo>
                    <a:pt x="53040" y="288438"/>
                  </a:lnTo>
                  <a:lnTo>
                    <a:pt x="56978" y="292001"/>
                  </a:lnTo>
                  <a:lnTo>
                    <a:pt x="61027" y="295438"/>
                  </a:lnTo>
                  <a:lnTo>
                    <a:pt x="65183" y="298744"/>
                  </a:lnTo>
                  <a:lnTo>
                    <a:pt x="69442" y="301917"/>
                  </a:lnTo>
                  <a:lnTo>
                    <a:pt x="73800" y="304953"/>
                  </a:lnTo>
                  <a:lnTo>
                    <a:pt x="78251" y="307849"/>
                  </a:lnTo>
                  <a:lnTo>
                    <a:pt x="82793" y="310601"/>
                  </a:lnTo>
                  <a:lnTo>
                    <a:pt x="87420" y="313209"/>
                  </a:lnTo>
                  <a:lnTo>
                    <a:pt x="92127" y="315668"/>
                  </a:lnTo>
                  <a:lnTo>
                    <a:pt x="96910" y="317976"/>
                  </a:lnTo>
                  <a:lnTo>
                    <a:pt x="101764" y="320131"/>
                  </a:lnTo>
                  <a:lnTo>
                    <a:pt x="106684" y="322131"/>
                  </a:lnTo>
                  <a:lnTo>
                    <a:pt x="111665" y="323973"/>
                  </a:lnTo>
                  <a:lnTo>
                    <a:pt x="116702" y="325657"/>
                  </a:lnTo>
                  <a:lnTo>
                    <a:pt x="121790" y="327179"/>
                  </a:lnTo>
                  <a:lnTo>
                    <a:pt x="126924" y="328539"/>
                  </a:lnTo>
                  <a:lnTo>
                    <a:pt x="132098" y="329736"/>
                  </a:lnTo>
                  <a:lnTo>
                    <a:pt x="137308" y="330767"/>
                  </a:lnTo>
                  <a:lnTo>
                    <a:pt x="142548" y="331632"/>
                  </a:lnTo>
                  <a:lnTo>
                    <a:pt x="147813" y="332331"/>
                  </a:lnTo>
                  <a:lnTo>
                    <a:pt x="153097" y="332862"/>
                  </a:lnTo>
                  <a:lnTo>
                    <a:pt x="158395" y="333224"/>
                  </a:lnTo>
                  <a:lnTo>
                    <a:pt x="163703" y="333419"/>
                  </a:lnTo>
                  <a:lnTo>
                    <a:pt x="169013" y="333444"/>
                  </a:lnTo>
                  <a:lnTo>
                    <a:pt x="174322" y="333301"/>
                  </a:lnTo>
                  <a:lnTo>
                    <a:pt x="179624" y="332989"/>
                  </a:lnTo>
                  <a:lnTo>
                    <a:pt x="184913" y="332510"/>
                  </a:lnTo>
                  <a:lnTo>
                    <a:pt x="190184" y="331862"/>
                  </a:lnTo>
                  <a:lnTo>
                    <a:pt x="195432" y="331047"/>
                  </a:lnTo>
                  <a:lnTo>
                    <a:pt x="200652" y="330066"/>
                  </a:lnTo>
                  <a:lnTo>
                    <a:pt x="205837" y="328919"/>
                  </a:lnTo>
                  <a:lnTo>
                    <a:pt x="210984" y="327609"/>
                  </a:lnTo>
                  <a:lnTo>
                    <a:pt x="216086" y="326135"/>
                  </a:lnTo>
                  <a:lnTo>
                    <a:pt x="221139" y="324501"/>
                  </a:lnTo>
                  <a:lnTo>
                    <a:pt x="226138" y="322706"/>
                  </a:lnTo>
                  <a:lnTo>
                    <a:pt x="231077" y="320754"/>
                  </a:lnTo>
                  <a:lnTo>
                    <a:pt x="235951" y="318646"/>
                  </a:lnTo>
                  <a:lnTo>
                    <a:pt x="240756" y="316384"/>
                  </a:lnTo>
                  <a:lnTo>
                    <a:pt x="245487" y="313970"/>
                  </a:lnTo>
                  <a:lnTo>
                    <a:pt x="250139" y="311408"/>
                  </a:lnTo>
                  <a:lnTo>
                    <a:pt x="254707" y="308699"/>
                  </a:lnTo>
                  <a:lnTo>
                    <a:pt x="259187" y="305846"/>
                  </a:lnTo>
                  <a:lnTo>
                    <a:pt x="263573" y="302852"/>
                  </a:lnTo>
                  <a:lnTo>
                    <a:pt x="267863" y="299721"/>
                  </a:lnTo>
                  <a:lnTo>
                    <a:pt x="272051" y="296455"/>
                  </a:lnTo>
                  <a:lnTo>
                    <a:pt x="276132" y="293057"/>
                  </a:lnTo>
                  <a:lnTo>
                    <a:pt x="280104" y="289532"/>
                  </a:lnTo>
                  <a:lnTo>
                    <a:pt x="283962" y="285882"/>
                  </a:lnTo>
                  <a:lnTo>
                    <a:pt x="287702" y="282111"/>
                  </a:lnTo>
                  <a:lnTo>
                    <a:pt x="291321" y="278224"/>
                  </a:lnTo>
                  <a:lnTo>
                    <a:pt x="294814" y="274223"/>
                  </a:lnTo>
                  <a:lnTo>
                    <a:pt x="298178" y="270114"/>
                  </a:lnTo>
                  <a:lnTo>
                    <a:pt x="301410" y="265900"/>
                  </a:lnTo>
                  <a:lnTo>
                    <a:pt x="304507" y="261585"/>
                  </a:lnTo>
                  <a:lnTo>
                    <a:pt x="307465" y="257174"/>
                  </a:lnTo>
                  <a:lnTo>
                    <a:pt x="310281" y="252672"/>
                  </a:lnTo>
                  <a:lnTo>
                    <a:pt x="312953" y="248082"/>
                  </a:lnTo>
                  <a:lnTo>
                    <a:pt x="315477" y="243409"/>
                  </a:lnTo>
                  <a:lnTo>
                    <a:pt x="317852" y="238659"/>
                  </a:lnTo>
                  <a:lnTo>
                    <a:pt x="320075" y="233836"/>
                  </a:lnTo>
                  <a:lnTo>
                    <a:pt x="322144" y="228944"/>
                  </a:lnTo>
                  <a:lnTo>
                    <a:pt x="324056" y="223990"/>
                  </a:lnTo>
                  <a:lnTo>
                    <a:pt x="325810" y="218977"/>
                  </a:lnTo>
                  <a:lnTo>
                    <a:pt x="327403" y="213911"/>
                  </a:lnTo>
                  <a:lnTo>
                    <a:pt x="328835" y="208797"/>
                  </a:lnTo>
                  <a:lnTo>
                    <a:pt x="330104" y="203640"/>
                  </a:lnTo>
                  <a:lnTo>
                    <a:pt x="331208" y="198445"/>
                  </a:lnTo>
                  <a:lnTo>
                    <a:pt x="332147" y="193217"/>
                  </a:lnTo>
                  <a:lnTo>
                    <a:pt x="332919" y="187963"/>
                  </a:lnTo>
                  <a:lnTo>
                    <a:pt x="333524" y="182687"/>
                  </a:lnTo>
                  <a:lnTo>
                    <a:pt x="333961" y="177394"/>
                  </a:lnTo>
                  <a:lnTo>
                    <a:pt x="334230" y="172090"/>
                  </a:lnTo>
                  <a:lnTo>
                    <a:pt x="334330" y="166780"/>
                  </a:lnTo>
                  <a:lnTo>
                    <a:pt x="334261" y="161470"/>
                  </a:lnTo>
                  <a:lnTo>
                    <a:pt x="334024" y="156164"/>
                  </a:lnTo>
                  <a:lnTo>
                    <a:pt x="333618" y="150869"/>
                  </a:lnTo>
                  <a:lnTo>
                    <a:pt x="333044" y="145589"/>
                  </a:lnTo>
                  <a:lnTo>
                    <a:pt x="332303" y="140330"/>
                  </a:lnTo>
                  <a:lnTo>
                    <a:pt x="331395" y="135097"/>
                  </a:lnTo>
                  <a:lnTo>
                    <a:pt x="330322" y="129896"/>
                  </a:lnTo>
                  <a:lnTo>
                    <a:pt x="329083" y="124732"/>
                  </a:lnTo>
                  <a:lnTo>
                    <a:pt x="327681" y="119609"/>
                  </a:lnTo>
                  <a:lnTo>
                    <a:pt x="326118" y="114534"/>
                  </a:lnTo>
                  <a:lnTo>
                    <a:pt x="324394" y="109511"/>
                  </a:lnTo>
                  <a:lnTo>
                    <a:pt x="322511" y="104545"/>
                  </a:lnTo>
                  <a:lnTo>
                    <a:pt x="320471" y="99641"/>
                  </a:lnTo>
                  <a:lnTo>
                    <a:pt x="318277" y="94805"/>
                  </a:lnTo>
                  <a:lnTo>
                    <a:pt x="315930" y="90041"/>
                  </a:lnTo>
                  <a:lnTo>
                    <a:pt x="313432" y="85353"/>
                  </a:lnTo>
                  <a:lnTo>
                    <a:pt x="310788" y="80748"/>
                  </a:lnTo>
                  <a:lnTo>
                    <a:pt x="307998" y="76229"/>
                  </a:lnTo>
                  <a:lnTo>
                    <a:pt x="305066" y="71801"/>
                  </a:lnTo>
                  <a:lnTo>
                    <a:pt x="301995" y="67468"/>
                  </a:lnTo>
                  <a:lnTo>
                    <a:pt x="298788" y="63234"/>
                  </a:lnTo>
                  <a:lnTo>
                    <a:pt x="295448" y="59105"/>
                  </a:lnTo>
                  <a:lnTo>
                    <a:pt x="291979" y="55084"/>
                  </a:lnTo>
                  <a:lnTo>
                    <a:pt x="288383" y="51176"/>
                  </a:lnTo>
                  <a:lnTo>
                    <a:pt x="167163" y="166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121220" cy="167167"/>
            </a:xfrm>
            <a:custGeom>
              <a:avLst/>
              <a:pathLst>
                <a:path w="121220" h="167167">
                  <a:moveTo>
                    <a:pt x="121220" y="52055"/>
                  </a:moveTo>
                  <a:lnTo>
                    <a:pt x="117260" y="48025"/>
                  </a:lnTo>
                  <a:lnTo>
                    <a:pt x="113167" y="44130"/>
                  </a:lnTo>
                  <a:lnTo>
                    <a:pt x="108944" y="40376"/>
                  </a:lnTo>
                  <a:lnTo>
                    <a:pt x="104597" y="36766"/>
                  </a:lnTo>
                  <a:lnTo>
                    <a:pt x="100130" y="33306"/>
                  </a:lnTo>
                  <a:lnTo>
                    <a:pt x="95549" y="29998"/>
                  </a:lnTo>
                  <a:lnTo>
                    <a:pt x="90859" y="26848"/>
                  </a:lnTo>
                  <a:lnTo>
                    <a:pt x="86065" y="23857"/>
                  </a:lnTo>
                  <a:lnTo>
                    <a:pt x="81172" y="21030"/>
                  </a:lnTo>
                  <a:lnTo>
                    <a:pt x="76187" y="18371"/>
                  </a:lnTo>
                  <a:lnTo>
                    <a:pt x="71115" y="15881"/>
                  </a:lnTo>
                  <a:lnTo>
                    <a:pt x="65962" y="13564"/>
                  </a:lnTo>
                  <a:lnTo>
                    <a:pt x="60733" y="11422"/>
                  </a:lnTo>
                  <a:lnTo>
                    <a:pt x="55435" y="9459"/>
                  </a:lnTo>
                  <a:lnTo>
                    <a:pt x="50074" y="7675"/>
                  </a:lnTo>
                  <a:lnTo>
                    <a:pt x="44655" y="6074"/>
                  </a:lnTo>
                  <a:lnTo>
                    <a:pt x="39185" y="4657"/>
                  </a:lnTo>
                  <a:lnTo>
                    <a:pt x="33671" y="3426"/>
                  </a:lnTo>
                  <a:lnTo>
                    <a:pt x="28118" y="2381"/>
                  </a:lnTo>
                  <a:lnTo>
                    <a:pt x="22533" y="1525"/>
                  </a:lnTo>
                  <a:lnTo>
                    <a:pt x="16922" y="858"/>
                  </a:lnTo>
                  <a:lnTo>
                    <a:pt x="11292" y="381"/>
                  </a:lnTo>
                  <a:lnTo>
                    <a:pt x="5649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751" y="3707720"/>
              <a:ext cx="3996" cy="167167"/>
            </a:xfrm>
            <a:custGeom>
              <a:avLst/>
              <a:pathLst>
                <a:path w="3996" h="167167">
                  <a:moveTo>
                    <a:pt x="3996" y="0"/>
                  </a:moveTo>
                  <a:lnTo>
                    <a:pt x="0" y="47"/>
                  </a:lnTo>
                  <a:lnTo>
                    <a:pt x="399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751" y="3707768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3" y="3707768"/>
              <a:ext cx="334332" cy="334273"/>
            </a:xfrm>
            <a:custGeom>
              <a:avLst/>
              <a:pathLst>
                <a:path w="334332" h="334273">
                  <a:moveTo>
                    <a:pt x="163168" y="0"/>
                  </a:moveTo>
                  <a:lnTo>
                    <a:pt x="157876" y="210"/>
                  </a:lnTo>
                  <a:lnTo>
                    <a:pt x="152594" y="588"/>
                  </a:lnTo>
                  <a:lnTo>
                    <a:pt x="147326" y="1133"/>
                  </a:lnTo>
                  <a:lnTo>
                    <a:pt x="142078" y="1845"/>
                  </a:lnTo>
                  <a:lnTo>
                    <a:pt x="136855" y="2722"/>
                  </a:lnTo>
                  <a:lnTo>
                    <a:pt x="131663" y="3765"/>
                  </a:lnTo>
                  <a:lnTo>
                    <a:pt x="126506" y="4972"/>
                  </a:lnTo>
                  <a:lnTo>
                    <a:pt x="121390" y="6341"/>
                  </a:lnTo>
                  <a:lnTo>
                    <a:pt x="116320" y="7872"/>
                  </a:lnTo>
                  <a:lnTo>
                    <a:pt x="111301" y="9562"/>
                  </a:lnTo>
                  <a:lnTo>
                    <a:pt x="106338" y="11411"/>
                  </a:lnTo>
                  <a:lnTo>
                    <a:pt x="101436" y="13416"/>
                  </a:lnTo>
                  <a:lnTo>
                    <a:pt x="96601" y="15575"/>
                  </a:lnTo>
                  <a:lnTo>
                    <a:pt x="91836" y="17886"/>
                  </a:lnTo>
                  <a:lnTo>
                    <a:pt x="87146" y="20347"/>
                  </a:lnTo>
                  <a:lnTo>
                    <a:pt x="82537" y="22955"/>
                  </a:lnTo>
                  <a:lnTo>
                    <a:pt x="78013" y="25709"/>
                  </a:lnTo>
                  <a:lnTo>
                    <a:pt x="73578" y="28603"/>
                  </a:lnTo>
                  <a:lnTo>
                    <a:pt x="69237" y="31638"/>
                  </a:lnTo>
                  <a:lnTo>
                    <a:pt x="64995" y="34808"/>
                  </a:lnTo>
                  <a:lnTo>
                    <a:pt x="60855" y="38110"/>
                  </a:lnTo>
                  <a:lnTo>
                    <a:pt x="56822" y="41543"/>
                  </a:lnTo>
                  <a:lnTo>
                    <a:pt x="52899" y="45101"/>
                  </a:lnTo>
                  <a:lnTo>
                    <a:pt x="49092" y="48782"/>
                  </a:lnTo>
                  <a:lnTo>
                    <a:pt x="45402" y="52581"/>
                  </a:lnTo>
                  <a:lnTo>
                    <a:pt x="41835" y="56496"/>
                  </a:lnTo>
                  <a:lnTo>
                    <a:pt x="38394" y="60521"/>
                  </a:lnTo>
                  <a:lnTo>
                    <a:pt x="35082" y="64654"/>
                  </a:lnTo>
                  <a:lnTo>
                    <a:pt x="31902" y="68889"/>
                  </a:lnTo>
                  <a:lnTo>
                    <a:pt x="28859" y="73223"/>
                  </a:lnTo>
                  <a:lnTo>
                    <a:pt x="25954" y="77651"/>
                  </a:lnTo>
                  <a:lnTo>
                    <a:pt x="23191" y="82169"/>
                  </a:lnTo>
                  <a:lnTo>
                    <a:pt x="20572" y="86772"/>
                  </a:lnTo>
                  <a:lnTo>
                    <a:pt x="18100" y="91456"/>
                  </a:lnTo>
                  <a:lnTo>
                    <a:pt x="15778" y="96216"/>
                  </a:lnTo>
                  <a:lnTo>
                    <a:pt x="13608" y="101047"/>
                  </a:lnTo>
                  <a:lnTo>
                    <a:pt x="11592" y="105945"/>
                  </a:lnTo>
                  <a:lnTo>
                    <a:pt x="9733" y="110903"/>
                  </a:lnTo>
                  <a:lnTo>
                    <a:pt x="8031" y="115918"/>
                  </a:lnTo>
                  <a:lnTo>
                    <a:pt x="6489" y="120985"/>
                  </a:lnTo>
                  <a:lnTo>
                    <a:pt x="5108" y="126098"/>
                  </a:lnTo>
                  <a:lnTo>
                    <a:pt x="3890" y="131252"/>
                  </a:lnTo>
                  <a:lnTo>
                    <a:pt x="2836" y="136442"/>
                  </a:lnTo>
                  <a:lnTo>
                    <a:pt x="1947" y="141662"/>
                  </a:lnTo>
                  <a:lnTo>
                    <a:pt x="1223" y="146909"/>
                  </a:lnTo>
                  <a:lnTo>
                    <a:pt x="666" y="152175"/>
                  </a:lnTo>
                  <a:lnTo>
                    <a:pt x="276" y="157457"/>
                  </a:lnTo>
                  <a:lnTo>
                    <a:pt x="54" y="162748"/>
                  </a:lnTo>
                  <a:lnTo>
                    <a:pt x="0" y="168044"/>
                  </a:lnTo>
                  <a:lnTo>
                    <a:pt x="113" y="173339"/>
                  </a:lnTo>
                  <a:lnTo>
                    <a:pt x="394" y="178627"/>
                  </a:lnTo>
                  <a:lnTo>
                    <a:pt x="842" y="183904"/>
                  </a:lnTo>
                  <a:lnTo>
                    <a:pt x="1457" y="189164"/>
                  </a:lnTo>
                  <a:lnTo>
                    <a:pt x="2238" y="194402"/>
                  </a:lnTo>
                  <a:lnTo>
                    <a:pt x="3185" y="199613"/>
                  </a:lnTo>
                  <a:lnTo>
                    <a:pt x="4297" y="204791"/>
                  </a:lnTo>
                  <a:lnTo>
                    <a:pt x="5572" y="209931"/>
                  </a:lnTo>
                  <a:lnTo>
                    <a:pt x="7009" y="215029"/>
                  </a:lnTo>
                  <a:lnTo>
                    <a:pt x="8607" y="220078"/>
                  </a:lnTo>
                  <a:lnTo>
                    <a:pt x="10364" y="225074"/>
                  </a:lnTo>
                  <a:lnTo>
                    <a:pt x="12279" y="230012"/>
                  </a:lnTo>
                  <a:lnTo>
                    <a:pt x="14349" y="234886"/>
                  </a:lnTo>
                  <a:lnTo>
                    <a:pt x="16572" y="239693"/>
                  </a:lnTo>
                  <a:lnTo>
                    <a:pt x="18947" y="244427"/>
                  </a:lnTo>
                  <a:lnTo>
                    <a:pt x="21470" y="249083"/>
                  </a:lnTo>
                  <a:lnTo>
                    <a:pt x="24139" y="253657"/>
                  </a:lnTo>
                  <a:lnTo>
                    <a:pt x="26952" y="258144"/>
                  </a:lnTo>
                  <a:lnTo>
                    <a:pt x="29906" y="262540"/>
                  </a:lnTo>
                  <a:lnTo>
                    <a:pt x="32998" y="266840"/>
                  </a:lnTo>
                  <a:lnTo>
                    <a:pt x="36224" y="271040"/>
                  </a:lnTo>
                  <a:lnTo>
                    <a:pt x="39581" y="275135"/>
                  </a:lnTo>
                  <a:lnTo>
                    <a:pt x="43067" y="279123"/>
                  </a:lnTo>
                  <a:lnTo>
                    <a:pt x="46677" y="282997"/>
                  </a:lnTo>
                  <a:lnTo>
                    <a:pt x="50408" y="286756"/>
                  </a:lnTo>
                  <a:lnTo>
                    <a:pt x="54257" y="290394"/>
                  </a:lnTo>
                  <a:lnTo>
                    <a:pt x="58218" y="293909"/>
                  </a:lnTo>
                  <a:lnTo>
                    <a:pt x="62289" y="297296"/>
                  </a:lnTo>
                  <a:lnTo>
                    <a:pt x="66465" y="300553"/>
                  </a:lnTo>
                  <a:lnTo>
                    <a:pt x="70743" y="303676"/>
                  </a:lnTo>
                  <a:lnTo>
                    <a:pt x="75117" y="306662"/>
                  </a:lnTo>
                  <a:lnTo>
                    <a:pt x="79583" y="309508"/>
                  </a:lnTo>
                  <a:lnTo>
                    <a:pt x="84138" y="312210"/>
                  </a:lnTo>
                  <a:lnTo>
                    <a:pt x="88775" y="314768"/>
                  </a:lnTo>
                  <a:lnTo>
                    <a:pt x="93492" y="317177"/>
                  </a:lnTo>
                  <a:lnTo>
                    <a:pt x="98282" y="319435"/>
                  </a:lnTo>
                  <a:lnTo>
                    <a:pt x="103141" y="321541"/>
                  </a:lnTo>
                  <a:lnTo>
                    <a:pt x="108065" y="323491"/>
                  </a:lnTo>
                  <a:lnTo>
                    <a:pt x="113048" y="325285"/>
                  </a:lnTo>
                  <a:lnTo>
                    <a:pt x="118085" y="326920"/>
                  </a:lnTo>
                  <a:lnTo>
                    <a:pt x="123172" y="328394"/>
                  </a:lnTo>
                  <a:lnTo>
                    <a:pt x="128303" y="329707"/>
                  </a:lnTo>
                  <a:lnTo>
                    <a:pt x="133472" y="330856"/>
                  </a:lnTo>
                  <a:lnTo>
                    <a:pt x="138676" y="331841"/>
                  </a:lnTo>
                  <a:lnTo>
                    <a:pt x="143908" y="332661"/>
                  </a:lnTo>
                  <a:lnTo>
                    <a:pt x="149164" y="333315"/>
                  </a:lnTo>
                  <a:lnTo>
                    <a:pt x="154437" y="333801"/>
                  </a:lnTo>
                  <a:lnTo>
                    <a:pt x="159724" y="334121"/>
                  </a:lnTo>
                  <a:lnTo>
                    <a:pt x="165017" y="334273"/>
                  </a:lnTo>
                  <a:lnTo>
                    <a:pt x="170313" y="334257"/>
                  </a:lnTo>
                  <a:lnTo>
                    <a:pt x="175606" y="334073"/>
                  </a:lnTo>
                  <a:lnTo>
                    <a:pt x="180890" y="333722"/>
                  </a:lnTo>
                  <a:lnTo>
                    <a:pt x="186161" y="333204"/>
                  </a:lnTo>
                  <a:lnTo>
                    <a:pt x="191412" y="332519"/>
                  </a:lnTo>
                  <a:lnTo>
                    <a:pt x="196640" y="331668"/>
                  </a:lnTo>
                  <a:lnTo>
                    <a:pt x="201837" y="330651"/>
                  </a:lnTo>
                  <a:lnTo>
                    <a:pt x="207000" y="329471"/>
                  </a:lnTo>
                  <a:lnTo>
                    <a:pt x="212123" y="328128"/>
                  </a:lnTo>
                  <a:lnTo>
                    <a:pt x="217200" y="326623"/>
                  </a:lnTo>
                  <a:lnTo>
                    <a:pt x="222228" y="324958"/>
                  </a:lnTo>
                  <a:lnTo>
                    <a:pt x="227200" y="323134"/>
                  </a:lnTo>
                  <a:lnTo>
                    <a:pt x="232112" y="321154"/>
                  </a:lnTo>
                  <a:lnTo>
                    <a:pt x="236959" y="319020"/>
                  </a:lnTo>
                  <a:lnTo>
                    <a:pt x="241735" y="316732"/>
                  </a:lnTo>
                  <a:lnTo>
                    <a:pt x="246437" y="314295"/>
                  </a:lnTo>
                  <a:lnTo>
                    <a:pt x="251059" y="311710"/>
                  </a:lnTo>
                  <a:lnTo>
                    <a:pt x="255597" y="308980"/>
                  </a:lnTo>
                  <a:lnTo>
                    <a:pt x="260047" y="306108"/>
                  </a:lnTo>
                  <a:lnTo>
                    <a:pt x="264403" y="303096"/>
                  </a:lnTo>
                  <a:lnTo>
                    <a:pt x="268661" y="299947"/>
                  </a:lnTo>
                  <a:lnTo>
                    <a:pt x="272818" y="296666"/>
                  </a:lnTo>
                  <a:lnTo>
                    <a:pt x="276869" y="293254"/>
                  </a:lnTo>
                  <a:lnTo>
                    <a:pt x="280809" y="289715"/>
                  </a:lnTo>
                  <a:lnTo>
                    <a:pt x="284635" y="286054"/>
                  </a:lnTo>
                  <a:lnTo>
                    <a:pt x="288344" y="282273"/>
                  </a:lnTo>
                  <a:lnTo>
                    <a:pt x="291931" y="278377"/>
                  </a:lnTo>
                  <a:lnTo>
                    <a:pt x="295393" y="274369"/>
                  </a:lnTo>
                  <a:lnTo>
                    <a:pt x="298726" y="270253"/>
                  </a:lnTo>
                  <a:lnTo>
                    <a:pt x="301926" y="266034"/>
                  </a:lnTo>
                  <a:lnTo>
                    <a:pt x="304992" y="261716"/>
                  </a:lnTo>
                  <a:lnTo>
                    <a:pt x="307919" y="257302"/>
                  </a:lnTo>
                  <a:lnTo>
                    <a:pt x="310706" y="252798"/>
                  </a:lnTo>
                  <a:lnTo>
                    <a:pt x="313348" y="248208"/>
                  </a:lnTo>
                  <a:lnTo>
                    <a:pt x="315843" y="243537"/>
                  </a:lnTo>
                  <a:lnTo>
                    <a:pt x="318189" y="238789"/>
                  </a:lnTo>
                  <a:lnTo>
                    <a:pt x="320383" y="233969"/>
                  </a:lnTo>
                  <a:lnTo>
                    <a:pt x="322424" y="229082"/>
                  </a:lnTo>
                  <a:lnTo>
                    <a:pt x="324309" y="224133"/>
                  </a:lnTo>
                  <a:lnTo>
                    <a:pt x="326036" y="219126"/>
                  </a:lnTo>
                  <a:lnTo>
                    <a:pt x="327604" y="214068"/>
                  </a:lnTo>
                  <a:lnTo>
                    <a:pt x="329010" y="208962"/>
                  </a:lnTo>
                  <a:lnTo>
                    <a:pt x="330255" y="203814"/>
                  </a:lnTo>
                  <a:lnTo>
                    <a:pt x="331335" y="198630"/>
                  </a:lnTo>
                  <a:lnTo>
                    <a:pt x="332251" y="193413"/>
                  </a:lnTo>
                  <a:lnTo>
                    <a:pt x="333001" y="188171"/>
                  </a:lnTo>
                  <a:lnTo>
                    <a:pt x="333585" y="182907"/>
                  </a:lnTo>
                  <a:lnTo>
                    <a:pt x="334001" y="177628"/>
                  </a:lnTo>
                  <a:lnTo>
                    <a:pt x="334250" y="172337"/>
                  </a:lnTo>
                  <a:lnTo>
                    <a:pt x="334332" y="167042"/>
                  </a:lnTo>
                  <a:lnTo>
                    <a:pt x="334245" y="161747"/>
                  </a:lnTo>
                  <a:lnTo>
                    <a:pt x="333991" y="156457"/>
                  </a:lnTo>
                  <a:lnTo>
                    <a:pt x="333570" y="151178"/>
                  </a:lnTo>
                  <a:lnTo>
                    <a:pt x="332982" y="145915"/>
                  </a:lnTo>
                  <a:lnTo>
                    <a:pt x="332227" y="140673"/>
                  </a:lnTo>
                  <a:lnTo>
                    <a:pt x="331306" y="135457"/>
                  </a:lnTo>
                  <a:lnTo>
                    <a:pt x="330221" y="130274"/>
                  </a:lnTo>
                  <a:lnTo>
                    <a:pt x="328972" y="125127"/>
                  </a:lnTo>
                  <a:lnTo>
                    <a:pt x="327560" y="120023"/>
                  </a:lnTo>
                  <a:lnTo>
                    <a:pt x="325988" y="114965"/>
                  </a:lnTo>
                  <a:lnTo>
                    <a:pt x="324256" y="109961"/>
                  </a:lnTo>
                  <a:lnTo>
                    <a:pt x="322367" y="105013"/>
                  </a:lnTo>
                  <a:lnTo>
                    <a:pt x="320322" y="100128"/>
                  </a:lnTo>
                  <a:lnTo>
                    <a:pt x="318123" y="95310"/>
                  </a:lnTo>
                  <a:lnTo>
                    <a:pt x="315772" y="90564"/>
                  </a:lnTo>
                  <a:lnTo>
                    <a:pt x="313273" y="85895"/>
                  </a:lnTo>
                  <a:lnTo>
                    <a:pt x="310626" y="81308"/>
                  </a:lnTo>
                  <a:lnTo>
                    <a:pt x="307836" y="76806"/>
                  </a:lnTo>
                  <a:lnTo>
                    <a:pt x="304905" y="72396"/>
                  </a:lnTo>
                  <a:lnTo>
                    <a:pt x="301835" y="68080"/>
                  </a:lnTo>
                  <a:lnTo>
                    <a:pt x="298630" y="63864"/>
                  </a:lnTo>
                  <a:lnTo>
                    <a:pt x="295294" y="59751"/>
                  </a:lnTo>
                  <a:lnTo>
                    <a:pt x="291828" y="55746"/>
                  </a:lnTo>
                  <a:lnTo>
                    <a:pt x="288238" y="51853"/>
                  </a:lnTo>
                  <a:lnTo>
                    <a:pt x="284526" y="48076"/>
                  </a:lnTo>
                  <a:lnTo>
                    <a:pt x="280696" y="44418"/>
                  </a:lnTo>
                  <a:lnTo>
                    <a:pt x="276752" y="40883"/>
                  </a:lnTo>
                  <a:lnTo>
                    <a:pt x="272699" y="37475"/>
                  </a:lnTo>
                  <a:lnTo>
                    <a:pt x="268539" y="34197"/>
                  </a:lnTo>
                  <a:lnTo>
                    <a:pt x="264277" y="31053"/>
                  </a:lnTo>
                  <a:lnTo>
                    <a:pt x="259919" y="28045"/>
                  </a:lnTo>
                  <a:lnTo>
                    <a:pt x="255467" y="25177"/>
                  </a:lnTo>
                  <a:lnTo>
                    <a:pt x="250926" y="22451"/>
                  </a:lnTo>
                  <a:lnTo>
                    <a:pt x="246301" y="19870"/>
                  </a:lnTo>
                  <a:lnTo>
                    <a:pt x="241597" y="17437"/>
                  </a:lnTo>
                  <a:lnTo>
                    <a:pt x="236819" y="15155"/>
                  </a:lnTo>
                  <a:lnTo>
                    <a:pt x="231970" y="13024"/>
                  </a:lnTo>
                  <a:lnTo>
                    <a:pt x="227056" y="11049"/>
                  </a:lnTo>
                  <a:lnTo>
                    <a:pt x="222082" y="9230"/>
                  </a:lnTo>
                  <a:lnTo>
                    <a:pt x="167164" y="167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54917" cy="167167"/>
            </a:xfrm>
            <a:custGeom>
              <a:avLst/>
              <a:pathLst>
                <a:path w="54917" h="167167">
                  <a:moveTo>
                    <a:pt x="54917" y="9278"/>
                  </a:moveTo>
                  <a:lnTo>
                    <a:pt x="49008" y="7345"/>
                  </a:lnTo>
                  <a:lnTo>
                    <a:pt x="43032" y="5633"/>
                  </a:lnTo>
                  <a:lnTo>
                    <a:pt x="36995" y="4145"/>
                  </a:lnTo>
                  <a:lnTo>
                    <a:pt x="30908" y="2882"/>
                  </a:lnTo>
                  <a:lnTo>
                    <a:pt x="24778" y="1846"/>
                  </a:lnTo>
                  <a:lnTo>
                    <a:pt x="18613" y="1039"/>
                  </a:lnTo>
                  <a:lnTo>
                    <a:pt x="12423" y="462"/>
                  </a:lnTo>
                  <a:lnTo>
                    <a:pt x="6216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291" y="4213821"/>
              <a:ext cx="3996" cy="167167"/>
            </a:xfrm>
            <a:custGeom>
              <a:avLst/>
              <a:pathLst>
                <a:path w="3996" h="167167">
                  <a:moveTo>
                    <a:pt x="3996" y="0"/>
                  </a:moveTo>
                  <a:lnTo>
                    <a:pt x="0" y="47"/>
                  </a:lnTo>
                  <a:lnTo>
                    <a:pt x="399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291" y="4213869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2" y="4213869"/>
              <a:ext cx="334332" cy="334273"/>
            </a:xfrm>
            <a:custGeom>
              <a:avLst/>
              <a:pathLst>
                <a:path w="334332" h="334273">
                  <a:moveTo>
                    <a:pt x="163168" y="0"/>
                  </a:moveTo>
                  <a:lnTo>
                    <a:pt x="157876" y="210"/>
                  </a:lnTo>
                  <a:lnTo>
                    <a:pt x="152594" y="588"/>
                  </a:lnTo>
                  <a:lnTo>
                    <a:pt x="147326" y="1133"/>
                  </a:lnTo>
                  <a:lnTo>
                    <a:pt x="142078" y="1845"/>
                  </a:lnTo>
                  <a:lnTo>
                    <a:pt x="136855" y="2722"/>
                  </a:lnTo>
                  <a:lnTo>
                    <a:pt x="131663" y="3765"/>
                  </a:lnTo>
                  <a:lnTo>
                    <a:pt x="126506" y="4972"/>
                  </a:lnTo>
                  <a:lnTo>
                    <a:pt x="121390" y="6341"/>
                  </a:lnTo>
                  <a:lnTo>
                    <a:pt x="116320" y="7872"/>
                  </a:lnTo>
                  <a:lnTo>
                    <a:pt x="111301" y="9562"/>
                  </a:lnTo>
                  <a:lnTo>
                    <a:pt x="106338" y="11411"/>
                  </a:lnTo>
                  <a:lnTo>
                    <a:pt x="101436" y="13416"/>
                  </a:lnTo>
                  <a:lnTo>
                    <a:pt x="96601" y="15575"/>
                  </a:lnTo>
                  <a:lnTo>
                    <a:pt x="91836" y="17886"/>
                  </a:lnTo>
                  <a:lnTo>
                    <a:pt x="87146" y="20347"/>
                  </a:lnTo>
                  <a:lnTo>
                    <a:pt x="82537" y="22955"/>
                  </a:lnTo>
                  <a:lnTo>
                    <a:pt x="78013" y="25709"/>
                  </a:lnTo>
                  <a:lnTo>
                    <a:pt x="73578" y="28603"/>
                  </a:lnTo>
                  <a:lnTo>
                    <a:pt x="69237" y="31638"/>
                  </a:lnTo>
                  <a:lnTo>
                    <a:pt x="64995" y="34808"/>
                  </a:lnTo>
                  <a:lnTo>
                    <a:pt x="60855" y="38110"/>
                  </a:lnTo>
                  <a:lnTo>
                    <a:pt x="56822" y="41543"/>
                  </a:lnTo>
                  <a:lnTo>
                    <a:pt x="52899" y="45101"/>
                  </a:lnTo>
                  <a:lnTo>
                    <a:pt x="49092" y="48782"/>
                  </a:lnTo>
                  <a:lnTo>
                    <a:pt x="45402" y="52581"/>
                  </a:lnTo>
                  <a:lnTo>
                    <a:pt x="41835" y="56496"/>
                  </a:lnTo>
                  <a:lnTo>
                    <a:pt x="38394" y="60521"/>
                  </a:lnTo>
                  <a:lnTo>
                    <a:pt x="35082" y="64654"/>
                  </a:lnTo>
                  <a:lnTo>
                    <a:pt x="31902" y="68889"/>
                  </a:lnTo>
                  <a:lnTo>
                    <a:pt x="28859" y="73223"/>
                  </a:lnTo>
                  <a:lnTo>
                    <a:pt x="25954" y="77651"/>
                  </a:lnTo>
                  <a:lnTo>
                    <a:pt x="23191" y="82169"/>
                  </a:lnTo>
                  <a:lnTo>
                    <a:pt x="20572" y="86772"/>
                  </a:lnTo>
                  <a:lnTo>
                    <a:pt x="18100" y="91456"/>
                  </a:lnTo>
                  <a:lnTo>
                    <a:pt x="15778" y="96216"/>
                  </a:lnTo>
                  <a:lnTo>
                    <a:pt x="13608" y="101047"/>
                  </a:lnTo>
                  <a:lnTo>
                    <a:pt x="11592" y="105945"/>
                  </a:lnTo>
                  <a:lnTo>
                    <a:pt x="9733" y="110903"/>
                  </a:lnTo>
                  <a:lnTo>
                    <a:pt x="8031" y="115918"/>
                  </a:lnTo>
                  <a:lnTo>
                    <a:pt x="6489" y="120985"/>
                  </a:lnTo>
                  <a:lnTo>
                    <a:pt x="5108" y="126098"/>
                  </a:lnTo>
                  <a:lnTo>
                    <a:pt x="3890" y="131252"/>
                  </a:lnTo>
                  <a:lnTo>
                    <a:pt x="2836" y="136442"/>
                  </a:lnTo>
                  <a:lnTo>
                    <a:pt x="1947" y="141662"/>
                  </a:lnTo>
                  <a:lnTo>
                    <a:pt x="1223" y="146909"/>
                  </a:lnTo>
                  <a:lnTo>
                    <a:pt x="666" y="152175"/>
                  </a:lnTo>
                  <a:lnTo>
                    <a:pt x="276" y="157457"/>
                  </a:lnTo>
                  <a:lnTo>
                    <a:pt x="54" y="162748"/>
                  </a:lnTo>
                  <a:lnTo>
                    <a:pt x="0" y="168044"/>
                  </a:lnTo>
                  <a:lnTo>
                    <a:pt x="113" y="173339"/>
                  </a:lnTo>
                  <a:lnTo>
                    <a:pt x="394" y="178627"/>
                  </a:lnTo>
                  <a:lnTo>
                    <a:pt x="842" y="183904"/>
                  </a:lnTo>
                  <a:lnTo>
                    <a:pt x="1457" y="189164"/>
                  </a:lnTo>
                  <a:lnTo>
                    <a:pt x="2238" y="194402"/>
                  </a:lnTo>
                  <a:lnTo>
                    <a:pt x="3185" y="199613"/>
                  </a:lnTo>
                  <a:lnTo>
                    <a:pt x="4297" y="204791"/>
                  </a:lnTo>
                  <a:lnTo>
                    <a:pt x="5572" y="209931"/>
                  </a:lnTo>
                  <a:lnTo>
                    <a:pt x="7009" y="215029"/>
                  </a:lnTo>
                  <a:lnTo>
                    <a:pt x="8607" y="220078"/>
                  </a:lnTo>
                  <a:lnTo>
                    <a:pt x="10364" y="225074"/>
                  </a:lnTo>
                  <a:lnTo>
                    <a:pt x="12279" y="230012"/>
                  </a:lnTo>
                  <a:lnTo>
                    <a:pt x="14349" y="234886"/>
                  </a:lnTo>
                  <a:lnTo>
                    <a:pt x="16572" y="239693"/>
                  </a:lnTo>
                  <a:lnTo>
                    <a:pt x="18947" y="244427"/>
                  </a:lnTo>
                  <a:lnTo>
                    <a:pt x="21470" y="249083"/>
                  </a:lnTo>
                  <a:lnTo>
                    <a:pt x="24139" y="253657"/>
                  </a:lnTo>
                  <a:lnTo>
                    <a:pt x="26952" y="258144"/>
                  </a:lnTo>
                  <a:lnTo>
                    <a:pt x="29906" y="262540"/>
                  </a:lnTo>
                  <a:lnTo>
                    <a:pt x="32998" y="266840"/>
                  </a:lnTo>
                  <a:lnTo>
                    <a:pt x="36224" y="271040"/>
                  </a:lnTo>
                  <a:lnTo>
                    <a:pt x="39581" y="275135"/>
                  </a:lnTo>
                  <a:lnTo>
                    <a:pt x="43067" y="279123"/>
                  </a:lnTo>
                  <a:lnTo>
                    <a:pt x="46677" y="282997"/>
                  </a:lnTo>
                  <a:lnTo>
                    <a:pt x="50408" y="286756"/>
                  </a:lnTo>
                  <a:lnTo>
                    <a:pt x="54257" y="290394"/>
                  </a:lnTo>
                  <a:lnTo>
                    <a:pt x="58218" y="293909"/>
                  </a:lnTo>
                  <a:lnTo>
                    <a:pt x="62289" y="297296"/>
                  </a:lnTo>
                  <a:lnTo>
                    <a:pt x="66465" y="300553"/>
                  </a:lnTo>
                  <a:lnTo>
                    <a:pt x="70743" y="303676"/>
                  </a:lnTo>
                  <a:lnTo>
                    <a:pt x="75117" y="306662"/>
                  </a:lnTo>
                  <a:lnTo>
                    <a:pt x="79583" y="309508"/>
                  </a:lnTo>
                  <a:lnTo>
                    <a:pt x="84138" y="312210"/>
                  </a:lnTo>
                  <a:lnTo>
                    <a:pt x="88775" y="314768"/>
                  </a:lnTo>
                  <a:lnTo>
                    <a:pt x="93492" y="317177"/>
                  </a:lnTo>
                  <a:lnTo>
                    <a:pt x="98282" y="319435"/>
                  </a:lnTo>
                  <a:lnTo>
                    <a:pt x="103141" y="321541"/>
                  </a:lnTo>
                  <a:lnTo>
                    <a:pt x="108065" y="323491"/>
                  </a:lnTo>
                  <a:lnTo>
                    <a:pt x="113048" y="325285"/>
                  </a:lnTo>
                  <a:lnTo>
                    <a:pt x="118085" y="326920"/>
                  </a:lnTo>
                  <a:lnTo>
                    <a:pt x="123172" y="328394"/>
                  </a:lnTo>
                  <a:lnTo>
                    <a:pt x="128303" y="329707"/>
                  </a:lnTo>
                  <a:lnTo>
                    <a:pt x="133472" y="330856"/>
                  </a:lnTo>
                  <a:lnTo>
                    <a:pt x="138676" y="331841"/>
                  </a:lnTo>
                  <a:lnTo>
                    <a:pt x="143908" y="332661"/>
                  </a:lnTo>
                  <a:lnTo>
                    <a:pt x="149164" y="333315"/>
                  </a:lnTo>
                  <a:lnTo>
                    <a:pt x="154437" y="333801"/>
                  </a:lnTo>
                  <a:lnTo>
                    <a:pt x="159724" y="334121"/>
                  </a:lnTo>
                  <a:lnTo>
                    <a:pt x="165017" y="334273"/>
                  </a:lnTo>
                  <a:lnTo>
                    <a:pt x="170313" y="334257"/>
                  </a:lnTo>
                  <a:lnTo>
                    <a:pt x="175606" y="334073"/>
                  </a:lnTo>
                  <a:lnTo>
                    <a:pt x="180890" y="333722"/>
                  </a:lnTo>
                  <a:lnTo>
                    <a:pt x="186161" y="333204"/>
                  </a:lnTo>
                  <a:lnTo>
                    <a:pt x="191412" y="332519"/>
                  </a:lnTo>
                  <a:lnTo>
                    <a:pt x="196640" y="331668"/>
                  </a:lnTo>
                  <a:lnTo>
                    <a:pt x="201837" y="330651"/>
                  </a:lnTo>
                  <a:lnTo>
                    <a:pt x="207000" y="329471"/>
                  </a:lnTo>
                  <a:lnTo>
                    <a:pt x="212123" y="328128"/>
                  </a:lnTo>
                  <a:lnTo>
                    <a:pt x="217200" y="326623"/>
                  </a:lnTo>
                  <a:lnTo>
                    <a:pt x="222228" y="324958"/>
                  </a:lnTo>
                  <a:lnTo>
                    <a:pt x="227200" y="323134"/>
                  </a:lnTo>
                  <a:lnTo>
                    <a:pt x="232112" y="321154"/>
                  </a:lnTo>
                  <a:lnTo>
                    <a:pt x="236959" y="319020"/>
                  </a:lnTo>
                  <a:lnTo>
                    <a:pt x="241735" y="316732"/>
                  </a:lnTo>
                  <a:lnTo>
                    <a:pt x="246437" y="314295"/>
                  </a:lnTo>
                  <a:lnTo>
                    <a:pt x="251059" y="311710"/>
                  </a:lnTo>
                  <a:lnTo>
                    <a:pt x="255597" y="308980"/>
                  </a:lnTo>
                  <a:lnTo>
                    <a:pt x="260047" y="306108"/>
                  </a:lnTo>
                  <a:lnTo>
                    <a:pt x="264403" y="303096"/>
                  </a:lnTo>
                  <a:lnTo>
                    <a:pt x="268661" y="299947"/>
                  </a:lnTo>
                  <a:lnTo>
                    <a:pt x="272818" y="296666"/>
                  </a:lnTo>
                  <a:lnTo>
                    <a:pt x="276869" y="293254"/>
                  </a:lnTo>
                  <a:lnTo>
                    <a:pt x="280809" y="289715"/>
                  </a:lnTo>
                  <a:lnTo>
                    <a:pt x="284635" y="286054"/>
                  </a:lnTo>
                  <a:lnTo>
                    <a:pt x="288344" y="282273"/>
                  </a:lnTo>
                  <a:lnTo>
                    <a:pt x="291931" y="278377"/>
                  </a:lnTo>
                  <a:lnTo>
                    <a:pt x="295393" y="274369"/>
                  </a:lnTo>
                  <a:lnTo>
                    <a:pt x="298726" y="270253"/>
                  </a:lnTo>
                  <a:lnTo>
                    <a:pt x="301926" y="266034"/>
                  </a:lnTo>
                  <a:lnTo>
                    <a:pt x="304992" y="261716"/>
                  </a:lnTo>
                  <a:lnTo>
                    <a:pt x="307919" y="257302"/>
                  </a:lnTo>
                  <a:lnTo>
                    <a:pt x="310706" y="252798"/>
                  </a:lnTo>
                  <a:lnTo>
                    <a:pt x="313348" y="248208"/>
                  </a:lnTo>
                  <a:lnTo>
                    <a:pt x="315843" y="243537"/>
                  </a:lnTo>
                  <a:lnTo>
                    <a:pt x="318189" y="238789"/>
                  </a:lnTo>
                  <a:lnTo>
                    <a:pt x="320383" y="233969"/>
                  </a:lnTo>
                  <a:lnTo>
                    <a:pt x="322424" y="229082"/>
                  </a:lnTo>
                  <a:lnTo>
                    <a:pt x="324309" y="224133"/>
                  </a:lnTo>
                  <a:lnTo>
                    <a:pt x="326036" y="219126"/>
                  </a:lnTo>
                  <a:lnTo>
                    <a:pt x="327604" y="214068"/>
                  </a:lnTo>
                  <a:lnTo>
                    <a:pt x="329010" y="208962"/>
                  </a:lnTo>
                  <a:lnTo>
                    <a:pt x="330255" y="203814"/>
                  </a:lnTo>
                  <a:lnTo>
                    <a:pt x="331335" y="198630"/>
                  </a:lnTo>
                  <a:lnTo>
                    <a:pt x="332251" y="193413"/>
                  </a:lnTo>
                  <a:lnTo>
                    <a:pt x="333001" y="188171"/>
                  </a:lnTo>
                  <a:lnTo>
                    <a:pt x="333585" y="182907"/>
                  </a:lnTo>
                  <a:lnTo>
                    <a:pt x="334001" y="177628"/>
                  </a:lnTo>
                  <a:lnTo>
                    <a:pt x="334250" y="172337"/>
                  </a:lnTo>
                  <a:lnTo>
                    <a:pt x="334332" y="167042"/>
                  </a:lnTo>
                  <a:lnTo>
                    <a:pt x="334245" y="161747"/>
                  </a:lnTo>
                  <a:lnTo>
                    <a:pt x="333991" y="156457"/>
                  </a:lnTo>
                  <a:lnTo>
                    <a:pt x="333570" y="151178"/>
                  </a:lnTo>
                  <a:lnTo>
                    <a:pt x="332982" y="145915"/>
                  </a:lnTo>
                  <a:lnTo>
                    <a:pt x="332227" y="140673"/>
                  </a:lnTo>
                  <a:lnTo>
                    <a:pt x="331306" y="135457"/>
                  </a:lnTo>
                  <a:lnTo>
                    <a:pt x="330221" y="130274"/>
                  </a:lnTo>
                  <a:lnTo>
                    <a:pt x="328972" y="125127"/>
                  </a:lnTo>
                  <a:lnTo>
                    <a:pt x="327560" y="120023"/>
                  </a:lnTo>
                  <a:lnTo>
                    <a:pt x="325988" y="114965"/>
                  </a:lnTo>
                  <a:lnTo>
                    <a:pt x="324256" y="109961"/>
                  </a:lnTo>
                  <a:lnTo>
                    <a:pt x="322367" y="105013"/>
                  </a:lnTo>
                  <a:lnTo>
                    <a:pt x="320322" y="100128"/>
                  </a:lnTo>
                  <a:lnTo>
                    <a:pt x="318123" y="95310"/>
                  </a:lnTo>
                  <a:lnTo>
                    <a:pt x="315772" y="90564"/>
                  </a:lnTo>
                  <a:lnTo>
                    <a:pt x="313273" y="85895"/>
                  </a:lnTo>
                  <a:lnTo>
                    <a:pt x="310626" y="81308"/>
                  </a:lnTo>
                  <a:lnTo>
                    <a:pt x="307836" y="76806"/>
                  </a:lnTo>
                  <a:lnTo>
                    <a:pt x="304905" y="72396"/>
                  </a:lnTo>
                  <a:lnTo>
                    <a:pt x="301835" y="68080"/>
                  </a:lnTo>
                  <a:lnTo>
                    <a:pt x="298630" y="63864"/>
                  </a:lnTo>
                  <a:lnTo>
                    <a:pt x="295294" y="59751"/>
                  </a:lnTo>
                  <a:lnTo>
                    <a:pt x="291828" y="55746"/>
                  </a:lnTo>
                  <a:lnTo>
                    <a:pt x="288238" y="51853"/>
                  </a:lnTo>
                  <a:lnTo>
                    <a:pt x="284526" y="48076"/>
                  </a:lnTo>
                  <a:lnTo>
                    <a:pt x="280696" y="44418"/>
                  </a:lnTo>
                  <a:lnTo>
                    <a:pt x="276752" y="40883"/>
                  </a:lnTo>
                  <a:lnTo>
                    <a:pt x="272699" y="37475"/>
                  </a:lnTo>
                  <a:lnTo>
                    <a:pt x="268539" y="34197"/>
                  </a:lnTo>
                  <a:lnTo>
                    <a:pt x="264277" y="31053"/>
                  </a:lnTo>
                  <a:lnTo>
                    <a:pt x="259919" y="28045"/>
                  </a:lnTo>
                  <a:lnTo>
                    <a:pt x="255467" y="25177"/>
                  </a:lnTo>
                  <a:lnTo>
                    <a:pt x="250926" y="22451"/>
                  </a:lnTo>
                  <a:lnTo>
                    <a:pt x="246301" y="19870"/>
                  </a:lnTo>
                  <a:lnTo>
                    <a:pt x="241597" y="17437"/>
                  </a:lnTo>
                  <a:lnTo>
                    <a:pt x="236819" y="15155"/>
                  </a:lnTo>
                  <a:lnTo>
                    <a:pt x="231970" y="13024"/>
                  </a:lnTo>
                  <a:lnTo>
                    <a:pt x="227056" y="11049"/>
                  </a:lnTo>
                  <a:lnTo>
                    <a:pt x="222082" y="9230"/>
                  </a:lnTo>
                  <a:lnTo>
                    <a:pt x="167164" y="167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54917" cy="167167"/>
            </a:xfrm>
            <a:custGeom>
              <a:avLst/>
              <a:pathLst>
                <a:path w="54917" h="167167">
                  <a:moveTo>
                    <a:pt x="54917" y="9278"/>
                  </a:moveTo>
                  <a:lnTo>
                    <a:pt x="49008" y="7345"/>
                  </a:lnTo>
                  <a:lnTo>
                    <a:pt x="43032" y="5633"/>
                  </a:lnTo>
                  <a:lnTo>
                    <a:pt x="36995" y="4145"/>
                  </a:lnTo>
                  <a:lnTo>
                    <a:pt x="30908" y="2882"/>
                  </a:lnTo>
                  <a:lnTo>
                    <a:pt x="24778" y="1846"/>
                  </a:lnTo>
                  <a:lnTo>
                    <a:pt x="18613" y="1039"/>
                  </a:lnTo>
                  <a:lnTo>
                    <a:pt x="12423" y="462"/>
                  </a:lnTo>
                  <a:lnTo>
                    <a:pt x="6216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354" y="4659281"/>
              <a:ext cx="1170" cy="167167"/>
            </a:xfrm>
            <a:custGeom>
              <a:avLst/>
              <a:pathLst>
                <a:path w="1170" h="167167">
                  <a:moveTo>
                    <a:pt x="1170" y="0"/>
                  </a:moveTo>
                  <a:lnTo>
                    <a:pt x="0" y="4"/>
                  </a:lnTo>
                  <a:lnTo>
                    <a:pt x="117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354" y="4659285"/>
              <a:ext cx="1170" cy="167163"/>
            </a:xfrm>
            <a:custGeom>
              <a:avLst/>
              <a:pathLst>
                <a:path w="1170" h="167163">
                  <a:moveTo>
                    <a:pt x="0" y="0"/>
                  </a:moveTo>
                  <a:lnTo>
                    <a:pt x="117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354" y="4659285"/>
              <a:ext cx="1170" cy="167163"/>
            </a:xfrm>
            <a:custGeom>
              <a:avLst/>
              <a:pathLst>
                <a:path w="1170" h="167163">
                  <a:moveTo>
                    <a:pt x="0" y="0"/>
                  </a:moveTo>
                  <a:lnTo>
                    <a:pt x="117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354" y="4659285"/>
              <a:ext cx="1170" cy="167163"/>
            </a:xfrm>
            <a:custGeom>
              <a:avLst/>
              <a:pathLst>
                <a:path w="1170" h="167163">
                  <a:moveTo>
                    <a:pt x="0" y="0"/>
                  </a:moveTo>
                  <a:lnTo>
                    <a:pt x="117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354" y="4659285"/>
              <a:ext cx="1170" cy="167163"/>
            </a:xfrm>
            <a:custGeom>
              <a:avLst/>
              <a:pathLst>
                <a:path w="1170" h="167163">
                  <a:moveTo>
                    <a:pt x="0" y="0"/>
                  </a:moveTo>
                  <a:lnTo>
                    <a:pt x="117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354" y="4659285"/>
              <a:ext cx="1170" cy="167163"/>
            </a:xfrm>
            <a:custGeom>
              <a:avLst/>
              <a:pathLst>
                <a:path w="1170" h="167163">
                  <a:moveTo>
                    <a:pt x="0" y="0"/>
                  </a:moveTo>
                  <a:lnTo>
                    <a:pt x="117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354" y="4659285"/>
              <a:ext cx="1170" cy="167163"/>
            </a:xfrm>
            <a:custGeom>
              <a:avLst/>
              <a:pathLst>
                <a:path w="1170" h="167163">
                  <a:moveTo>
                    <a:pt x="0" y="0"/>
                  </a:moveTo>
                  <a:lnTo>
                    <a:pt x="117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354" y="4659285"/>
              <a:ext cx="1170" cy="167163"/>
            </a:xfrm>
            <a:custGeom>
              <a:avLst/>
              <a:pathLst>
                <a:path w="1170" h="167163">
                  <a:moveTo>
                    <a:pt x="0" y="0"/>
                  </a:moveTo>
                  <a:lnTo>
                    <a:pt x="117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354" y="4659285"/>
              <a:ext cx="1170" cy="167163"/>
            </a:xfrm>
            <a:custGeom>
              <a:avLst/>
              <a:pathLst>
                <a:path w="1170" h="167163">
                  <a:moveTo>
                    <a:pt x="0" y="0"/>
                  </a:moveTo>
                  <a:lnTo>
                    <a:pt x="117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354" y="4659285"/>
              <a:ext cx="1170" cy="167163"/>
            </a:xfrm>
            <a:custGeom>
              <a:avLst/>
              <a:pathLst>
                <a:path w="1170" h="167163">
                  <a:moveTo>
                    <a:pt x="0" y="0"/>
                  </a:moveTo>
                  <a:lnTo>
                    <a:pt x="117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20966" y="4659285"/>
              <a:ext cx="165558" cy="167163"/>
            </a:xfrm>
            <a:custGeom>
              <a:avLst/>
              <a:pathLst>
                <a:path w="165558" h="167163">
                  <a:moveTo>
                    <a:pt x="164387" y="0"/>
                  </a:moveTo>
                  <a:lnTo>
                    <a:pt x="158975" y="125"/>
                  </a:lnTo>
                  <a:lnTo>
                    <a:pt x="153570" y="426"/>
                  </a:lnTo>
                  <a:lnTo>
                    <a:pt x="148177" y="901"/>
                  </a:lnTo>
                  <a:lnTo>
                    <a:pt x="142803" y="1551"/>
                  </a:lnTo>
                  <a:lnTo>
                    <a:pt x="137453" y="2375"/>
                  </a:lnTo>
                  <a:lnTo>
                    <a:pt x="132132" y="3371"/>
                  </a:lnTo>
                  <a:lnTo>
                    <a:pt x="126846" y="4539"/>
                  </a:lnTo>
                  <a:lnTo>
                    <a:pt x="121601" y="5878"/>
                  </a:lnTo>
                  <a:lnTo>
                    <a:pt x="116401" y="7386"/>
                  </a:lnTo>
                  <a:lnTo>
                    <a:pt x="111254" y="9061"/>
                  </a:lnTo>
                  <a:lnTo>
                    <a:pt x="106163" y="10903"/>
                  </a:lnTo>
                  <a:lnTo>
                    <a:pt x="101135" y="12908"/>
                  </a:lnTo>
                  <a:lnTo>
                    <a:pt x="96174" y="15075"/>
                  </a:lnTo>
                  <a:lnTo>
                    <a:pt x="91286" y="17401"/>
                  </a:lnTo>
                  <a:lnTo>
                    <a:pt x="86476" y="19884"/>
                  </a:lnTo>
                  <a:lnTo>
                    <a:pt x="81748" y="22522"/>
                  </a:lnTo>
                  <a:lnTo>
                    <a:pt x="77109" y="25312"/>
                  </a:lnTo>
                  <a:lnTo>
                    <a:pt x="72562" y="28250"/>
                  </a:lnTo>
                  <a:lnTo>
                    <a:pt x="68113" y="31334"/>
                  </a:lnTo>
                  <a:lnTo>
                    <a:pt x="63766" y="34560"/>
                  </a:lnTo>
                  <a:lnTo>
                    <a:pt x="59526" y="37926"/>
                  </a:lnTo>
                  <a:lnTo>
                    <a:pt x="55397" y="41426"/>
                  </a:lnTo>
                  <a:lnTo>
                    <a:pt x="51384" y="45059"/>
                  </a:lnTo>
                  <a:lnTo>
                    <a:pt x="47490" y="48820"/>
                  </a:lnTo>
                  <a:lnTo>
                    <a:pt x="43720" y="52705"/>
                  </a:lnTo>
                  <a:lnTo>
                    <a:pt x="40078" y="56710"/>
                  </a:lnTo>
                  <a:lnTo>
                    <a:pt x="36567" y="60831"/>
                  </a:lnTo>
                  <a:lnTo>
                    <a:pt x="33192" y="65063"/>
                  </a:lnTo>
                  <a:lnTo>
                    <a:pt x="29956" y="69403"/>
                  </a:lnTo>
                  <a:lnTo>
                    <a:pt x="26861" y="73845"/>
                  </a:lnTo>
                  <a:lnTo>
                    <a:pt x="23913" y="78384"/>
                  </a:lnTo>
                  <a:lnTo>
                    <a:pt x="21112" y="83017"/>
                  </a:lnTo>
                  <a:lnTo>
                    <a:pt x="18463" y="87738"/>
                  </a:lnTo>
                  <a:lnTo>
                    <a:pt x="15969" y="92543"/>
                  </a:lnTo>
                  <a:lnTo>
                    <a:pt x="13631" y="97425"/>
                  </a:lnTo>
                  <a:lnTo>
                    <a:pt x="11453" y="102381"/>
                  </a:lnTo>
                  <a:lnTo>
                    <a:pt x="9436" y="107405"/>
                  </a:lnTo>
                  <a:lnTo>
                    <a:pt x="7583" y="112491"/>
                  </a:lnTo>
                  <a:lnTo>
                    <a:pt x="5896" y="117635"/>
                  </a:lnTo>
                  <a:lnTo>
                    <a:pt x="4376" y="122831"/>
                  </a:lnTo>
                  <a:lnTo>
                    <a:pt x="3025" y="128073"/>
                  </a:lnTo>
                  <a:lnTo>
                    <a:pt x="1844" y="133356"/>
                  </a:lnTo>
                  <a:lnTo>
                    <a:pt x="836" y="138674"/>
                  </a:lnTo>
                  <a:lnTo>
                    <a:pt x="0" y="144023"/>
                  </a:lnTo>
                  <a:lnTo>
                    <a:pt x="165558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69" y="4659281"/>
              <a:ext cx="334304" cy="334334"/>
            </a:xfrm>
            <a:custGeom>
              <a:avLst/>
              <a:pathLst>
                <a:path w="334304" h="334334">
                  <a:moveTo>
                    <a:pt x="1597" y="144027"/>
                  </a:moveTo>
                  <a:lnTo>
                    <a:pt x="946" y="149287"/>
                  </a:lnTo>
                  <a:lnTo>
                    <a:pt x="463" y="154565"/>
                  </a:lnTo>
                  <a:lnTo>
                    <a:pt x="147" y="159856"/>
                  </a:lnTo>
                  <a:lnTo>
                    <a:pt x="0" y="165154"/>
                  </a:lnTo>
                  <a:lnTo>
                    <a:pt x="20" y="170455"/>
                  </a:lnTo>
                  <a:lnTo>
                    <a:pt x="208" y="175752"/>
                  </a:lnTo>
                  <a:lnTo>
                    <a:pt x="564" y="181040"/>
                  </a:lnTo>
                  <a:lnTo>
                    <a:pt x="1088" y="186314"/>
                  </a:lnTo>
                  <a:lnTo>
                    <a:pt x="1778" y="191569"/>
                  </a:lnTo>
                  <a:lnTo>
                    <a:pt x="2635" y="196800"/>
                  </a:lnTo>
                  <a:lnTo>
                    <a:pt x="3657" y="202001"/>
                  </a:lnTo>
                  <a:lnTo>
                    <a:pt x="4843" y="207166"/>
                  </a:lnTo>
                  <a:lnTo>
                    <a:pt x="6193" y="212292"/>
                  </a:lnTo>
                  <a:lnTo>
                    <a:pt x="7704" y="217372"/>
                  </a:lnTo>
                  <a:lnTo>
                    <a:pt x="9376" y="222402"/>
                  </a:lnTo>
                  <a:lnTo>
                    <a:pt x="11207" y="227376"/>
                  </a:lnTo>
                  <a:lnTo>
                    <a:pt x="13194" y="232290"/>
                  </a:lnTo>
                  <a:lnTo>
                    <a:pt x="15336" y="237138"/>
                  </a:lnTo>
                  <a:lnTo>
                    <a:pt x="17630" y="241916"/>
                  </a:lnTo>
                  <a:lnTo>
                    <a:pt x="20075" y="246618"/>
                  </a:lnTo>
                  <a:lnTo>
                    <a:pt x="22668" y="251241"/>
                  </a:lnTo>
                  <a:lnTo>
                    <a:pt x="25406" y="255779"/>
                  </a:lnTo>
                  <a:lnTo>
                    <a:pt x="28286" y="260229"/>
                  </a:lnTo>
                  <a:lnTo>
                    <a:pt x="31306" y="264584"/>
                  </a:lnTo>
                  <a:lnTo>
                    <a:pt x="34463" y="268842"/>
                  </a:lnTo>
                  <a:lnTo>
                    <a:pt x="37753" y="272998"/>
                  </a:lnTo>
                  <a:lnTo>
                    <a:pt x="41173" y="277047"/>
                  </a:lnTo>
                  <a:lnTo>
                    <a:pt x="44720" y="280985"/>
                  </a:lnTo>
                  <a:lnTo>
                    <a:pt x="48390" y="284810"/>
                  </a:lnTo>
                  <a:lnTo>
                    <a:pt x="52179" y="288516"/>
                  </a:lnTo>
                  <a:lnTo>
                    <a:pt x="56084" y="292100"/>
                  </a:lnTo>
                  <a:lnTo>
                    <a:pt x="60100" y="295558"/>
                  </a:lnTo>
                  <a:lnTo>
                    <a:pt x="64224" y="298887"/>
                  </a:lnTo>
                  <a:lnTo>
                    <a:pt x="68452" y="302084"/>
                  </a:lnTo>
                  <a:lnTo>
                    <a:pt x="72779" y="305146"/>
                  </a:lnTo>
                  <a:lnTo>
                    <a:pt x="77200" y="308068"/>
                  </a:lnTo>
                  <a:lnTo>
                    <a:pt x="81712" y="310849"/>
                  </a:lnTo>
                  <a:lnTo>
                    <a:pt x="86310" y="313486"/>
                  </a:lnTo>
                  <a:lnTo>
                    <a:pt x="90990" y="315975"/>
                  </a:lnTo>
                  <a:lnTo>
                    <a:pt x="95746" y="318315"/>
                  </a:lnTo>
                  <a:lnTo>
                    <a:pt x="100573" y="320503"/>
                  </a:lnTo>
                  <a:lnTo>
                    <a:pt x="105468" y="322536"/>
                  </a:lnTo>
                  <a:lnTo>
                    <a:pt x="110424" y="324414"/>
                  </a:lnTo>
                  <a:lnTo>
                    <a:pt x="115438" y="326133"/>
                  </a:lnTo>
                  <a:lnTo>
                    <a:pt x="120503" y="327693"/>
                  </a:lnTo>
                  <a:lnTo>
                    <a:pt x="125616" y="329091"/>
                  </a:lnTo>
                  <a:lnTo>
                    <a:pt x="130770" y="330327"/>
                  </a:lnTo>
                  <a:lnTo>
                    <a:pt x="135961" y="331398"/>
                  </a:lnTo>
                  <a:lnTo>
                    <a:pt x="141183" y="332305"/>
                  </a:lnTo>
                  <a:lnTo>
                    <a:pt x="146431" y="333045"/>
                  </a:lnTo>
                  <a:lnTo>
                    <a:pt x="151701" y="333618"/>
                  </a:lnTo>
                  <a:lnTo>
                    <a:pt x="156985" y="334025"/>
                  </a:lnTo>
                  <a:lnTo>
                    <a:pt x="162280" y="334263"/>
                  </a:lnTo>
                  <a:lnTo>
                    <a:pt x="167580" y="334334"/>
                  </a:lnTo>
                  <a:lnTo>
                    <a:pt x="172879" y="334236"/>
                  </a:lnTo>
                  <a:lnTo>
                    <a:pt x="178173" y="333971"/>
                  </a:lnTo>
                  <a:lnTo>
                    <a:pt x="183455" y="333538"/>
                  </a:lnTo>
                  <a:lnTo>
                    <a:pt x="188722" y="332937"/>
                  </a:lnTo>
                  <a:lnTo>
                    <a:pt x="193966" y="332170"/>
                  </a:lnTo>
                  <a:lnTo>
                    <a:pt x="199184" y="331237"/>
                  </a:lnTo>
                  <a:lnTo>
                    <a:pt x="204369" y="330140"/>
                  </a:lnTo>
                  <a:lnTo>
                    <a:pt x="209517" y="328878"/>
                  </a:lnTo>
                  <a:lnTo>
                    <a:pt x="214622" y="327454"/>
                  </a:lnTo>
                  <a:lnTo>
                    <a:pt x="219680" y="325868"/>
                  </a:lnTo>
                  <a:lnTo>
                    <a:pt x="224684" y="324123"/>
                  </a:lnTo>
                  <a:lnTo>
                    <a:pt x="229631" y="322221"/>
                  </a:lnTo>
                  <a:lnTo>
                    <a:pt x="234515" y="320162"/>
                  </a:lnTo>
                  <a:lnTo>
                    <a:pt x="239332" y="317950"/>
                  </a:lnTo>
                  <a:lnTo>
                    <a:pt x="244076" y="315586"/>
                  </a:lnTo>
                  <a:lnTo>
                    <a:pt x="248742" y="313072"/>
                  </a:lnTo>
                  <a:lnTo>
                    <a:pt x="253327" y="310413"/>
                  </a:lnTo>
                  <a:lnTo>
                    <a:pt x="257825" y="307609"/>
                  </a:lnTo>
                  <a:lnTo>
                    <a:pt x="262232" y="304664"/>
                  </a:lnTo>
                  <a:lnTo>
                    <a:pt x="266543" y="301581"/>
                  </a:lnTo>
                  <a:lnTo>
                    <a:pt x="270754" y="298362"/>
                  </a:lnTo>
                  <a:lnTo>
                    <a:pt x="274861" y="295012"/>
                  </a:lnTo>
                  <a:lnTo>
                    <a:pt x="278860" y="291533"/>
                  </a:lnTo>
                  <a:lnTo>
                    <a:pt x="282746" y="287929"/>
                  </a:lnTo>
                  <a:lnTo>
                    <a:pt x="286517" y="284204"/>
                  </a:lnTo>
                  <a:lnTo>
                    <a:pt x="290167" y="280361"/>
                  </a:lnTo>
                  <a:lnTo>
                    <a:pt x="293694" y="276404"/>
                  </a:lnTo>
                  <a:lnTo>
                    <a:pt x="297093" y="272338"/>
                  </a:lnTo>
                  <a:lnTo>
                    <a:pt x="300362" y="268166"/>
                  </a:lnTo>
                  <a:lnTo>
                    <a:pt x="303497" y="263892"/>
                  </a:lnTo>
                  <a:lnTo>
                    <a:pt x="306495" y="259521"/>
                  </a:lnTo>
                  <a:lnTo>
                    <a:pt x="309353" y="255057"/>
                  </a:lnTo>
                  <a:lnTo>
                    <a:pt x="312068" y="250505"/>
                  </a:lnTo>
                  <a:lnTo>
                    <a:pt x="314637" y="245869"/>
                  </a:lnTo>
                  <a:lnTo>
                    <a:pt x="317058" y="241154"/>
                  </a:lnTo>
                  <a:lnTo>
                    <a:pt x="319328" y="236365"/>
                  </a:lnTo>
                  <a:lnTo>
                    <a:pt x="321445" y="231506"/>
                  </a:lnTo>
                  <a:lnTo>
                    <a:pt x="323407" y="226582"/>
                  </a:lnTo>
                  <a:lnTo>
                    <a:pt x="325212" y="221599"/>
                  </a:lnTo>
                  <a:lnTo>
                    <a:pt x="326858" y="216560"/>
                  </a:lnTo>
                  <a:lnTo>
                    <a:pt x="328344" y="211473"/>
                  </a:lnTo>
                  <a:lnTo>
                    <a:pt x="329668" y="206340"/>
                  </a:lnTo>
                  <a:lnTo>
                    <a:pt x="330828" y="201169"/>
                  </a:lnTo>
                  <a:lnTo>
                    <a:pt x="331823" y="195963"/>
                  </a:lnTo>
                  <a:lnTo>
                    <a:pt x="332654" y="190728"/>
                  </a:lnTo>
                  <a:lnTo>
                    <a:pt x="333317" y="185469"/>
                  </a:lnTo>
                  <a:lnTo>
                    <a:pt x="333814" y="180192"/>
                  </a:lnTo>
                  <a:lnTo>
                    <a:pt x="334143" y="174902"/>
                  </a:lnTo>
                  <a:lnTo>
                    <a:pt x="334304" y="169605"/>
                  </a:lnTo>
                  <a:lnTo>
                    <a:pt x="334298" y="164304"/>
                  </a:lnTo>
                  <a:lnTo>
                    <a:pt x="334123" y="159007"/>
                  </a:lnTo>
                  <a:lnTo>
                    <a:pt x="333780" y="153718"/>
                  </a:lnTo>
                  <a:lnTo>
                    <a:pt x="333270" y="148442"/>
                  </a:lnTo>
                  <a:lnTo>
                    <a:pt x="332593" y="143185"/>
                  </a:lnTo>
                  <a:lnTo>
                    <a:pt x="331750" y="137953"/>
                  </a:lnTo>
                  <a:lnTo>
                    <a:pt x="330741" y="132749"/>
                  </a:lnTo>
                  <a:lnTo>
                    <a:pt x="329567" y="127580"/>
                  </a:lnTo>
                  <a:lnTo>
                    <a:pt x="328231" y="122452"/>
                  </a:lnTo>
                  <a:lnTo>
                    <a:pt x="326732" y="117368"/>
                  </a:lnTo>
                  <a:lnTo>
                    <a:pt x="325073" y="112334"/>
                  </a:lnTo>
                  <a:lnTo>
                    <a:pt x="323256" y="107355"/>
                  </a:lnTo>
                  <a:lnTo>
                    <a:pt x="321281" y="102436"/>
                  </a:lnTo>
                  <a:lnTo>
                    <a:pt x="319151" y="97582"/>
                  </a:lnTo>
                  <a:lnTo>
                    <a:pt x="316869" y="92799"/>
                  </a:lnTo>
                  <a:lnTo>
                    <a:pt x="314436" y="88090"/>
                  </a:lnTo>
                  <a:lnTo>
                    <a:pt x="311855" y="83461"/>
                  </a:lnTo>
                  <a:lnTo>
                    <a:pt x="309129" y="78915"/>
                  </a:lnTo>
                  <a:lnTo>
                    <a:pt x="306260" y="74459"/>
                  </a:lnTo>
                  <a:lnTo>
                    <a:pt x="303251" y="70095"/>
                  </a:lnTo>
                  <a:lnTo>
                    <a:pt x="300105" y="65830"/>
                  </a:lnTo>
                  <a:lnTo>
                    <a:pt x="296825" y="61666"/>
                  </a:lnTo>
                  <a:lnTo>
                    <a:pt x="293416" y="57608"/>
                  </a:lnTo>
                  <a:lnTo>
                    <a:pt x="289879" y="53660"/>
                  </a:lnTo>
                  <a:lnTo>
                    <a:pt x="286219" y="49827"/>
                  </a:lnTo>
                  <a:lnTo>
                    <a:pt x="282439" y="46111"/>
                  </a:lnTo>
                  <a:lnTo>
                    <a:pt x="278543" y="42517"/>
                  </a:lnTo>
                  <a:lnTo>
                    <a:pt x="274536" y="39049"/>
                  </a:lnTo>
                  <a:lnTo>
                    <a:pt x="270420" y="35709"/>
                  </a:lnTo>
                  <a:lnTo>
                    <a:pt x="266201" y="32501"/>
                  </a:lnTo>
                  <a:lnTo>
                    <a:pt x="261882" y="29429"/>
                  </a:lnTo>
                  <a:lnTo>
                    <a:pt x="257467" y="26495"/>
                  </a:lnTo>
                  <a:lnTo>
                    <a:pt x="252962" y="23703"/>
                  </a:lnTo>
                  <a:lnTo>
                    <a:pt x="248371" y="21054"/>
                  </a:lnTo>
                  <a:lnTo>
                    <a:pt x="243698" y="18553"/>
                  </a:lnTo>
                  <a:lnTo>
                    <a:pt x="238948" y="16201"/>
                  </a:lnTo>
                  <a:lnTo>
                    <a:pt x="234126" y="14001"/>
                  </a:lnTo>
                  <a:lnTo>
                    <a:pt x="229237" y="11955"/>
                  </a:lnTo>
                  <a:lnTo>
                    <a:pt x="224285" y="10065"/>
                  </a:lnTo>
                  <a:lnTo>
                    <a:pt x="219276" y="8333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6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282" y="0"/>
                  </a:moveTo>
                  <a:lnTo>
                    <a:pt x="0" y="0"/>
                  </a:lnTo>
                  <a:lnTo>
                    <a:pt x="28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72" y="5018213"/>
              <a:ext cx="334307" cy="334333"/>
            </a:xfrm>
            <a:custGeom>
              <a:avLst/>
              <a:pathLst>
                <a:path w="334307" h="334333">
                  <a:moveTo>
                    <a:pt x="166865" y="0"/>
                  </a:moveTo>
                  <a:lnTo>
                    <a:pt x="161570" y="92"/>
                  </a:lnTo>
                  <a:lnTo>
                    <a:pt x="156280" y="353"/>
                  </a:lnTo>
                  <a:lnTo>
                    <a:pt x="151002" y="781"/>
                  </a:lnTo>
                  <a:lnTo>
                    <a:pt x="145739" y="1376"/>
                  </a:lnTo>
                  <a:lnTo>
                    <a:pt x="140498" y="2137"/>
                  </a:lnTo>
                  <a:lnTo>
                    <a:pt x="135284" y="3064"/>
                  </a:lnTo>
                  <a:lnTo>
                    <a:pt x="130101" y="4156"/>
                  </a:lnTo>
                  <a:lnTo>
                    <a:pt x="124956" y="5411"/>
                  </a:lnTo>
                  <a:lnTo>
                    <a:pt x="119853" y="6829"/>
                  </a:lnTo>
                  <a:lnTo>
                    <a:pt x="114798" y="8408"/>
                  </a:lnTo>
                  <a:lnTo>
                    <a:pt x="109795" y="10146"/>
                  </a:lnTo>
                  <a:lnTo>
                    <a:pt x="104850" y="12041"/>
                  </a:lnTo>
                  <a:lnTo>
                    <a:pt x="99967" y="14093"/>
                  </a:lnTo>
                  <a:lnTo>
                    <a:pt x="95152" y="16298"/>
                  </a:lnTo>
                  <a:lnTo>
                    <a:pt x="90409" y="18654"/>
                  </a:lnTo>
                  <a:lnTo>
                    <a:pt x="85743" y="21159"/>
                  </a:lnTo>
                  <a:lnTo>
                    <a:pt x="81159" y="23811"/>
                  </a:lnTo>
                  <a:lnTo>
                    <a:pt x="76661" y="26607"/>
                  </a:lnTo>
                  <a:lnTo>
                    <a:pt x="72254" y="29544"/>
                  </a:lnTo>
                  <a:lnTo>
                    <a:pt x="67942" y="32619"/>
                  </a:lnTo>
                  <a:lnTo>
                    <a:pt x="63729" y="35829"/>
                  </a:lnTo>
                  <a:lnTo>
                    <a:pt x="59621" y="39171"/>
                  </a:lnTo>
                  <a:lnTo>
                    <a:pt x="55620" y="42642"/>
                  </a:lnTo>
                  <a:lnTo>
                    <a:pt x="51731" y="46237"/>
                  </a:lnTo>
                  <a:lnTo>
                    <a:pt x="47959" y="49954"/>
                  </a:lnTo>
                  <a:lnTo>
                    <a:pt x="44305" y="53788"/>
                  </a:lnTo>
                  <a:lnTo>
                    <a:pt x="40776" y="57737"/>
                  </a:lnTo>
                  <a:lnTo>
                    <a:pt x="37373" y="61795"/>
                  </a:lnTo>
                  <a:lnTo>
                    <a:pt x="34100" y="65959"/>
                  </a:lnTo>
                  <a:lnTo>
                    <a:pt x="30960" y="70224"/>
                  </a:lnTo>
                  <a:lnTo>
                    <a:pt x="27958" y="74587"/>
                  </a:lnTo>
                  <a:lnTo>
                    <a:pt x="25095" y="79042"/>
                  </a:lnTo>
                  <a:lnTo>
                    <a:pt x="22375" y="83586"/>
                  </a:lnTo>
                  <a:lnTo>
                    <a:pt x="19800" y="88214"/>
                  </a:lnTo>
                  <a:lnTo>
                    <a:pt x="17373" y="92922"/>
                  </a:lnTo>
                  <a:lnTo>
                    <a:pt x="15096" y="97703"/>
                  </a:lnTo>
                  <a:lnTo>
                    <a:pt x="12972" y="102555"/>
                  </a:lnTo>
                  <a:lnTo>
                    <a:pt x="11003" y="107471"/>
                  </a:lnTo>
                  <a:lnTo>
                    <a:pt x="9190" y="112447"/>
                  </a:lnTo>
                  <a:lnTo>
                    <a:pt x="7536" y="117479"/>
                  </a:lnTo>
                  <a:lnTo>
                    <a:pt x="6042" y="122560"/>
                  </a:lnTo>
                  <a:lnTo>
                    <a:pt x="4710" y="127685"/>
                  </a:lnTo>
                  <a:lnTo>
                    <a:pt x="3541" y="132851"/>
                  </a:lnTo>
                  <a:lnTo>
                    <a:pt x="2536" y="138051"/>
                  </a:lnTo>
                  <a:lnTo>
                    <a:pt x="1696" y="143280"/>
                  </a:lnTo>
                  <a:lnTo>
                    <a:pt x="1022" y="148533"/>
                  </a:lnTo>
                  <a:lnTo>
                    <a:pt x="515" y="153805"/>
                  </a:lnTo>
                  <a:lnTo>
                    <a:pt x="176" y="159090"/>
                  </a:lnTo>
                  <a:lnTo>
                    <a:pt x="4" y="164383"/>
                  </a:lnTo>
                  <a:lnTo>
                    <a:pt x="0" y="169679"/>
                  </a:lnTo>
                  <a:lnTo>
                    <a:pt x="163" y="174973"/>
                  </a:lnTo>
                  <a:lnTo>
                    <a:pt x="494" y="180259"/>
                  </a:lnTo>
                  <a:lnTo>
                    <a:pt x="992" y="185531"/>
                  </a:lnTo>
                  <a:lnTo>
                    <a:pt x="1658" y="190785"/>
                  </a:lnTo>
                  <a:lnTo>
                    <a:pt x="2489" y="196016"/>
                  </a:lnTo>
                  <a:lnTo>
                    <a:pt x="3485" y="201217"/>
                  </a:lnTo>
                  <a:lnTo>
                    <a:pt x="4646" y="206385"/>
                  </a:lnTo>
                  <a:lnTo>
                    <a:pt x="5970" y="211513"/>
                  </a:lnTo>
                  <a:lnTo>
                    <a:pt x="7456" y="216596"/>
                  </a:lnTo>
                  <a:lnTo>
                    <a:pt x="9102" y="221630"/>
                  </a:lnTo>
                  <a:lnTo>
                    <a:pt x="10906" y="226609"/>
                  </a:lnTo>
                  <a:lnTo>
                    <a:pt x="12868" y="231529"/>
                  </a:lnTo>
                  <a:lnTo>
                    <a:pt x="14984" y="236384"/>
                  </a:lnTo>
                  <a:lnTo>
                    <a:pt x="17253" y="241169"/>
                  </a:lnTo>
                  <a:lnTo>
                    <a:pt x="19672" y="245880"/>
                  </a:lnTo>
                  <a:lnTo>
                    <a:pt x="22240" y="250512"/>
                  </a:lnTo>
                  <a:lnTo>
                    <a:pt x="24953" y="255061"/>
                  </a:lnTo>
                  <a:lnTo>
                    <a:pt x="27808" y="259521"/>
                  </a:lnTo>
                  <a:lnTo>
                    <a:pt x="30804" y="263889"/>
                  </a:lnTo>
                  <a:lnTo>
                    <a:pt x="33936" y="268159"/>
                  </a:lnTo>
                  <a:lnTo>
                    <a:pt x="37202" y="272328"/>
                  </a:lnTo>
                  <a:lnTo>
                    <a:pt x="40598" y="276392"/>
                  </a:lnTo>
                  <a:lnTo>
                    <a:pt x="44122" y="280346"/>
                  </a:lnTo>
                  <a:lnTo>
                    <a:pt x="47769" y="284186"/>
                  </a:lnTo>
                  <a:lnTo>
                    <a:pt x="51536" y="287909"/>
                  </a:lnTo>
                  <a:lnTo>
                    <a:pt x="55419" y="291511"/>
                  </a:lnTo>
                  <a:lnTo>
                    <a:pt x="59414" y="294988"/>
                  </a:lnTo>
                  <a:lnTo>
                    <a:pt x="63517" y="298336"/>
                  </a:lnTo>
                  <a:lnTo>
                    <a:pt x="67724" y="301553"/>
                  </a:lnTo>
                  <a:lnTo>
                    <a:pt x="72031" y="304635"/>
                  </a:lnTo>
                  <a:lnTo>
                    <a:pt x="76433" y="307579"/>
                  </a:lnTo>
                  <a:lnTo>
                    <a:pt x="80927" y="310383"/>
                  </a:lnTo>
                  <a:lnTo>
                    <a:pt x="85507" y="313042"/>
                  </a:lnTo>
                  <a:lnTo>
                    <a:pt x="90168" y="315555"/>
                  </a:lnTo>
                  <a:lnTo>
                    <a:pt x="94908" y="317919"/>
                  </a:lnTo>
                  <a:lnTo>
                    <a:pt x="99719" y="320132"/>
                  </a:lnTo>
                  <a:lnTo>
                    <a:pt x="104599" y="322191"/>
                  </a:lnTo>
                  <a:lnTo>
                    <a:pt x="109541" y="324095"/>
                  </a:lnTo>
                  <a:lnTo>
                    <a:pt x="114541" y="325841"/>
                  </a:lnTo>
                  <a:lnTo>
                    <a:pt x="119594" y="327428"/>
                  </a:lnTo>
                  <a:lnTo>
                    <a:pt x="124694" y="328854"/>
                  </a:lnTo>
                  <a:lnTo>
                    <a:pt x="129837" y="330117"/>
                  </a:lnTo>
                  <a:lnTo>
                    <a:pt x="135018" y="331217"/>
                  </a:lnTo>
                  <a:lnTo>
                    <a:pt x="140231" y="332153"/>
                  </a:lnTo>
                  <a:lnTo>
                    <a:pt x="145471" y="332923"/>
                  </a:lnTo>
                  <a:lnTo>
                    <a:pt x="150732" y="333526"/>
                  </a:lnTo>
                  <a:lnTo>
                    <a:pt x="156010" y="333963"/>
                  </a:lnTo>
                  <a:lnTo>
                    <a:pt x="161300" y="334232"/>
                  </a:lnTo>
                  <a:lnTo>
                    <a:pt x="166595" y="334333"/>
                  </a:lnTo>
                  <a:lnTo>
                    <a:pt x="171890" y="334267"/>
                  </a:lnTo>
                  <a:lnTo>
                    <a:pt x="177181" y="334033"/>
                  </a:lnTo>
                  <a:lnTo>
                    <a:pt x="182462" y="333631"/>
                  </a:lnTo>
                  <a:lnTo>
                    <a:pt x="187728" y="333063"/>
                  </a:lnTo>
                  <a:lnTo>
                    <a:pt x="192972" y="332327"/>
                  </a:lnTo>
                  <a:lnTo>
                    <a:pt x="198191" y="331426"/>
                  </a:lnTo>
                  <a:lnTo>
                    <a:pt x="203379" y="330361"/>
                  </a:lnTo>
                  <a:lnTo>
                    <a:pt x="208531" y="329131"/>
                  </a:lnTo>
                  <a:lnTo>
                    <a:pt x="213640" y="327739"/>
                  </a:lnTo>
                  <a:lnTo>
                    <a:pt x="218704" y="326186"/>
                  </a:lnTo>
                  <a:lnTo>
                    <a:pt x="223715" y="324473"/>
                  </a:lnTo>
                  <a:lnTo>
                    <a:pt x="228670" y="322602"/>
                  </a:lnTo>
                  <a:lnTo>
                    <a:pt x="233563" y="320575"/>
                  </a:lnTo>
                  <a:lnTo>
                    <a:pt x="238389" y="318394"/>
                  </a:lnTo>
                  <a:lnTo>
                    <a:pt x="243144" y="316061"/>
                  </a:lnTo>
                  <a:lnTo>
                    <a:pt x="247822" y="313579"/>
                  </a:lnTo>
                  <a:lnTo>
                    <a:pt x="252419" y="310950"/>
                  </a:lnTo>
                  <a:lnTo>
                    <a:pt x="256931" y="308177"/>
                  </a:lnTo>
                  <a:lnTo>
                    <a:pt x="261353" y="305262"/>
                  </a:lnTo>
                  <a:lnTo>
                    <a:pt x="265680" y="302209"/>
                  </a:lnTo>
                  <a:lnTo>
                    <a:pt x="269909" y="299020"/>
                  </a:lnTo>
                  <a:lnTo>
                    <a:pt x="274034" y="295698"/>
                  </a:lnTo>
                  <a:lnTo>
                    <a:pt x="278052" y="292248"/>
                  </a:lnTo>
                  <a:lnTo>
                    <a:pt x="281958" y="288672"/>
                  </a:lnTo>
                  <a:lnTo>
                    <a:pt x="285750" y="284974"/>
                  </a:lnTo>
                  <a:lnTo>
                    <a:pt x="289422" y="281158"/>
                  </a:lnTo>
                  <a:lnTo>
                    <a:pt x="292972" y="277227"/>
                  </a:lnTo>
                  <a:lnTo>
                    <a:pt x="296395" y="273186"/>
                  </a:lnTo>
                  <a:lnTo>
                    <a:pt x="299689" y="269039"/>
                  </a:lnTo>
                  <a:lnTo>
                    <a:pt x="302849" y="264789"/>
                  </a:lnTo>
                  <a:lnTo>
                    <a:pt x="305873" y="260442"/>
                  </a:lnTo>
                  <a:lnTo>
                    <a:pt x="308759" y="256000"/>
                  </a:lnTo>
                  <a:lnTo>
                    <a:pt x="311501" y="251470"/>
                  </a:lnTo>
                  <a:lnTo>
                    <a:pt x="314100" y="246855"/>
                  </a:lnTo>
                  <a:lnTo>
                    <a:pt x="316550" y="242160"/>
                  </a:lnTo>
                  <a:lnTo>
                    <a:pt x="318851" y="237390"/>
                  </a:lnTo>
                  <a:lnTo>
                    <a:pt x="320999" y="232549"/>
                  </a:lnTo>
                  <a:lnTo>
                    <a:pt x="322993" y="227642"/>
                  </a:lnTo>
                  <a:lnTo>
                    <a:pt x="324831" y="222675"/>
                  </a:lnTo>
                  <a:lnTo>
                    <a:pt x="326510" y="217652"/>
                  </a:lnTo>
                  <a:lnTo>
                    <a:pt x="328029" y="212579"/>
                  </a:lnTo>
                  <a:lnTo>
                    <a:pt x="329387" y="207460"/>
                  </a:lnTo>
                  <a:lnTo>
                    <a:pt x="330582" y="202300"/>
                  </a:lnTo>
                  <a:lnTo>
                    <a:pt x="331613" y="197105"/>
                  </a:lnTo>
                  <a:lnTo>
                    <a:pt x="332479" y="191881"/>
                  </a:lnTo>
                  <a:lnTo>
                    <a:pt x="333178" y="186631"/>
                  </a:lnTo>
                  <a:lnTo>
                    <a:pt x="333712" y="181362"/>
                  </a:lnTo>
                  <a:lnTo>
                    <a:pt x="334078" y="176078"/>
                  </a:lnTo>
                  <a:lnTo>
                    <a:pt x="334276" y="170786"/>
                  </a:lnTo>
                  <a:lnTo>
                    <a:pt x="334307" y="165490"/>
                  </a:lnTo>
                  <a:lnTo>
                    <a:pt x="334170" y="160196"/>
                  </a:lnTo>
                  <a:lnTo>
                    <a:pt x="333865" y="154908"/>
                  </a:lnTo>
                  <a:lnTo>
                    <a:pt x="333393" y="149633"/>
                  </a:lnTo>
                  <a:lnTo>
                    <a:pt x="332755" y="144376"/>
                  </a:lnTo>
                  <a:lnTo>
                    <a:pt x="331950" y="139141"/>
                  </a:lnTo>
                  <a:lnTo>
                    <a:pt x="330979" y="133935"/>
                  </a:lnTo>
                  <a:lnTo>
                    <a:pt x="329844" y="128762"/>
                  </a:lnTo>
                  <a:lnTo>
                    <a:pt x="328546" y="123627"/>
                  </a:lnTo>
                  <a:lnTo>
                    <a:pt x="327086" y="118536"/>
                  </a:lnTo>
                  <a:lnTo>
                    <a:pt x="325465" y="113494"/>
                  </a:lnTo>
                  <a:lnTo>
                    <a:pt x="323685" y="108506"/>
                  </a:lnTo>
                  <a:lnTo>
                    <a:pt x="321749" y="103577"/>
                  </a:lnTo>
                  <a:lnTo>
                    <a:pt x="319657" y="98712"/>
                  </a:lnTo>
                  <a:lnTo>
                    <a:pt x="317412" y="93915"/>
                  </a:lnTo>
                  <a:lnTo>
                    <a:pt x="315016" y="89192"/>
                  </a:lnTo>
                  <a:lnTo>
                    <a:pt x="312471" y="84547"/>
                  </a:lnTo>
                  <a:lnTo>
                    <a:pt x="309781" y="79985"/>
                  </a:lnTo>
                  <a:lnTo>
                    <a:pt x="306948" y="75510"/>
                  </a:lnTo>
                  <a:lnTo>
                    <a:pt x="303974" y="71128"/>
                  </a:lnTo>
                  <a:lnTo>
                    <a:pt x="300864" y="66842"/>
                  </a:lnTo>
                  <a:lnTo>
                    <a:pt x="297618" y="62656"/>
                  </a:lnTo>
                  <a:lnTo>
                    <a:pt x="294242" y="58576"/>
                  </a:lnTo>
                  <a:lnTo>
                    <a:pt x="290739" y="54604"/>
                  </a:lnTo>
                  <a:lnTo>
                    <a:pt x="287111" y="50746"/>
                  </a:lnTo>
                  <a:lnTo>
                    <a:pt x="283363" y="47004"/>
                  </a:lnTo>
                  <a:lnTo>
                    <a:pt x="279498" y="43383"/>
                  </a:lnTo>
                  <a:lnTo>
                    <a:pt x="275520" y="39886"/>
                  </a:lnTo>
                  <a:lnTo>
                    <a:pt x="271434" y="36517"/>
                  </a:lnTo>
                  <a:lnTo>
                    <a:pt x="267243" y="33279"/>
                  </a:lnTo>
                  <a:lnTo>
                    <a:pt x="262952" y="30175"/>
                  </a:lnTo>
                  <a:lnTo>
                    <a:pt x="258564" y="27209"/>
                  </a:lnTo>
                  <a:lnTo>
                    <a:pt x="254085" y="24384"/>
                  </a:lnTo>
                  <a:lnTo>
                    <a:pt x="249518" y="21701"/>
                  </a:lnTo>
                  <a:lnTo>
                    <a:pt x="244869" y="19165"/>
                  </a:lnTo>
                  <a:lnTo>
                    <a:pt x="240141" y="1677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72993" cy="167167"/>
            </a:xfrm>
            <a:custGeom>
              <a:avLst/>
              <a:pathLst>
                <a:path w="72993" h="167167">
                  <a:moveTo>
                    <a:pt x="72993" y="16778"/>
                  </a:moveTo>
                  <a:lnTo>
                    <a:pt x="67722" y="14332"/>
                  </a:lnTo>
                  <a:lnTo>
                    <a:pt x="62370" y="12071"/>
                  </a:lnTo>
                  <a:lnTo>
                    <a:pt x="56943" y="9997"/>
                  </a:lnTo>
                  <a:lnTo>
                    <a:pt x="51446" y="8113"/>
                  </a:lnTo>
                  <a:lnTo>
                    <a:pt x="45888" y="6421"/>
                  </a:lnTo>
                  <a:lnTo>
                    <a:pt x="40274" y="4923"/>
                  </a:lnTo>
                  <a:lnTo>
                    <a:pt x="34611" y="3622"/>
                  </a:lnTo>
                  <a:lnTo>
                    <a:pt x="28906" y="2518"/>
                  </a:lnTo>
                  <a:lnTo>
                    <a:pt x="23167" y="1613"/>
                  </a:lnTo>
                  <a:lnTo>
                    <a:pt x="17400" y="908"/>
                  </a:lnTo>
                  <a:lnTo>
                    <a:pt x="11611" y="403"/>
                  </a:lnTo>
                  <a:lnTo>
                    <a:pt x="580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8082" y="5269756"/>
              <a:ext cx="166418" cy="167167"/>
            </a:xfrm>
            <a:custGeom>
              <a:avLst/>
              <a:pathLst>
                <a:path w="166418" h="167167">
                  <a:moveTo>
                    <a:pt x="166418" y="0"/>
                  </a:moveTo>
                  <a:lnTo>
                    <a:pt x="160936" y="89"/>
                  </a:lnTo>
                  <a:lnTo>
                    <a:pt x="155459" y="359"/>
                  </a:lnTo>
                  <a:lnTo>
                    <a:pt x="149994" y="808"/>
                  </a:lnTo>
                  <a:lnTo>
                    <a:pt x="144547" y="1436"/>
                  </a:lnTo>
                  <a:lnTo>
                    <a:pt x="139123" y="2243"/>
                  </a:lnTo>
                  <a:lnTo>
                    <a:pt x="133729" y="3227"/>
                  </a:lnTo>
                  <a:lnTo>
                    <a:pt x="128370" y="4387"/>
                  </a:lnTo>
                  <a:lnTo>
                    <a:pt x="123052" y="5723"/>
                  </a:lnTo>
                  <a:lnTo>
                    <a:pt x="117780" y="7232"/>
                  </a:lnTo>
                  <a:lnTo>
                    <a:pt x="112561" y="8913"/>
                  </a:lnTo>
                  <a:lnTo>
                    <a:pt x="107400" y="10764"/>
                  </a:lnTo>
                  <a:lnTo>
                    <a:pt x="102302" y="12784"/>
                  </a:lnTo>
                  <a:lnTo>
                    <a:pt x="97273" y="14970"/>
                  </a:lnTo>
                  <a:lnTo>
                    <a:pt x="92319" y="17320"/>
                  </a:lnTo>
                  <a:lnTo>
                    <a:pt x="87444" y="19831"/>
                  </a:lnTo>
                  <a:lnTo>
                    <a:pt x="82654" y="22500"/>
                  </a:lnTo>
                  <a:lnTo>
                    <a:pt x="77955" y="25325"/>
                  </a:lnTo>
                  <a:lnTo>
                    <a:pt x="73350" y="28303"/>
                  </a:lnTo>
                  <a:lnTo>
                    <a:pt x="68846" y="31430"/>
                  </a:lnTo>
                  <a:lnTo>
                    <a:pt x="64447" y="34703"/>
                  </a:lnTo>
                  <a:lnTo>
                    <a:pt x="60157" y="38118"/>
                  </a:lnTo>
                  <a:lnTo>
                    <a:pt x="55982" y="41673"/>
                  </a:lnTo>
                  <a:lnTo>
                    <a:pt x="51926" y="45362"/>
                  </a:lnTo>
                  <a:lnTo>
                    <a:pt x="47993" y="49183"/>
                  </a:lnTo>
                  <a:lnTo>
                    <a:pt x="44187" y="53130"/>
                  </a:lnTo>
                  <a:lnTo>
                    <a:pt x="40512" y="57200"/>
                  </a:lnTo>
                  <a:lnTo>
                    <a:pt x="36974" y="61389"/>
                  </a:lnTo>
                  <a:lnTo>
                    <a:pt x="33574" y="65691"/>
                  </a:lnTo>
                  <a:lnTo>
                    <a:pt x="30317" y="70103"/>
                  </a:lnTo>
                  <a:lnTo>
                    <a:pt x="27207" y="74618"/>
                  </a:lnTo>
                  <a:lnTo>
                    <a:pt x="24247" y="79234"/>
                  </a:lnTo>
                  <a:lnTo>
                    <a:pt x="21439" y="83944"/>
                  </a:lnTo>
                  <a:lnTo>
                    <a:pt x="18788" y="88744"/>
                  </a:lnTo>
                  <a:lnTo>
                    <a:pt x="16295" y="93628"/>
                  </a:lnTo>
                  <a:lnTo>
                    <a:pt x="13964" y="98591"/>
                  </a:lnTo>
                  <a:lnTo>
                    <a:pt x="11797" y="103628"/>
                  </a:lnTo>
                  <a:lnTo>
                    <a:pt x="9796" y="108733"/>
                  </a:lnTo>
                  <a:lnTo>
                    <a:pt x="7964" y="113901"/>
                  </a:lnTo>
                  <a:lnTo>
                    <a:pt x="6303" y="119127"/>
                  </a:lnTo>
                  <a:lnTo>
                    <a:pt x="4813" y="124404"/>
                  </a:lnTo>
                  <a:lnTo>
                    <a:pt x="3498" y="129727"/>
                  </a:lnTo>
                  <a:lnTo>
                    <a:pt x="2357" y="135090"/>
                  </a:lnTo>
                  <a:lnTo>
                    <a:pt x="1394" y="140488"/>
                  </a:lnTo>
                  <a:lnTo>
                    <a:pt x="607" y="145915"/>
                  </a:lnTo>
                  <a:lnTo>
                    <a:pt x="0" y="151364"/>
                  </a:lnTo>
                  <a:lnTo>
                    <a:pt x="16641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34" y="5269756"/>
              <a:ext cx="334325" cy="334325"/>
            </a:xfrm>
            <a:custGeom>
              <a:avLst/>
              <a:pathLst>
                <a:path w="334325" h="334325">
                  <a:moveTo>
                    <a:pt x="748" y="151364"/>
                  </a:moveTo>
                  <a:lnTo>
                    <a:pt x="332" y="156634"/>
                  </a:lnTo>
                  <a:lnTo>
                    <a:pt x="82" y="161915"/>
                  </a:lnTo>
                  <a:lnTo>
                    <a:pt x="0" y="167201"/>
                  </a:lnTo>
                  <a:lnTo>
                    <a:pt x="84" y="172487"/>
                  </a:lnTo>
                  <a:lnTo>
                    <a:pt x="336" y="177767"/>
                  </a:lnTo>
                  <a:lnTo>
                    <a:pt x="755" y="183037"/>
                  </a:lnTo>
                  <a:lnTo>
                    <a:pt x="1340" y="188291"/>
                  </a:lnTo>
                  <a:lnTo>
                    <a:pt x="2090" y="193524"/>
                  </a:lnTo>
                  <a:lnTo>
                    <a:pt x="3006" y="198731"/>
                  </a:lnTo>
                  <a:lnTo>
                    <a:pt x="4087" y="203906"/>
                  </a:lnTo>
                  <a:lnTo>
                    <a:pt x="5330" y="209044"/>
                  </a:lnTo>
                  <a:lnTo>
                    <a:pt x="6735" y="214140"/>
                  </a:lnTo>
                  <a:lnTo>
                    <a:pt x="8300" y="219190"/>
                  </a:lnTo>
                  <a:lnTo>
                    <a:pt x="10025" y="224187"/>
                  </a:lnTo>
                  <a:lnTo>
                    <a:pt x="11906" y="229127"/>
                  </a:lnTo>
                  <a:lnTo>
                    <a:pt x="13943" y="234006"/>
                  </a:lnTo>
                  <a:lnTo>
                    <a:pt x="16133" y="238817"/>
                  </a:lnTo>
                  <a:lnTo>
                    <a:pt x="18474" y="243557"/>
                  </a:lnTo>
                  <a:lnTo>
                    <a:pt x="20964" y="248221"/>
                  </a:lnTo>
                  <a:lnTo>
                    <a:pt x="23600" y="252803"/>
                  </a:lnTo>
                  <a:lnTo>
                    <a:pt x="26380" y="257300"/>
                  </a:lnTo>
                  <a:lnTo>
                    <a:pt x="29300" y="261707"/>
                  </a:lnTo>
                  <a:lnTo>
                    <a:pt x="32359" y="266019"/>
                  </a:lnTo>
                  <a:lnTo>
                    <a:pt x="35552" y="270232"/>
                  </a:lnTo>
                  <a:lnTo>
                    <a:pt x="38876" y="274342"/>
                  </a:lnTo>
                  <a:lnTo>
                    <a:pt x="42329" y="278345"/>
                  </a:lnTo>
                  <a:lnTo>
                    <a:pt x="45907" y="282237"/>
                  </a:lnTo>
                  <a:lnTo>
                    <a:pt x="49607" y="286014"/>
                  </a:lnTo>
                  <a:lnTo>
                    <a:pt x="53423" y="289671"/>
                  </a:lnTo>
                  <a:lnTo>
                    <a:pt x="57354" y="293207"/>
                  </a:lnTo>
                  <a:lnTo>
                    <a:pt x="61394" y="296616"/>
                  </a:lnTo>
                  <a:lnTo>
                    <a:pt x="65540" y="299896"/>
                  </a:lnTo>
                  <a:lnTo>
                    <a:pt x="69788" y="303043"/>
                  </a:lnTo>
                  <a:lnTo>
                    <a:pt x="74133" y="306054"/>
                  </a:lnTo>
                  <a:lnTo>
                    <a:pt x="78571" y="308926"/>
                  </a:lnTo>
                  <a:lnTo>
                    <a:pt x="83098" y="311657"/>
                  </a:lnTo>
                  <a:lnTo>
                    <a:pt x="87709" y="314243"/>
                  </a:lnTo>
                  <a:lnTo>
                    <a:pt x="92399" y="316682"/>
                  </a:lnTo>
                  <a:lnTo>
                    <a:pt x="97164" y="318971"/>
                  </a:lnTo>
                  <a:lnTo>
                    <a:pt x="101999" y="321109"/>
                  </a:lnTo>
                  <a:lnTo>
                    <a:pt x="106899" y="323092"/>
                  </a:lnTo>
                  <a:lnTo>
                    <a:pt x="111860" y="324920"/>
                  </a:lnTo>
                  <a:lnTo>
                    <a:pt x="116876" y="326590"/>
                  </a:lnTo>
                  <a:lnTo>
                    <a:pt x="121942" y="328101"/>
                  </a:lnTo>
                  <a:lnTo>
                    <a:pt x="127053" y="329450"/>
                  </a:lnTo>
                  <a:lnTo>
                    <a:pt x="132205" y="330637"/>
                  </a:lnTo>
                  <a:lnTo>
                    <a:pt x="137391" y="331661"/>
                  </a:lnTo>
                  <a:lnTo>
                    <a:pt x="142607" y="332520"/>
                  </a:lnTo>
                  <a:lnTo>
                    <a:pt x="147848" y="333214"/>
                  </a:lnTo>
                  <a:lnTo>
                    <a:pt x="153108" y="333742"/>
                  </a:lnTo>
                  <a:lnTo>
                    <a:pt x="158382" y="334103"/>
                  </a:lnTo>
                  <a:lnTo>
                    <a:pt x="163665" y="334298"/>
                  </a:lnTo>
                  <a:lnTo>
                    <a:pt x="168952" y="334325"/>
                  </a:lnTo>
                  <a:lnTo>
                    <a:pt x="174236" y="334185"/>
                  </a:lnTo>
                  <a:lnTo>
                    <a:pt x="179514" y="333878"/>
                  </a:lnTo>
                  <a:lnTo>
                    <a:pt x="184779" y="333404"/>
                  </a:lnTo>
                  <a:lnTo>
                    <a:pt x="190027" y="332764"/>
                  </a:lnTo>
                  <a:lnTo>
                    <a:pt x="195252" y="331958"/>
                  </a:lnTo>
                  <a:lnTo>
                    <a:pt x="200448" y="330988"/>
                  </a:lnTo>
                  <a:lnTo>
                    <a:pt x="205612" y="329854"/>
                  </a:lnTo>
                  <a:lnTo>
                    <a:pt x="210737" y="328557"/>
                  </a:lnTo>
                  <a:lnTo>
                    <a:pt x="215818" y="327098"/>
                  </a:lnTo>
                  <a:lnTo>
                    <a:pt x="220851" y="325480"/>
                  </a:lnTo>
                  <a:lnTo>
                    <a:pt x="225830" y="323703"/>
                  </a:lnTo>
                  <a:lnTo>
                    <a:pt x="230750" y="321770"/>
                  </a:lnTo>
                  <a:lnTo>
                    <a:pt x="235607" y="319682"/>
                  </a:lnTo>
                  <a:lnTo>
                    <a:pt x="240395" y="317442"/>
                  </a:lnTo>
                  <a:lnTo>
                    <a:pt x="245110" y="315051"/>
                  </a:lnTo>
                  <a:lnTo>
                    <a:pt x="249748" y="312513"/>
                  </a:lnTo>
                  <a:lnTo>
                    <a:pt x="254302" y="309829"/>
                  </a:lnTo>
                  <a:lnTo>
                    <a:pt x="258770" y="307002"/>
                  </a:lnTo>
                  <a:lnTo>
                    <a:pt x="263145" y="304036"/>
                  </a:lnTo>
                  <a:lnTo>
                    <a:pt x="267425" y="300933"/>
                  </a:lnTo>
                  <a:lnTo>
                    <a:pt x="271605" y="297695"/>
                  </a:lnTo>
                  <a:lnTo>
                    <a:pt x="275680" y="294328"/>
                  </a:lnTo>
                  <a:lnTo>
                    <a:pt x="279646" y="290833"/>
                  </a:lnTo>
                  <a:lnTo>
                    <a:pt x="283501" y="287215"/>
                  </a:lnTo>
                  <a:lnTo>
                    <a:pt x="287238" y="283476"/>
                  </a:lnTo>
                  <a:lnTo>
                    <a:pt x="290856" y="279621"/>
                  </a:lnTo>
                  <a:lnTo>
                    <a:pt x="294350" y="275654"/>
                  </a:lnTo>
                  <a:lnTo>
                    <a:pt x="297717" y="271578"/>
                  </a:lnTo>
                  <a:lnTo>
                    <a:pt x="300953" y="267398"/>
                  </a:lnTo>
                  <a:lnTo>
                    <a:pt x="304055" y="263118"/>
                  </a:lnTo>
                  <a:lnTo>
                    <a:pt x="307021" y="258741"/>
                  </a:lnTo>
                  <a:lnTo>
                    <a:pt x="309847" y="254273"/>
                  </a:lnTo>
                  <a:lnTo>
                    <a:pt x="312529" y="249718"/>
                  </a:lnTo>
                  <a:lnTo>
                    <a:pt x="315067" y="245080"/>
                  </a:lnTo>
                  <a:lnTo>
                    <a:pt x="317457" y="240365"/>
                  </a:lnTo>
                  <a:lnTo>
                    <a:pt x="319696" y="235576"/>
                  </a:lnTo>
                  <a:lnTo>
                    <a:pt x="321783" y="230719"/>
                  </a:lnTo>
                  <a:lnTo>
                    <a:pt x="323715" y="225798"/>
                  </a:lnTo>
                  <a:lnTo>
                    <a:pt x="325491" y="220819"/>
                  </a:lnTo>
                  <a:lnTo>
                    <a:pt x="327108" y="215786"/>
                  </a:lnTo>
                  <a:lnTo>
                    <a:pt x="328565" y="210704"/>
                  </a:lnTo>
                  <a:lnTo>
                    <a:pt x="329861" y="205579"/>
                  </a:lnTo>
                  <a:lnTo>
                    <a:pt x="330995" y="200415"/>
                  </a:lnTo>
                  <a:lnTo>
                    <a:pt x="331964" y="195218"/>
                  </a:lnTo>
                  <a:lnTo>
                    <a:pt x="332769" y="189993"/>
                  </a:lnTo>
                  <a:lnTo>
                    <a:pt x="333408" y="184746"/>
                  </a:lnTo>
                  <a:lnTo>
                    <a:pt x="333880" y="179480"/>
                  </a:lnTo>
                  <a:lnTo>
                    <a:pt x="334186" y="174203"/>
                  </a:lnTo>
                  <a:lnTo>
                    <a:pt x="334325" y="168918"/>
                  </a:lnTo>
                  <a:lnTo>
                    <a:pt x="334297" y="163631"/>
                  </a:lnTo>
                  <a:lnTo>
                    <a:pt x="334102" y="158348"/>
                  </a:lnTo>
                  <a:lnTo>
                    <a:pt x="333739" y="153074"/>
                  </a:lnTo>
                  <a:lnTo>
                    <a:pt x="333210" y="147814"/>
                  </a:lnTo>
                  <a:lnTo>
                    <a:pt x="332515" y="142574"/>
                  </a:lnTo>
                  <a:lnTo>
                    <a:pt x="331655" y="137358"/>
                  </a:lnTo>
                  <a:lnTo>
                    <a:pt x="330630" y="132171"/>
                  </a:lnTo>
                  <a:lnTo>
                    <a:pt x="329442" y="127020"/>
                  </a:lnTo>
                  <a:lnTo>
                    <a:pt x="328091" y="121909"/>
                  </a:lnTo>
                  <a:lnTo>
                    <a:pt x="326580" y="116843"/>
                  </a:lnTo>
                  <a:lnTo>
                    <a:pt x="324909" y="111828"/>
                  </a:lnTo>
                  <a:lnTo>
                    <a:pt x="323080" y="106868"/>
                  </a:lnTo>
                  <a:lnTo>
                    <a:pt x="321096" y="101968"/>
                  </a:lnTo>
                  <a:lnTo>
                    <a:pt x="318957" y="97133"/>
                  </a:lnTo>
                  <a:lnTo>
                    <a:pt x="316667" y="92369"/>
                  </a:lnTo>
                  <a:lnTo>
                    <a:pt x="314227" y="87679"/>
                  </a:lnTo>
                  <a:lnTo>
                    <a:pt x="311640" y="83068"/>
                  </a:lnTo>
                  <a:lnTo>
                    <a:pt x="308908" y="78542"/>
                  </a:lnTo>
                  <a:lnTo>
                    <a:pt x="306035" y="74105"/>
                  </a:lnTo>
                  <a:lnTo>
                    <a:pt x="303023" y="69760"/>
                  </a:lnTo>
                  <a:lnTo>
                    <a:pt x="299875" y="65513"/>
                  </a:lnTo>
                  <a:lnTo>
                    <a:pt x="296594" y="61368"/>
                  </a:lnTo>
                  <a:lnTo>
                    <a:pt x="293184" y="57328"/>
                  </a:lnTo>
                  <a:lnTo>
                    <a:pt x="289648" y="53398"/>
                  </a:lnTo>
                  <a:lnTo>
                    <a:pt x="285990" y="49582"/>
                  </a:lnTo>
                  <a:lnTo>
                    <a:pt x="282212" y="45884"/>
                  </a:lnTo>
                  <a:lnTo>
                    <a:pt x="278320" y="42307"/>
                  </a:lnTo>
                  <a:lnTo>
                    <a:pt x="274316" y="38855"/>
                  </a:lnTo>
                  <a:lnTo>
                    <a:pt x="270205" y="35531"/>
                  </a:lnTo>
                  <a:lnTo>
                    <a:pt x="265991" y="32338"/>
                  </a:lnTo>
                  <a:lnTo>
                    <a:pt x="261679" y="29281"/>
                  </a:lnTo>
                  <a:lnTo>
                    <a:pt x="257271" y="26362"/>
                  </a:lnTo>
                  <a:lnTo>
                    <a:pt x="252774" y="23583"/>
                  </a:lnTo>
                  <a:lnTo>
                    <a:pt x="248191" y="20948"/>
                  </a:lnTo>
                  <a:lnTo>
                    <a:pt x="243527" y="18459"/>
                  </a:lnTo>
                  <a:lnTo>
                    <a:pt x="238787" y="16119"/>
                  </a:lnTo>
                  <a:lnTo>
                    <a:pt x="233975" y="13930"/>
                  </a:lnTo>
                  <a:lnTo>
                    <a:pt x="229096" y="11894"/>
                  </a:lnTo>
                  <a:lnTo>
                    <a:pt x="224155" y="10013"/>
                  </a:lnTo>
                  <a:lnTo>
                    <a:pt x="219157" y="8290"/>
                  </a:lnTo>
                  <a:lnTo>
                    <a:pt x="214108" y="6725"/>
                  </a:lnTo>
                  <a:lnTo>
                    <a:pt x="209011" y="5321"/>
                  </a:lnTo>
                  <a:lnTo>
                    <a:pt x="203873" y="4079"/>
                  </a:lnTo>
                  <a:lnTo>
                    <a:pt x="198697" y="3000"/>
                  </a:lnTo>
                  <a:lnTo>
                    <a:pt x="193491" y="2085"/>
                  </a:lnTo>
                  <a:lnTo>
                    <a:pt x="188258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380" y="5399291"/>
              <a:ext cx="3835" cy="167167"/>
            </a:xfrm>
            <a:custGeom>
              <a:avLst/>
              <a:pathLst>
                <a:path w="3835" h="167167">
                  <a:moveTo>
                    <a:pt x="3835" y="0"/>
                  </a:moveTo>
                  <a:lnTo>
                    <a:pt x="0" y="43"/>
                  </a:lnTo>
                  <a:lnTo>
                    <a:pt x="383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380" y="5399335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380" y="5399335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380" y="5399335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380" y="5399335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380" y="5399335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380" y="5399335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8" y="5399335"/>
              <a:ext cx="334330" cy="334275"/>
            </a:xfrm>
            <a:custGeom>
              <a:avLst/>
              <a:pathLst>
                <a:path w="334330" h="334275">
                  <a:moveTo>
                    <a:pt x="163331" y="0"/>
                  </a:moveTo>
                  <a:lnTo>
                    <a:pt x="158046" y="204"/>
                  </a:lnTo>
                  <a:lnTo>
                    <a:pt x="152770" y="577"/>
                  </a:lnTo>
                  <a:lnTo>
                    <a:pt x="147509" y="1115"/>
                  </a:lnTo>
                  <a:lnTo>
                    <a:pt x="142267" y="1820"/>
                  </a:lnTo>
                  <a:lnTo>
                    <a:pt x="137050" y="2691"/>
                  </a:lnTo>
                  <a:lnTo>
                    <a:pt x="131863" y="3726"/>
                  </a:lnTo>
                  <a:lnTo>
                    <a:pt x="126712" y="4924"/>
                  </a:lnTo>
                  <a:lnTo>
                    <a:pt x="121601" y="6285"/>
                  </a:lnTo>
                  <a:lnTo>
                    <a:pt x="116535" y="7807"/>
                  </a:lnTo>
                  <a:lnTo>
                    <a:pt x="111521" y="9489"/>
                  </a:lnTo>
                  <a:lnTo>
                    <a:pt x="106562" y="11328"/>
                  </a:lnTo>
                  <a:lnTo>
                    <a:pt x="101663" y="13323"/>
                  </a:lnTo>
                  <a:lnTo>
                    <a:pt x="96831" y="15473"/>
                  </a:lnTo>
                  <a:lnTo>
                    <a:pt x="92068" y="17774"/>
                  </a:lnTo>
                  <a:lnTo>
                    <a:pt x="87381" y="20224"/>
                  </a:lnTo>
                  <a:lnTo>
                    <a:pt x="82774" y="22822"/>
                  </a:lnTo>
                  <a:lnTo>
                    <a:pt x="78251" y="25564"/>
                  </a:lnTo>
                  <a:lnTo>
                    <a:pt x="73817" y="28447"/>
                  </a:lnTo>
                  <a:lnTo>
                    <a:pt x="69477" y="31470"/>
                  </a:lnTo>
                  <a:lnTo>
                    <a:pt x="65234" y="34628"/>
                  </a:lnTo>
                  <a:lnTo>
                    <a:pt x="61094" y="37919"/>
                  </a:lnTo>
                  <a:lnTo>
                    <a:pt x="57060" y="41340"/>
                  </a:lnTo>
                  <a:lnTo>
                    <a:pt x="53136" y="44886"/>
                  </a:lnTo>
                  <a:lnTo>
                    <a:pt x="49326" y="48554"/>
                  </a:lnTo>
                  <a:lnTo>
                    <a:pt x="45634" y="52342"/>
                  </a:lnTo>
                  <a:lnTo>
                    <a:pt x="42063" y="56244"/>
                  </a:lnTo>
                  <a:lnTo>
                    <a:pt x="38618" y="60257"/>
                  </a:lnTo>
                  <a:lnTo>
                    <a:pt x="35302" y="64377"/>
                  </a:lnTo>
                  <a:lnTo>
                    <a:pt x="32117" y="68600"/>
                  </a:lnTo>
                  <a:lnTo>
                    <a:pt x="29068" y="72922"/>
                  </a:lnTo>
                  <a:lnTo>
                    <a:pt x="26157" y="77338"/>
                  </a:lnTo>
                  <a:lnTo>
                    <a:pt x="23387" y="81844"/>
                  </a:lnTo>
                  <a:lnTo>
                    <a:pt x="20762" y="86435"/>
                  </a:lnTo>
                  <a:lnTo>
                    <a:pt x="18282" y="91107"/>
                  </a:lnTo>
                  <a:lnTo>
                    <a:pt x="15952" y="95855"/>
                  </a:lnTo>
                  <a:lnTo>
                    <a:pt x="13773" y="100674"/>
                  </a:lnTo>
                  <a:lnTo>
                    <a:pt x="11748" y="105560"/>
                  </a:lnTo>
                  <a:lnTo>
                    <a:pt x="9878" y="110508"/>
                  </a:lnTo>
                  <a:lnTo>
                    <a:pt x="8166" y="115512"/>
                  </a:lnTo>
                  <a:lnTo>
                    <a:pt x="6612" y="120568"/>
                  </a:lnTo>
                  <a:lnTo>
                    <a:pt x="5220" y="125670"/>
                  </a:lnTo>
                  <a:lnTo>
                    <a:pt x="3990" y="130814"/>
                  </a:lnTo>
                  <a:lnTo>
                    <a:pt x="2923" y="135995"/>
                  </a:lnTo>
                  <a:lnTo>
                    <a:pt x="2020" y="141206"/>
                  </a:lnTo>
                  <a:lnTo>
                    <a:pt x="1283" y="146444"/>
                  </a:lnTo>
                  <a:lnTo>
                    <a:pt x="712" y="151702"/>
                  </a:lnTo>
                  <a:lnTo>
                    <a:pt x="307" y="156975"/>
                  </a:lnTo>
                  <a:lnTo>
                    <a:pt x="70" y="162259"/>
                  </a:lnTo>
                  <a:lnTo>
                    <a:pt x="0" y="167548"/>
                  </a:lnTo>
                  <a:lnTo>
                    <a:pt x="97" y="172836"/>
                  </a:lnTo>
                  <a:lnTo>
                    <a:pt x="361" y="178118"/>
                  </a:lnTo>
                  <a:lnTo>
                    <a:pt x="792" y="183390"/>
                  </a:lnTo>
                  <a:lnTo>
                    <a:pt x="1390" y="188645"/>
                  </a:lnTo>
                  <a:lnTo>
                    <a:pt x="2154" y="193878"/>
                  </a:lnTo>
                  <a:lnTo>
                    <a:pt x="3083" y="199085"/>
                  </a:lnTo>
                  <a:lnTo>
                    <a:pt x="4176" y="204260"/>
                  </a:lnTo>
                  <a:lnTo>
                    <a:pt x="5433" y="209398"/>
                  </a:lnTo>
                  <a:lnTo>
                    <a:pt x="6851" y="214493"/>
                  </a:lnTo>
                  <a:lnTo>
                    <a:pt x="8430" y="219541"/>
                  </a:lnTo>
                  <a:lnTo>
                    <a:pt x="10168" y="224537"/>
                  </a:lnTo>
                  <a:lnTo>
                    <a:pt x="12062" y="229475"/>
                  </a:lnTo>
                  <a:lnTo>
                    <a:pt x="14113" y="234350"/>
                  </a:lnTo>
                  <a:lnTo>
                    <a:pt x="16316" y="239158"/>
                  </a:lnTo>
                  <a:lnTo>
                    <a:pt x="18670" y="243895"/>
                  </a:lnTo>
                  <a:lnTo>
                    <a:pt x="21173" y="248554"/>
                  </a:lnTo>
                  <a:lnTo>
                    <a:pt x="23823" y="253132"/>
                  </a:lnTo>
                  <a:lnTo>
                    <a:pt x="26615" y="257623"/>
                  </a:lnTo>
                  <a:lnTo>
                    <a:pt x="29549" y="262024"/>
                  </a:lnTo>
                  <a:lnTo>
                    <a:pt x="32620" y="266331"/>
                  </a:lnTo>
                  <a:lnTo>
                    <a:pt x="35826" y="270537"/>
                  </a:lnTo>
                  <a:lnTo>
                    <a:pt x="39163" y="274641"/>
                  </a:lnTo>
                  <a:lnTo>
                    <a:pt x="42628" y="278636"/>
                  </a:lnTo>
                  <a:lnTo>
                    <a:pt x="46218" y="282520"/>
                  </a:lnTo>
                  <a:lnTo>
                    <a:pt x="49930" y="286289"/>
                  </a:lnTo>
                  <a:lnTo>
                    <a:pt x="53758" y="289938"/>
                  </a:lnTo>
                  <a:lnTo>
                    <a:pt x="57700" y="293464"/>
                  </a:lnTo>
                  <a:lnTo>
                    <a:pt x="61752" y="296864"/>
                  </a:lnTo>
                  <a:lnTo>
                    <a:pt x="65909" y="300134"/>
                  </a:lnTo>
                  <a:lnTo>
                    <a:pt x="70167" y="303271"/>
                  </a:lnTo>
                  <a:lnTo>
                    <a:pt x="74523" y="306271"/>
                  </a:lnTo>
                  <a:lnTo>
                    <a:pt x="78971" y="309132"/>
                  </a:lnTo>
                  <a:lnTo>
                    <a:pt x="83508" y="311851"/>
                  </a:lnTo>
                  <a:lnTo>
                    <a:pt x="88129" y="314425"/>
                  </a:lnTo>
                  <a:lnTo>
                    <a:pt x="92828" y="316852"/>
                  </a:lnTo>
                  <a:lnTo>
                    <a:pt x="97602" y="319129"/>
                  </a:lnTo>
                  <a:lnTo>
                    <a:pt x="102446" y="321253"/>
                  </a:lnTo>
                  <a:lnTo>
                    <a:pt x="107354" y="323224"/>
                  </a:lnTo>
                  <a:lnTo>
                    <a:pt x="112322" y="325038"/>
                  </a:lnTo>
                  <a:lnTo>
                    <a:pt x="117345" y="326694"/>
                  </a:lnTo>
                  <a:lnTo>
                    <a:pt x="122418" y="328190"/>
                  </a:lnTo>
                  <a:lnTo>
                    <a:pt x="127536" y="329525"/>
                  </a:lnTo>
                  <a:lnTo>
                    <a:pt x="132694" y="330697"/>
                  </a:lnTo>
                  <a:lnTo>
                    <a:pt x="137886" y="331706"/>
                  </a:lnTo>
                  <a:lnTo>
                    <a:pt x="143107" y="332550"/>
                  </a:lnTo>
                  <a:lnTo>
                    <a:pt x="148352" y="333228"/>
                  </a:lnTo>
                  <a:lnTo>
                    <a:pt x="153617" y="333740"/>
                  </a:lnTo>
                  <a:lnTo>
                    <a:pt x="158894" y="334086"/>
                  </a:lnTo>
                  <a:lnTo>
                    <a:pt x="164180" y="334264"/>
                  </a:lnTo>
                  <a:lnTo>
                    <a:pt x="169470" y="334275"/>
                  </a:lnTo>
                  <a:lnTo>
                    <a:pt x="174756" y="334118"/>
                  </a:lnTo>
                  <a:lnTo>
                    <a:pt x="180035" y="333794"/>
                  </a:lnTo>
                  <a:lnTo>
                    <a:pt x="185302" y="333304"/>
                  </a:lnTo>
                  <a:lnTo>
                    <a:pt x="190550" y="332647"/>
                  </a:lnTo>
                  <a:lnTo>
                    <a:pt x="195775" y="331824"/>
                  </a:lnTo>
                  <a:lnTo>
                    <a:pt x="200971" y="330837"/>
                  </a:lnTo>
                  <a:lnTo>
                    <a:pt x="206133" y="329685"/>
                  </a:lnTo>
                  <a:lnTo>
                    <a:pt x="211256" y="328371"/>
                  </a:lnTo>
                  <a:lnTo>
                    <a:pt x="216335" y="326896"/>
                  </a:lnTo>
                  <a:lnTo>
                    <a:pt x="221365" y="325260"/>
                  </a:lnTo>
                  <a:lnTo>
                    <a:pt x="226341" y="323467"/>
                  </a:lnTo>
                  <a:lnTo>
                    <a:pt x="231257" y="321516"/>
                  </a:lnTo>
                  <a:lnTo>
                    <a:pt x="236109" y="319412"/>
                  </a:lnTo>
                  <a:lnTo>
                    <a:pt x="240892" y="317154"/>
                  </a:lnTo>
                  <a:lnTo>
                    <a:pt x="245602" y="314747"/>
                  </a:lnTo>
                  <a:lnTo>
                    <a:pt x="250233" y="312192"/>
                  </a:lnTo>
                  <a:lnTo>
                    <a:pt x="254780" y="309491"/>
                  </a:lnTo>
                  <a:lnTo>
                    <a:pt x="259240" y="306648"/>
                  </a:lnTo>
                  <a:lnTo>
                    <a:pt x="263608" y="303666"/>
                  </a:lnTo>
                  <a:lnTo>
                    <a:pt x="267880" y="300546"/>
                  </a:lnTo>
                  <a:lnTo>
                    <a:pt x="272050" y="297293"/>
                  </a:lnTo>
                  <a:lnTo>
                    <a:pt x="276116" y="293910"/>
                  </a:lnTo>
                  <a:lnTo>
                    <a:pt x="280072" y="290400"/>
                  </a:lnTo>
                  <a:lnTo>
                    <a:pt x="283915" y="286767"/>
                  </a:lnTo>
                  <a:lnTo>
                    <a:pt x="287642" y="283013"/>
                  </a:lnTo>
                  <a:lnTo>
                    <a:pt x="291248" y="279144"/>
                  </a:lnTo>
                  <a:lnTo>
                    <a:pt x="294730" y="275163"/>
                  </a:lnTo>
                  <a:lnTo>
                    <a:pt x="298084" y="271073"/>
                  </a:lnTo>
                  <a:lnTo>
                    <a:pt x="301307" y="266879"/>
                  </a:lnTo>
                  <a:lnTo>
                    <a:pt x="304395" y="262586"/>
                  </a:lnTo>
                  <a:lnTo>
                    <a:pt x="307347" y="258197"/>
                  </a:lnTo>
                  <a:lnTo>
                    <a:pt x="310158" y="253717"/>
                  </a:lnTo>
                  <a:lnTo>
                    <a:pt x="312826" y="249150"/>
                  </a:lnTo>
                  <a:lnTo>
                    <a:pt x="315348" y="244501"/>
                  </a:lnTo>
                  <a:lnTo>
                    <a:pt x="317721" y="239774"/>
                  </a:lnTo>
                  <a:lnTo>
                    <a:pt x="319944" y="234975"/>
                  </a:lnTo>
                  <a:lnTo>
                    <a:pt x="322014" y="230108"/>
                  </a:lnTo>
                  <a:lnTo>
                    <a:pt x="323929" y="225177"/>
                  </a:lnTo>
                  <a:lnTo>
                    <a:pt x="325687" y="220189"/>
                  </a:lnTo>
                  <a:lnTo>
                    <a:pt x="327287" y="215148"/>
                  </a:lnTo>
                  <a:lnTo>
                    <a:pt x="328726" y="210058"/>
                  </a:lnTo>
                  <a:lnTo>
                    <a:pt x="330003" y="204926"/>
                  </a:lnTo>
                  <a:lnTo>
                    <a:pt x="331118" y="199755"/>
                  </a:lnTo>
                  <a:lnTo>
                    <a:pt x="332068" y="194552"/>
                  </a:lnTo>
                  <a:lnTo>
                    <a:pt x="332853" y="189322"/>
                  </a:lnTo>
                  <a:lnTo>
                    <a:pt x="333473" y="184069"/>
                  </a:lnTo>
                  <a:lnTo>
                    <a:pt x="333926" y="178800"/>
                  </a:lnTo>
                  <a:lnTo>
                    <a:pt x="334211" y="173518"/>
                  </a:lnTo>
                  <a:lnTo>
                    <a:pt x="334330" y="168231"/>
                  </a:lnTo>
                  <a:lnTo>
                    <a:pt x="334282" y="162942"/>
                  </a:lnTo>
                  <a:lnTo>
                    <a:pt x="334066" y="157657"/>
                  </a:lnTo>
                  <a:lnTo>
                    <a:pt x="333683" y="152382"/>
                  </a:lnTo>
                  <a:lnTo>
                    <a:pt x="333133" y="147121"/>
                  </a:lnTo>
                  <a:lnTo>
                    <a:pt x="332417" y="141881"/>
                  </a:lnTo>
                  <a:lnTo>
                    <a:pt x="331536" y="136666"/>
                  </a:lnTo>
                  <a:lnTo>
                    <a:pt x="330490" y="131481"/>
                  </a:lnTo>
                  <a:lnTo>
                    <a:pt x="329281" y="126332"/>
                  </a:lnTo>
                  <a:lnTo>
                    <a:pt x="327909" y="121224"/>
                  </a:lnTo>
                  <a:lnTo>
                    <a:pt x="326377" y="116162"/>
                  </a:lnTo>
                  <a:lnTo>
                    <a:pt x="324685" y="111151"/>
                  </a:lnTo>
                  <a:lnTo>
                    <a:pt x="322835" y="106196"/>
                  </a:lnTo>
                  <a:lnTo>
                    <a:pt x="320830" y="101301"/>
                  </a:lnTo>
                  <a:lnTo>
                    <a:pt x="318671" y="96473"/>
                  </a:lnTo>
                  <a:lnTo>
                    <a:pt x="316360" y="91716"/>
                  </a:lnTo>
                  <a:lnTo>
                    <a:pt x="313900" y="87034"/>
                  </a:lnTo>
                  <a:lnTo>
                    <a:pt x="311293" y="82432"/>
                  </a:lnTo>
                  <a:lnTo>
                    <a:pt x="308541" y="77915"/>
                  </a:lnTo>
                  <a:lnTo>
                    <a:pt x="305648" y="73487"/>
                  </a:lnTo>
                  <a:lnTo>
                    <a:pt x="302617" y="69153"/>
                  </a:lnTo>
                  <a:lnTo>
                    <a:pt x="299450" y="64917"/>
                  </a:lnTo>
                  <a:lnTo>
                    <a:pt x="296150" y="60783"/>
                  </a:lnTo>
                  <a:lnTo>
                    <a:pt x="292721" y="56756"/>
                  </a:lnTo>
                  <a:lnTo>
                    <a:pt x="289167" y="52839"/>
                  </a:lnTo>
                  <a:lnTo>
                    <a:pt x="285491" y="49037"/>
                  </a:lnTo>
                  <a:lnTo>
                    <a:pt x="281696" y="45353"/>
                  </a:lnTo>
                  <a:lnTo>
                    <a:pt x="277786" y="41790"/>
                  </a:lnTo>
                  <a:lnTo>
                    <a:pt x="273766" y="38354"/>
                  </a:lnTo>
                  <a:lnTo>
                    <a:pt x="269639" y="35046"/>
                  </a:lnTo>
                  <a:lnTo>
                    <a:pt x="265409" y="31870"/>
                  </a:lnTo>
                  <a:lnTo>
                    <a:pt x="261081" y="28830"/>
                  </a:lnTo>
                  <a:lnTo>
                    <a:pt x="256659" y="25928"/>
                  </a:lnTo>
                  <a:lnTo>
                    <a:pt x="252148" y="23168"/>
                  </a:lnTo>
                  <a:lnTo>
                    <a:pt x="247551" y="20551"/>
                  </a:lnTo>
                  <a:lnTo>
                    <a:pt x="242874" y="18082"/>
                  </a:lnTo>
                  <a:lnTo>
                    <a:pt x="238121" y="15761"/>
                  </a:lnTo>
                  <a:lnTo>
                    <a:pt x="233297" y="13592"/>
                  </a:lnTo>
                  <a:lnTo>
                    <a:pt x="228407" y="11577"/>
                  </a:lnTo>
                  <a:lnTo>
                    <a:pt x="223456" y="9718"/>
                  </a:lnTo>
                  <a:lnTo>
                    <a:pt x="218448" y="8016"/>
                  </a:lnTo>
                  <a:lnTo>
                    <a:pt x="213389" y="6473"/>
                  </a:lnTo>
                  <a:lnTo>
                    <a:pt x="167166" y="167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6222" cy="167167"/>
            </a:xfrm>
            <a:custGeom>
              <a:avLst/>
              <a:pathLst>
                <a:path w="46222" h="167167">
                  <a:moveTo>
                    <a:pt x="46222" y="6517"/>
                  </a:moveTo>
                  <a:lnTo>
                    <a:pt x="39757" y="4796"/>
                  </a:lnTo>
                  <a:lnTo>
                    <a:pt x="33229" y="3335"/>
                  </a:lnTo>
                  <a:lnTo>
                    <a:pt x="26647" y="2137"/>
                  </a:lnTo>
                  <a:lnTo>
                    <a:pt x="20022" y="1203"/>
                  </a:lnTo>
                  <a:lnTo>
                    <a:pt x="13366" y="535"/>
                  </a:lnTo>
                  <a:lnTo>
                    <a:pt x="6688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66609" y="5399291"/>
              <a:ext cx="56934" cy="167167"/>
            </a:xfrm>
            <a:custGeom>
              <a:avLst/>
              <a:pathLst>
                <a:path w="56934" h="167167">
                  <a:moveTo>
                    <a:pt x="56934" y="0"/>
                  </a:moveTo>
                  <a:lnTo>
                    <a:pt x="51125" y="100"/>
                  </a:lnTo>
                  <a:lnTo>
                    <a:pt x="45324" y="403"/>
                  </a:lnTo>
                  <a:lnTo>
                    <a:pt x="39536" y="907"/>
                  </a:lnTo>
                  <a:lnTo>
                    <a:pt x="33770" y="1612"/>
                  </a:lnTo>
                  <a:lnTo>
                    <a:pt x="28031" y="2517"/>
                  </a:lnTo>
                  <a:lnTo>
                    <a:pt x="22328" y="3621"/>
                  </a:lnTo>
                  <a:lnTo>
                    <a:pt x="16666" y="4922"/>
                  </a:lnTo>
                  <a:lnTo>
                    <a:pt x="11053" y="6419"/>
                  </a:lnTo>
                  <a:lnTo>
                    <a:pt x="5495" y="8110"/>
                  </a:lnTo>
                  <a:lnTo>
                    <a:pt x="0" y="9994"/>
                  </a:lnTo>
                  <a:lnTo>
                    <a:pt x="5693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66609" y="5409285"/>
              <a:ext cx="56934" cy="157173"/>
            </a:xfrm>
            <a:custGeom>
              <a:avLst/>
              <a:pathLst>
                <a:path w="56934" h="157173">
                  <a:moveTo>
                    <a:pt x="0" y="0"/>
                  </a:moveTo>
                  <a:lnTo>
                    <a:pt x="56934" y="15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66609" y="5409285"/>
              <a:ext cx="56934" cy="157173"/>
            </a:xfrm>
            <a:custGeom>
              <a:avLst/>
              <a:pathLst>
                <a:path w="56934" h="157173">
                  <a:moveTo>
                    <a:pt x="0" y="0"/>
                  </a:moveTo>
                  <a:lnTo>
                    <a:pt x="56934" y="15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66609" y="5409285"/>
              <a:ext cx="56934" cy="157173"/>
            </a:xfrm>
            <a:custGeom>
              <a:avLst/>
              <a:pathLst>
                <a:path w="56934" h="157173">
                  <a:moveTo>
                    <a:pt x="0" y="0"/>
                  </a:moveTo>
                  <a:lnTo>
                    <a:pt x="56934" y="15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66609" y="5409285"/>
              <a:ext cx="56934" cy="157173"/>
            </a:xfrm>
            <a:custGeom>
              <a:avLst/>
              <a:pathLst>
                <a:path w="56934" h="157173">
                  <a:moveTo>
                    <a:pt x="0" y="0"/>
                  </a:moveTo>
                  <a:lnTo>
                    <a:pt x="56934" y="1571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66609" y="5409285"/>
              <a:ext cx="56934" cy="157173"/>
            </a:xfrm>
            <a:custGeom>
              <a:avLst/>
              <a:pathLst>
                <a:path w="56934" h="157173">
                  <a:moveTo>
                    <a:pt x="0" y="0"/>
                  </a:moveTo>
                  <a:lnTo>
                    <a:pt x="56934" y="1571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81" y="5409285"/>
              <a:ext cx="181397" cy="324331"/>
            </a:xfrm>
            <a:custGeom>
              <a:avLst/>
              <a:pathLst>
                <a:path w="181397" h="324331">
                  <a:moveTo>
                    <a:pt x="110228" y="0"/>
                  </a:moveTo>
                  <a:lnTo>
                    <a:pt x="105230" y="1901"/>
                  </a:lnTo>
                  <a:lnTo>
                    <a:pt x="100295" y="3962"/>
                  </a:lnTo>
                  <a:lnTo>
                    <a:pt x="95428" y="6179"/>
                  </a:lnTo>
                  <a:lnTo>
                    <a:pt x="90635" y="8551"/>
                  </a:lnTo>
                  <a:lnTo>
                    <a:pt x="85920" y="11075"/>
                  </a:lnTo>
                  <a:lnTo>
                    <a:pt x="81288" y="13748"/>
                  </a:lnTo>
                  <a:lnTo>
                    <a:pt x="76745" y="16568"/>
                  </a:lnTo>
                  <a:lnTo>
                    <a:pt x="72293" y="19532"/>
                  </a:lnTo>
                  <a:lnTo>
                    <a:pt x="67939" y="22637"/>
                  </a:lnTo>
                  <a:lnTo>
                    <a:pt x="63687" y="25880"/>
                  </a:lnTo>
                  <a:lnTo>
                    <a:pt x="59540" y="29257"/>
                  </a:lnTo>
                  <a:lnTo>
                    <a:pt x="55503" y="32765"/>
                  </a:lnTo>
                  <a:lnTo>
                    <a:pt x="51581" y="36400"/>
                  </a:lnTo>
                  <a:lnTo>
                    <a:pt x="47777" y="40159"/>
                  </a:lnTo>
                  <a:lnTo>
                    <a:pt x="44095" y="44038"/>
                  </a:lnTo>
                  <a:lnTo>
                    <a:pt x="40540" y="48032"/>
                  </a:lnTo>
                  <a:lnTo>
                    <a:pt x="37113" y="52138"/>
                  </a:lnTo>
                  <a:lnTo>
                    <a:pt x="33820" y="56352"/>
                  </a:lnTo>
                  <a:lnTo>
                    <a:pt x="30663" y="60669"/>
                  </a:lnTo>
                  <a:lnTo>
                    <a:pt x="27646" y="65084"/>
                  </a:lnTo>
                  <a:lnTo>
                    <a:pt x="24772" y="69594"/>
                  </a:lnTo>
                  <a:lnTo>
                    <a:pt x="22044" y="74193"/>
                  </a:lnTo>
                  <a:lnTo>
                    <a:pt x="19464" y="78878"/>
                  </a:lnTo>
                  <a:lnTo>
                    <a:pt x="17035" y="83642"/>
                  </a:lnTo>
                  <a:lnTo>
                    <a:pt x="14760" y="88482"/>
                  </a:lnTo>
                  <a:lnTo>
                    <a:pt x="12640" y="93392"/>
                  </a:lnTo>
                  <a:lnTo>
                    <a:pt x="10679" y="98367"/>
                  </a:lnTo>
                  <a:lnTo>
                    <a:pt x="8878" y="103403"/>
                  </a:lnTo>
                  <a:lnTo>
                    <a:pt x="7239" y="108493"/>
                  </a:lnTo>
                  <a:lnTo>
                    <a:pt x="5764" y="113634"/>
                  </a:lnTo>
                  <a:lnTo>
                    <a:pt x="4454" y="118819"/>
                  </a:lnTo>
                  <a:lnTo>
                    <a:pt x="3311" y="124043"/>
                  </a:lnTo>
                  <a:lnTo>
                    <a:pt x="2335" y="129301"/>
                  </a:lnTo>
                  <a:lnTo>
                    <a:pt x="1527" y="134587"/>
                  </a:lnTo>
                  <a:lnTo>
                    <a:pt x="890" y="139897"/>
                  </a:lnTo>
                  <a:lnTo>
                    <a:pt x="422" y="145224"/>
                  </a:lnTo>
                  <a:lnTo>
                    <a:pt x="125" y="150564"/>
                  </a:lnTo>
                  <a:lnTo>
                    <a:pt x="0" y="155910"/>
                  </a:lnTo>
                  <a:lnTo>
                    <a:pt x="45" y="161258"/>
                  </a:lnTo>
                  <a:lnTo>
                    <a:pt x="261" y="166602"/>
                  </a:lnTo>
                  <a:lnTo>
                    <a:pt x="648" y="171935"/>
                  </a:lnTo>
                  <a:lnTo>
                    <a:pt x="1205" y="177254"/>
                  </a:lnTo>
                  <a:lnTo>
                    <a:pt x="1933" y="182552"/>
                  </a:lnTo>
                  <a:lnTo>
                    <a:pt x="2829" y="187825"/>
                  </a:lnTo>
                  <a:lnTo>
                    <a:pt x="3893" y="193065"/>
                  </a:lnTo>
                  <a:lnTo>
                    <a:pt x="5125" y="198269"/>
                  </a:lnTo>
                  <a:lnTo>
                    <a:pt x="6523" y="203431"/>
                  </a:lnTo>
                  <a:lnTo>
                    <a:pt x="8084" y="208546"/>
                  </a:lnTo>
                  <a:lnTo>
                    <a:pt x="9809" y="213608"/>
                  </a:lnTo>
                  <a:lnTo>
                    <a:pt x="11695" y="218613"/>
                  </a:lnTo>
                  <a:lnTo>
                    <a:pt x="13740" y="223554"/>
                  </a:lnTo>
                  <a:lnTo>
                    <a:pt x="15941" y="228428"/>
                  </a:lnTo>
                  <a:lnTo>
                    <a:pt x="18298" y="233228"/>
                  </a:lnTo>
                  <a:lnTo>
                    <a:pt x="20807" y="237951"/>
                  </a:lnTo>
                  <a:lnTo>
                    <a:pt x="23466" y="242591"/>
                  </a:lnTo>
                  <a:lnTo>
                    <a:pt x="26272" y="247144"/>
                  </a:lnTo>
                  <a:lnTo>
                    <a:pt x="29222" y="251604"/>
                  </a:lnTo>
                  <a:lnTo>
                    <a:pt x="32313" y="255968"/>
                  </a:lnTo>
                  <a:lnTo>
                    <a:pt x="35542" y="260231"/>
                  </a:lnTo>
                  <a:lnTo>
                    <a:pt x="38906" y="264389"/>
                  </a:lnTo>
                  <a:lnTo>
                    <a:pt x="42401" y="268436"/>
                  </a:lnTo>
                  <a:lnTo>
                    <a:pt x="46024" y="272370"/>
                  </a:lnTo>
                  <a:lnTo>
                    <a:pt x="49770" y="276186"/>
                  </a:lnTo>
                  <a:lnTo>
                    <a:pt x="53637" y="279880"/>
                  </a:lnTo>
                  <a:lnTo>
                    <a:pt x="57621" y="283449"/>
                  </a:lnTo>
                  <a:lnTo>
                    <a:pt x="61716" y="286888"/>
                  </a:lnTo>
                  <a:lnTo>
                    <a:pt x="65919" y="290194"/>
                  </a:lnTo>
                  <a:lnTo>
                    <a:pt x="70226" y="293365"/>
                  </a:lnTo>
                  <a:lnTo>
                    <a:pt x="74632" y="296396"/>
                  </a:lnTo>
                  <a:lnTo>
                    <a:pt x="79132" y="299284"/>
                  </a:lnTo>
                  <a:lnTo>
                    <a:pt x="83723" y="302027"/>
                  </a:lnTo>
                  <a:lnTo>
                    <a:pt x="88399" y="304622"/>
                  </a:lnTo>
                  <a:lnTo>
                    <a:pt x="93156" y="307066"/>
                  </a:lnTo>
                  <a:lnTo>
                    <a:pt x="97988" y="309357"/>
                  </a:lnTo>
                  <a:lnTo>
                    <a:pt x="102892" y="311491"/>
                  </a:lnTo>
                  <a:lnTo>
                    <a:pt x="107861" y="313468"/>
                  </a:lnTo>
                  <a:lnTo>
                    <a:pt x="112890" y="315285"/>
                  </a:lnTo>
                  <a:lnTo>
                    <a:pt x="117976" y="316940"/>
                  </a:lnTo>
                  <a:lnTo>
                    <a:pt x="123111" y="318432"/>
                  </a:lnTo>
                  <a:lnTo>
                    <a:pt x="128292" y="319758"/>
                  </a:lnTo>
                  <a:lnTo>
                    <a:pt x="133513" y="320919"/>
                  </a:lnTo>
                  <a:lnTo>
                    <a:pt x="138768" y="321911"/>
                  </a:lnTo>
                  <a:lnTo>
                    <a:pt x="144052" y="322735"/>
                  </a:lnTo>
                  <a:lnTo>
                    <a:pt x="149359" y="323390"/>
                  </a:lnTo>
                  <a:lnTo>
                    <a:pt x="154685" y="323874"/>
                  </a:lnTo>
                  <a:lnTo>
                    <a:pt x="160024" y="324188"/>
                  </a:lnTo>
                  <a:lnTo>
                    <a:pt x="165370" y="324331"/>
                  </a:lnTo>
                  <a:lnTo>
                    <a:pt x="170717" y="324302"/>
                  </a:lnTo>
                  <a:lnTo>
                    <a:pt x="176062" y="324103"/>
                  </a:lnTo>
                  <a:lnTo>
                    <a:pt x="181397" y="323733"/>
                  </a:lnTo>
                  <a:lnTo>
                    <a:pt x="167162" y="1571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167157" cy="333727"/>
            </a:xfrm>
            <a:custGeom>
              <a:avLst/>
              <a:pathLst>
                <a:path w="167157" h="333727">
                  <a:moveTo>
                    <a:pt x="14234" y="333727"/>
                  </a:moveTo>
                  <a:lnTo>
                    <a:pt x="19529" y="333190"/>
                  </a:lnTo>
                  <a:lnTo>
                    <a:pt x="24803" y="332484"/>
                  </a:lnTo>
                  <a:lnTo>
                    <a:pt x="30053" y="331611"/>
                  </a:lnTo>
                  <a:lnTo>
                    <a:pt x="35272" y="330571"/>
                  </a:lnTo>
                  <a:lnTo>
                    <a:pt x="40456" y="329365"/>
                  </a:lnTo>
                  <a:lnTo>
                    <a:pt x="45598" y="327995"/>
                  </a:lnTo>
                  <a:lnTo>
                    <a:pt x="50695" y="326462"/>
                  </a:lnTo>
                  <a:lnTo>
                    <a:pt x="55740" y="324768"/>
                  </a:lnTo>
                  <a:lnTo>
                    <a:pt x="60728" y="322914"/>
                  </a:lnTo>
                  <a:lnTo>
                    <a:pt x="65655" y="320902"/>
                  </a:lnTo>
                  <a:lnTo>
                    <a:pt x="70515" y="318734"/>
                  </a:lnTo>
                  <a:lnTo>
                    <a:pt x="75304" y="316412"/>
                  </a:lnTo>
                  <a:lnTo>
                    <a:pt x="80017" y="313940"/>
                  </a:lnTo>
                  <a:lnTo>
                    <a:pt x="84648" y="311318"/>
                  </a:lnTo>
                  <a:lnTo>
                    <a:pt x="89194" y="308551"/>
                  </a:lnTo>
                  <a:lnTo>
                    <a:pt x="93649" y="305640"/>
                  </a:lnTo>
                  <a:lnTo>
                    <a:pt x="98009" y="302589"/>
                  </a:lnTo>
                  <a:lnTo>
                    <a:pt x="102270" y="299400"/>
                  </a:lnTo>
                  <a:lnTo>
                    <a:pt x="106428" y="296078"/>
                  </a:lnTo>
                  <a:lnTo>
                    <a:pt x="110477" y="292625"/>
                  </a:lnTo>
                  <a:lnTo>
                    <a:pt x="114415" y="289044"/>
                  </a:lnTo>
                  <a:lnTo>
                    <a:pt x="118236" y="285341"/>
                  </a:lnTo>
                  <a:lnTo>
                    <a:pt x="121938" y="281517"/>
                  </a:lnTo>
                  <a:lnTo>
                    <a:pt x="125516" y="277578"/>
                  </a:lnTo>
                  <a:lnTo>
                    <a:pt x="128967" y="273526"/>
                  </a:lnTo>
                  <a:lnTo>
                    <a:pt x="132287" y="269367"/>
                  </a:lnTo>
                  <a:lnTo>
                    <a:pt x="135473" y="265105"/>
                  </a:lnTo>
                  <a:lnTo>
                    <a:pt x="138522" y="260743"/>
                  </a:lnTo>
                  <a:lnTo>
                    <a:pt x="141431" y="256286"/>
                  </a:lnTo>
                  <a:lnTo>
                    <a:pt x="144196" y="251739"/>
                  </a:lnTo>
                  <a:lnTo>
                    <a:pt x="146815" y="247106"/>
                  </a:lnTo>
                  <a:lnTo>
                    <a:pt x="149285" y="242392"/>
                  </a:lnTo>
                  <a:lnTo>
                    <a:pt x="151604" y="237602"/>
                  </a:lnTo>
                  <a:lnTo>
                    <a:pt x="153769" y="232740"/>
                  </a:lnTo>
                  <a:lnTo>
                    <a:pt x="155778" y="227812"/>
                  </a:lnTo>
                  <a:lnTo>
                    <a:pt x="157630" y="222823"/>
                  </a:lnTo>
                  <a:lnTo>
                    <a:pt x="159322" y="217777"/>
                  </a:lnTo>
                  <a:lnTo>
                    <a:pt x="160852" y="212680"/>
                  </a:lnTo>
                  <a:lnTo>
                    <a:pt x="162219" y="207537"/>
                  </a:lnTo>
                  <a:lnTo>
                    <a:pt x="163422" y="202353"/>
                  </a:lnTo>
                  <a:lnTo>
                    <a:pt x="164459" y="197133"/>
                  </a:lnTo>
                  <a:lnTo>
                    <a:pt x="165330" y="191883"/>
                  </a:lnTo>
                  <a:lnTo>
                    <a:pt x="166033" y="186607"/>
                  </a:lnTo>
                  <a:lnTo>
                    <a:pt x="166567" y="181313"/>
                  </a:lnTo>
                  <a:lnTo>
                    <a:pt x="166933" y="176003"/>
                  </a:lnTo>
                  <a:lnTo>
                    <a:pt x="167130" y="170685"/>
                  </a:lnTo>
                  <a:lnTo>
                    <a:pt x="167157" y="165363"/>
                  </a:lnTo>
                  <a:lnTo>
                    <a:pt x="167015" y="160043"/>
                  </a:lnTo>
                  <a:lnTo>
                    <a:pt x="166704" y="154731"/>
                  </a:lnTo>
                  <a:lnTo>
                    <a:pt x="166223" y="149430"/>
                  </a:lnTo>
                  <a:lnTo>
                    <a:pt x="165575" y="144148"/>
                  </a:lnTo>
                  <a:lnTo>
                    <a:pt x="164758" y="138889"/>
                  </a:lnTo>
                  <a:lnTo>
                    <a:pt x="163774" y="133659"/>
                  </a:lnTo>
                  <a:lnTo>
                    <a:pt x="162625" y="128463"/>
                  </a:lnTo>
                  <a:lnTo>
                    <a:pt x="161310" y="123306"/>
                  </a:lnTo>
                  <a:lnTo>
                    <a:pt x="159832" y="118193"/>
                  </a:lnTo>
                  <a:lnTo>
                    <a:pt x="158192" y="113131"/>
                  </a:lnTo>
                  <a:lnTo>
                    <a:pt x="156392" y="108122"/>
                  </a:lnTo>
                  <a:lnTo>
                    <a:pt x="154434" y="103174"/>
                  </a:lnTo>
                  <a:lnTo>
                    <a:pt x="152318" y="98291"/>
                  </a:lnTo>
                  <a:lnTo>
                    <a:pt x="150049" y="93477"/>
                  </a:lnTo>
                  <a:lnTo>
                    <a:pt x="147627" y="88738"/>
                  </a:lnTo>
                  <a:lnTo>
                    <a:pt x="145056" y="84079"/>
                  </a:lnTo>
                  <a:lnTo>
                    <a:pt x="142337" y="79503"/>
                  </a:lnTo>
                  <a:lnTo>
                    <a:pt x="139475" y="75017"/>
                  </a:lnTo>
                  <a:lnTo>
                    <a:pt x="136471" y="70624"/>
                  </a:lnTo>
                  <a:lnTo>
                    <a:pt x="133329" y="66329"/>
                  </a:lnTo>
                  <a:lnTo>
                    <a:pt x="130051" y="62136"/>
                  </a:lnTo>
                  <a:lnTo>
                    <a:pt x="126642" y="58049"/>
                  </a:lnTo>
                  <a:lnTo>
                    <a:pt x="123104" y="54073"/>
                  </a:lnTo>
                  <a:lnTo>
                    <a:pt x="119442" y="50212"/>
                  </a:lnTo>
                  <a:lnTo>
                    <a:pt x="115659" y="46469"/>
                  </a:lnTo>
                  <a:lnTo>
                    <a:pt x="111758" y="42849"/>
                  </a:lnTo>
                  <a:lnTo>
                    <a:pt x="107744" y="39354"/>
                  </a:lnTo>
                  <a:lnTo>
                    <a:pt x="103621" y="35990"/>
                  </a:lnTo>
                  <a:lnTo>
                    <a:pt x="99393" y="32758"/>
                  </a:lnTo>
                  <a:lnTo>
                    <a:pt x="95064" y="29662"/>
                  </a:lnTo>
                  <a:lnTo>
                    <a:pt x="90639" y="26706"/>
                  </a:lnTo>
                  <a:lnTo>
                    <a:pt x="86122" y="23892"/>
                  </a:lnTo>
                  <a:lnTo>
                    <a:pt x="81518" y="21223"/>
                  </a:lnTo>
                  <a:lnTo>
                    <a:pt x="76831" y="18702"/>
                  </a:lnTo>
                  <a:lnTo>
                    <a:pt x="72066" y="16331"/>
                  </a:lnTo>
                  <a:lnTo>
                    <a:pt x="67228" y="14114"/>
                  </a:lnTo>
                  <a:lnTo>
                    <a:pt x="62322" y="12051"/>
                  </a:lnTo>
                  <a:lnTo>
                    <a:pt x="57353" y="10146"/>
                  </a:lnTo>
                  <a:lnTo>
                    <a:pt x="52326" y="8400"/>
                  </a:lnTo>
                  <a:lnTo>
                    <a:pt x="47246" y="6815"/>
                  </a:lnTo>
                  <a:lnTo>
                    <a:pt x="42117" y="5392"/>
                  </a:lnTo>
                  <a:lnTo>
                    <a:pt x="36946" y="4134"/>
                  </a:lnTo>
                  <a:lnTo>
                    <a:pt x="31738" y="3040"/>
                  </a:lnTo>
                  <a:lnTo>
                    <a:pt x="26498" y="2113"/>
                  </a:lnTo>
                  <a:lnTo>
                    <a:pt x="21230" y="1353"/>
                  </a:lnTo>
                  <a:lnTo>
                    <a:pt x="15941" y="761"/>
                  </a:lnTo>
                  <a:lnTo>
                    <a:pt x="10636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7929" y="5269756"/>
              <a:ext cx="17329" cy="167167"/>
            </a:xfrm>
            <a:custGeom>
              <a:avLst/>
              <a:pathLst>
                <a:path w="17329" h="167167">
                  <a:moveTo>
                    <a:pt x="17329" y="0"/>
                  </a:moveTo>
                  <a:lnTo>
                    <a:pt x="8652" y="225"/>
                  </a:lnTo>
                  <a:lnTo>
                    <a:pt x="0" y="900"/>
                  </a:lnTo>
                  <a:lnTo>
                    <a:pt x="173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7929" y="5270656"/>
              <a:ext cx="17329" cy="166266"/>
            </a:xfrm>
            <a:custGeom>
              <a:avLst/>
              <a:pathLst>
                <a:path w="17329" h="166266">
                  <a:moveTo>
                    <a:pt x="0" y="0"/>
                  </a:moveTo>
                  <a:lnTo>
                    <a:pt x="17329" y="166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7929" y="5270656"/>
              <a:ext cx="17329" cy="166266"/>
            </a:xfrm>
            <a:custGeom>
              <a:avLst/>
              <a:pathLst>
                <a:path w="17329" h="166266">
                  <a:moveTo>
                    <a:pt x="0" y="0"/>
                  </a:moveTo>
                  <a:lnTo>
                    <a:pt x="17329" y="166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7929" y="5270656"/>
              <a:ext cx="17329" cy="166266"/>
            </a:xfrm>
            <a:custGeom>
              <a:avLst/>
              <a:pathLst>
                <a:path w="17329" h="166266">
                  <a:moveTo>
                    <a:pt x="0" y="0"/>
                  </a:moveTo>
                  <a:lnTo>
                    <a:pt x="17329" y="1662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7929" y="5270656"/>
              <a:ext cx="17329" cy="166266"/>
            </a:xfrm>
            <a:custGeom>
              <a:avLst/>
              <a:pathLst>
                <a:path w="17329" h="166266">
                  <a:moveTo>
                    <a:pt x="0" y="0"/>
                  </a:moveTo>
                  <a:lnTo>
                    <a:pt x="17329" y="1662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97291" y="5270656"/>
              <a:ext cx="147967" cy="166266"/>
            </a:xfrm>
            <a:custGeom>
              <a:avLst/>
              <a:pathLst>
                <a:path w="147967" h="166266">
                  <a:moveTo>
                    <a:pt x="130638" y="0"/>
                  </a:moveTo>
                  <a:lnTo>
                    <a:pt x="125200" y="656"/>
                  </a:lnTo>
                  <a:lnTo>
                    <a:pt x="119787" y="1491"/>
                  </a:lnTo>
                  <a:lnTo>
                    <a:pt x="114404" y="2503"/>
                  </a:lnTo>
                  <a:lnTo>
                    <a:pt x="109058" y="3690"/>
                  </a:lnTo>
                  <a:lnTo>
                    <a:pt x="103753" y="5052"/>
                  </a:lnTo>
                  <a:lnTo>
                    <a:pt x="98495" y="6587"/>
                  </a:lnTo>
                  <a:lnTo>
                    <a:pt x="93291" y="8293"/>
                  </a:lnTo>
                  <a:lnTo>
                    <a:pt x="88145" y="10169"/>
                  </a:lnTo>
                  <a:lnTo>
                    <a:pt x="83063" y="12213"/>
                  </a:lnTo>
                  <a:lnTo>
                    <a:pt x="78052" y="14422"/>
                  </a:lnTo>
                  <a:lnTo>
                    <a:pt x="73115" y="16794"/>
                  </a:lnTo>
                  <a:lnTo>
                    <a:pt x="68258" y="19326"/>
                  </a:lnTo>
                  <a:lnTo>
                    <a:pt x="63487" y="22016"/>
                  </a:lnTo>
                  <a:lnTo>
                    <a:pt x="58807" y="24861"/>
                  </a:lnTo>
                  <a:lnTo>
                    <a:pt x="54223" y="27858"/>
                  </a:lnTo>
                  <a:lnTo>
                    <a:pt x="49739" y="31003"/>
                  </a:lnTo>
                  <a:lnTo>
                    <a:pt x="45360" y="34293"/>
                  </a:lnTo>
                  <a:lnTo>
                    <a:pt x="41092" y="37726"/>
                  </a:lnTo>
                  <a:lnTo>
                    <a:pt x="36939" y="41296"/>
                  </a:lnTo>
                  <a:lnTo>
                    <a:pt x="32904" y="45000"/>
                  </a:lnTo>
                  <a:lnTo>
                    <a:pt x="28993" y="48834"/>
                  </a:lnTo>
                  <a:lnTo>
                    <a:pt x="25210" y="52795"/>
                  </a:lnTo>
                  <a:lnTo>
                    <a:pt x="21559" y="56877"/>
                  </a:lnTo>
                  <a:lnTo>
                    <a:pt x="18043" y="61077"/>
                  </a:lnTo>
                  <a:lnTo>
                    <a:pt x="14667" y="65390"/>
                  </a:lnTo>
                  <a:lnTo>
                    <a:pt x="11434" y="69811"/>
                  </a:lnTo>
                  <a:lnTo>
                    <a:pt x="8347" y="74335"/>
                  </a:lnTo>
                  <a:lnTo>
                    <a:pt x="5411" y="78958"/>
                  </a:lnTo>
                  <a:lnTo>
                    <a:pt x="2627" y="83675"/>
                  </a:lnTo>
                  <a:lnTo>
                    <a:pt x="0" y="88481"/>
                  </a:lnTo>
                  <a:lnTo>
                    <a:pt x="147967" y="166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7" y="5269756"/>
              <a:ext cx="334313" cy="334332"/>
            </a:xfrm>
            <a:custGeom>
              <a:avLst/>
              <a:pathLst>
                <a:path w="334313" h="334332">
                  <a:moveTo>
                    <a:pt x="19193" y="89381"/>
                  </a:moveTo>
                  <a:lnTo>
                    <a:pt x="16803" y="94108"/>
                  </a:lnTo>
                  <a:lnTo>
                    <a:pt x="14564" y="98908"/>
                  </a:lnTo>
                  <a:lnTo>
                    <a:pt x="12478" y="103777"/>
                  </a:lnTo>
                  <a:lnTo>
                    <a:pt x="10548" y="108709"/>
                  </a:lnTo>
                  <a:lnTo>
                    <a:pt x="8774" y="113699"/>
                  </a:lnTo>
                  <a:lnTo>
                    <a:pt x="7160" y="118744"/>
                  </a:lnTo>
                  <a:lnTo>
                    <a:pt x="5706" y="123837"/>
                  </a:lnTo>
                  <a:lnTo>
                    <a:pt x="4415" y="128974"/>
                  </a:lnTo>
                  <a:lnTo>
                    <a:pt x="3286" y="134149"/>
                  </a:lnTo>
                  <a:lnTo>
                    <a:pt x="2323" y="139357"/>
                  </a:lnTo>
                  <a:lnTo>
                    <a:pt x="1524" y="144593"/>
                  </a:lnTo>
                  <a:lnTo>
                    <a:pt x="892" y="149851"/>
                  </a:lnTo>
                  <a:lnTo>
                    <a:pt x="427" y="155128"/>
                  </a:lnTo>
                  <a:lnTo>
                    <a:pt x="130" y="160416"/>
                  </a:lnTo>
                  <a:lnTo>
                    <a:pt x="0" y="165711"/>
                  </a:lnTo>
                  <a:lnTo>
                    <a:pt x="37" y="171007"/>
                  </a:lnTo>
                  <a:lnTo>
                    <a:pt x="243" y="176299"/>
                  </a:lnTo>
                  <a:lnTo>
                    <a:pt x="616" y="181583"/>
                  </a:lnTo>
                  <a:lnTo>
                    <a:pt x="1156" y="186852"/>
                  </a:lnTo>
                  <a:lnTo>
                    <a:pt x="1863" y="192101"/>
                  </a:lnTo>
                  <a:lnTo>
                    <a:pt x="2736" y="197325"/>
                  </a:lnTo>
                  <a:lnTo>
                    <a:pt x="3774" y="202519"/>
                  </a:lnTo>
                  <a:lnTo>
                    <a:pt x="4976" y="207677"/>
                  </a:lnTo>
                  <a:lnTo>
                    <a:pt x="6341" y="212795"/>
                  </a:lnTo>
                  <a:lnTo>
                    <a:pt x="7867" y="217867"/>
                  </a:lnTo>
                  <a:lnTo>
                    <a:pt x="9553" y="222888"/>
                  </a:lnTo>
                  <a:lnTo>
                    <a:pt x="11397" y="227853"/>
                  </a:lnTo>
                  <a:lnTo>
                    <a:pt x="13398" y="232757"/>
                  </a:lnTo>
                  <a:lnTo>
                    <a:pt x="15553" y="237595"/>
                  </a:lnTo>
                  <a:lnTo>
                    <a:pt x="17860" y="242363"/>
                  </a:lnTo>
                  <a:lnTo>
                    <a:pt x="20317" y="247055"/>
                  </a:lnTo>
                  <a:lnTo>
                    <a:pt x="22922" y="251667"/>
                  </a:lnTo>
                  <a:lnTo>
                    <a:pt x="25671" y="256194"/>
                  </a:lnTo>
                  <a:lnTo>
                    <a:pt x="28563" y="260631"/>
                  </a:lnTo>
                  <a:lnTo>
                    <a:pt x="31593" y="264975"/>
                  </a:lnTo>
                  <a:lnTo>
                    <a:pt x="34760" y="269221"/>
                  </a:lnTo>
                  <a:lnTo>
                    <a:pt x="38059" y="273364"/>
                  </a:lnTo>
                  <a:lnTo>
                    <a:pt x="41488" y="277401"/>
                  </a:lnTo>
                  <a:lnTo>
                    <a:pt x="45044" y="281327"/>
                  </a:lnTo>
                  <a:lnTo>
                    <a:pt x="48722" y="285138"/>
                  </a:lnTo>
                  <a:lnTo>
                    <a:pt x="52518" y="288831"/>
                  </a:lnTo>
                  <a:lnTo>
                    <a:pt x="56430" y="292402"/>
                  </a:lnTo>
                  <a:lnTo>
                    <a:pt x="60453" y="295847"/>
                  </a:lnTo>
                  <a:lnTo>
                    <a:pt x="64583" y="299163"/>
                  </a:lnTo>
                  <a:lnTo>
                    <a:pt x="68817" y="302346"/>
                  </a:lnTo>
                  <a:lnTo>
                    <a:pt x="73148" y="305394"/>
                  </a:lnTo>
                  <a:lnTo>
                    <a:pt x="77575" y="308303"/>
                  </a:lnTo>
                  <a:lnTo>
                    <a:pt x="82091" y="311070"/>
                  </a:lnTo>
                  <a:lnTo>
                    <a:pt x="86692" y="313693"/>
                  </a:lnTo>
                  <a:lnTo>
                    <a:pt x="91375" y="316168"/>
                  </a:lnTo>
                  <a:lnTo>
                    <a:pt x="96133" y="318494"/>
                  </a:lnTo>
                  <a:lnTo>
                    <a:pt x="100963" y="320669"/>
                  </a:lnTo>
                  <a:lnTo>
                    <a:pt x="105859" y="322689"/>
                  </a:lnTo>
                  <a:lnTo>
                    <a:pt x="110816" y="324553"/>
                  </a:lnTo>
                  <a:lnTo>
                    <a:pt x="115831" y="326259"/>
                  </a:lnTo>
                  <a:lnTo>
                    <a:pt x="120897" y="327805"/>
                  </a:lnTo>
                  <a:lnTo>
                    <a:pt x="126009" y="329190"/>
                  </a:lnTo>
                  <a:lnTo>
                    <a:pt x="131162" y="330412"/>
                  </a:lnTo>
                  <a:lnTo>
                    <a:pt x="136352" y="331471"/>
                  </a:lnTo>
                  <a:lnTo>
                    <a:pt x="141573" y="332364"/>
                  </a:lnTo>
                  <a:lnTo>
                    <a:pt x="146819" y="333092"/>
                  </a:lnTo>
                  <a:lnTo>
                    <a:pt x="152086" y="333653"/>
                  </a:lnTo>
                  <a:lnTo>
                    <a:pt x="157367" y="334047"/>
                  </a:lnTo>
                  <a:lnTo>
                    <a:pt x="162659" y="334274"/>
                  </a:lnTo>
                  <a:lnTo>
                    <a:pt x="167955" y="334332"/>
                  </a:lnTo>
                  <a:lnTo>
                    <a:pt x="173251" y="334223"/>
                  </a:lnTo>
                  <a:lnTo>
                    <a:pt x="178540" y="333947"/>
                  </a:lnTo>
                  <a:lnTo>
                    <a:pt x="183818" y="333502"/>
                  </a:lnTo>
                  <a:lnTo>
                    <a:pt x="189079" y="332891"/>
                  </a:lnTo>
                  <a:lnTo>
                    <a:pt x="194318" y="332114"/>
                  </a:lnTo>
                  <a:lnTo>
                    <a:pt x="199530" y="331171"/>
                  </a:lnTo>
                  <a:lnTo>
                    <a:pt x="204709" y="330063"/>
                  </a:lnTo>
                  <a:lnTo>
                    <a:pt x="209851" y="328791"/>
                  </a:lnTo>
                  <a:lnTo>
                    <a:pt x="214950" y="327358"/>
                  </a:lnTo>
                  <a:lnTo>
                    <a:pt x="220001" y="325764"/>
                  </a:lnTo>
                  <a:lnTo>
                    <a:pt x="224998" y="324010"/>
                  </a:lnTo>
                  <a:lnTo>
                    <a:pt x="229938" y="322099"/>
                  </a:lnTo>
                  <a:lnTo>
                    <a:pt x="234815" y="320032"/>
                  </a:lnTo>
                  <a:lnTo>
                    <a:pt x="239624" y="317812"/>
                  </a:lnTo>
                  <a:lnTo>
                    <a:pt x="244360" y="315441"/>
                  </a:lnTo>
                  <a:lnTo>
                    <a:pt x="249018" y="312921"/>
                  </a:lnTo>
                  <a:lnTo>
                    <a:pt x="253595" y="310255"/>
                  </a:lnTo>
                  <a:lnTo>
                    <a:pt x="258084" y="307445"/>
                  </a:lnTo>
                  <a:lnTo>
                    <a:pt x="262483" y="304494"/>
                  </a:lnTo>
                  <a:lnTo>
                    <a:pt x="266785" y="301405"/>
                  </a:lnTo>
                  <a:lnTo>
                    <a:pt x="270988" y="298181"/>
                  </a:lnTo>
                  <a:lnTo>
                    <a:pt x="275086" y="294826"/>
                  </a:lnTo>
                  <a:lnTo>
                    <a:pt x="279077" y="291343"/>
                  </a:lnTo>
                  <a:lnTo>
                    <a:pt x="282954" y="287735"/>
                  </a:lnTo>
                  <a:lnTo>
                    <a:pt x="286716" y="284007"/>
                  </a:lnTo>
                  <a:lnTo>
                    <a:pt x="290357" y="280160"/>
                  </a:lnTo>
                  <a:lnTo>
                    <a:pt x="293875" y="276201"/>
                  </a:lnTo>
                  <a:lnTo>
                    <a:pt x="297266" y="272132"/>
                  </a:lnTo>
                  <a:lnTo>
                    <a:pt x="300526" y="267957"/>
                  </a:lnTo>
                  <a:lnTo>
                    <a:pt x="303652" y="263682"/>
                  </a:lnTo>
                  <a:lnTo>
                    <a:pt x="306641" y="259309"/>
                  </a:lnTo>
                  <a:lnTo>
                    <a:pt x="309490" y="254844"/>
                  </a:lnTo>
                  <a:lnTo>
                    <a:pt x="312196" y="250291"/>
                  </a:lnTo>
                  <a:lnTo>
                    <a:pt x="314757" y="245655"/>
                  </a:lnTo>
                  <a:lnTo>
                    <a:pt x="317169" y="240940"/>
                  </a:lnTo>
                  <a:lnTo>
                    <a:pt x="319431" y="236150"/>
                  </a:lnTo>
                  <a:lnTo>
                    <a:pt x="321540" y="231292"/>
                  </a:lnTo>
                  <a:lnTo>
                    <a:pt x="323494" y="226369"/>
                  </a:lnTo>
                  <a:lnTo>
                    <a:pt x="325291" y="221387"/>
                  </a:lnTo>
                  <a:lnTo>
                    <a:pt x="326929" y="216350"/>
                  </a:lnTo>
                  <a:lnTo>
                    <a:pt x="328407" y="211264"/>
                  </a:lnTo>
                  <a:lnTo>
                    <a:pt x="329723" y="206133"/>
                  </a:lnTo>
                  <a:lnTo>
                    <a:pt x="330876" y="200964"/>
                  </a:lnTo>
                  <a:lnTo>
                    <a:pt x="331864" y="195760"/>
                  </a:lnTo>
                  <a:lnTo>
                    <a:pt x="332688" y="190528"/>
                  </a:lnTo>
                  <a:lnTo>
                    <a:pt x="333345" y="185273"/>
                  </a:lnTo>
                  <a:lnTo>
                    <a:pt x="333835" y="179999"/>
                  </a:lnTo>
                  <a:lnTo>
                    <a:pt x="334158" y="174712"/>
                  </a:lnTo>
                  <a:lnTo>
                    <a:pt x="334313" y="169418"/>
                  </a:lnTo>
                  <a:lnTo>
                    <a:pt x="334300" y="164121"/>
                  </a:lnTo>
                  <a:lnTo>
                    <a:pt x="334120" y="158828"/>
                  </a:lnTo>
                  <a:lnTo>
                    <a:pt x="333772" y="153543"/>
                  </a:lnTo>
                  <a:lnTo>
                    <a:pt x="333257" y="148271"/>
                  </a:lnTo>
                  <a:lnTo>
                    <a:pt x="332575" y="143019"/>
                  </a:lnTo>
                  <a:lnTo>
                    <a:pt x="331727" y="137791"/>
                  </a:lnTo>
                  <a:lnTo>
                    <a:pt x="330713" y="132592"/>
                  </a:lnTo>
                  <a:lnTo>
                    <a:pt x="329536" y="127428"/>
                  </a:lnTo>
                  <a:lnTo>
                    <a:pt x="328196" y="122304"/>
                  </a:lnTo>
                  <a:lnTo>
                    <a:pt x="326694" y="117225"/>
                  </a:lnTo>
                  <a:lnTo>
                    <a:pt x="325031" y="112196"/>
                  </a:lnTo>
                  <a:lnTo>
                    <a:pt x="323211" y="107222"/>
                  </a:lnTo>
                  <a:lnTo>
                    <a:pt x="321233" y="102309"/>
                  </a:lnTo>
                  <a:lnTo>
                    <a:pt x="319101" y="97460"/>
                  </a:lnTo>
                  <a:lnTo>
                    <a:pt x="316817" y="92682"/>
                  </a:lnTo>
                  <a:lnTo>
                    <a:pt x="314382" y="87978"/>
                  </a:lnTo>
                  <a:lnTo>
                    <a:pt x="311799" y="83354"/>
                  </a:lnTo>
                  <a:lnTo>
                    <a:pt x="309071" y="78814"/>
                  </a:lnTo>
                  <a:lnTo>
                    <a:pt x="306201" y="74362"/>
                  </a:lnTo>
                  <a:lnTo>
                    <a:pt x="303191" y="70004"/>
                  </a:lnTo>
                  <a:lnTo>
                    <a:pt x="300045" y="65744"/>
                  </a:lnTo>
                  <a:lnTo>
                    <a:pt x="296765" y="61585"/>
                  </a:lnTo>
                  <a:lnTo>
                    <a:pt x="293355" y="57532"/>
                  </a:lnTo>
                  <a:lnTo>
                    <a:pt x="289819" y="53589"/>
                  </a:lnTo>
                  <a:lnTo>
                    <a:pt x="286159" y="49760"/>
                  </a:lnTo>
                  <a:lnTo>
                    <a:pt x="282380" y="46049"/>
                  </a:lnTo>
                  <a:lnTo>
                    <a:pt x="278485" y="42460"/>
                  </a:lnTo>
                  <a:lnTo>
                    <a:pt x="274478" y="38996"/>
                  </a:lnTo>
                  <a:lnTo>
                    <a:pt x="270364" y="35660"/>
                  </a:lnTo>
                  <a:lnTo>
                    <a:pt x="266146" y="32457"/>
                  </a:lnTo>
                  <a:lnTo>
                    <a:pt x="261829" y="29389"/>
                  </a:lnTo>
                  <a:lnTo>
                    <a:pt x="257417" y="26459"/>
                  </a:lnTo>
                  <a:lnTo>
                    <a:pt x="252914" y="23670"/>
                  </a:lnTo>
                  <a:lnTo>
                    <a:pt x="248325" y="21025"/>
                  </a:lnTo>
                  <a:lnTo>
                    <a:pt x="243654" y="18527"/>
                  </a:lnTo>
                  <a:lnTo>
                    <a:pt x="238907" y="16179"/>
                  </a:lnTo>
                  <a:lnTo>
                    <a:pt x="234088" y="13982"/>
                  </a:lnTo>
                  <a:lnTo>
                    <a:pt x="229201" y="11938"/>
                  </a:lnTo>
                  <a:lnTo>
                    <a:pt x="224252" y="10051"/>
                  </a:lnTo>
                  <a:lnTo>
                    <a:pt x="219246" y="8321"/>
                  </a:lnTo>
                  <a:lnTo>
                    <a:pt x="214188" y="6751"/>
                  </a:lnTo>
                  <a:lnTo>
                    <a:pt x="209082" y="5341"/>
                  </a:lnTo>
                  <a:lnTo>
                    <a:pt x="203935" y="4094"/>
                  </a:lnTo>
                  <a:lnTo>
                    <a:pt x="198750" y="3011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9853" y="5018213"/>
              <a:ext cx="31186" cy="167167"/>
            </a:xfrm>
            <a:custGeom>
              <a:avLst/>
              <a:pathLst>
                <a:path w="31186" h="167167">
                  <a:moveTo>
                    <a:pt x="31186" y="0"/>
                  </a:moveTo>
                  <a:lnTo>
                    <a:pt x="23346" y="183"/>
                  </a:lnTo>
                  <a:lnTo>
                    <a:pt x="15524" y="735"/>
                  </a:lnTo>
                  <a:lnTo>
                    <a:pt x="7736" y="1652"/>
                  </a:lnTo>
                  <a:lnTo>
                    <a:pt x="0" y="2934"/>
                  </a:lnTo>
                  <a:lnTo>
                    <a:pt x="3118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9853" y="5021148"/>
              <a:ext cx="31186" cy="164232"/>
            </a:xfrm>
            <a:custGeom>
              <a:avLst/>
              <a:pathLst>
                <a:path w="31186" h="164232">
                  <a:moveTo>
                    <a:pt x="0" y="0"/>
                  </a:moveTo>
                  <a:lnTo>
                    <a:pt x="31186" y="164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9853" y="5021148"/>
              <a:ext cx="31186" cy="164232"/>
            </a:xfrm>
            <a:custGeom>
              <a:avLst/>
              <a:pathLst>
                <a:path w="31186" h="164232">
                  <a:moveTo>
                    <a:pt x="0" y="0"/>
                  </a:moveTo>
                  <a:lnTo>
                    <a:pt x="31186" y="164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9853" y="5021148"/>
              <a:ext cx="31186" cy="164232"/>
            </a:xfrm>
            <a:custGeom>
              <a:avLst/>
              <a:pathLst>
                <a:path w="31186" h="164232">
                  <a:moveTo>
                    <a:pt x="0" y="0"/>
                  </a:moveTo>
                  <a:lnTo>
                    <a:pt x="31186" y="164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3" y="5021148"/>
              <a:ext cx="167165" cy="197162"/>
            </a:xfrm>
            <a:custGeom>
              <a:avLst/>
              <a:pathLst>
                <a:path w="167165" h="197162">
                  <a:moveTo>
                    <a:pt x="135979" y="0"/>
                  </a:moveTo>
                  <a:lnTo>
                    <a:pt x="130696" y="1091"/>
                  </a:lnTo>
                  <a:lnTo>
                    <a:pt x="125451" y="2353"/>
                  </a:lnTo>
                  <a:lnTo>
                    <a:pt x="120249" y="3783"/>
                  </a:lnTo>
                  <a:lnTo>
                    <a:pt x="115096" y="5381"/>
                  </a:lnTo>
                  <a:lnTo>
                    <a:pt x="109997" y="7144"/>
                  </a:lnTo>
                  <a:lnTo>
                    <a:pt x="104958" y="9070"/>
                  </a:lnTo>
                  <a:lnTo>
                    <a:pt x="99983" y="11159"/>
                  </a:lnTo>
                  <a:lnTo>
                    <a:pt x="95079" y="13406"/>
                  </a:lnTo>
                  <a:lnTo>
                    <a:pt x="90250" y="15811"/>
                  </a:lnTo>
                  <a:lnTo>
                    <a:pt x="85500" y="18370"/>
                  </a:lnTo>
                  <a:lnTo>
                    <a:pt x="80836" y="21081"/>
                  </a:lnTo>
                  <a:lnTo>
                    <a:pt x="76262" y="23941"/>
                  </a:lnTo>
                  <a:lnTo>
                    <a:pt x="71782" y="26948"/>
                  </a:lnTo>
                  <a:lnTo>
                    <a:pt x="67402" y="30097"/>
                  </a:lnTo>
                  <a:lnTo>
                    <a:pt x="63126" y="33386"/>
                  </a:lnTo>
                  <a:lnTo>
                    <a:pt x="58958" y="36811"/>
                  </a:lnTo>
                  <a:lnTo>
                    <a:pt x="54902" y="40369"/>
                  </a:lnTo>
                  <a:lnTo>
                    <a:pt x="50964" y="44056"/>
                  </a:lnTo>
                  <a:lnTo>
                    <a:pt x="47146" y="47869"/>
                  </a:lnTo>
                  <a:lnTo>
                    <a:pt x="43454" y="51802"/>
                  </a:lnTo>
                  <a:lnTo>
                    <a:pt x="39891" y="55853"/>
                  </a:lnTo>
                  <a:lnTo>
                    <a:pt x="36460" y="60016"/>
                  </a:lnTo>
                  <a:lnTo>
                    <a:pt x="33165" y="64288"/>
                  </a:lnTo>
                  <a:lnTo>
                    <a:pt x="30010" y="68664"/>
                  </a:lnTo>
                  <a:lnTo>
                    <a:pt x="26997" y="73139"/>
                  </a:lnTo>
                  <a:lnTo>
                    <a:pt x="24131" y="77710"/>
                  </a:lnTo>
                  <a:lnTo>
                    <a:pt x="21413" y="82370"/>
                  </a:lnTo>
                  <a:lnTo>
                    <a:pt x="18848" y="87116"/>
                  </a:lnTo>
                  <a:lnTo>
                    <a:pt x="16436" y="91942"/>
                  </a:lnTo>
                  <a:lnTo>
                    <a:pt x="14182" y="96844"/>
                  </a:lnTo>
                  <a:lnTo>
                    <a:pt x="12087" y="101815"/>
                  </a:lnTo>
                  <a:lnTo>
                    <a:pt x="10154" y="106852"/>
                  </a:lnTo>
                  <a:lnTo>
                    <a:pt x="8384" y="111948"/>
                  </a:lnTo>
                  <a:lnTo>
                    <a:pt x="6780" y="117099"/>
                  </a:lnTo>
                  <a:lnTo>
                    <a:pt x="5343" y="122299"/>
                  </a:lnTo>
                  <a:lnTo>
                    <a:pt x="4074" y="127543"/>
                  </a:lnTo>
                  <a:lnTo>
                    <a:pt x="2975" y="132824"/>
                  </a:lnTo>
                  <a:lnTo>
                    <a:pt x="2047" y="138139"/>
                  </a:lnTo>
                  <a:lnTo>
                    <a:pt x="1291" y="143481"/>
                  </a:lnTo>
                  <a:lnTo>
                    <a:pt x="707" y="148844"/>
                  </a:lnTo>
                  <a:lnTo>
                    <a:pt x="298" y="154223"/>
                  </a:lnTo>
                  <a:lnTo>
                    <a:pt x="62" y="159613"/>
                  </a:lnTo>
                  <a:lnTo>
                    <a:pt x="0" y="165008"/>
                  </a:lnTo>
                  <a:lnTo>
                    <a:pt x="112" y="170401"/>
                  </a:lnTo>
                  <a:lnTo>
                    <a:pt x="398" y="175789"/>
                  </a:lnTo>
                  <a:lnTo>
                    <a:pt x="857" y="181164"/>
                  </a:lnTo>
                  <a:lnTo>
                    <a:pt x="1490" y="186522"/>
                  </a:lnTo>
                  <a:lnTo>
                    <a:pt x="2296" y="191856"/>
                  </a:lnTo>
                  <a:lnTo>
                    <a:pt x="3273" y="197162"/>
                  </a:lnTo>
                  <a:lnTo>
                    <a:pt x="167165" y="1642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7147" y="5018213"/>
              <a:ext cx="331045" cy="334332"/>
            </a:xfrm>
            <a:custGeom>
              <a:avLst/>
              <a:pathLst>
                <a:path w="331045" h="334332">
                  <a:moveTo>
                    <a:pt x="0" y="200096"/>
                  </a:moveTo>
                  <a:lnTo>
                    <a:pt x="1129" y="205289"/>
                  </a:lnTo>
                  <a:lnTo>
                    <a:pt x="2423" y="210443"/>
                  </a:lnTo>
                  <a:lnTo>
                    <a:pt x="3880" y="215553"/>
                  </a:lnTo>
                  <a:lnTo>
                    <a:pt x="5499" y="220615"/>
                  </a:lnTo>
                  <a:lnTo>
                    <a:pt x="7277" y="225622"/>
                  </a:lnTo>
                  <a:lnTo>
                    <a:pt x="9215" y="230570"/>
                  </a:lnTo>
                  <a:lnTo>
                    <a:pt x="11308" y="235455"/>
                  </a:lnTo>
                  <a:lnTo>
                    <a:pt x="13555" y="240270"/>
                  </a:lnTo>
                  <a:lnTo>
                    <a:pt x="15955" y="245011"/>
                  </a:lnTo>
                  <a:lnTo>
                    <a:pt x="18504" y="249674"/>
                  </a:lnTo>
                  <a:lnTo>
                    <a:pt x="21200" y="254253"/>
                  </a:lnTo>
                  <a:lnTo>
                    <a:pt x="24040" y="258745"/>
                  </a:lnTo>
                  <a:lnTo>
                    <a:pt x="27021" y="263143"/>
                  </a:lnTo>
                  <a:lnTo>
                    <a:pt x="30141" y="267445"/>
                  </a:lnTo>
                  <a:lnTo>
                    <a:pt x="33396" y="271646"/>
                  </a:lnTo>
                  <a:lnTo>
                    <a:pt x="36782" y="275741"/>
                  </a:lnTo>
                  <a:lnTo>
                    <a:pt x="40298" y="279726"/>
                  </a:lnTo>
                  <a:lnTo>
                    <a:pt x="43938" y="283597"/>
                  </a:lnTo>
                  <a:lnTo>
                    <a:pt x="47699" y="287351"/>
                  </a:lnTo>
                  <a:lnTo>
                    <a:pt x="51577" y="290983"/>
                  </a:lnTo>
                  <a:lnTo>
                    <a:pt x="55570" y="294491"/>
                  </a:lnTo>
                  <a:lnTo>
                    <a:pt x="59671" y="297869"/>
                  </a:lnTo>
                  <a:lnTo>
                    <a:pt x="63878" y="301116"/>
                  </a:lnTo>
                  <a:lnTo>
                    <a:pt x="68186" y="304227"/>
                  </a:lnTo>
                  <a:lnTo>
                    <a:pt x="72591" y="307200"/>
                  </a:lnTo>
                  <a:lnTo>
                    <a:pt x="77088" y="310031"/>
                  </a:lnTo>
                  <a:lnTo>
                    <a:pt x="81672" y="312717"/>
                  </a:lnTo>
                  <a:lnTo>
                    <a:pt x="86340" y="315257"/>
                  </a:lnTo>
                  <a:lnTo>
                    <a:pt x="91086" y="317647"/>
                  </a:lnTo>
                  <a:lnTo>
                    <a:pt x="95906" y="319885"/>
                  </a:lnTo>
                  <a:lnTo>
                    <a:pt x="100794" y="321969"/>
                  </a:lnTo>
                  <a:lnTo>
                    <a:pt x="105746" y="323896"/>
                  </a:lnTo>
                  <a:lnTo>
                    <a:pt x="110757" y="325665"/>
                  </a:lnTo>
                  <a:lnTo>
                    <a:pt x="115822" y="327274"/>
                  </a:lnTo>
                  <a:lnTo>
                    <a:pt x="120935" y="328721"/>
                  </a:lnTo>
                  <a:lnTo>
                    <a:pt x="126092" y="330005"/>
                  </a:lnTo>
                  <a:lnTo>
                    <a:pt x="131286" y="331124"/>
                  </a:lnTo>
                  <a:lnTo>
                    <a:pt x="136514" y="332077"/>
                  </a:lnTo>
                  <a:lnTo>
                    <a:pt x="141769" y="332864"/>
                  </a:lnTo>
                  <a:lnTo>
                    <a:pt x="147047" y="333484"/>
                  </a:lnTo>
                  <a:lnTo>
                    <a:pt x="152342" y="333935"/>
                  </a:lnTo>
                  <a:lnTo>
                    <a:pt x="157648" y="334218"/>
                  </a:lnTo>
                  <a:lnTo>
                    <a:pt x="162961" y="334332"/>
                  </a:lnTo>
                  <a:lnTo>
                    <a:pt x="168275" y="334277"/>
                  </a:lnTo>
                  <a:lnTo>
                    <a:pt x="173584" y="334053"/>
                  </a:lnTo>
                  <a:lnTo>
                    <a:pt x="178883" y="333661"/>
                  </a:lnTo>
                  <a:lnTo>
                    <a:pt x="184168" y="333100"/>
                  </a:lnTo>
                  <a:lnTo>
                    <a:pt x="189431" y="332372"/>
                  </a:lnTo>
                  <a:lnTo>
                    <a:pt x="194669" y="331477"/>
                  </a:lnTo>
                  <a:lnTo>
                    <a:pt x="199876" y="330415"/>
                  </a:lnTo>
                  <a:lnTo>
                    <a:pt x="205047" y="329189"/>
                  </a:lnTo>
                  <a:lnTo>
                    <a:pt x="210176" y="327799"/>
                  </a:lnTo>
                  <a:lnTo>
                    <a:pt x="215258" y="326247"/>
                  </a:lnTo>
                  <a:lnTo>
                    <a:pt x="220288" y="324534"/>
                  </a:lnTo>
                  <a:lnTo>
                    <a:pt x="225261" y="322662"/>
                  </a:lnTo>
                  <a:lnTo>
                    <a:pt x="230173" y="320633"/>
                  </a:lnTo>
                  <a:lnTo>
                    <a:pt x="235017" y="318449"/>
                  </a:lnTo>
                  <a:lnTo>
                    <a:pt x="239789" y="316111"/>
                  </a:lnTo>
                  <a:lnTo>
                    <a:pt x="244485" y="313624"/>
                  </a:lnTo>
                  <a:lnTo>
                    <a:pt x="249099" y="310988"/>
                  </a:lnTo>
                  <a:lnTo>
                    <a:pt x="253628" y="308207"/>
                  </a:lnTo>
                  <a:lnTo>
                    <a:pt x="258065" y="305284"/>
                  </a:lnTo>
                  <a:lnTo>
                    <a:pt x="262408" y="302221"/>
                  </a:lnTo>
                  <a:lnTo>
                    <a:pt x="266650" y="299021"/>
                  </a:lnTo>
                  <a:lnTo>
                    <a:pt x="270789" y="295689"/>
                  </a:lnTo>
                  <a:lnTo>
                    <a:pt x="274820" y="292226"/>
                  </a:lnTo>
                  <a:lnTo>
                    <a:pt x="278739" y="288637"/>
                  </a:lnTo>
                  <a:lnTo>
                    <a:pt x="282542" y="284925"/>
                  </a:lnTo>
                  <a:lnTo>
                    <a:pt x="286225" y="281095"/>
                  </a:lnTo>
                  <a:lnTo>
                    <a:pt x="289784" y="277149"/>
                  </a:lnTo>
                  <a:lnTo>
                    <a:pt x="293216" y="273092"/>
                  </a:lnTo>
                  <a:lnTo>
                    <a:pt x="296518" y="268928"/>
                  </a:lnTo>
                  <a:lnTo>
                    <a:pt x="299685" y="264661"/>
                  </a:lnTo>
                  <a:lnTo>
                    <a:pt x="302715" y="260296"/>
                  </a:lnTo>
                  <a:lnTo>
                    <a:pt x="305605" y="255836"/>
                  </a:lnTo>
                  <a:lnTo>
                    <a:pt x="308352" y="251287"/>
                  </a:lnTo>
                  <a:lnTo>
                    <a:pt x="310952" y="246653"/>
                  </a:lnTo>
                  <a:lnTo>
                    <a:pt x="313404" y="241939"/>
                  </a:lnTo>
                  <a:lnTo>
                    <a:pt x="315705" y="237149"/>
                  </a:lnTo>
                  <a:lnTo>
                    <a:pt x="317853" y="232288"/>
                  </a:lnTo>
                  <a:lnTo>
                    <a:pt x="319845" y="227362"/>
                  </a:lnTo>
                  <a:lnTo>
                    <a:pt x="321680" y="222375"/>
                  </a:lnTo>
                  <a:lnTo>
                    <a:pt x="323355" y="217332"/>
                  </a:lnTo>
                  <a:lnTo>
                    <a:pt x="324868" y="212238"/>
                  </a:lnTo>
                  <a:lnTo>
                    <a:pt x="326220" y="207099"/>
                  </a:lnTo>
                  <a:lnTo>
                    <a:pt x="327407" y="201919"/>
                  </a:lnTo>
                  <a:lnTo>
                    <a:pt x="328429" y="196704"/>
                  </a:lnTo>
                  <a:lnTo>
                    <a:pt x="329284" y="191460"/>
                  </a:lnTo>
                  <a:lnTo>
                    <a:pt x="329973" y="186191"/>
                  </a:lnTo>
                  <a:lnTo>
                    <a:pt x="330494" y="180902"/>
                  </a:lnTo>
                  <a:lnTo>
                    <a:pt x="330846" y="175600"/>
                  </a:lnTo>
                  <a:lnTo>
                    <a:pt x="331030" y="170289"/>
                  </a:lnTo>
                  <a:lnTo>
                    <a:pt x="331045" y="164975"/>
                  </a:lnTo>
                  <a:lnTo>
                    <a:pt x="330891" y="159663"/>
                  </a:lnTo>
                  <a:lnTo>
                    <a:pt x="330568" y="154359"/>
                  </a:lnTo>
                  <a:lnTo>
                    <a:pt x="330076" y="149068"/>
                  </a:lnTo>
                  <a:lnTo>
                    <a:pt x="329417" y="143795"/>
                  </a:lnTo>
                  <a:lnTo>
                    <a:pt x="328591" y="138546"/>
                  </a:lnTo>
                  <a:lnTo>
                    <a:pt x="327598" y="133326"/>
                  </a:lnTo>
                  <a:lnTo>
                    <a:pt x="326439" y="128139"/>
                  </a:lnTo>
                  <a:lnTo>
                    <a:pt x="325117" y="122993"/>
                  </a:lnTo>
                  <a:lnTo>
                    <a:pt x="323631" y="117891"/>
                  </a:lnTo>
                  <a:lnTo>
                    <a:pt x="321984" y="112838"/>
                  </a:lnTo>
                  <a:lnTo>
                    <a:pt x="320178" y="107841"/>
                  </a:lnTo>
                  <a:lnTo>
                    <a:pt x="318213" y="102904"/>
                  </a:lnTo>
                  <a:lnTo>
                    <a:pt x="316093" y="98031"/>
                  </a:lnTo>
                  <a:lnTo>
                    <a:pt x="313818" y="93228"/>
                  </a:lnTo>
                  <a:lnTo>
                    <a:pt x="311393" y="88500"/>
                  </a:lnTo>
                  <a:lnTo>
                    <a:pt x="308818" y="83852"/>
                  </a:lnTo>
                  <a:lnTo>
                    <a:pt x="306096" y="79288"/>
                  </a:lnTo>
                  <a:lnTo>
                    <a:pt x="303231" y="74812"/>
                  </a:lnTo>
                  <a:lnTo>
                    <a:pt x="300226" y="70430"/>
                  </a:lnTo>
                  <a:lnTo>
                    <a:pt x="297082" y="66146"/>
                  </a:lnTo>
                  <a:lnTo>
                    <a:pt x="293804" y="61963"/>
                  </a:lnTo>
                  <a:lnTo>
                    <a:pt x="290394" y="57887"/>
                  </a:lnTo>
                  <a:lnTo>
                    <a:pt x="286857" y="53922"/>
                  </a:lnTo>
                  <a:lnTo>
                    <a:pt x="283196" y="50071"/>
                  </a:lnTo>
                  <a:lnTo>
                    <a:pt x="279413" y="46338"/>
                  </a:lnTo>
                  <a:lnTo>
                    <a:pt x="275515" y="42727"/>
                  </a:lnTo>
                  <a:lnTo>
                    <a:pt x="271503" y="39242"/>
                  </a:lnTo>
                  <a:lnTo>
                    <a:pt x="267383" y="35887"/>
                  </a:lnTo>
                  <a:lnTo>
                    <a:pt x="263158" y="32664"/>
                  </a:lnTo>
                  <a:lnTo>
                    <a:pt x="258833" y="29576"/>
                  </a:lnTo>
                  <a:lnTo>
                    <a:pt x="254411" y="26628"/>
                  </a:lnTo>
                  <a:lnTo>
                    <a:pt x="249899" y="23822"/>
                  </a:lnTo>
                  <a:lnTo>
                    <a:pt x="245299" y="21161"/>
                  </a:lnTo>
                  <a:lnTo>
                    <a:pt x="240617" y="18647"/>
                  </a:lnTo>
                  <a:lnTo>
                    <a:pt x="235858" y="16284"/>
                  </a:lnTo>
                  <a:lnTo>
                    <a:pt x="231026" y="14072"/>
                  </a:lnTo>
                  <a:lnTo>
                    <a:pt x="226126" y="12016"/>
                  </a:lnTo>
                  <a:lnTo>
                    <a:pt x="221163" y="10116"/>
                  </a:lnTo>
                  <a:lnTo>
                    <a:pt x="216143" y="8375"/>
                  </a:lnTo>
                  <a:lnTo>
                    <a:pt x="211069" y="6795"/>
                  </a:lnTo>
                  <a:lnTo>
                    <a:pt x="205948" y="5376"/>
                  </a:lnTo>
                  <a:lnTo>
                    <a:pt x="200784" y="4121"/>
                  </a:lnTo>
                  <a:lnTo>
                    <a:pt x="195584" y="3031"/>
                  </a:lnTo>
                  <a:lnTo>
                    <a:pt x="190351" y="2107"/>
                  </a:lnTo>
                  <a:lnTo>
                    <a:pt x="185091" y="1349"/>
                  </a:lnTo>
                  <a:lnTo>
                    <a:pt x="179810" y="759"/>
                  </a:lnTo>
                  <a:lnTo>
                    <a:pt x="174513" y="337"/>
                  </a:lnTo>
                  <a:lnTo>
                    <a:pt x="169205" y="84"/>
                  </a:lnTo>
                  <a:lnTo>
                    <a:pt x="163892" y="0"/>
                  </a:lnTo>
                  <a:lnTo>
                    <a:pt x="1638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5182" y="4659281"/>
              <a:ext cx="88052" cy="167167"/>
            </a:xfrm>
            <a:custGeom>
              <a:avLst/>
              <a:pathLst>
                <a:path w="88052" h="167167">
                  <a:moveTo>
                    <a:pt x="88052" y="0"/>
                  </a:moveTo>
                  <a:lnTo>
                    <a:pt x="82257" y="100"/>
                  </a:lnTo>
                  <a:lnTo>
                    <a:pt x="76469" y="401"/>
                  </a:lnTo>
                  <a:lnTo>
                    <a:pt x="70695" y="903"/>
                  </a:lnTo>
                  <a:lnTo>
                    <a:pt x="64942" y="1605"/>
                  </a:lnTo>
                  <a:lnTo>
                    <a:pt x="59217" y="2505"/>
                  </a:lnTo>
                  <a:lnTo>
                    <a:pt x="53526" y="3604"/>
                  </a:lnTo>
                  <a:lnTo>
                    <a:pt x="47877" y="4899"/>
                  </a:lnTo>
                  <a:lnTo>
                    <a:pt x="42276" y="6389"/>
                  </a:lnTo>
                  <a:lnTo>
                    <a:pt x="36730" y="8073"/>
                  </a:lnTo>
                  <a:lnTo>
                    <a:pt x="31246" y="9947"/>
                  </a:lnTo>
                  <a:lnTo>
                    <a:pt x="25830" y="12011"/>
                  </a:lnTo>
                  <a:lnTo>
                    <a:pt x="20489" y="14261"/>
                  </a:lnTo>
                  <a:lnTo>
                    <a:pt x="15229" y="16695"/>
                  </a:lnTo>
                  <a:lnTo>
                    <a:pt x="10057" y="19310"/>
                  </a:lnTo>
                  <a:lnTo>
                    <a:pt x="4978" y="22103"/>
                  </a:lnTo>
                  <a:lnTo>
                    <a:pt x="0" y="25070"/>
                  </a:lnTo>
                  <a:lnTo>
                    <a:pt x="880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5182" y="4684351"/>
              <a:ext cx="88052" cy="142097"/>
            </a:xfrm>
            <a:custGeom>
              <a:avLst/>
              <a:pathLst>
                <a:path w="88052" h="142097">
                  <a:moveTo>
                    <a:pt x="0" y="0"/>
                  </a:moveTo>
                  <a:lnTo>
                    <a:pt x="88052" y="142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35182" y="4684351"/>
              <a:ext cx="88052" cy="142097"/>
            </a:xfrm>
            <a:custGeom>
              <a:avLst/>
              <a:pathLst>
                <a:path w="88052" h="142097">
                  <a:moveTo>
                    <a:pt x="0" y="0"/>
                  </a:moveTo>
                  <a:lnTo>
                    <a:pt x="88052" y="142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68" y="4684351"/>
              <a:ext cx="274134" cy="309261"/>
            </a:xfrm>
            <a:custGeom>
              <a:avLst/>
              <a:pathLst>
                <a:path w="274134" h="309261">
                  <a:moveTo>
                    <a:pt x="79113" y="0"/>
                  </a:moveTo>
                  <a:lnTo>
                    <a:pt x="74632" y="2876"/>
                  </a:lnTo>
                  <a:lnTo>
                    <a:pt x="70245" y="5894"/>
                  </a:lnTo>
                  <a:lnTo>
                    <a:pt x="65956" y="9050"/>
                  </a:lnTo>
                  <a:lnTo>
                    <a:pt x="61769" y="12341"/>
                  </a:lnTo>
                  <a:lnTo>
                    <a:pt x="57690" y="15764"/>
                  </a:lnTo>
                  <a:lnTo>
                    <a:pt x="53722" y="19315"/>
                  </a:lnTo>
                  <a:lnTo>
                    <a:pt x="49869" y="22991"/>
                  </a:lnTo>
                  <a:lnTo>
                    <a:pt x="46134" y="26787"/>
                  </a:lnTo>
                  <a:lnTo>
                    <a:pt x="42523" y="30701"/>
                  </a:lnTo>
                  <a:lnTo>
                    <a:pt x="39038" y="34727"/>
                  </a:lnTo>
                  <a:lnTo>
                    <a:pt x="35684" y="38863"/>
                  </a:lnTo>
                  <a:lnTo>
                    <a:pt x="32462" y="43103"/>
                  </a:lnTo>
                  <a:lnTo>
                    <a:pt x="29377" y="47443"/>
                  </a:lnTo>
                  <a:lnTo>
                    <a:pt x="26433" y="51880"/>
                  </a:lnTo>
                  <a:lnTo>
                    <a:pt x="23631" y="56408"/>
                  </a:lnTo>
                  <a:lnTo>
                    <a:pt x="20974" y="61024"/>
                  </a:lnTo>
                  <a:lnTo>
                    <a:pt x="18466" y="65721"/>
                  </a:lnTo>
                  <a:lnTo>
                    <a:pt x="16109" y="70496"/>
                  </a:lnTo>
                  <a:lnTo>
                    <a:pt x="13905" y="75344"/>
                  </a:lnTo>
                  <a:lnTo>
                    <a:pt x="11857" y="80259"/>
                  </a:lnTo>
                  <a:lnTo>
                    <a:pt x="9966" y="85237"/>
                  </a:lnTo>
                  <a:lnTo>
                    <a:pt x="8234" y="90273"/>
                  </a:lnTo>
                  <a:lnTo>
                    <a:pt x="6664" y="95361"/>
                  </a:lnTo>
                  <a:lnTo>
                    <a:pt x="5257" y="100497"/>
                  </a:lnTo>
                  <a:lnTo>
                    <a:pt x="4015" y="105675"/>
                  </a:lnTo>
                  <a:lnTo>
                    <a:pt x="2937" y="110890"/>
                  </a:lnTo>
                  <a:lnTo>
                    <a:pt x="2027" y="116137"/>
                  </a:lnTo>
                  <a:lnTo>
                    <a:pt x="1284" y="121410"/>
                  </a:lnTo>
                  <a:lnTo>
                    <a:pt x="709" y="126704"/>
                  </a:lnTo>
                  <a:lnTo>
                    <a:pt x="303" y="132013"/>
                  </a:lnTo>
                  <a:lnTo>
                    <a:pt x="66" y="137333"/>
                  </a:lnTo>
                  <a:lnTo>
                    <a:pt x="0" y="142658"/>
                  </a:lnTo>
                  <a:lnTo>
                    <a:pt x="102" y="147982"/>
                  </a:lnTo>
                  <a:lnTo>
                    <a:pt x="374" y="153300"/>
                  </a:lnTo>
                  <a:lnTo>
                    <a:pt x="816" y="158607"/>
                  </a:lnTo>
                  <a:lnTo>
                    <a:pt x="1426" y="163897"/>
                  </a:lnTo>
                  <a:lnTo>
                    <a:pt x="2205" y="169165"/>
                  </a:lnTo>
                  <a:lnTo>
                    <a:pt x="3150" y="174405"/>
                  </a:lnTo>
                  <a:lnTo>
                    <a:pt x="4263" y="179613"/>
                  </a:lnTo>
                  <a:lnTo>
                    <a:pt x="5540" y="184782"/>
                  </a:lnTo>
                  <a:lnTo>
                    <a:pt x="6982" y="189909"/>
                  </a:lnTo>
                  <a:lnTo>
                    <a:pt x="8586" y="194986"/>
                  </a:lnTo>
                  <a:lnTo>
                    <a:pt x="10351" y="200010"/>
                  </a:lnTo>
                  <a:lnTo>
                    <a:pt x="12275" y="204976"/>
                  </a:lnTo>
                  <a:lnTo>
                    <a:pt x="14356" y="209877"/>
                  </a:lnTo>
                  <a:lnTo>
                    <a:pt x="16593" y="214710"/>
                  </a:lnTo>
                  <a:lnTo>
                    <a:pt x="18982" y="219469"/>
                  </a:lnTo>
                  <a:lnTo>
                    <a:pt x="21521" y="224149"/>
                  </a:lnTo>
                  <a:lnTo>
                    <a:pt x="24209" y="228747"/>
                  </a:lnTo>
                  <a:lnTo>
                    <a:pt x="27041" y="233256"/>
                  </a:lnTo>
                  <a:lnTo>
                    <a:pt x="30016" y="237673"/>
                  </a:lnTo>
                  <a:lnTo>
                    <a:pt x="33130" y="241993"/>
                  </a:lnTo>
                  <a:lnTo>
                    <a:pt x="36379" y="246211"/>
                  </a:lnTo>
                  <a:lnTo>
                    <a:pt x="39762" y="250324"/>
                  </a:lnTo>
                  <a:lnTo>
                    <a:pt x="43274" y="254327"/>
                  </a:lnTo>
                  <a:lnTo>
                    <a:pt x="46911" y="258216"/>
                  </a:lnTo>
                  <a:lnTo>
                    <a:pt x="50671" y="261987"/>
                  </a:lnTo>
                  <a:lnTo>
                    <a:pt x="54548" y="265637"/>
                  </a:lnTo>
                  <a:lnTo>
                    <a:pt x="58540" y="269161"/>
                  </a:lnTo>
                  <a:lnTo>
                    <a:pt x="62642" y="272557"/>
                  </a:lnTo>
                  <a:lnTo>
                    <a:pt x="66851" y="275820"/>
                  </a:lnTo>
                  <a:lnTo>
                    <a:pt x="71161" y="278947"/>
                  </a:lnTo>
                  <a:lnTo>
                    <a:pt x="75568" y="281935"/>
                  </a:lnTo>
                  <a:lnTo>
                    <a:pt x="80069" y="284782"/>
                  </a:lnTo>
                  <a:lnTo>
                    <a:pt x="84658" y="287484"/>
                  </a:lnTo>
                  <a:lnTo>
                    <a:pt x="89330" y="290038"/>
                  </a:lnTo>
                  <a:lnTo>
                    <a:pt x="94082" y="292442"/>
                  </a:lnTo>
                  <a:lnTo>
                    <a:pt x="98907" y="294693"/>
                  </a:lnTo>
                  <a:lnTo>
                    <a:pt x="103802" y="296790"/>
                  </a:lnTo>
                  <a:lnTo>
                    <a:pt x="108762" y="298730"/>
                  </a:lnTo>
                  <a:lnTo>
                    <a:pt x="113780" y="300511"/>
                  </a:lnTo>
                  <a:lnTo>
                    <a:pt x="118853" y="302131"/>
                  </a:lnTo>
                  <a:lnTo>
                    <a:pt x="123974" y="303588"/>
                  </a:lnTo>
                  <a:lnTo>
                    <a:pt x="129140" y="304882"/>
                  </a:lnTo>
                  <a:lnTo>
                    <a:pt x="134344" y="306010"/>
                  </a:lnTo>
                  <a:lnTo>
                    <a:pt x="139582" y="306973"/>
                  </a:lnTo>
                  <a:lnTo>
                    <a:pt x="144847" y="307768"/>
                  </a:lnTo>
                  <a:lnTo>
                    <a:pt x="150135" y="308394"/>
                  </a:lnTo>
                  <a:lnTo>
                    <a:pt x="155440" y="308853"/>
                  </a:lnTo>
                  <a:lnTo>
                    <a:pt x="160758" y="309141"/>
                  </a:lnTo>
                  <a:lnTo>
                    <a:pt x="166081" y="309261"/>
                  </a:lnTo>
                  <a:lnTo>
                    <a:pt x="171406" y="309211"/>
                  </a:lnTo>
                  <a:lnTo>
                    <a:pt x="176727" y="308991"/>
                  </a:lnTo>
                  <a:lnTo>
                    <a:pt x="182038" y="308601"/>
                  </a:lnTo>
                  <a:lnTo>
                    <a:pt x="187333" y="308043"/>
                  </a:lnTo>
                  <a:lnTo>
                    <a:pt x="192609" y="307317"/>
                  </a:lnTo>
                  <a:lnTo>
                    <a:pt x="197858" y="306423"/>
                  </a:lnTo>
                  <a:lnTo>
                    <a:pt x="203077" y="305362"/>
                  </a:lnTo>
                  <a:lnTo>
                    <a:pt x="208258" y="304135"/>
                  </a:lnTo>
                  <a:lnTo>
                    <a:pt x="213399" y="302744"/>
                  </a:lnTo>
                  <a:lnTo>
                    <a:pt x="218492" y="301190"/>
                  </a:lnTo>
                  <a:lnTo>
                    <a:pt x="223533" y="299474"/>
                  </a:lnTo>
                  <a:lnTo>
                    <a:pt x="228517" y="297599"/>
                  </a:lnTo>
                  <a:lnTo>
                    <a:pt x="233439" y="295566"/>
                  </a:lnTo>
                  <a:lnTo>
                    <a:pt x="238293" y="293378"/>
                  </a:lnTo>
                  <a:lnTo>
                    <a:pt x="243076" y="291035"/>
                  </a:lnTo>
                  <a:lnTo>
                    <a:pt x="247781" y="288542"/>
                  </a:lnTo>
                  <a:lnTo>
                    <a:pt x="252404" y="285900"/>
                  </a:lnTo>
                  <a:lnTo>
                    <a:pt x="256941" y="283112"/>
                  </a:lnTo>
                  <a:lnTo>
                    <a:pt x="261387" y="280181"/>
                  </a:lnTo>
                  <a:lnTo>
                    <a:pt x="265738" y="277110"/>
                  </a:lnTo>
                  <a:lnTo>
                    <a:pt x="269988" y="273902"/>
                  </a:lnTo>
                  <a:lnTo>
                    <a:pt x="274134" y="270560"/>
                  </a:lnTo>
                  <a:lnTo>
                    <a:pt x="167166" y="1420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67163" cy="295630"/>
            </a:xfrm>
            <a:custGeom>
              <a:avLst/>
              <a:pathLst>
                <a:path w="167163" h="295630">
                  <a:moveTo>
                    <a:pt x="106967" y="295630"/>
                  </a:moveTo>
                  <a:lnTo>
                    <a:pt x="111048" y="292120"/>
                  </a:lnTo>
                  <a:lnTo>
                    <a:pt x="115013" y="288480"/>
                  </a:lnTo>
                  <a:lnTo>
                    <a:pt x="118859" y="284714"/>
                  </a:lnTo>
                  <a:lnTo>
                    <a:pt x="122582" y="280827"/>
                  </a:lnTo>
                  <a:lnTo>
                    <a:pt x="126178" y="276821"/>
                  </a:lnTo>
                  <a:lnTo>
                    <a:pt x="129643" y="272702"/>
                  </a:lnTo>
                  <a:lnTo>
                    <a:pt x="132973" y="268473"/>
                  </a:lnTo>
                  <a:lnTo>
                    <a:pt x="136166" y="264140"/>
                  </a:lnTo>
                  <a:lnTo>
                    <a:pt x="139217" y="259706"/>
                  </a:lnTo>
                  <a:lnTo>
                    <a:pt x="142124" y="255175"/>
                  </a:lnTo>
                  <a:lnTo>
                    <a:pt x="144884" y="250554"/>
                  </a:lnTo>
                  <a:lnTo>
                    <a:pt x="147494" y="245846"/>
                  </a:lnTo>
                  <a:lnTo>
                    <a:pt x="149950" y="241057"/>
                  </a:lnTo>
                  <a:lnTo>
                    <a:pt x="152251" y="236191"/>
                  </a:lnTo>
                  <a:lnTo>
                    <a:pt x="154395" y="231253"/>
                  </a:lnTo>
                  <a:lnTo>
                    <a:pt x="156378" y="226250"/>
                  </a:lnTo>
                  <a:lnTo>
                    <a:pt x="158199" y="221184"/>
                  </a:lnTo>
                  <a:lnTo>
                    <a:pt x="159856" y="216063"/>
                  </a:lnTo>
                  <a:lnTo>
                    <a:pt x="161347" y="210891"/>
                  </a:lnTo>
                  <a:lnTo>
                    <a:pt x="162671" y="205674"/>
                  </a:lnTo>
                  <a:lnTo>
                    <a:pt x="163827" y="200417"/>
                  </a:lnTo>
                  <a:lnTo>
                    <a:pt x="164812" y="195125"/>
                  </a:lnTo>
                  <a:lnTo>
                    <a:pt x="165627" y="189804"/>
                  </a:lnTo>
                  <a:lnTo>
                    <a:pt x="166270" y="184460"/>
                  </a:lnTo>
                  <a:lnTo>
                    <a:pt x="166741" y="179098"/>
                  </a:lnTo>
                  <a:lnTo>
                    <a:pt x="167038" y="173724"/>
                  </a:lnTo>
                  <a:lnTo>
                    <a:pt x="167163" y="168343"/>
                  </a:lnTo>
                  <a:lnTo>
                    <a:pt x="167114" y="162960"/>
                  </a:lnTo>
                  <a:lnTo>
                    <a:pt x="166892" y="157582"/>
                  </a:lnTo>
                  <a:lnTo>
                    <a:pt x="166497" y="152214"/>
                  </a:lnTo>
                  <a:lnTo>
                    <a:pt x="165929" y="146861"/>
                  </a:lnTo>
                  <a:lnTo>
                    <a:pt x="165189" y="141530"/>
                  </a:lnTo>
                  <a:lnTo>
                    <a:pt x="164278" y="136225"/>
                  </a:lnTo>
                  <a:lnTo>
                    <a:pt x="163197" y="130952"/>
                  </a:lnTo>
                  <a:lnTo>
                    <a:pt x="161946" y="125716"/>
                  </a:lnTo>
                  <a:lnTo>
                    <a:pt x="160528" y="120524"/>
                  </a:lnTo>
                  <a:lnTo>
                    <a:pt x="158943" y="115380"/>
                  </a:lnTo>
                  <a:lnTo>
                    <a:pt x="157193" y="110290"/>
                  </a:lnTo>
                  <a:lnTo>
                    <a:pt x="155281" y="105258"/>
                  </a:lnTo>
                  <a:lnTo>
                    <a:pt x="153207" y="100291"/>
                  </a:lnTo>
                  <a:lnTo>
                    <a:pt x="150975" y="95393"/>
                  </a:lnTo>
                  <a:lnTo>
                    <a:pt x="148586" y="90570"/>
                  </a:lnTo>
                  <a:lnTo>
                    <a:pt x="146042" y="85826"/>
                  </a:lnTo>
                  <a:lnTo>
                    <a:pt x="143348" y="81166"/>
                  </a:lnTo>
                  <a:lnTo>
                    <a:pt x="140505" y="76595"/>
                  </a:lnTo>
                  <a:lnTo>
                    <a:pt x="137516" y="72119"/>
                  </a:lnTo>
                  <a:lnTo>
                    <a:pt x="134385" y="67741"/>
                  </a:lnTo>
                  <a:lnTo>
                    <a:pt x="131114" y="63466"/>
                  </a:lnTo>
                  <a:lnTo>
                    <a:pt x="127707" y="59298"/>
                  </a:lnTo>
                  <a:lnTo>
                    <a:pt x="124168" y="55243"/>
                  </a:lnTo>
                  <a:lnTo>
                    <a:pt x="120501" y="51303"/>
                  </a:lnTo>
                  <a:lnTo>
                    <a:pt x="116708" y="47484"/>
                  </a:lnTo>
                  <a:lnTo>
                    <a:pt x="112794" y="43788"/>
                  </a:lnTo>
                  <a:lnTo>
                    <a:pt x="108764" y="40221"/>
                  </a:lnTo>
                  <a:lnTo>
                    <a:pt x="104620" y="36785"/>
                  </a:lnTo>
                  <a:lnTo>
                    <a:pt x="100368" y="33484"/>
                  </a:lnTo>
                  <a:lnTo>
                    <a:pt x="96012" y="30322"/>
                  </a:lnTo>
                  <a:lnTo>
                    <a:pt x="91557" y="27302"/>
                  </a:lnTo>
                  <a:lnTo>
                    <a:pt x="87006" y="24427"/>
                  </a:lnTo>
                  <a:lnTo>
                    <a:pt x="82366" y="21700"/>
                  </a:lnTo>
                  <a:lnTo>
                    <a:pt x="77640" y="19123"/>
                  </a:lnTo>
                  <a:lnTo>
                    <a:pt x="72833" y="16700"/>
                  </a:lnTo>
                  <a:lnTo>
                    <a:pt x="67951" y="14433"/>
                  </a:lnTo>
                  <a:lnTo>
                    <a:pt x="62999" y="12325"/>
                  </a:lnTo>
                  <a:lnTo>
                    <a:pt x="57981" y="10377"/>
                  </a:lnTo>
                  <a:lnTo>
                    <a:pt x="52903" y="8591"/>
                  </a:lnTo>
                  <a:lnTo>
                    <a:pt x="47770" y="6970"/>
                  </a:lnTo>
                  <a:lnTo>
                    <a:pt x="42588" y="5516"/>
                  </a:lnTo>
                  <a:lnTo>
                    <a:pt x="37361" y="4228"/>
                  </a:lnTo>
                  <a:lnTo>
                    <a:pt x="32096" y="3110"/>
                  </a:lnTo>
                  <a:lnTo>
                    <a:pt x="26798" y="2161"/>
                  </a:lnTo>
                  <a:lnTo>
                    <a:pt x="21472" y="1384"/>
                  </a:lnTo>
                  <a:lnTo>
                    <a:pt x="16123" y="779"/>
                  </a:lnTo>
                  <a:lnTo>
                    <a:pt x="10758" y="346"/>
                  </a:lnTo>
                  <a:lnTo>
                    <a:pt x="538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0268" y="4213821"/>
              <a:ext cx="108203" cy="167167"/>
            </a:xfrm>
            <a:custGeom>
              <a:avLst/>
              <a:pathLst>
                <a:path w="108203" h="167167">
                  <a:moveTo>
                    <a:pt x="108203" y="0"/>
                  </a:moveTo>
                  <a:lnTo>
                    <a:pt x="102600" y="93"/>
                  </a:lnTo>
                  <a:lnTo>
                    <a:pt x="97003" y="375"/>
                  </a:lnTo>
                  <a:lnTo>
                    <a:pt x="91419" y="844"/>
                  </a:lnTo>
                  <a:lnTo>
                    <a:pt x="85854" y="1500"/>
                  </a:lnTo>
                  <a:lnTo>
                    <a:pt x="80314" y="2342"/>
                  </a:lnTo>
                  <a:lnTo>
                    <a:pt x="74805" y="3370"/>
                  </a:lnTo>
                  <a:lnTo>
                    <a:pt x="69333" y="4581"/>
                  </a:lnTo>
                  <a:lnTo>
                    <a:pt x="63906" y="5976"/>
                  </a:lnTo>
                  <a:lnTo>
                    <a:pt x="58528" y="7551"/>
                  </a:lnTo>
                  <a:lnTo>
                    <a:pt x="53206" y="9306"/>
                  </a:lnTo>
                  <a:lnTo>
                    <a:pt x="47945" y="11238"/>
                  </a:lnTo>
                  <a:lnTo>
                    <a:pt x="42753" y="13345"/>
                  </a:lnTo>
                  <a:lnTo>
                    <a:pt x="37634" y="15625"/>
                  </a:lnTo>
                  <a:lnTo>
                    <a:pt x="32594" y="18076"/>
                  </a:lnTo>
                  <a:lnTo>
                    <a:pt x="27639" y="20694"/>
                  </a:lnTo>
                  <a:lnTo>
                    <a:pt x="22775" y="23476"/>
                  </a:lnTo>
                  <a:lnTo>
                    <a:pt x="18007" y="26421"/>
                  </a:lnTo>
                  <a:lnTo>
                    <a:pt x="13340" y="29523"/>
                  </a:lnTo>
                  <a:lnTo>
                    <a:pt x="8780" y="32780"/>
                  </a:lnTo>
                  <a:lnTo>
                    <a:pt x="4331" y="36188"/>
                  </a:lnTo>
                  <a:lnTo>
                    <a:pt x="0" y="39743"/>
                  </a:lnTo>
                  <a:lnTo>
                    <a:pt x="10820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20268" y="4253564"/>
              <a:ext cx="108203" cy="127424"/>
            </a:xfrm>
            <a:custGeom>
              <a:avLst/>
              <a:pathLst>
                <a:path w="108203" h="127424">
                  <a:moveTo>
                    <a:pt x="0" y="0"/>
                  </a:moveTo>
                  <a:lnTo>
                    <a:pt x="108203" y="1274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15" y="4253564"/>
              <a:ext cx="334303" cy="294591"/>
            </a:xfrm>
            <a:custGeom>
              <a:avLst/>
              <a:pathLst>
                <a:path w="334303" h="294591">
                  <a:moveTo>
                    <a:pt x="58952" y="0"/>
                  </a:moveTo>
                  <a:lnTo>
                    <a:pt x="54970" y="3491"/>
                  </a:lnTo>
                  <a:lnTo>
                    <a:pt x="51100" y="7107"/>
                  </a:lnTo>
                  <a:lnTo>
                    <a:pt x="47347" y="10844"/>
                  </a:lnTo>
                  <a:lnTo>
                    <a:pt x="43714" y="14698"/>
                  </a:lnTo>
                  <a:lnTo>
                    <a:pt x="40205" y="18666"/>
                  </a:lnTo>
                  <a:lnTo>
                    <a:pt x="36823" y="22742"/>
                  </a:lnTo>
                  <a:lnTo>
                    <a:pt x="33572" y="26923"/>
                  </a:lnTo>
                  <a:lnTo>
                    <a:pt x="30456" y="31206"/>
                  </a:lnTo>
                  <a:lnTo>
                    <a:pt x="27476" y="35584"/>
                  </a:lnTo>
                  <a:lnTo>
                    <a:pt x="24637" y="40055"/>
                  </a:lnTo>
                  <a:lnTo>
                    <a:pt x="21941" y="44614"/>
                  </a:lnTo>
                  <a:lnTo>
                    <a:pt x="19390" y="49256"/>
                  </a:lnTo>
                  <a:lnTo>
                    <a:pt x="16988" y="53976"/>
                  </a:lnTo>
                  <a:lnTo>
                    <a:pt x="14737" y="58771"/>
                  </a:lnTo>
                  <a:lnTo>
                    <a:pt x="12638" y="63634"/>
                  </a:lnTo>
                  <a:lnTo>
                    <a:pt x="10695" y="68561"/>
                  </a:lnTo>
                  <a:lnTo>
                    <a:pt x="8909" y="73547"/>
                  </a:lnTo>
                  <a:lnTo>
                    <a:pt x="7282" y="78587"/>
                  </a:lnTo>
                  <a:lnTo>
                    <a:pt x="5815" y="83676"/>
                  </a:lnTo>
                  <a:lnTo>
                    <a:pt x="4510" y="88809"/>
                  </a:lnTo>
                  <a:lnTo>
                    <a:pt x="3368" y="93981"/>
                  </a:lnTo>
                  <a:lnTo>
                    <a:pt x="2391" y="99187"/>
                  </a:lnTo>
                  <a:lnTo>
                    <a:pt x="1579" y="104420"/>
                  </a:lnTo>
                  <a:lnTo>
                    <a:pt x="933" y="109677"/>
                  </a:lnTo>
                  <a:lnTo>
                    <a:pt x="455" y="114952"/>
                  </a:lnTo>
                  <a:lnTo>
                    <a:pt x="143" y="120239"/>
                  </a:lnTo>
                  <a:lnTo>
                    <a:pt x="0" y="125534"/>
                  </a:lnTo>
                  <a:lnTo>
                    <a:pt x="24" y="130830"/>
                  </a:lnTo>
                  <a:lnTo>
                    <a:pt x="215" y="136123"/>
                  </a:lnTo>
                  <a:lnTo>
                    <a:pt x="575" y="141407"/>
                  </a:lnTo>
                  <a:lnTo>
                    <a:pt x="1101" y="146677"/>
                  </a:lnTo>
                  <a:lnTo>
                    <a:pt x="1795" y="151928"/>
                  </a:lnTo>
                  <a:lnTo>
                    <a:pt x="2654" y="157154"/>
                  </a:lnTo>
                  <a:lnTo>
                    <a:pt x="3678" y="162351"/>
                  </a:lnTo>
                  <a:lnTo>
                    <a:pt x="4867" y="167512"/>
                  </a:lnTo>
                  <a:lnTo>
                    <a:pt x="6218" y="172633"/>
                  </a:lnTo>
                  <a:lnTo>
                    <a:pt x="7731" y="177709"/>
                  </a:lnTo>
                  <a:lnTo>
                    <a:pt x="9404" y="182734"/>
                  </a:lnTo>
                  <a:lnTo>
                    <a:pt x="11236" y="187704"/>
                  </a:lnTo>
                  <a:lnTo>
                    <a:pt x="13224" y="192613"/>
                  </a:lnTo>
                  <a:lnTo>
                    <a:pt x="15366" y="197457"/>
                  </a:lnTo>
                  <a:lnTo>
                    <a:pt x="17661" y="202230"/>
                  </a:lnTo>
                  <a:lnTo>
                    <a:pt x="20106" y="206929"/>
                  </a:lnTo>
                  <a:lnTo>
                    <a:pt x="22698" y="211547"/>
                  </a:lnTo>
                  <a:lnTo>
                    <a:pt x="25436" y="216081"/>
                  </a:lnTo>
                  <a:lnTo>
                    <a:pt x="28315" y="220526"/>
                  </a:lnTo>
                  <a:lnTo>
                    <a:pt x="31334" y="224878"/>
                  </a:lnTo>
                  <a:lnTo>
                    <a:pt x="34490" y="229132"/>
                  </a:lnTo>
                  <a:lnTo>
                    <a:pt x="37779" y="233284"/>
                  </a:lnTo>
                  <a:lnTo>
                    <a:pt x="41197" y="237329"/>
                  </a:lnTo>
                  <a:lnTo>
                    <a:pt x="44742" y="241264"/>
                  </a:lnTo>
                  <a:lnTo>
                    <a:pt x="48410" y="245085"/>
                  </a:lnTo>
                  <a:lnTo>
                    <a:pt x="52197" y="248788"/>
                  </a:lnTo>
                  <a:lnTo>
                    <a:pt x="56099" y="252369"/>
                  </a:lnTo>
                  <a:lnTo>
                    <a:pt x="60113" y="255824"/>
                  </a:lnTo>
                  <a:lnTo>
                    <a:pt x="64235" y="259151"/>
                  </a:lnTo>
                  <a:lnTo>
                    <a:pt x="68459" y="262345"/>
                  </a:lnTo>
                  <a:lnTo>
                    <a:pt x="72783" y="265404"/>
                  </a:lnTo>
                  <a:lnTo>
                    <a:pt x="77202" y="268325"/>
                  </a:lnTo>
                  <a:lnTo>
                    <a:pt x="81710" y="271104"/>
                  </a:lnTo>
                  <a:lnTo>
                    <a:pt x="86305" y="273738"/>
                  </a:lnTo>
                  <a:lnTo>
                    <a:pt x="90981" y="276226"/>
                  </a:lnTo>
                  <a:lnTo>
                    <a:pt x="95733" y="278565"/>
                  </a:lnTo>
                  <a:lnTo>
                    <a:pt x="100557" y="280751"/>
                  </a:lnTo>
                  <a:lnTo>
                    <a:pt x="105447" y="282784"/>
                  </a:lnTo>
                  <a:lnTo>
                    <a:pt x="110400" y="284661"/>
                  </a:lnTo>
                  <a:lnTo>
                    <a:pt x="115410" y="286380"/>
                  </a:lnTo>
                  <a:lnTo>
                    <a:pt x="120471" y="287940"/>
                  </a:lnTo>
                  <a:lnTo>
                    <a:pt x="125580" y="289338"/>
                  </a:lnTo>
                  <a:lnTo>
                    <a:pt x="130730" y="290574"/>
                  </a:lnTo>
                  <a:lnTo>
                    <a:pt x="135917" y="291646"/>
                  </a:lnTo>
                  <a:lnTo>
                    <a:pt x="141135" y="292553"/>
                  </a:lnTo>
                  <a:lnTo>
                    <a:pt x="146379" y="293295"/>
                  </a:lnTo>
                  <a:lnTo>
                    <a:pt x="151644" y="293870"/>
                  </a:lnTo>
                  <a:lnTo>
                    <a:pt x="156925" y="294278"/>
                  </a:lnTo>
                  <a:lnTo>
                    <a:pt x="162216" y="294518"/>
                  </a:lnTo>
                  <a:lnTo>
                    <a:pt x="167512" y="294591"/>
                  </a:lnTo>
                  <a:lnTo>
                    <a:pt x="172807" y="294495"/>
                  </a:lnTo>
                  <a:lnTo>
                    <a:pt x="178097" y="294233"/>
                  </a:lnTo>
                  <a:lnTo>
                    <a:pt x="183376" y="293802"/>
                  </a:lnTo>
                  <a:lnTo>
                    <a:pt x="188639" y="293205"/>
                  </a:lnTo>
                  <a:lnTo>
                    <a:pt x="193880" y="292441"/>
                  </a:lnTo>
                  <a:lnTo>
                    <a:pt x="199094" y="291512"/>
                  </a:lnTo>
                  <a:lnTo>
                    <a:pt x="204276" y="290418"/>
                  </a:lnTo>
                  <a:lnTo>
                    <a:pt x="209421" y="289160"/>
                  </a:lnTo>
                  <a:lnTo>
                    <a:pt x="214524" y="287740"/>
                  </a:lnTo>
                  <a:lnTo>
                    <a:pt x="219579" y="286159"/>
                  </a:lnTo>
                  <a:lnTo>
                    <a:pt x="224581" y="284418"/>
                  </a:lnTo>
                  <a:lnTo>
                    <a:pt x="229525" y="282520"/>
                  </a:lnTo>
                  <a:lnTo>
                    <a:pt x="234408" y="280467"/>
                  </a:lnTo>
                  <a:lnTo>
                    <a:pt x="239222" y="278259"/>
                  </a:lnTo>
                  <a:lnTo>
                    <a:pt x="243964" y="275901"/>
                  </a:lnTo>
                  <a:lnTo>
                    <a:pt x="248629" y="273393"/>
                  </a:lnTo>
                  <a:lnTo>
                    <a:pt x="253213" y="270739"/>
                  </a:lnTo>
                  <a:lnTo>
                    <a:pt x="257710" y="267941"/>
                  </a:lnTo>
                  <a:lnTo>
                    <a:pt x="262116" y="265001"/>
                  </a:lnTo>
                  <a:lnTo>
                    <a:pt x="266426" y="261924"/>
                  </a:lnTo>
                  <a:lnTo>
                    <a:pt x="270637" y="258712"/>
                  </a:lnTo>
                  <a:lnTo>
                    <a:pt x="274745" y="255368"/>
                  </a:lnTo>
                  <a:lnTo>
                    <a:pt x="278744" y="251895"/>
                  </a:lnTo>
                  <a:lnTo>
                    <a:pt x="282631" y="248298"/>
                  </a:lnTo>
                  <a:lnTo>
                    <a:pt x="286402" y="244579"/>
                  </a:lnTo>
                  <a:lnTo>
                    <a:pt x="290054" y="240742"/>
                  </a:lnTo>
                  <a:lnTo>
                    <a:pt x="293582" y="236792"/>
                  </a:lnTo>
                  <a:lnTo>
                    <a:pt x="296983" y="232732"/>
                  </a:lnTo>
                  <a:lnTo>
                    <a:pt x="300254" y="228567"/>
                  </a:lnTo>
                  <a:lnTo>
                    <a:pt x="303391" y="224299"/>
                  </a:lnTo>
                  <a:lnTo>
                    <a:pt x="306392" y="219935"/>
                  </a:lnTo>
                  <a:lnTo>
                    <a:pt x="309253" y="215478"/>
                  </a:lnTo>
                  <a:lnTo>
                    <a:pt x="311971" y="210932"/>
                  </a:lnTo>
                  <a:lnTo>
                    <a:pt x="314544" y="206302"/>
                  </a:lnTo>
                  <a:lnTo>
                    <a:pt x="316969" y="201594"/>
                  </a:lnTo>
                  <a:lnTo>
                    <a:pt x="319243" y="196810"/>
                  </a:lnTo>
                  <a:lnTo>
                    <a:pt x="321365" y="191958"/>
                  </a:lnTo>
                  <a:lnTo>
                    <a:pt x="323332" y="187040"/>
                  </a:lnTo>
                  <a:lnTo>
                    <a:pt x="325142" y="182063"/>
                  </a:lnTo>
                  <a:lnTo>
                    <a:pt x="326794" y="177030"/>
                  </a:lnTo>
                  <a:lnTo>
                    <a:pt x="328285" y="171948"/>
                  </a:lnTo>
                  <a:lnTo>
                    <a:pt x="329615" y="166821"/>
                  </a:lnTo>
                  <a:lnTo>
                    <a:pt x="330781" y="161655"/>
                  </a:lnTo>
                  <a:lnTo>
                    <a:pt x="331784" y="156454"/>
                  </a:lnTo>
                  <a:lnTo>
                    <a:pt x="332621" y="151225"/>
                  </a:lnTo>
                  <a:lnTo>
                    <a:pt x="333292" y="145971"/>
                  </a:lnTo>
                  <a:lnTo>
                    <a:pt x="333796" y="140698"/>
                  </a:lnTo>
                  <a:lnTo>
                    <a:pt x="334133" y="135413"/>
                  </a:lnTo>
                  <a:lnTo>
                    <a:pt x="334302" y="130119"/>
                  </a:lnTo>
                  <a:lnTo>
                    <a:pt x="334303" y="124823"/>
                  </a:lnTo>
                  <a:lnTo>
                    <a:pt x="334137" y="119529"/>
                  </a:lnTo>
                  <a:lnTo>
                    <a:pt x="333803" y="114243"/>
                  </a:lnTo>
                  <a:lnTo>
                    <a:pt x="333302" y="108970"/>
                  </a:lnTo>
                  <a:lnTo>
                    <a:pt x="167156" y="1274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66145" cy="167167"/>
            </a:xfrm>
            <a:custGeom>
              <a:avLst/>
              <a:pathLst>
                <a:path w="166145" h="167167">
                  <a:moveTo>
                    <a:pt x="166145" y="148714"/>
                  </a:moveTo>
                  <a:lnTo>
                    <a:pt x="165459" y="143333"/>
                  </a:lnTo>
                  <a:lnTo>
                    <a:pt x="164599" y="137978"/>
                  </a:lnTo>
                  <a:lnTo>
                    <a:pt x="163565" y="132653"/>
                  </a:lnTo>
                  <a:lnTo>
                    <a:pt x="162359" y="127365"/>
                  </a:lnTo>
                  <a:lnTo>
                    <a:pt x="160983" y="122118"/>
                  </a:lnTo>
                  <a:lnTo>
                    <a:pt x="159436" y="116919"/>
                  </a:lnTo>
                  <a:lnTo>
                    <a:pt x="157722" y="111773"/>
                  </a:lnTo>
                  <a:lnTo>
                    <a:pt x="155842" y="106685"/>
                  </a:lnTo>
                  <a:lnTo>
                    <a:pt x="153798" y="101661"/>
                  </a:lnTo>
                  <a:lnTo>
                    <a:pt x="151592" y="96706"/>
                  </a:lnTo>
                  <a:lnTo>
                    <a:pt x="149226" y="91825"/>
                  </a:lnTo>
                  <a:lnTo>
                    <a:pt x="146703" y="87023"/>
                  </a:lnTo>
                  <a:lnTo>
                    <a:pt x="144026" y="82306"/>
                  </a:lnTo>
                  <a:lnTo>
                    <a:pt x="141197" y="77678"/>
                  </a:lnTo>
                  <a:lnTo>
                    <a:pt x="138219" y="73144"/>
                  </a:lnTo>
                  <a:lnTo>
                    <a:pt x="135096" y="68710"/>
                  </a:lnTo>
                  <a:lnTo>
                    <a:pt x="131831" y="64379"/>
                  </a:lnTo>
                  <a:lnTo>
                    <a:pt x="128427" y="60156"/>
                  </a:lnTo>
                  <a:lnTo>
                    <a:pt x="124887" y="56045"/>
                  </a:lnTo>
                  <a:lnTo>
                    <a:pt x="121216" y="52052"/>
                  </a:lnTo>
                  <a:lnTo>
                    <a:pt x="117418" y="48180"/>
                  </a:lnTo>
                  <a:lnTo>
                    <a:pt x="113496" y="44433"/>
                  </a:lnTo>
                  <a:lnTo>
                    <a:pt x="109454" y="40816"/>
                  </a:lnTo>
                  <a:lnTo>
                    <a:pt x="105298" y="37331"/>
                  </a:lnTo>
                  <a:lnTo>
                    <a:pt x="101030" y="33984"/>
                  </a:lnTo>
                  <a:lnTo>
                    <a:pt x="96656" y="30776"/>
                  </a:lnTo>
                  <a:lnTo>
                    <a:pt x="92180" y="27712"/>
                  </a:lnTo>
                  <a:lnTo>
                    <a:pt x="87607" y="24795"/>
                  </a:lnTo>
                  <a:lnTo>
                    <a:pt x="82942" y="22027"/>
                  </a:lnTo>
                  <a:lnTo>
                    <a:pt x="78190" y="19413"/>
                  </a:lnTo>
                  <a:lnTo>
                    <a:pt x="73355" y="16954"/>
                  </a:lnTo>
                  <a:lnTo>
                    <a:pt x="68443" y="14653"/>
                  </a:lnTo>
                  <a:lnTo>
                    <a:pt x="63459" y="12513"/>
                  </a:lnTo>
                  <a:lnTo>
                    <a:pt x="58408" y="10536"/>
                  </a:lnTo>
                  <a:lnTo>
                    <a:pt x="53296" y="8723"/>
                  </a:lnTo>
                  <a:lnTo>
                    <a:pt x="48128" y="7077"/>
                  </a:lnTo>
                  <a:lnTo>
                    <a:pt x="42908" y="5600"/>
                  </a:lnTo>
                  <a:lnTo>
                    <a:pt x="37644" y="4293"/>
                  </a:lnTo>
                  <a:lnTo>
                    <a:pt x="32340" y="3158"/>
                  </a:lnTo>
                  <a:lnTo>
                    <a:pt x="27002" y="2195"/>
                  </a:lnTo>
                  <a:lnTo>
                    <a:pt x="21636" y="1406"/>
                  </a:lnTo>
                  <a:lnTo>
                    <a:pt x="16247" y="791"/>
                  </a:lnTo>
                  <a:lnTo>
                    <a:pt x="10841" y="351"/>
                  </a:lnTo>
                  <a:lnTo>
                    <a:pt x="542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6763" y="3707720"/>
              <a:ext cx="162247" cy="167167"/>
            </a:xfrm>
            <a:custGeom>
              <a:avLst/>
              <a:pathLst>
                <a:path w="162247" h="167167">
                  <a:moveTo>
                    <a:pt x="162247" y="0"/>
                  </a:moveTo>
                  <a:lnTo>
                    <a:pt x="156835" y="87"/>
                  </a:lnTo>
                  <a:lnTo>
                    <a:pt x="151429" y="350"/>
                  </a:lnTo>
                  <a:lnTo>
                    <a:pt x="146034" y="788"/>
                  </a:lnTo>
                  <a:lnTo>
                    <a:pt x="140656" y="1400"/>
                  </a:lnTo>
                  <a:lnTo>
                    <a:pt x="135301" y="2186"/>
                  </a:lnTo>
                  <a:lnTo>
                    <a:pt x="129974" y="3144"/>
                  </a:lnTo>
                  <a:lnTo>
                    <a:pt x="124681" y="4275"/>
                  </a:lnTo>
                  <a:lnTo>
                    <a:pt x="119427" y="5577"/>
                  </a:lnTo>
                  <a:lnTo>
                    <a:pt x="114218" y="7048"/>
                  </a:lnTo>
                  <a:lnTo>
                    <a:pt x="109059" y="8687"/>
                  </a:lnTo>
                  <a:lnTo>
                    <a:pt x="103956" y="10492"/>
                  </a:lnTo>
                  <a:lnTo>
                    <a:pt x="98914" y="12461"/>
                  </a:lnTo>
                  <a:lnTo>
                    <a:pt x="93939" y="14593"/>
                  </a:lnTo>
                  <a:lnTo>
                    <a:pt x="89035" y="16884"/>
                  </a:lnTo>
                  <a:lnTo>
                    <a:pt x="84208" y="19333"/>
                  </a:lnTo>
                  <a:lnTo>
                    <a:pt x="79463" y="21937"/>
                  </a:lnTo>
                  <a:lnTo>
                    <a:pt x="74805" y="24693"/>
                  </a:lnTo>
                  <a:lnTo>
                    <a:pt x="70238" y="27599"/>
                  </a:lnTo>
                  <a:lnTo>
                    <a:pt x="65768" y="30651"/>
                  </a:lnTo>
                  <a:lnTo>
                    <a:pt x="61399" y="33846"/>
                  </a:lnTo>
                  <a:lnTo>
                    <a:pt x="57135" y="37181"/>
                  </a:lnTo>
                  <a:lnTo>
                    <a:pt x="52982" y="40652"/>
                  </a:lnTo>
                  <a:lnTo>
                    <a:pt x="48944" y="44256"/>
                  </a:lnTo>
                  <a:lnTo>
                    <a:pt x="45024" y="47988"/>
                  </a:lnTo>
                  <a:lnTo>
                    <a:pt x="41227" y="51846"/>
                  </a:lnTo>
                  <a:lnTo>
                    <a:pt x="37557" y="55824"/>
                  </a:lnTo>
                  <a:lnTo>
                    <a:pt x="34018" y="59919"/>
                  </a:lnTo>
                  <a:lnTo>
                    <a:pt x="30613" y="64127"/>
                  </a:lnTo>
                  <a:lnTo>
                    <a:pt x="27346" y="68443"/>
                  </a:lnTo>
                  <a:lnTo>
                    <a:pt x="24220" y="72862"/>
                  </a:lnTo>
                  <a:lnTo>
                    <a:pt x="21240" y="77380"/>
                  </a:lnTo>
                  <a:lnTo>
                    <a:pt x="18407" y="81992"/>
                  </a:lnTo>
                  <a:lnTo>
                    <a:pt x="15725" y="86693"/>
                  </a:lnTo>
                  <a:lnTo>
                    <a:pt x="13196" y="91479"/>
                  </a:lnTo>
                  <a:lnTo>
                    <a:pt x="10824" y="96344"/>
                  </a:lnTo>
                  <a:lnTo>
                    <a:pt x="8610" y="101284"/>
                  </a:lnTo>
                  <a:lnTo>
                    <a:pt x="6558" y="106292"/>
                  </a:lnTo>
                  <a:lnTo>
                    <a:pt x="4669" y="111365"/>
                  </a:lnTo>
                  <a:lnTo>
                    <a:pt x="2945" y="116495"/>
                  </a:lnTo>
                  <a:lnTo>
                    <a:pt x="1388" y="121679"/>
                  </a:lnTo>
                  <a:lnTo>
                    <a:pt x="0" y="126911"/>
                  </a:lnTo>
                  <a:lnTo>
                    <a:pt x="1622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52" y="3707736"/>
              <a:ext cx="334324" cy="334313"/>
            </a:xfrm>
            <a:custGeom>
              <a:avLst/>
              <a:pathLst>
                <a:path w="334324" h="334313">
                  <a:moveTo>
                    <a:pt x="4910" y="126896"/>
                  </a:moveTo>
                  <a:lnTo>
                    <a:pt x="3717" y="132055"/>
                  </a:lnTo>
                  <a:lnTo>
                    <a:pt x="2687" y="137250"/>
                  </a:lnTo>
                  <a:lnTo>
                    <a:pt x="1822" y="142474"/>
                  </a:lnTo>
                  <a:lnTo>
                    <a:pt x="1124" y="147723"/>
                  </a:lnTo>
                  <a:lnTo>
                    <a:pt x="591" y="152992"/>
                  </a:lnTo>
                  <a:lnTo>
                    <a:pt x="227" y="158275"/>
                  </a:lnTo>
                  <a:lnTo>
                    <a:pt x="29" y="163567"/>
                  </a:lnTo>
                  <a:lnTo>
                    <a:pt x="0" y="168863"/>
                  </a:lnTo>
                  <a:lnTo>
                    <a:pt x="138" y="174157"/>
                  </a:lnTo>
                  <a:lnTo>
                    <a:pt x="443" y="179443"/>
                  </a:lnTo>
                  <a:lnTo>
                    <a:pt x="916" y="184718"/>
                  </a:lnTo>
                  <a:lnTo>
                    <a:pt x="1556" y="189975"/>
                  </a:lnTo>
                  <a:lnTo>
                    <a:pt x="2362" y="195209"/>
                  </a:lnTo>
                  <a:lnTo>
                    <a:pt x="3333" y="200414"/>
                  </a:lnTo>
                  <a:lnTo>
                    <a:pt x="4469" y="205587"/>
                  </a:lnTo>
                  <a:lnTo>
                    <a:pt x="5768" y="210721"/>
                  </a:lnTo>
                  <a:lnTo>
                    <a:pt x="7229" y="215811"/>
                  </a:lnTo>
                  <a:lnTo>
                    <a:pt x="8851" y="220852"/>
                  </a:lnTo>
                  <a:lnTo>
                    <a:pt x="10631" y="225839"/>
                  </a:lnTo>
                  <a:lnTo>
                    <a:pt x="12569" y="230768"/>
                  </a:lnTo>
                  <a:lnTo>
                    <a:pt x="14661" y="235633"/>
                  </a:lnTo>
                  <a:lnTo>
                    <a:pt x="16907" y="240428"/>
                  </a:lnTo>
                  <a:lnTo>
                    <a:pt x="19303" y="245151"/>
                  </a:lnTo>
                  <a:lnTo>
                    <a:pt x="21848" y="249795"/>
                  </a:lnTo>
                  <a:lnTo>
                    <a:pt x="24539" y="254356"/>
                  </a:lnTo>
                  <a:lnTo>
                    <a:pt x="27372" y="258830"/>
                  </a:lnTo>
                  <a:lnTo>
                    <a:pt x="30346" y="263211"/>
                  </a:lnTo>
                  <a:lnTo>
                    <a:pt x="33458" y="267497"/>
                  </a:lnTo>
                  <a:lnTo>
                    <a:pt x="36703" y="271681"/>
                  </a:lnTo>
                  <a:lnTo>
                    <a:pt x="40080" y="275761"/>
                  </a:lnTo>
                  <a:lnTo>
                    <a:pt x="43583" y="279732"/>
                  </a:lnTo>
                  <a:lnTo>
                    <a:pt x="47211" y="283589"/>
                  </a:lnTo>
                  <a:lnTo>
                    <a:pt x="50960" y="287330"/>
                  </a:lnTo>
                  <a:lnTo>
                    <a:pt x="54825" y="290950"/>
                  </a:lnTo>
                  <a:lnTo>
                    <a:pt x="58802" y="294446"/>
                  </a:lnTo>
                  <a:lnTo>
                    <a:pt x="62889" y="297815"/>
                  </a:lnTo>
                  <a:lnTo>
                    <a:pt x="67080" y="301052"/>
                  </a:lnTo>
                  <a:lnTo>
                    <a:pt x="71371" y="304155"/>
                  </a:lnTo>
                  <a:lnTo>
                    <a:pt x="75759" y="307120"/>
                  </a:lnTo>
                  <a:lnTo>
                    <a:pt x="80238" y="309945"/>
                  </a:lnTo>
                  <a:lnTo>
                    <a:pt x="84805" y="312626"/>
                  </a:lnTo>
                  <a:lnTo>
                    <a:pt x="89454" y="315162"/>
                  </a:lnTo>
                  <a:lnTo>
                    <a:pt x="94181" y="317549"/>
                  </a:lnTo>
                  <a:lnTo>
                    <a:pt x="98981" y="319785"/>
                  </a:lnTo>
                  <a:lnTo>
                    <a:pt x="103850" y="321868"/>
                  </a:lnTo>
                  <a:lnTo>
                    <a:pt x="108782" y="323795"/>
                  </a:lnTo>
                  <a:lnTo>
                    <a:pt x="113773" y="325566"/>
                  </a:lnTo>
                  <a:lnTo>
                    <a:pt x="118818" y="327177"/>
                  </a:lnTo>
                  <a:lnTo>
                    <a:pt x="123911" y="328628"/>
                  </a:lnTo>
                  <a:lnTo>
                    <a:pt x="129047" y="329917"/>
                  </a:lnTo>
                  <a:lnTo>
                    <a:pt x="134222" y="331042"/>
                  </a:lnTo>
                  <a:lnTo>
                    <a:pt x="139430" y="332003"/>
                  </a:lnTo>
                  <a:lnTo>
                    <a:pt x="144665" y="332799"/>
                  </a:lnTo>
                  <a:lnTo>
                    <a:pt x="149923" y="333428"/>
                  </a:lnTo>
                  <a:lnTo>
                    <a:pt x="155199" y="333891"/>
                  </a:lnTo>
                  <a:lnTo>
                    <a:pt x="160486" y="334186"/>
                  </a:lnTo>
                  <a:lnTo>
                    <a:pt x="165780" y="334313"/>
                  </a:lnTo>
                  <a:lnTo>
                    <a:pt x="171076" y="334273"/>
                  </a:lnTo>
                  <a:lnTo>
                    <a:pt x="176367" y="334065"/>
                  </a:lnTo>
                  <a:lnTo>
                    <a:pt x="181649" y="333690"/>
                  </a:lnTo>
                  <a:lnTo>
                    <a:pt x="186917" y="333147"/>
                  </a:lnTo>
                  <a:lnTo>
                    <a:pt x="192165" y="332438"/>
                  </a:lnTo>
                  <a:lnTo>
                    <a:pt x="197388" y="331563"/>
                  </a:lnTo>
                  <a:lnTo>
                    <a:pt x="202580" y="330523"/>
                  </a:lnTo>
                  <a:lnTo>
                    <a:pt x="207737" y="329319"/>
                  </a:lnTo>
                  <a:lnTo>
                    <a:pt x="212854" y="327952"/>
                  </a:lnTo>
                  <a:lnTo>
                    <a:pt x="217924" y="326424"/>
                  </a:lnTo>
                  <a:lnTo>
                    <a:pt x="222943" y="324736"/>
                  </a:lnTo>
                  <a:lnTo>
                    <a:pt x="227907" y="322890"/>
                  </a:lnTo>
                  <a:lnTo>
                    <a:pt x="232809" y="320888"/>
                  </a:lnTo>
                  <a:lnTo>
                    <a:pt x="237646" y="318731"/>
                  </a:lnTo>
                  <a:lnTo>
                    <a:pt x="242412" y="316423"/>
                  </a:lnTo>
                  <a:lnTo>
                    <a:pt x="247102" y="313964"/>
                  </a:lnTo>
                  <a:lnTo>
                    <a:pt x="251712" y="311358"/>
                  </a:lnTo>
                  <a:lnTo>
                    <a:pt x="256238" y="308608"/>
                  </a:lnTo>
                  <a:lnTo>
                    <a:pt x="260673" y="305715"/>
                  </a:lnTo>
                  <a:lnTo>
                    <a:pt x="265015" y="302684"/>
                  </a:lnTo>
                  <a:lnTo>
                    <a:pt x="269259" y="299516"/>
                  </a:lnTo>
                  <a:lnTo>
                    <a:pt x="273401" y="296216"/>
                  </a:lnTo>
                  <a:lnTo>
                    <a:pt x="277435" y="292786"/>
                  </a:lnTo>
                  <a:lnTo>
                    <a:pt x="281359" y="289230"/>
                  </a:lnTo>
                  <a:lnTo>
                    <a:pt x="285169" y="285551"/>
                  </a:lnTo>
                  <a:lnTo>
                    <a:pt x="288860" y="281754"/>
                  </a:lnTo>
                  <a:lnTo>
                    <a:pt x="292429" y="277841"/>
                  </a:lnTo>
                  <a:lnTo>
                    <a:pt x="295872" y="273818"/>
                  </a:lnTo>
                  <a:lnTo>
                    <a:pt x="299186" y="269687"/>
                  </a:lnTo>
                  <a:lnTo>
                    <a:pt x="302368" y="265454"/>
                  </a:lnTo>
                  <a:lnTo>
                    <a:pt x="305413" y="261122"/>
                  </a:lnTo>
                  <a:lnTo>
                    <a:pt x="308321" y="256696"/>
                  </a:lnTo>
                  <a:lnTo>
                    <a:pt x="311086" y="252179"/>
                  </a:lnTo>
                  <a:lnTo>
                    <a:pt x="313707" y="247578"/>
                  </a:lnTo>
                  <a:lnTo>
                    <a:pt x="316181" y="242896"/>
                  </a:lnTo>
                  <a:lnTo>
                    <a:pt x="318505" y="238137"/>
                  </a:lnTo>
                  <a:lnTo>
                    <a:pt x="320678" y="233308"/>
                  </a:lnTo>
                  <a:lnTo>
                    <a:pt x="322696" y="228412"/>
                  </a:lnTo>
                  <a:lnTo>
                    <a:pt x="324559" y="223455"/>
                  </a:lnTo>
                  <a:lnTo>
                    <a:pt x="326263" y="218441"/>
                  </a:lnTo>
                  <a:lnTo>
                    <a:pt x="327808" y="213376"/>
                  </a:lnTo>
                  <a:lnTo>
                    <a:pt x="329191" y="208264"/>
                  </a:lnTo>
                  <a:lnTo>
                    <a:pt x="330412" y="203111"/>
                  </a:lnTo>
                  <a:lnTo>
                    <a:pt x="331469" y="197922"/>
                  </a:lnTo>
                  <a:lnTo>
                    <a:pt x="332362" y="192702"/>
                  </a:lnTo>
                  <a:lnTo>
                    <a:pt x="333088" y="187456"/>
                  </a:lnTo>
                  <a:lnTo>
                    <a:pt x="333648" y="182190"/>
                  </a:lnTo>
                  <a:lnTo>
                    <a:pt x="334041" y="176909"/>
                  </a:lnTo>
                  <a:lnTo>
                    <a:pt x="334266" y="171619"/>
                  </a:lnTo>
                  <a:lnTo>
                    <a:pt x="334324" y="166323"/>
                  </a:lnTo>
                  <a:lnTo>
                    <a:pt x="334213" y="161029"/>
                  </a:lnTo>
                  <a:lnTo>
                    <a:pt x="333936" y="155740"/>
                  </a:lnTo>
                  <a:lnTo>
                    <a:pt x="333491" y="150464"/>
                  </a:lnTo>
                  <a:lnTo>
                    <a:pt x="332879" y="145203"/>
                  </a:lnTo>
                  <a:lnTo>
                    <a:pt x="332100" y="139965"/>
                  </a:lnTo>
                  <a:lnTo>
                    <a:pt x="331156" y="134754"/>
                  </a:lnTo>
                  <a:lnTo>
                    <a:pt x="330048" y="129576"/>
                  </a:lnTo>
                  <a:lnTo>
                    <a:pt x="328776" y="124435"/>
                  </a:lnTo>
                  <a:lnTo>
                    <a:pt x="327342" y="119338"/>
                  </a:lnTo>
                  <a:lnTo>
                    <a:pt x="325747" y="114288"/>
                  </a:lnTo>
                  <a:lnTo>
                    <a:pt x="323993" y="109291"/>
                  </a:lnTo>
                  <a:lnTo>
                    <a:pt x="322082" y="104353"/>
                  </a:lnTo>
                  <a:lnTo>
                    <a:pt x="320015" y="99477"/>
                  </a:lnTo>
                  <a:lnTo>
                    <a:pt x="317794" y="94669"/>
                  </a:lnTo>
                  <a:lnTo>
                    <a:pt x="315423" y="89934"/>
                  </a:lnTo>
                  <a:lnTo>
                    <a:pt x="312903" y="85277"/>
                  </a:lnTo>
                  <a:lnTo>
                    <a:pt x="310236" y="80702"/>
                  </a:lnTo>
                  <a:lnTo>
                    <a:pt x="307426" y="76213"/>
                  </a:lnTo>
                  <a:lnTo>
                    <a:pt x="304475" y="71816"/>
                  </a:lnTo>
                  <a:lnTo>
                    <a:pt x="301387" y="67514"/>
                  </a:lnTo>
                  <a:lnTo>
                    <a:pt x="298163" y="63312"/>
                  </a:lnTo>
                  <a:lnTo>
                    <a:pt x="294809" y="59215"/>
                  </a:lnTo>
                  <a:lnTo>
                    <a:pt x="291326" y="55226"/>
                  </a:lnTo>
                  <a:lnTo>
                    <a:pt x="287718" y="51349"/>
                  </a:lnTo>
                  <a:lnTo>
                    <a:pt x="283990" y="47588"/>
                  </a:lnTo>
                  <a:lnTo>
                    <a:pt x="280144" y="43948"/>
                  </a:lnTo>
                  <a:lnTo>
                    <a:pt x="276185" y="40431"/>
                  </a:lnTo>
                  <a:lnTo>
                    <a:pt x="272116" y="37041"/>
                  </a:lnTo>
                  <a:lnTo>
                    <a:pt x="267942" y="33782"/>
                  </a:lnTo>
                  <a:lnTo>
                    <a:pt x="263667" y="30656"/>
                  </a:lnTo>
                  <a:lnTo>
                    <a:pt x="259296" y="27668"/>
                  </a:lnTo>
                  <a:lnTo>
                    <a:pt x="254831" y="24820"/>
                  </a:lnTo>
                  <a:lnTo>
                    <a:pt x="250279" y="22114"/>
                  </a:lnTo>
                  <a:lnTo>
                    <a:pt x="245643" y="19554"/>
                  </a:lnTo>
                  <a:lnTo>
                    <a:pt x="240929" y="17142"/>
                  </a:lnTo>
                  <a:lnTo>
                    <a:pt x="236140" y="14881"/>
                  </a:lnTo>
                  <a:lnTo>
                    <a:pt x="231282" y="12772"/>
                  </a:lnTo>
                  <a:lnTo>
                    <a:pt x="226360" y="10818"/>
                  </a:lnTo>
                  <a:lnTo>
                    <a:pt x="221379" y="9022"/>
                  </a:lnTo>
                  <a:lnTo>
                    <a:pt x="216343" y="7384"/>
                  </a:lnTo>
                  <a:lnTo>
                    <a:pt x="211258" y="5906"/>
                  </a:lnTo>
                  <a:lnTo>
                    <a:pt x="206128" y="4590"/>
                  </a:lnTo>
                  <a:lnTo>
                    <a:pt x="200960" y="3437"/>
                  </a:lnTo>
                  <a:lnTo>
                    <a:pt x="195757" y="2449"/>
                  </a:lnTo>
                  <a:lnTo>
                    <a:pt x="190526" y="1625"/>
                  </a:lnTo>
                  <a:lnTo>
                    <a:pt x="185271" y="968"/>
                  </a:lnTo>
                  <a:lnTo>
                    <a:pt x="179998" y="478"/>
                  </a:lnTo>
                  <a:lnTo>
                    <a:pt x="174712" y="155"/>
                  </a:lnTo>
                  <a:lnTo>
                    <a:pt x="169419" y="0"/>
                  </a:lnTo>
                  <a:lnTo>
                    <a:pt x="167158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260" cy="167167"/>
            </a:xfrm>
            <a:custGeom>
              <a:avLst/>
              <a:pathLst>
                <a:path w="2260" h="167167">
                  <a:moveTo>
                    <a:pt x="2260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2025-06-06T05:13:32Z</dcterms:modified>
  <cp:category/>
</cp:coreProperties>
</file>