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730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726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759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3147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27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733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695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838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144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573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1209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564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238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983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252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532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279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534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1435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744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695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632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01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147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1759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1726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238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1427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0813" y="3170392"/>
              <a:ext cx="2966" cy="167167"/>
            </a:xfrm>
            <a:custGeom>
              <a:avLst/>
              <a:pathLst>
                <a:path w="2966" h="167167">
                  <a:moveTo>
                    <a:pt x="2966" y="0"/>
                  </a:moveTo>
                  <a:lnTo>
                    <a:pt x="0" y="26"/>
                  </a:lnTo>
                  <a:lnTo>
                    <a:pt x="296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0813" y="3170418"/>
              <a:ext cx="2966" cy="167141"/>
            </a:xfrm>
            <a:custGeom>
              <a:avLst/>
              <a:pathLst>
                <a:path w="2966" h="167141">
                  <a:moveTo>
                    <a:pt x="0" y="0"/>
                  </a:moveTo>
                  <a:lnTo>
                    <a:pt x="2966" y="1671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0813" y="3170418"/>
              <a:ext cx="2966" cy="167141"/>
            </a:xfrm>
            <a:custGeom>
              <a:avLst/>
              <a:pathLst>
                <a:path w="2966" h="167141">
                  <a:moveTo>
                    <a:pt x="0" y="0"/>
                  </a:moveTo>
                  <a:lnTo>
                    <a:pt x="2966" y="1671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0813" y="3170418"/>
              <a:ext cx="2966" cy="167141"/>
            </a:xfrm>
            <a:custGeom>
              <a:avLst/>
              <a:pathLst>
                <a:path w="2966" h="167141">
                  <a:moveTo>
                    <a:pt x="0" y="0"/>
                  </a:moveTo>
                  <a:lnTo>
                    <a:pt x="2966" y="1671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0813" y="3170418"/>
              <a:ext cx="2966" cy="167141"/>
            </a:xfrm>
            <a:custGeom>
              <a:avLst/>
              <a:pathLst>
                <a:path w="2966" h="167141">
                  <a:moveTo>
                    <a:pt x="0" y="0"/>
                  </a:moveTo>
                  <a:lnTo>
                    <a:pt x="2966" y="167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0813" y="3170418"/>
              <a:ext cx="2966" cy="167141"/>
            </a:xfrm>
            <a:custGeom>
              <a:avLst/>
              <a:pathLst>
                <a:path w="2966" h="167141">
                  <a:moveTo>
                    <a:pt x="0" y="0"/>
                  </a:moveTo>
                  <a:lnTo>
                    <a:pt x="2966" y="167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0813" y="3170418"/>
              <a:ext cx="2966" cy="167141"/>
            </a:xfrm>
            <a:custGeom>
              <a:avLst/>
              <a:pathLst>
                <a:path w="2966" h="167141">
                  <a:moveTo>
                    <a:pt x="0" y="0"/>
                  </a:moveTo>
                  <a:lnTo>
                    <a:pt x="2966" y="167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0813" y="3170418"/>
              <a:ext cx="2966" cy="167141"/>
            </a:xfrm>
            <a:custGeom>
              <a:avLst/>
              <a:pathLst>
                <a:path w="2966" h="167141">
                  <a:moveTo>
                    <a:pt x="0" y="0"/>
                  </a:moveTo>
                  <a:lnTo>
                    <a:pt x="2966" y="167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0813" y="3170418"/>
              <a:ext cx="2966" cy="167141"/>
            </a:xfrm>
            <a:custGeom>
              <a:avLst/>
              <a:pathLst>
                <a:path w="2966" h="167141">
                  <a:moveTo>
                    <a:pt x="0" y="0"/>
                  </a:moveTo>
                  <a:lnTo>
                    <a:pt x="2966" y="1671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0813" y="3170418"/>
              <a:ext cx="2966" cy="167141"/>
            </a:xfrm>
            <a:custGeom>
              <a:avLst/>
              <a:pathLst>
                <a:path w="2966" h="167141">
                  <a:moveTo>
                    <a:pt x="0" y="0"/>
                  </a:moveTo>
                  <a:lnTo>
                    <a:pt x="2966" y="1671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0813" y="3170418"/>
              <a:ext cx="2966" cy="167141"/>
            </a:xfrm>
            <a:custGeom>
              <a:avLst/>
              <a:pathLst>
                <a:path w="2966" h="167141">
                  <a:moveTo>
                    <a:pt x="0" y="0"/>
                  </a:moveTo>
                  <a:lnTo>
                    <a:pt x="2966" y="1671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0813" y="3170418"/>
              <a:ext cx="2966" cy="167141"/>
            </a:xfrm>
            <a:custGeom>
              <a:avLst/>
              <a:pathLst>
                <a:path w="2966" h="167141">
                  <a:moveTo>
                    <a:pt x="0" y="0"/>
                  </a:moveTo>
                  <a:lnTo>
                    <a:pt x="2966" y="1671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0813" y="3170418"/>
              <a:ext cx="2966" cy="167141"/>
            </a:xfrm>
            <a:custGeom>
              <a:avLst/>
              <a:pathLst>
                <a:path w="2966" h="167141">
                  <a:moveTo>
                    <a:pt x="0" y="0"/>
                  </a:moveTo>
                  <a:lnTo>
                    <a:pt x="2966" y="167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0813" y="3170418"/>
              <a:ext cx="2966" cy="167141"/>
            </a:xfrm>
            <a:custGeom>
              <a:avLst/>
              <a:pathLst>
                <a:path w="2966" h="167141">
                  <a:moveTo>
                    <a:pt x="0" y="0"/>
                  </a:moveTo>
                  <a:lnTo>
                    <a:pt x="2966" y="167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0813" y="3170418"/>
              <a:ext cx="2966" cy="167141"/>
            </a:xfrm>
            <a:custGeom>
              <a:avLst/>
              <a:pathLst>
                <a:path w="2966" h="167141">
                  <a:moveTo>
                    <a:pt x="0" y="0"/>
                  </a:moveTo>
                  <a:lnTo>
                    <a:pt x="2966" y="167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0813" y="3170418"/>
              <a:ext cx="2966" cy="167141"/>
            </a:xfrm>
            <a:custGeom>
              <a:avLst/>
              <a:pathLst>
                <a:path w="2966" h="167141">
                  <a:moveTo>
                    <a:pt x="0" y="0"/>
                  </a:moveTo>
                  <a:lnTo>
                    <a:pt x="2966" y="167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0813" y="3170418"/>
              <a:ext cx="2966" cy="167141"/>
            </a:xfrm>
            <a:custGeom>
              <a:avLst/>
              <a:pathLst>
                <a:path w="2966" h="167141">
                  <a:moveTo>
                    <a:pt x="0" y="0"/>
                  </a:moveTo>
                  <a:lnTo>
                    <a:pt x="2966" y="1671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0813" y="3170418"/>
              <a:ext cx="2966" cy="167141"/>
            </a:xfrm>
            <a:custGeom>
              <a:avLst/>
              <a:pathLst>
                <a:path w="2966" h="167141">
                  <a:moveTo>
                    <a:pt x="0" y="0"/>
                  </a:moveTo>
                  <a:lnTo>
                    <a:pt x="2966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0813" y="3170418"/>
              <a:ext cx="2966" cy="167141"/>
            </a:xfrm>
            <a:custGeom>
              <a:avLst/>
              <a:pathLst>
                <a:path w="2966" h="167141">
                  <a:moveTo>
                    <a:pt x="0" y="0"/>
                  </a:moveTo>
                  <a:lnTo>
                    <a:pt x="2966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0813" y="3170418"/>
              <a:ext cx="2966" cy="167141"/>
            </a:xfrm>
            <a:custGeom>
              <a:avLst/>
              <a:pathLst>
                <a:path w="2966" h="167141">
                  <a:moveTo>
                    <a:pt x="0" y="0"/>
                  </a:moveTo>
                  <a:lnTo>
                    <a:pt x="2966" y="1671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0813" y="3170418"/>
              <a:ext cx="2966" cy="167141"/>
            </a:xfrm>
            <a:custGeom>
              <a:avLst/>
              <a:pathLst>
                <a:path w="2966" h="167141">
                  <a:moveTo>
                    <a:pt x="0" y="0"/>
                  </a:moveTo>
                  <a:lnTo>
                    <a:pt x="2966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0813" y="3170418"/>
              <a:ext cx="2966" cy="167141"/>
            </a:xfrm>
            <a:custGeom>
              <a:avLst/>
              <a:pathLst>
                <a:path w="2966" h="167141">
                  <a:moveTo>
                    <a:pt x="0" y="0"/>
                  </a:moveTo>
                  <a:lnTo>
                    <a:pt x="2966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0813" y="3170418"/>
              <a:ext cx="2966" cy="167141"/>
            </a:xfrm>
            <a:custGeom>
              <a:avLst/>
              <a:pathLst>
                <a:path w="2966" h="167141">
                  <a:moveTo>
                    <a:pt x="0" y="0"/>
                  </a:moveTo>
                  <a:lnTo>
                    <a:pt x="2966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0813" y="3170418"/>
              <a:ext cx="2966" cy="167141"/>
            </a:xfrm>
            <a:custGeom>
              <a:avLst/>
              <a:pathLst>
                <a:path w="2966" h="167141">
                  <a:moveTo>
                    <a:pt x="0" y="0"/>
                  </a:moveTo>
                  <a:lnTo>
                    <a:pt x="2966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0813" y="3170418"/>
              <a:ext cx="2966" cy="167141"/>
            </a:xfrm>
            <a:custGeom>
              <a:avLst/>
              <a:pathLst>
                <a:path w="2966" h="167141">
                  <a:moveTo>
                    <a:pt x="0" y="0"/>
                  </a:moveTo>
                  <a:lnTo>
                    <a:pt x="2966" y="1671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0813" y="3170418"/>
              <a:ext cx="2966" cy="167141"/>
            </a:xfrm>
            <a:custGeom>
              <a:avLst/>
              <a:pathLst>
                <a:path w="2966" h="167141">
                  <a:moveTo>
                    <a:pt x="0" y="0"/>
                  </a:moveTo>
                  <a:lnTo>
                    <a:pt x="2966" y="1671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16611" y="3170416"/>
              <a:ext cx="334334" cy="334291"/>
            </a:xfrm>
            <a:custGeom>
              <a:avLst/>
              <a:pathLst>
                <a:path w="334334" h="334291">
                  <a:moveTo>
                    <a:pt x="164201" y="2"/>
                  </a:moveTo>
                  <a:lnTo>
                    <a:pt x="158902" y="180"/>
                  </a:lnTo>
                  <a:lnTo>
                    <a:pt x="153611" y="526"/>
                  </a:lnTo>
                  <a:lnTo>
                    <a:pt x="148334" y="1040"/>
                  </a:lnTo>
                  <a:lnTo>
                    <a:pt x="143075" y="1721"/>
                  </a:lnTo>
                  <a:lnTo>
                    <a:pt x="137841" y="2568"/>
                  </a:lnTo>
                  <a:lnTo>
                    <a:pt x="132637" y="3581"/>
                  </a:lnTo>
                  <a:lnTo>
                    <a:pt x="127467" y="4758"/>
                  </a:lnTo>
                  <a:lnTo>
                    <a:pt x="122337" y="6099"/>
                  </a:lnTo>
                  <a:lnTo>
                    <a:pt x="117253" y="7602"/>
                  </a:lnTo>
                  <a:lnTo>
                    <a:pt x="112218" y="9265"/>
                  </a:lnTo>
                  <a:lnTo>
                    <a:pt x="107239" y="11087"/>
                  </a:lnTo>
                  <a:lnTo>
                    <a:pt x="102320" y="13066"/>
                  </a:lnTo>
                  <a:lnTo>
                    <a:pt x="97466" y="15200"/>
                  </a:lnTo>
                  <a:lnTo>
                    <a:pt x="92683" y="17487"/>
                  </a:lnTo>
                  <a:lnTo>
                    <a:pt x="87974" y="19924"/>
                  </a:lnTo>
                  <a:lnTo>
                    <a:pt x="83345" y="22510"/>
                  </a:lnTo>
                  <a:lnTo>
                    <a:pt x="78800" y="25241"/>
                  </a:lnTo>
                  <a:lnTo>
                    <a:pt x="74345" y="28114"/>
                  </a:lnTo>
                  <a:lnTo>
                    <a:pt x="69982" y="31128"/>
                  </a:lnTo>
                  <a:lnTo>
                    <a:pt x="65718" y="34279"/>
                  </a:lnTo>
                  <a:lnTo>
                    <a:pt x="61555" y="37563"/>
                  </a:lnTo>
                  <a:lnTo>
                    <a:pt x="57499" y="40977"/>
                  </a:lnTo>
                  <a:lnTo>
                    <a:pt x="53553" y="44519"/>
                  </a:lnTo>
                  <a:lnTo>
                    <a:pt x="49721" y="48183"/>
                  </a:lnTo>
                  <a:lnTo>
                    <a:pt x="46007" y="51968"/>
                  </a:lnTo>
                  <a:lnTo>
                    <a:pt x="42416" y="55868"/>
                  </a:lnTo>
                  <a:lnTo>
                    <a:pt x="38950" y="59880"/>
                  </a:lnTo>
                  <a:lnTo>
                    <a:pt x="35612" y="64001"/>
                  </a:lnTo>
                  <a:lnTo>
                    <a:pt x="32408" y="68225"/>
                  </a:lnTo>
                  <a:lnTo>
                    <a:pt x="29338" y="72548"/>
                  </a:lnTo>
                  <a:lnTo>
                    <a:pt x="26408" y="76967"/>
                  </a:lnTo>
                  <a:lnTo>
                    <a:pt x="23619" y="81476"/>
                  </a:lnTo>
                  <a:lnTo>
                    <a:pt x="20974" y="86071"/>
                  </a:lnTo>
                  <a:lnTo>
                    <a:pt x="18477" y="90748"/>
                  </a:lnTo>
                  <a:lnTo>
                    <a:pt x="16129" y="95502"/>
                  </a:lnTo>
                  <a:lnTo>
                    <a:pt x="13933" y="100328"/>
                  </a:lnTo>
                  <a:lnTo>
                    <a:pt x="11891" y="105221"/>
                  </a:lnTo>
                  <a:lnTo>
                    <a:pt x="10005" y="110177"/>
                  </a:lnTo>
                  <a:lnTo>
                    <a:pt x="8278" y="115190"/>
                  </a:lnTo>
                  <a:lnTo>
                    <a:pt x="6710" y="120255"/>
                  </a:lnTo>
                  <a:lnTo>
                    <a:pt x="5304" y="125367"/>
                  </a:lnTo>
                  <a:lnTo>
                    <a:pt x="4060" y="130521"/>
                  </a:lnTo>
                  <a:lnTo>
                    <a:pt x="2981" y="135712"/>
                  </a:lnTo>
                  <a:lnTo>
                    <a:pt x="2067" y="140935"/>
                  </a:lnTo>
                  <a:lnTo>
                    <a:pt x="1318" y="146184"/>
                  </a:lnTo>
                  <a:lnTo>
                    <a:pt x="737" y="151454"/>
                  </a:lnTo>
                  <a:lnTo>
                    <a:pt x="323" y="156740"/>
                  </a:lnTo>
                  <a:lnTo>
                    <a:pt x="77" y="162037"/>
                  </a:lnTo>
                  <a:lnTo>
                    <a:pt x="0" y="167338"/>
                  </a:lnTo>
                  <a:lnTo>
                    <a:pt x="90" y="172640"/>
                  </a:lnTo>
                  <a:lnTo>
                    <a:pt x="348" y="177935"/>
                  </a:lnTo>
                  <a:lnTo>
                    <a:pt x="774" y="183220"/>
                  </a:lnTo>
                  <a:lnTo>
                    <a:pt x="1368" y="188489"/>
                  </a:lnTo>
                  <a:lnTo>
                    <a:pt x="2128" y="193736"/>
                  </a:lnTo>
                  <a:lnTo>
                    <a:pt x="3055" y="198957"/>
                  </a:lnTo>
                  <a:lnTo>
                    <a:pt x="4146" y="204146"/>
                  </a:lnTo>
                  <a:lnTo>
                    <a:pt x="5402" y="209297"/>
                  </a:lnTo>
                  <a:lnTo>
                    <a:pt x="6820" y="214406"/>
                  </a:lnTo>
                  <a:lnTo>
                    <a:pt x="8399" y="219467"/>
                  </a:lnTo>
                  <a:lnTo>
                    <a:pt x="10138" y="224476"/>
                  </a:lnTo>
                  <a:lnTo>
                    <a:pt x="12036" y="229427"/>
                  </a:lnTo>
                  <a:lnTo>
                    <a:pt x="14089" y="234315"/>
                  </a:lnTo>
                  <a:lnTo>
                    <a:pt x="16296" y="239136"/>
                  </a:lnTo>
                  <a:lnTo>
                    <a:pt x="18655" y="243885"/>
                  </a:lnTo>
                  <a:lnTo>
                    <a:pt x="21164" y="248556"/>
                  </a:lnTo>
                  <a:lnTo>
                    <a:pt x="23819" y="253145"/>
                  </a:lnTo>
                  <a:lnTo>
                    <a:pt x="26618" y="257648"/>
                  </a:lnTo>
                  <a:lnTo>
                    <a:pt x="29559" y="262060"/>
                  </a:lnTo>
                  <a:lnTo>
                    <a:pt x="32639" y="266376"/>
                  </a:lnTo>
                  <a:lnTo>
                    <a:pt x="35853" y="270592"/>
                  </a:lnTo>
                  <a:lnTo>
                    <a:pt x="39200" y="274705"/>
                  </a:lnTo>
                  <a:lnTo>
                    <a:pt x="42676" y="278709"/>
                  </a:lnTo>
                  <a:lnTo>
                    <a:pt x="46276" y="282601"/>
                  </a:lnTo>
                  <a:lnTo>
                    <a:pt x="49999" y="286377"/>
                  </a:lnTo>
                  <a:lnTo>
                    <a:pt x="53839" y="290032"/>
                  </a:lnTo>
                  <a:lnTo>
                    <a:pt x="57793" y="293565"/>
                  </a:lnTo>
                  <a:lnTo>
                    <a:pt x="61858" y="296970"/>
                  </a:lnTo>
                  <a:lnTo>
                    <a:pt x="66028" y="300244"/>
                  </a:lnTo>
                  <a:lnTo>
                    <a:pt x="70300" y="303385"/>
                  </a:lnTo>
                  <a:lnTo>
                    <a:pt x="74669" y="306388"/>
                  </a:lnTo>
                  <a:lnTo>
                    <a:pt x="79132" y="309251"/>
                  </a:lnTo>
                  <a:lnTo>
                    <a:pt x="83683" y="311972"/>
                  </a:lnTo>
                  <a:lnTo>
                    <a:pt x="88318" y="314547"/>
                  </a:lnTo>
                  <a:lnTo>
                    <a:pt x="93032" y="316973"/>
                  </a:lnTo>
                  <a:lnTo>
                    <a:pt x="97821" y="319249"/>
                  </a:lnTo>
                  <a:lnTo>
                    <a:pt x="102680" y="321371"/>
                  </a:lnTo>
                  <a:lnTo>
                    <a:pt x="107603" y="323339"/>
                  </a:lnTo>
                  <a:lnTo>
                    <a:pt x="112587" y="325149"/>
                  </a:lnTo>
                  <a:lnTo>
                    <a:pt x="117625" y="326801"/>
                  </a:lnTo>
                  <a:lnTo>
                    <a:pt x="122713" y="328292"/>
                  </a:lnTo>
                  <a:lnTo>
                    <a:pt x="127846" y="329620"/>
                  </a:lnTo>
                  <a:lnTo>
                    <a:pt x="133019" y="330786"/>
                  </a:lnTo>
                  <a:lnTo>
                    <a:pt x="138225" y="331786"/>
                  </a:lnTo>
                  <a:lnTo>
                    <a:pt x="143461" y="332621"/>
                  </a:lnTo>
                  <a:lnTo>
                    <a:pt x="148721" y="333290"/>
                  </a:lnTo>
                  <a:lnTo>
                    <a:pt x="154000" y="333791"/>
                  </a:lnTo>
                  <a:lnTo>
                    <a:pt x="159291" y="334125"/>
                  </a:lnTo>
                  <a:lnTo>
                    <a:pt x="164591" y="334291"/>
                  </a:lnTo>
                  <a:lnTo>
                    <a:pt x="169893" y="334288"/>
                  </a:lnTo>
                  <a:lnTo>
                    <a:pt x="175192" y="334118"/>
                  </a:lnTo>
                  <a:lnTo>
                    <a:pt x="180483" y="333779"/>
                  </a:lnTo>
                  <a:lnTo>
                    <a:pt x="185761" y="333273"/>
                  </a:lnTo>
                  <a:lnTo>
                    <a:pt x="191021" y="332600"/>
                  </a:lnTo>
                  <a:lnTo>
                    <a:pt x="196256" y="331760"/>
                  </a:lnTo>
                  <a:lnTo>
                    <a:pt x="201462" y="330755"/>
                  </a:lnTo>
                  <a:lnTo>
                    <a:pt x="206633" y="329585"/>
                  </a:lnTo>
                  <a:lnTo>
                    <a:pt x="211765" y="328252"/>
                  </a:lnTo>
                  <a:lnTo>
                    <a:pt x="216852" y="326756"/>
                  </a:lnTo>
                  <a:lnTo>
                    <a:pt x="221889" y="325100"/>
                  </a:lnTo>
                  <a:lnTo>
                    <a:pt x="226870" y="323286"/>
                  </a:lnTo>
                  <a:lnTo>
                    <a:pt x="231792" y="321314"/>
                  </a:lnTo>
                  <a:lnTo>
                    <a:pt x="236649" y="319187"/>
                  </a:lnTo>
                  <a:lnTo>
                    <a:pt x="241436" y="316907"/>
                  </a:lnTo>
                  <a:lnTo>
                    <a:pt x="246148" y="314476"/>
                  </a:lnTo>
                  <a:lnTo>
                    <a:pt x="250781" y="311897"/>
                  </a:lnTo>
                  <a:lnTo>
                    <a:pt x="255329" y="309173"/>
                  </a:lnTo>
                  <a:lnTo>
                    <a:pt x="259789" y="306305"/>
                  </a:lnTo>
                  <a:lnTo>
                    <a:pt x="264156" y="303298"/>
                  </a:lnTo>
                  <a:lnTo>
                    <a:pt x="268425" y="300153"/>
                  </a:lnTo>
                  <a:lnTo>
                    <a:pt x="272592" y="296875"/>
                  </a:lnTo>
                  <a:lnTo>
                    <a:pt x="276654" y="293467"/>
                  </a:lnTo>
                  <a:lnTo>
                    <a:pt x="280605" y="289931"/>
                  </a:lnTo>
                  <a:lnTo>
                    <a:pt x="284442" y="286272"/>
                  </a:lnTo>
                  <a:lnTo>
                    <a:pt x="288161" y="282493"/>
                  </a:lnTo>
                  <a:lnTo>
                    <a:pt x="291758" y="278597"/>
                  </a:lnTo>
                  <a:lnTo>
                    <a:pt x="295230" y="274590"/>
                  </a:lnTo>
                  <a:lnTo>
                    <a:pt x="298573" y="270475"/>
                  </a:lnTo>
                  <a:lnTo>
                    <a:pt x="301784" y="266255"/>
                  </a:lnTo>
                  <a:lnTo>
                    <a:pt x="304859" y="261936"/>
                  </a:lnTo>
                  <a:lnTo>
                    <a:pt x="307796" y="257522"/>
                  </a:lnTo>
                  <a:lnTo>
                    <a:pt x="310592" y="253017"/>
                  </a:lnTo>
                  <a:lnTo>
                    <a:pt x="313243" y="248425"/>
                  </a:lnTo>
                  <a:lnTo>
                    <a:pt x="315747" y="243752"/>
                  </a:lnTo>
                  <a:lnTo>
                    <a:pt x="318102" y="239001"/>
                  </a:lnTo>
                  <a:lnTo>
                    <a:pt x="320305" y="234178"/>
                  </a:lnTo>
                  <a:lnTo>
                    <a:pt x="322354" y="229288"/>
                  </a:lnTo>
                  <a:lnTo>
                    <a:pt x="324247" y="224335"/>
                  </a:lnTo>
                  <a:lnTo>
                    <a:pt x="325981" y="219325"/>
                  </a:lnTo>
                  <a:lnTo>
                    <a:pt x="327556" y="214262"/>
                  </a:lnTo>
                  <a:lnTo>
                    <a:pt x="328970" y="209152"/>
                  </a:lnTo>
                  <a:lnTo>
                    <a:pt x="330221" y="203999"/>
                  </a:lnTo>
                  <a:lnTo>
                    <a:pt x="331308" y="198810"/>
                  </a:lnTo>
                  <a:lnTo>
                    <a:pt x="332229" y="193589"/>
                  </a:lnTo>
                  <a:lnTo>
                    <a:pt x="332985" y="188341"/>
                  </a:lnTo>
                  <a:lnTo>
                    <a:pt x="333574" y="183071"/>
                  </a:lnTo>
                  <a:lnTo>
                    <a:pt x="333995" y="177786"/>
                  </a:lnTo>
                  <a:lnTo>
                    <a:pt x="334249" y="172490"/>
                  </a:lnTo>
                  <a:lnTo>
                    <a:pt x="334334" y="167188"/>
                  </a:lnTo>
                  <a:lnTo>
                    <a:pt x="334252" y="161887"/>
                  </a:lnTo>
                  <a:lnTo>
                    <a:pt x="334001" y="156591"/>
                  </a:lnTo>
                  <a:lnTo>
                    <a:pt x="333582" y="151305"/>
                  </a:lnTo>
                  <a:lnTo>
                    <a:pt x="332996" y="146036"/>
                  </a:lnTo>
                  <a:lnTo>
                    <a:pt x="332244" y="140787"/>
                  </a:lnTo>
                  <a:lnTo>
                    <a:pt x="331325" y="135565"/>
                  </a:lnTo>
                  <a:lnTo>
                    <a:pt x="330241" y="130375"/>
                  </a:lnTo>
                  <a:lnTo>
                    <a:pt x="328993" y="125222"/>
                  </a:lnTo>
                  <a:lnTo>
                    <a:pt x="327582" y="120111"/>
                  </a:lnTo>
                  <a:lnTo>
                    <a:pt x="326009" y="115047"/>
                  </a:lnTo>
                  <a:lnTo>
                    <a:pt x="324277" y="110036"/>
                  </a:lnTo>
                  <a:lnTo>
                    <a:pt x="322387" y="105082"/>
                  </a:lnTo>
                  <a:lnTo>
                    <a:pt x="320341" y="100191"/>
                  </a:lnTo>
                  <a:lnTo>
                    <a:pt x="318141" y="95367"/>
                  </a:lnTo>
                  <a:lnTo>
                    <a:pt x="315789" y="90615"/>
                  </a:lnTo>
                  <a:lnTo>
                    <a:pt x="313287" y="85940"/>
                  </a:lnTo>
                  <a:lnTo>
                    <a:pt x="310638" y="81347"/>
                  </a:lnTo>
                  <a:lnTo>
                    <a:pt x="307845" y="76840"/>
                  </a:lnTo>
                  <a:lnTo>
                    <a:pt x="304910" y="72424"/>
                  </a:lnTo>
                  <a:lnTo>
                    <a:pt x="301837" y="68104"/>
                  </a:lnTo>
                  <a:lnTo>
                    <a:pt x="298629" y="63883"/>
                  </a:lnTo>
                  <a:lnTo>
                    <a:pt x="295288" y="59766"/>
                  </a:lnTo>
                  <a:lnTo>
                    <a:pt x="291818" y="55756"/>
                  </a:lnTo>
                  <a:lnTo>
                    <a:pt x="288223" y="51859"/>
                  </a:lnTo>
                  <a:lnTo>
                    <a:pt x="284506" y="48078"/>
                  </a:lnTo>
                  <a:lnTo>
                    <a:pt x="280671" y="44417"/>
                  </a:lnTo>
                  <a:lnTo>
                    <a:pt x="276722" y="40879"/>
                  </a:lnTo>
                  <a:lnTo>
                    <a:pt x="272662" y="37468"/>
                  </a:lnTo>
                  <a:lnTo>
                    <a:pt x="268497" y="34188"/>
                  </a:lnTo>
                  <a:lnTo>
                    <a:pt x="264230" y="31041"/>
                  </a:lnTo>
                  <a:lnTo>
                    <a:pt x="259864" y="28031"/>
                  </a:lnTo>
                  <a:lnTo>
                    <a:pt x="255406" y="25162"/>
                  </a:lnTo>
                  <a:lnTo>
                    <a:pt x="250859" y="22435"/>
                  </a:lnTo>
                  <a:lnTo>
                    <a:pt x="246228" y="19853"/>
                  </a:lnTo>
                  <a:lnTo>
                    <a:pt x="241517" y="17420"/>
                  </a:lnTo>
                  <a:lnTo>
                    <a:pt x="236731" y="15137"/>
                  </a:lnTo>
                  <a:lnTo>
                    <a:pt x="231876" y="13008"/>
                  </a:lnTo>
                  <a:lnTo>
                    <a:pt x="226955" y="11033"/>
                  </a:lnTo>
                  <a:lnTo>
                    <a:pt x="221974" y="9216"/>
                  </a:lnTo>
                  <a:lnTo>
                    <a:pt x="216938" y="7557"/>
                  </a:lnTo>
                  <a:lnTo>
                    <a:pt x="211852" y="6059"/>
                  </a:lnTo>
                  <a:lnTo>
                    <a:pt x="206721" y="4723"/>
                  </a:lnTo>
                  <a:lnTo>
                    <a:pt x="201550" y="3550"/>
                  </a:lnTo>
                  <a:lnTo>
                    <a:pt x="196345" y="2542"/>
                  </a:lnTo>
                  <a:lnTo>
                    <a:pt x="191110" y="1699"/>
                  </a:lnTo>
                  <a:lnTo>
                    <a:pt x="185851" y="1023"/>
                  </a:lnTo>
                  <a:lnTo>
                    <a:pt x="180574" y="514"/>
                  </a:lnTo>
                  <a:lnTo>
                    <a:pt x="175282" y="173"/>
                  </a:lnTo>
                  <a:lnTo>
                    <a:pt x="169983" y="0"/>
                  </a:lnTo>
                  <a:lnTo>
                    <a:pt x="167167" y="1671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83779" y="3170392"/>
              <a:ext cx="2816" cy="167167"/>
            </a:xfrm>
            <a:custGeom>
              <a:avLst/>
              <a:pathLst>
                <a:path w="2816" h="167167">
                  <a:moveTo>
                    <a:pt x="2816" y="2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2953" y="2633064"/>
              <a:ext cx="36058" cy="167167"/>
            </a:xfrm>
            <a:custGeom>
              <a:avLst/>
              <a:pathLst>
                <a:path w="36058" h="167167">
                  <a:moveTo>
                    <a:pt x="36058" y="0"/>
                  </a:moveTo>
                  <a:lnTo>
                    <a:pt x="28791" y="158"/>
                  </a:lnTo>
                  <a:lnTo>
                    <a:pt x="21538" y="631"/>
                  </a:lnTo>
                  <a:lnTo>
                    <a:pt x="14313" y="1420"/>
                  </a:lnTo>
                  <a:lnTo>
                    <a:pt x="7129" y="2522"/>
                  </a:lnTo>
                  <a:lnTo>
                    <a:pt x="0" y="3935"/>
                  </a:lnTo>
                  <a:lnTo>
                    <a:pt x="3605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2953" y="2636999"/>
              <a:ext cx="36058" cy="163232"/>
            </a:xfrm>
            <a:custGeom>
              <a:avLst/>
              <a:pathLst>
                <a:path w="36058" h="163232">
                  <a:moveTo>
                    <a:pt x="0" y="0"/>
                  </a:moveTo>
                  <a:lnTo>
                    <a:pt x="36058" y="16323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2953" y="2636999"/>
              <a:ext cx="36058" cy="163232"/>
            </a:xfrm>
            <a:custGeom>
              <a:avLst/>
              <a:pathLst>
                <a:path w="36058" h="163232">
                  <a:moveTo>
                    <a:pt x="0" y="0"/>
                  </a:moveTo>
                  <a:lnTo>
                    <a:pt x="36058" y="16323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2953" y="2636999"/>
              <a:ext cx="36058" cy="163232"/>
            </a:xfrm>
            <a:custGeom>
              <a:avLst/>
              <a:pathLst>
                <a:path w="36058" h="163232">
                  <a:moveTo>
                    <a:pt x="0" y="0"/>
                  </a:moveTo>
                  <a:lnTo>
                    <a:pt x="36058" y="1632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2953" y="2636999"/>
              <a:ext cx="36058" cy="163232"/>
            </a:xfrm>
            <a:custGeom>
              <a:avLst/>
              <a:pathLst>
                <a:path w="36058" h="163232">
                  <a:moveTo>
                    <a:pt x="0" y="0"/>
                  </a:moveTo>
                  <a:lnTo>
                    <a:pt x="36058" y="1632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2953" y="2636999"/>
              <a:ext cx="36058" cy="163232"/>
            </a:xfrm>
            <a:custGeom>
              <a:avLst/>
              <a:pathLst>
                <a:path w="36058" h="163232">
                  <a:moveTo>
                    <a:pt x="0" y="0"/>
                  </a:moveTo>
                  <a:lnTo>
                    <a:pt x="36058" y="1632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2953" y="2636999"/>
              <a:ext cx="36058" cy="163232"/>
            </a:xfrm>
            <a:custGeom>
              <a:avLst/>
              <a:pathLst>
                <a:path w="36058" h="163232">
                  <a:moveTo>
                    <a:pt x="0" y="0"/>
                  </a:moveTo>
                  <a:lnTo>
                    <a:pt x="36058" y="1632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2953" y="2636999"/>
              <a:ext cx="36058" cy="163232"/>
            </a:xfrm>
            <a:custGeom>
              <a:avLst/>
              <a:pathLst>
                <a:path w="36058" h="163232">
                  <a:moveTo>
                    <a:pt x="0" y="0"/>
                  </a:moveTo>
                  <a:lnTo>
                    <a:pt x="36058" y="1632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2953" y="2636999"/>
              <a:ext cx="36058" cy="163232"/>
            </a:xfrm>
            <a:custGeom>
              <a:avLst/>
              <a:pathLst>
                <a:path w="36058" h="163232">
                  <a:moveTo>
                    <a:pt x="0" y="0"/>
                  </a:moveTo>
                  <a:lnTo>
                    <a:pt x="36058" y="1632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2953" y="2636999"/>
              <a:ext cx="36058" cy="163232"/>
            </a:xfrm>
            <a:custGeom>
              <a:avLst/>
              <a:pathLst>
                <a:path w="36058" h="163232">
                  <a:moveTo>
                    <a:pt x="0" y="0"/>
                  </a:moveTo>
                  <a:lnTo>
                    <a:pt x="36058" y="1632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2953" y="2636999"/>
              <a:ext cx="36058" cy="163232"/>
            </a:xfrm>
            <a:custGeom>
              <a:avLst/>
              <a:pathLst>
                <a:path w="36058" h="163232">
                  <a:moveTo>
                    <a:pt x="0" y="0"/>
                  </a:moveTo>
                  <a:lnTo>
                    <a:pt x="36058" y="1632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2953" y="2636999"/>
              <a:ext cx="36058" cy="163232"/>
            </a:xfrm>
            <a:custGeom>
              <a:avLst/>
              <a:pathLst>
                <a:path w="36058" h="163232">
                  <a:moveTo>
                    <a:pt x="0" y="0"/>
                  </a:moveTo>
                  <a:lnTo>
                    <a:pt x="36058" y="1632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2953" y="2636999"/>
              <a:ext cx="36058" cy="163232"/>
            </a:xfrm>
            <a:custGeom>
              <a:avLst/>
              <a:pathLst>
                <a:path w="36058" h="163232">
                  <a:moveTo>
                    <a:pt x="0" y="0"/>
                  </a:moveTo>
                  <a:lnTo>
                    <a:pt x="36058" y="1632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2953" y="2636999"/>
              <a:ext cx="36058" cy="163232"/>
            </a:xfrm>
            <a:custGeom>
              <a:avLst/>
              <a:pathLst>
                <a:path w="36058" h="163232">
                  <a:moveTo>
                    <a:pt x="0" y="0"/>
                  </a:moveTo>
                  <a:lnTo>
                    <a:pt x="36058" y="1632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2953" y="2636999"/>
              <a:ext cx="36058" cy="163232"/>
            </a:xfrm>
            <a:custGeom>
              <a:avLst/>
              <a:pathLst>
                <a:path w="36058" h="163232">
                  <a:moveTo>
                    <a:pt x="0" y="0"/>
                  </a:moveTo>
                  <a:lnTo>
                    <a:pt x="36058" y="1632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2953" y="2636999"/>
              <a:ext cx="36058" cy="163232"/>
            </a:xfrm>
            <a:custGeom>
              <a:avLst/>
              <a:pathLst>
                <a:path w="36058" h="163232">
                  <a:moveTo>
                    <a:pt x="0" y="0"/>
                  </a:moveTo>
                  <a:lnTo>
                    <a:pt x="36058" y="1632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2953" y="2636999"/>
              <a:ext cx="36058" cy="163232"/>
            </a:xfrm>
            <a:custGeom>
              <a:avLst/>
              <a:pathLst>
                <a:path w="36058" h="163232">
                  <a:moveTo>
                    <a:pt x="0" y="0"/>
                  </a:moveTo>
                  <a:lnTo>
                    <a:pt x="36058" y="1632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2953" y="2636999"/>
              <a:ext cx="36058" cy="163232"/>
            </a:xfrm>
            <a:custGeom>
              <a:avLst/>
              <a:pathLst>
                <a:path w="36058" h="163232">
                  <a:moveTo>
                    <a:pt x="0" y="0"/>
                  </a:moveTo>
                  <a:lnTo>
                    <a:pt x="36058" y="1632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2953" y="2636999"/>
              <a:ext cx="36058" cy="163232"/>
            </a:xfrm>
            <a:custGeom>
              <a:avLst/>
              <a:pathLst>
                <a:path w="36058" h="163232">
                  <a:moveTo>
                    <a:pt x="0" y="0"/>
                  </a:moveTo>
                  <a:lnTo>
                    <a:pt x="36058" y="1632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2953" y="2636999"/>
              <a:ext cx="36058" cy="163232"/>
            </a:xfrm>
            <a:custGeom>
              <a:avLst/>
              <a:pathLst>
                <a:path w="36058" h="163232">
                  <a:moveTo>
                    <a:pt x="0" y="0"/>
                  </a:moveTo>
                  <a:lnTo>
                    <a:pt x="36058" y="163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2953" y="2636999"/>
              <a:ext cx="36058" cy="163232"/>
            </a:xfrm>
            <a:custGeom>
              <a:avLst/>
              <a:pathLst>
                <a:path w="36058" h="163232">
                  <a:moveTo>
                    <a:pt x="0" y="0"/>
                  </a:moveTo>
                  <a:lnTo>
                    <a:pt x="36058" y="163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2953" y="2636999"/>
              <a:ext cx="36058" cy="163232"/>
            </a:xfrm>
            <a:custGeom>
              <a:avLst/>
              <a:pathLst>
                <a:path w="36058" h="163232">
                  <a:moveTo>
                    <a:pt x="0" y="0"/>
                  </a:moveTo>
                  <a:lnTo>
                    <a:pt x="36058" y="163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2953" y="2636999"/>
              <a:ext cx="36058" cy="163232"/>
            </a:xfrm>
            <a:custGeom>
              <a:avLst/>
              <a:pathLst>
                <a:path w="36058" h="163232">
                  <a:moveTo>
                    <a:pt x="0" y="0"/>
                  </a:moveTo>
                  <a:lnTo>
                    <a:pt x="36058" y="163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2953" y="2636999"/>
              <a:ext cx="36058" cy="163232"/>
            </a:xfrm>
            <a:custGeom>
              <a:avLst/>
              <a:pathLst>
                <a:path w="36058" h="163232">
                  <a:moveTo>
                    <a:pt x="0" y="0"/>
                  </a:moveTo>
                  <a:lnTo>
                    <a:pt x="36058" y="1632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82953" y="2636999"/>
              <a:ext cx="36058" cy="163232"/>
            </a:xfrm>
            <a:custGeom>
              <a:avLst/>
              <a:pathLst>
                <a:path w="36058" h="163232">
                  <a:moveTo>
                    <a:pt x="0" y="0"/>
                  </a:moveTo>
                  <a:lnTo>
                    <a:pt x="36058" y="1632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51855" y="2636999"/>
              <a:ext cx="334310" cy="330398"/>
            </a:xfrm>
            <a:custGeom>
              <a:avLst/>
              <a:pathLst>
                <a:path w="334310" h="330398">
                  <a:moveTo>
                    <a:pt x="131098" y="0"/>
                  </a:moveTo>
                  <a:lnTo>
                    <a:pt x="125935" y="1226"/>
                  </a:lnTo>
                  <a:lnTo>
                    <a:pt x="120814" y="2616"/>
                  </a:lnTo>
                  <a:lnTo>
                    <a:pt x="115740" y="4168"/>
                  </a:lnTo>
                  <a:lnTo>
                    <a:pt x="110718" y="5880"/>
                  </a:lnTo>
                  <a:lnTo>
                    <a:pt x="105752" y="7750"/>
                  </a:lnTo>
                  <a:lnTo>
                    <a:pt x="100849" y="9777"/>
                  </a:lnTo>
                  <a:lnTo>
                    <a:pt x="96012" y="11959"/>
                  </a:lnTo>
                  <a:lnTo>
                    <a:pt x="91247" y="14293"/>
                  </a:lnTo>
                  <a:lnTo>
                    <a:pt x="86558" y="16777"/>
                  </a:lnTo>
                  <a:lnTo>
                    <a:pt x="81950" y="19409"/>
                  </a:lnTo>
                  <a:lnTo>
                    <a:pt x="77429" y="22186"/>
                  </a:lnTo>
                  <a:lnTo>
                    <a:pt x="72997" y="25104"/>
                  </a:lnTo>
                  <a:lnTo>
                    <a:pt x="68661" y="28162"/>
                  </a:lnTo>
                  <a:lnTo>
                    <a:pt x="64424" y="31356"/>
                  </a:lnTo>
                  <a:lnTo>
                    <a:pt x="60290" y="34683"/>
                  </a:lnTo>
                  <a:lnTo>
                    <a:pt x="56264" y="38140"/>
                  </a:lnTo>
                  <a:lnTo>
                    <a:pt x="52350" y="41722"/>
                  </a:lnTo>
                  <a:lnTo>
                    <a:pt x="48551" y="45427"/>
                  </a:lnTo>
                  <a:lnTo>
                    <a:pt x="44872" y="49250"/>
                  </a:lnTo>
                  <a:lnTo>
                    <a:pt x="41317" y="53189"/>
                  </a:lnTo>
                  <a:lnTo>
                    <a:pt x="37887" y="57238"/>
                  </a:lnTo>
                  <a:lnTo>
                    <a:pt x="34589" y="61394"/>
                  </a:lnTo>
                  <a:lnTo>
                    <a:pt x="31423" y="65653"/>
                  </a:lnTo>
                  <a:lnTo>
                    <a:pt x="28395" y="70010"/>
                  </a:lnTo>
                  <a:lnTo>
                    <a:pt x="25506" y="74461"/>
                  </a:lnTo>
                  <a:lnTo>
                    <a:pt x="22760" y="79001"/>
                  </a:lnTo>
                  <a:lnTo>
                    <a:pt x="20159" y="83626"/>
                  </a:lnTo>
                  <a:lnTo>
                    <a:pt x="17707" y="88332"/>
                  </a:lnTo>
                  <a:lnTo>
                    <a:pt x="15405" y="93112"/>
                  </a:lnTo>
                  <a:lnTo>
                    <a:pt x="13256" y="97964"/>
                  </a:lnTo>
                  <a:lnTo>
                    <a:pt x="11262" y="102881"/>
                  </a:lnTo>
                  <a:lnTo>
                    <a:pt x="9425" y="107859"/>
                  </a:lnTo>
                  <a:lnTo>
                    <a:pt x="7748" y="112893"/>
                  </a:lnTo>
                  <a:lnTo>
                    <a:pt x="6230" y="117978"/>
                  </a:lnTo>
                  <a:lnTo>
                    <a:pt x="4875" y="123108"/>
                  </a:lnTo>
                  <a:lnTo>
                    <a:pt x="3683" y="128278"/>
                  </a:lnTo>
                  <a:lnTo>
                    <a:pt x="2656" y="133484"/>
                  </a:lnTo>
                  <a:lnTo>
                    <a:pt x="1795" y="138720"/>
                  </a:lnTo>
                  <a:lnTo>
                    <a:pt x="1101" y="143981"/>
                  </a:lnTo>
                  <a:lnTo>
                    <a:pt x="573" y="149260"/>
                  </a:lnTo>
                  <a:lnTo>
                    <a:pt x="214" y="154554"/>
                  </a:lnTo>
                  <a:lnTo>
                    <a:pt x="22" y="159857"/>
                  </a:lnTo>
                  <a:lnTo>
                    <a:pt x="0" y="165163"/>
                  </a:lnTo>
                  <a:lnTo>
                    <a:pt x="145" y="170467"/>
                  </a:lnTo>
                  <a:lnTo>
                    <a:pt x="459" y="175764"/>
                  </a:lnTo>
                  <a:lnTo>
                    <a:pt x="941" y="181048"/>
                  </a:lnTo>
                  <a:lnTo>
                    <a:pt x="1590" y="186315"/>
                  </a:lnTo>
                  <a:lnTo>
                    <a:pt x="2406" y="191558"/>
                  </a:lnTo>
                  <a:lnTo>
                    <a:pt x="3388" y="196772"/>
                  </a:lnTo>
                  <a:lnTo>
                    <a:pt x="4535" y="201953"/>
                  </a:lnTo>
                  <a:lnTo>
                    <a:pt x="5846" y="207095"/>
                  </a:lnTo>
                  <a:lnTo>
                    <a:pt x="7319" y="212192"/>
                  </a:lnTo>
                  <a:lnTo>
                    <a:pt x="8953" y="217240"/>
                  </a:lnTo>
                  <a:lnTo>
                    <a:pt x="10747" y="222234"/>
                  </a:lnTo>
                  <a:lnTo>
                    <a:pt x="12698" y="227168"/>
                  </a:lnTo>
                  <a:lnTo>
                    <a:pt x="14805" y="232038"/>
                  </a:lnTo>
                  <a:lnTo>
                    <a:pt x="17066" y="236839"/>
                  </a:lnTo>
                  <a:lnTo>
                    <a:pt x="19478" y="241565"/>
                  </a:lnTo>
                  <a:lnTo>
                    <a:pt x="22038" y="246213"/>
                  </a:lnTo>
                  <a:lnTo>
                    <a:pt x="24745" y="250776"/>
                  </a:lnTo>
                  <a:lnTo>
                    <a:pt x="27595" y="255252"/>
                  </a:lnTo>
                  <a:lnTo>
                    <a:pt x="30586" y="259635"/>
                  </a:lnTo>
                  <a:lnTo>
                    <a:pt x="33714" y="263921"/>
                  </a:lnTo>
                  <a:lnTo>
                    <a:pt x="36977" y="268105"/>
                  </a:lnTo>
                  <a:lnTo>
                    <a:pt x="40371" y="272184"/>
                  </a:lnTo>
                  <a:lnTo>
                    <a:pt x="43893" y="276153"/>
                  </a:lnTo>
                  <a:lnTo>
                    <a:pt x="47539" y="280008"/>
                  </a:lnTo>
                  <a:lnTo>
                    <a:pt x="51305" y="283746"/>
                  </a:lnTo>
                  <a:lnTo>
                    <a:pt x="55188" y="287362"/>
                  </a:lnTo>
                  <a:lnTo>
                    <a:pt x="59184" y="290853"/>
                  </a:lnTo>
                  <a:lnTo>
                    <a:pt x="63289" y="294215"/>
                  </a:lnTo>
                  <a:lnTo>
                    <a:pt x="67498" y="297446"/>
                  </a:lnTo>
                  <a:lnTo>
                    <a:pt x="71808" y="300541"/>
                  </a:lnTo>
                  <a:lnTo>
                    <a:pt x="76214" y="303498"/>
                  </a:lnTo>
                  <a:lnTo>
                    <a:pt x="80712" y="306313"/>
                  </a:lnTo>
                  <a:lnTo>
                    <a:pt x="85296" y="308985"/>
                  </a:lnTo>
                  <a:lnTo>
                    <a:pt x="89963" y="311509"/>
                  </a:lnTo>
                  <a:lnTo>
                    <a:pt x="94708" y="313885"/>
                  </a:lnTo>
                  <a:lnTo>
                    <a:pt x="99526" y="316108"/>
                  </a:lnTo>
                  <a:lnTo>
                    <a:pt x="104412" y="318177"/>
                  </a:lnTo>
                  <a:lnTo>
                    <a:pt x="109361" y="320091"/>
                  </a:lnTo>
                  <a:lnTo>
                    <a:pt x="114369" y="321846"/>
                  </a:lnTo>
                  <a:lnTo>
                    <a:pt x="119429" y="323441"/>
                  </a:lnTo>
                  <a:lnTo>
                    <a:pt x="124538" y="324875"/>
                  </a:lnTo>
                  <a:lnTo>
                    <a:pt x="129690" y="326147"/>
                  </a:lnTo>
                  <a:lnTo>
                    <a:pt x="134879" y="327254"/>
                  </a:lnTo>
                  <a:lnTo>
                    <a:pt x="140101" y="328195"/>
                  </a:lnTo>
                  <a:lnTo>
                    <a:pt x="145350" y="328971"/>
                  </a:lnTo>
                  <a:lnTo>
                    <a:pt x="150621" y="329579"/>
                  </a:lnTo>
                  <a:lnTo>
                    <a:pt x="155909" y="330020"/>
                  </a:lnTo>
                  <a:lnTo>
                    <a:pt x="161208" y="330293"/>
                  </a:lnTo>
                  <a:lnTo>
                    <a:pt x="166513" y="330398"/>
                  </a:lnTo>
                  <a:lnTo>
                    <a:pt x="171819" y="330334"/>
                  </a:lnTo>
                  <a:lnTo>
                    <a:pt x="177120" y="330102"/>
                  </a:lnTo>
                  <a:lnTo>
                    <a:pt x="182411" y="329702"/>
                  </a:lnTo>
                  <a:lnTo>
                    <a:pt x="187687" y="329134"/>
                  </a:lnTo>
                  <a:lnTo>
                    <a:pt x="192942" y="328398"/>
                  </a:lnTo>
                  <a:lnTo>
                    <a:pt x="198171" y="327497"/>
                  </a:lnTo>
                  <a:lnTo>
                    <a:pt x="203368" y="326430"/>
                  </a:lnTo>
                  <a:lnTo>
                    <a:pt x="208530" y="325198"/>
                  </a:lnTo>
                  <a:lnTo>
                    <a:pt x="213649" y="323804"/>
                  </a:lnTo>
                  <a:lnTo>
                    <a:pt x="218722" y="322247"/>
                  </a:lnTo>
                  <a:lnTo>
                    <a:pt x="223743" y="320530"/>
                  </a:lnTo>
                  <a:lnTo>
                    <a:pt x="228706" y="318655"/>
                  </a:lnTo>
                  <a:lnTo>
                    <a:pt x="233608" y="316624"/>
                  </a:lnTo>
                  <a:lnTo>
                    <a:pt x="238443" y="314437"/>
                  </a:lnTo>
                  <a:lnTo>
                    <a:pt x="243206" y="312099"/>
                  </a:lnTo>
                  <a:lnTo>
                    <a:pt x="247892" y="309610"/>
                  </a:lnTo>
                  <a:lnTo>
                    <a:pt x="252497" y="306974"/>
                  </a:lnTo>
                  <a:lnTo>
                    <a:pt x="257016" y="304193"/>
                  </a:lnTo>
                  <a:lnTo>
                    <a:pt x="261445" y="301270"/>
                  </a:lnTo>
                  <a:lnTo>
                    <a:pt x="265778" y="298208"/>
                  </a:lnTo>
                  <a:lnTo>
                    <a:pt x="270012" y="295010"/>
                  </a:lnTo>
                  <a:lnTo>
                    <a:pt x="274143" y="291679"/>
                  </a:lnTo>
                  <a:lnTo>
                    <a:pt x="278166" y="288219"/>
                  </a:lnTo>
                  <a:lnTo>
                    <a:pt x="282076" y="284633"/>
                  </a:lnTo>
                  <a:lnTo>
                    <a:pt x="285872" y="280924"/>
                  </a:lnTo>
                  <a:lnTo>
                    <a:pt x="289547" y="277097"/>
                  </a:lnTo>
                  <a:lnTo>
                    <a:pt x="293099" y="273155"/>
                  </a:lnTo>
                  <a:lnTo>
                    <a:pt x="296524" y="269103"/>
                  </a:lnTo>
                  <a:lnTo>
                    <a:pt x="299819" y="264944"/>
                  </a:lnTo>
                  <a:lnTo>
                    <a:pt x="302981" y="260682"/>
                  </a:lnTo>
                  <a:lnTo>
                    <a:pt x="306005" y="256322"/>
                  </a:lnTo>
                  <a:lnTo>
                    <a:pt x="308889" y="251869"/>
                  </a:lnTo>
                  <a:lnTo>
                    <a:pt x="311631" y="247326"/>
                  </a:lnTo>
                  <a:lnTo>
                    <a:pt x="314227" y="242698"/>
                  </a:lnTo>
                  <a:lnTo>
                    <a:pt x="316675" y="237990"/>
                  </a:lnTo>
                  <a:lnTo>
                    <a:pt x="318973" y="233207"/>
                  </a:lnTo>
                  <a:lnTo>
                    <a:pt x="321117" y="228354"/>
                  </a:lnTo>
                  <a:lnTo>
                    <a:pt x="323106" y="223435"/>
                  </a:lnTo>
                  <a:lnTo>
                    <a:pt x="324938" y="218455"/>
                  </a:lnTo>
                  <a:lnTo>
                    <a:pt x="326612" y="213419"/>
                  </a:lnTo>
                  <a:lnTo>
                    <a:pt x="328124" y="208333"/>
                  </a:lnTo>
                  <a:lnTo>
                    <a:pt x="329474" y="203202"/>
                  </a:lnTo>
                  <a:lnTo>
                    <a:pt x="330661" y="198030"/>
                  </a:lnTo>
                  <a:lnTo>
                    <a:pt x="331683" y="192824"/>
                  </a:lnTo>
                  <a:lnTo>
                    <a:pt x="332540" y="187587"/>
                  </a:lnTo>
                  <a:lnTo>
                    <a:pt x="333229" y="182326"/>
                  </a:lnTo>
                  <a:lnTo>
                    <a:pt x="333752" y="177045"/>
                  </a:lnTo>
                  <a:lnTo>
                    <a:pt x="334106" y="171751"/>
                  </a:lnTo>
                  <a:lnTo>
                    <a:pt x="334292" y="166448"/>
                  </a:lnTo>
                  <a:lnTo>
                    <a:pt x="334310" y="161142"/>
                  </a:lnTo>
                  <a:lnTo>
                    <a:pt x="334160" y="155838"/>
                  </a:lnTo>
                  <a:lnTo>
                    <a:pt x="333841" y="150542"/>
                  </a:lnTo>
                  <a:lnTo>
                    <a:pt x="333354" y="145258"/>
                  </a:lnTo>
                  <a:lnTo>
                    <a:pt x="332700" y="139992"/>
                  </a:lnTo>
                  <a:lnTo>
                    <a:pt x="331879" y="134750"/>
                  </a:lnTo>
                  <a:lnTo>
                    <a:pt x="330892" y="129536"/>
                  </a:lnTo>
                  <a:lnTo>
                    <a:pt x="329740" y="124357"/>
                  </a:lnTo>
                  <a:lnTo>
                    <a:pt x="328424" y="119216"/>
                  </a:lnTo>
                  <a:lnTo>
                    <a:pt x="326946" y="114120"/>
                  </a:lnTo>
                  <a:lnTo>
                    <a:pt x="325307" y="109074"/>
                  </a:lnTo>
                  <a:lnTo>
                    <a:pt x="323509" y="104082"/>
                  </a:lnTo>
                  <a:lnTo>
                    <a:pt x="321553" y="99149"/>
                  </a:lnTo>
                  <a:lnTo>
                    <a:pt x="319441" y="94281"/>
                  </a:lnTo>
                  <a:lnTo>
                    <a:pt x="317176" y="89483"/>
                  </a:lnTo>
                  <a:lnTo>
                    <a:pt x="314760" y="84759"/>
                  </a:lnTo>
                  <a:lnTo>
                    <a:pt x="312195" y="80114"/>
                  </a:lnTo>
                  <a:lnTo>
                    <a:pt x="309484" y="75552"/>
                  </a:lnTo>
                  <a:lnTo>
                    <a:pt x="306629" y="71079"/>
                  </a:lnTo>
                  <a:lnTo>
                    <a:pt x="303634" y="66699"/>
                  </a:lnTo>
                  <a:lnTo>
                    <a:pt x="300502" y="62416"/>
                  </a:lnTo>
                  <a:lnTo>
                    <a:pt x="297235" y="58235"/>
                  </a:lnTo>
                  <a:lnTo>
                    <a:pt x="293837" y="54160"/>
                  </a:lnTo>
                  <a:lnTo>
                    <a:pt x="290312" y="50194"/>
                  </a:lnTo>
                  <a:lnTo>
                    <a:pt x="286662" y="46342"/>
                  </a:lnTo>
                  <a:lnTo>
                    <a:pt x="282892" y="42608"/>
                  </a:lnTo>
                  <a:lnTo>
                    <a:pt x="279006" y="38996"/>
                  </a:lnTo>
                  <a:lnTo>
                    <a:pt x="275006" y="35509"/>
                  </a:lnTo>
                  <a:lnTo>
                    <a:pt x="270899" y="32150"/>
                  </a:lnTo>
                  <a:lnTo>
                    <a:pt x="266686" y="28924"/>
                  </a:lnTo>
                  <a:lnTo>
                    <a:pt x="262373" y="25832"/>
                  </a:lnTo>
                  <a:lnTo>
                    <a:pt x="257965" y="22880"/>
                  </a:lnTo>
                  <a:lnTo>
                    <a:pt x="253464" y="20068"/>
                  </a:lnTo>
                  <a:lnTo>
                    <a:pt x="248877" y="17401"/>
                  </a:lnTo>
                  <a:lnTo>
                    <a:pt x="244208" y="14881"/>
                  </a:lnTo>
                  <a:lnTo>
                    <a:pt x="239461" y="12510"/>
                  </a:lnTo>
                  <a:lnTo>
                    <a:pt x="234641" y="10291"/>
                  </a:lnTo>
                  <a:lnTo>
                    <a:pt x="229753" y="8227"/>
                  </a:lnTo>
                  <a:lnTo>
                    <a:pt x="224802" y="6318"/>
                  </a:lnTo>
                  <a:lnTo>
                    <a:pt x="219793" y="4568"/>
                  </a:lnTo>
                  <a:lnTo>
                    <a:pt x="214731" y="2977"/>
                  </a:lnTo>
                  <a:lnTo>
                    <a:pt x="209621" y="1548"/>
                  </a:lnTo>
                  <a:lnTo>
                    <a:pt x="167156" y="1632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19011" y="2633064"/>
              <a:ext cx="42464" cy="167167"/>
            </a:xfrm>
            <a:custGeom>
              <a:avLst/>
              <a:pathLst>
                <a:path w="42464" h="167167">
                  <a:moveTo>
                    <a:pt x="42464" y="5483"/>
                  </a:moveTo>
                  <a:lnTo>
                    <a:pt x="36505" y="4034"/>
                  </a:lnTo>
                  <a:lnTo>
                    <a:pt x="30496" y="2805"/>
                  </a:lnTo>
                  <a:lnTo>
                    <a:pt x="24446" y="1797"/>
                  </a:lnTo>
                  <a:lnTo>
                    <a:pt x="18363" y="1011"/>
                  </a:lnTo>
                  <a:lnTo>
                    <a:pt x="12256" y="449"/>
                  </a:lnTo>
                  <a:lnTo>
                    <a:pt x="6132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493" y="2126963"/>
              <a:ext cx="6979" cy="167167"/>
            </a:xfrm>
            <a:custGeom>
              <a:avLst/>
              <a:pathLst>
                <a:path w="6979" h="167167">
                  <a:moveTo>
                    <a:pt x="6979" y="0"/>
                  </a:moveTo>
                  <a:lnTo>
                    <a:pt x="0" y="145"/>
                  </a:lnTo>
                  <a:lnTo>
                    <a:pt x="697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21493" y="2127109"/>
              <a:ext cx="6979" cy="167021"/>
            </a:xfrm>
            <a:custGeom>
              <a:avLst/>
              <a:pathLst>
                <a:path w="6979" h="167021">
                  <a:moveTo>
                    <a:pt x="0" y="0"/>
                  </a:moveTo>
                  <a:lnTo>
                    <a:pt x="6979" y="1670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561304" y="2127109"/>
              <a:ext cx="167167" cy="332644"/>
            </a:xfrm>
            <a:custGeom>
              <a:avLst/>
              <a:pathLst>
                <a:path w="167167" h="332644">
                  <a:moveTo>
                    <a:pt x="160188" y="0"/>
                  </a:moveTo>
                  <a:lnTo>
                    <a:pt x="154869" y="307"/>
                  </a:lnTo>
                  <a:lnTo>
                    <a:pt x="149564" y="783"/>
                  </a:lnTo>
                  <a:lnTo>
                    <a:pt x="144276" y="1428"/>
                  </a:lnTo>
                  <a:lnTo>
                    <a:pt x="139011" y="2242"/>
                  </a:lnTo>
                  <a:lnTo>
                    <a:pt x="133775" y="3223"/>
                  </a:lnTo>
                  <a:lnTo>
                    <a:pt x="128573" y="4370"/>
                  </a:lnTo>
                  <a:lnTo>
                    <a:pt x="123410" y="5682"/>
                  </a:lnTo>
                  <a:lnTo>
                    <a:pt x="118291" y="7158"/>
                  </a:lnTo>
                  <a:lnTo>
                    <a:pt x="113222" y="8797"/>
                  </a:lnTo>
                  <a:lnTo>
                    <a:pt x="108208" y="10596"/>
                  </a:lnTo>
                  <a:lnTo>
                    <a:pt x="103254" y="12554"/>
                  </a:lnTo>
                  <a:lnTo>
                    <a:pt x="98364" y="14669"/>
                  </a:lnTo>
                  <a:lnTo>
                    <a:pt x="93545" y="16939"/>
                  </a:lnTo>
                  <a:lnTo>
                    <a:pt x="88800" y="19361"/>
                  </a:lnTo>
                  <a:lnTo>
                    <a:pt x="84135" y="21933"/>
                  </a:lnTo>
                  <a:lnTo>
                    <a:pt x="79554" y="24652"/>
                  </a:lnTo>
                  <a:lnTo>
                    <a:pt x="75062" y="27516"/>
                  </a:lnTo>
                  <a:lnTo>
                    <a:pt x="70664" y="30522"/>
                  </a:lnTo>
                  <a:lnTo>
                    <a:pt x="66363" y="33666"/>
                  </a:lnTo>
                  <a:lnTo>
                    <a:pt x="62165" y="36946"/>
                  </a:lnTo>
                  <a:lnTo>
                    <a:pt x="58074" y="40357"/>
                  </a:lnTo>
                  <a:lnTo>
                    <a:pt x="54094" y="43898"/>
                  </a:lnTo>
                  <a:lnTo>
                    <a:pt x="50228" y="47563"/>
                  </a:lnTo>
                  <a:lnTo>
                    <a:pt x="46481" y="51350"/>
                  </a:lnTo>
                  <a:lnTo>
                    <a:pt x="42857" y="55254"/>
                  </a:lnTo>
                  <a:lnTo>
                    <a:pt x="39358" y="59272"/>
                  </a:lnTo>
                  <a:lnTo>
                    <a:pt x="35990" y="63399"/>
                  </a:lnTo>
                  <a:lnTo>
                    <a:pt x="32755" y="67631"/>
                  </a:lnTo>
                  <a:lnTo>
                    <a:pt x="29656" y="71965"/>
                  </a:lnTo>
                  <a:lnTo>
                    <a:pt x="26697" y="76394"/>
                  </a:lnTo>
                  <a:lnTo>
                    <a:pt x="23881" y="80916"/>
                  </a:lnTo>
                  <a:lnTo>
                    <a:pt x="21210" y="85525"/>
                  </a:lnTo>
                  <a:lnTo>
                    <a:pt x="18687" y="90218"/>
                  </a:lnTo>
                  <a:lnTo>
                    <a:pt x="16316" y="94988"/>
                  </a:lnTo>
                  <a:lnTo>
                    <a:pt x="14097" y="99831"/>
                  </a:lnTo>
                  <a:lnTo>
                    <a:pt x="12034" y="104742"/>
                  </a:lnTo>
                  <a:lnTo>
                    <a:pt x="10128" y="109717"/>
                  </a:lnTo>
                  <a:lnTo>
                    <a:pt x="8382" y="114750"/>
                  </a:lnTo>
                  <a:lnTo>
                    <a:pt x="6797" y="119836"/>
                  </a:lnTo>
                  <a:lnTo>
                    <a:pt x="5375" y="124970"/>
                  </a:lnTo>
                  <a:lnTo>
                    <a:pt x="4117" y="130146"/>
                  </a:lnTo>
                  <a:lnTo>
                    <a:pt x="3025" y="135360"/>
                  </a:lnTo>
                  <a:lnTo>
                    <a:pt x="2100" y="140606"/>
                  </a:lnTo>
                  <a:lnTo>
                    <a:pt x="1342" y="145879"/>
                  </a:lnTo>
                  <a:lnTo>
                    <a:pt x="752" y="151174"/>
                  </a:lnTo>
                  <a:lnTo>
                    <a:pt x="332" y="156484"/>
                  </a:lnTo>
                  <a:lnTo>
                    <a:pt x="81" y="161806"/>
                  </a:lnTo>
                  <a:lnTo>
                    <a:pt x="0" y="167132"/>
                  </a:lnTo>
                  <a:lnTo>
                    <a:pt x="88" y="172459"/>
                  </a:lnTo>
                  <a:lnTo>
                    <a:pt x="346" y="177780"/>
                  </a:lnTo>
                  <a:lnTo>
                    <a:pt x="774" y="183090"/>
                  </a:lnTo>
                  <a:lnTo>
                    <a:pt x="1370" y="188383"/>
                  </a:lnTo>
                  <a:lnTo>
                    <a:pt x="2135" y="193655"/>
                  </a:lnTo>
                  <a:lnTo>
                    <a:pt x="3067" y="198900"/>
                  </a:lnTo>
                  <a:lnTo>
                    <a:pt x="4166" y="204113"/>
                  </a:lnTo>
                  <a:lnTo>
                    <a:pt x="5431" y="209288"/>
                  </a:lnTo>
                  <a:lnTo>
                    <a:pt x="6860" y="214420"/>
                  </a:lnTo>
                  <a:lnTo>
                    <a:pt x="8452" y="219504"/>
                  </a:lnTo>
                  <a:lnTo>
                    <a:pt x="10204" y="224534"/>
                  </a:lnTo>
                  <a:lnTo>
                    <a:pt x="12117" y="229506"/>
                  </a:lnTo>
                  <a:lnTo>
                    <a:pt x="14186" y="234415"/>
                  </a:lnTo>
                  <a:lnTo>
                    <a:pt x="16412" y="239255"/>
                  </a:lnTo>
                  <a:lnTo>
                    <a:pt x="18790" y="244022"/>
                  </a:lnTo>
                  <a:lnTo>
                    <a:pt x="21319" y="248711"/>
                  </a:lnTo>
                  <a:lnTo>
                    <a:pt x="23996" y="253317"/>
                  </a:lnTo>
                  <a:lnTo>
                    <a:pt x="26818" y="257835"/>
                  </a:lnTo>
                  <a:lnTo>
                    <a:pt x="29783" y="262261"/>
                  </a:lnTo>
                  <a:lnTo>
                    <a:pt x="32887" y="266590"/>
                  </a:lnTo>
                  <a:lnTo>
                    <a:pt x="36128" y="270818"/>
                  </a:lnTo>
                  <a:lnTo>
                    <a:pt x="39502" y="274940"/>
                  </a:lnTo>
                  <a:lnTo>
                    <a:pt x="43005" y="278954"/>
                  </a:lnTo>
                  <a:lnTo>
                    <a:pt x="46635" y="282853"/>
                  </a:lnTo>
                  <a:lnTo>
                    <a:pt x="50387" y="286635"/>
                  </a:lnTo>
                  <a:lnTo>
                    <a:pt x="54257" y="290295"/>
                  </a:lnTo>
                  <a:lnTo>
                    <a:pt x="58243" y="293830"/>
                  </a:lnTo>
                  <a:lnTo>
                    <a:pt x="62339" y="297236"/>
                  </a:lnTo>
                  <a:lnTo>
                    <a:pt x="66541" y="300510"/>
                  </a:lnTo>
                  <a:lnTo>
                    <a:pt x="70845" y="303649"/>
                  </a:lnTo>
                  <a:lnTo>
                    <a:pt x="75248" y="306649"/>
                  </a:lnTo>
                  <a:lnTo>
                    <a:pt x="79743" y="309507"/>
                  </a:lnTo>
                  <a:lnTo>
                    <a:pt x="84328" y="312220"/>
                  </a:lnTo>
                  <a:lnTo>
                    <a:pt x="88996" y="314786"/>
                  </a:lnTo>
                  <a:lnTo>
                    <a:pt x="93744" y="317201"/>
                  </a:lnTo>
                  <a:lnTo>
                    <a:pt x="98567" y="319465"/>
                  </a:lnTo>
                  <a:lnTo>
                    <a:pt x="103459" y="321573"/>
                  </a:lnTo>
                  <a:lnTo>
                    <a:pt x="108416" y="323524"/>
                  </a:lnTo>
                  <a:lnTo>
                    <a:pt x="113433" y="325317"/>
                  </a:lnTo>
                  <a:lnTo>
                    <a:pt x="118504" y="326949"/>
                  </a:lnTo>
                  <a:lnTo>
                    <a:pt x="123624" y="328418"/>
                  </a:lnTo>
                  <a:lnTo>
                    <a:pt x="128789" y="329724"/>
                  </a:lnTo>
                  <a:lnTo>
                    <a:pt x="133993" y="330864"/>
                  </a:lnTo>
                  <a:lnTo>
                    <a:pt x="139230" y="331838"/>
                  </a:lnTo>
                  <a:lnTo>
                    <a:pt x="144496" y="332644"/>
                  </a:lnTo>
                  <a:lnTo>
                    <a:pt x="167167" y="1670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05801" y="2126963"/>
              <a:ext cx="189827" cy="334328"/>
            </a:xfrm>
            <a:custGeom>
              <a:avLst/>
              <a:pathLst>
                <a:path w="189827" h="334328">
                  <a:moveTo>
                    <a:pt x="0" y="332790"/>
                  </a:moveTo>
                  <a:lnTo>
                    <a:pt x="5280" y="333427"/>
                  </a:lnTo>
                  <a:lnTo>
                    <a:pt x="10579" y="333897"/>
                  </a:lnTo>
                  <a:lnTo>
                    <a:pt x="15890" y="334197"/>
                  </a:lnTo>
                  <a:lnTo>
                    <a:pt x="21208" y="334328"/>
                  </a:lnTo>
                  <a:lnTo>
                    <a:pt x="26527" y="334290"/>
                  </a:lnTo>
                  <a:lnTo>
                    <a:pt x="31842" y="334083"/>
                  </a:lnTo>
                  <a:lnTo>
                    <a:pt x="37148" y="333706"/>
                  </a:lnTo>
                  <a:lnTo>
                    <a:pt x="42439" y="333161"/>
                  </a:lnTo>
                  <a:lnTo>
                    <a:pt x="47711" y="332448"/>
                  </a:lnTo>
                  <a:lnTo>
                    <a:pt x="52957" y="331568"/>
                  </a:lnTo>
                  <a:lnTo>
                    <a:pt x="58172" y="330521"/>
                  </a:lnTo>
                  <a:lnTo>
                    <a:pt x="63351" y="329309"/>
                  </a:lnTo>
                  <a:lnTo>
                    <a:pt x="68489" y="327933"/>
                  </a:lnTo>
                  <a:lnTo>
                    <a:pt x="73581" y="326393"/>
                  </a:lnTo>
                  <a:lnTo>
                    <a:pt x="78621" y="324693"/>
                  </a:lnTo>
                  <a:lnTo>
                    <a:pt x="83605" y="322833"/>
                  </a:lnTo>
                  <a:lnTo>
                    <a:pt x="88527" y="320816"/>
                  </a:lnTo>
                  <a:lnTo>
                    <a:pt x="93382" y="318642"/>
                  </a:lnTo>
                  <a:lnTo>
                    <a:pt x="98166" y="316316"/>
                  </a:lnTo>
                  <a:lnTo>
                    <a:pt x="102873" y="313838"/>
                  </a:lnTo>
                  <a:lnTo>
                    <a:pt x="107499" y="311212"/>
                  </a:lnTo>
                  <a:lnTo>
                    <a:pt x="112039" y="308441"/>
                  </a:lnTo>
                  <a:lnTo>
                    <a:pt x="116488" y="305526"/>
                  </a:lnTo>
                  <a:lnTo>
                    <a:pt x="120843" y="302471"/>
                  </a:lnTo>
                  <a:lnTo>
                    <a:pt x="125098" y="299279"/>
                  </a:lnTo>
                  <a:lnTo>
                    <a:pt x="129250" y="295953"/>
                  </a:lnTo>
                  <a:lnTo>
                    <a:pt x="133293" y="292497"/>
                  </a:lnTo>
                  <a:lnTo>
                    <a:pt x="137225" y="288914"/>
                  </a:lnTo>
                  <a:lnTo>
                    <a:pt x="141040" y="285208"/>
                  </a:lnTo>
                  <a:lnTo>
                    <a:pt x="144736" y="281382"/>
                  </a:lnTo>
                  <a:lnTo>
                    <a:pt x="148308" y="277440"/>
                  </a:lnTo>
                  <a:lnTo>
                    <a:pt x="151753" y="273387"/>
                  </a:lnTo>
                  <a:lnTo>
                    <a:pt x="155067" y="269226"/>
                  </a:lnTo>
                  <a:lnTo>
                    <a:pt x="158247" y="264962"/>
                  </a:lnTo>
                  <a:lnTo>
                    <a:pt x="161290" y="260599"/>
                  </a:lnTo>
                  <a:lnTo>
                    <a:pt x="164192" y="256142"/>
                  </a:lnTo>
                  <a:lnTo>
                    <a:pt x="166952" y="251594"/>
                  </a:lnTo>
                  <a:lnTo>
                    <a:pt x="169565" y="246961"/>
                  </a:lnTo>
                  <a:lnTo>
                    <a:pt x="172029" y="242247"/>
                  </a:lnTo>
                  <a:lnTo>
                    <a:pt x="174342" y="237457"/>
                  </a:lnTo>
                  <a:lnTo>
                    <a:pt x="176502" y="232595"/>
                  </a:lnTo>
                  <a:lnTo>
                    <a:pt x="178506" y="227668"/>
                  </a:lnTo>
                  <a:lnTo>
                    <a:pt x="180352" y="222679"/>
                  </a:lnTo>
                  <a:lnTo>
                    <a:pt x="182038" y="217634"/>
                  </a:lnTo>
                  <a:lnTo>
                    <a:pt x="183563" y="212538"/>
                  </a:lnTo>
                  <a:lnTo>
                    <a:pt x="184925" y="207396"/>
                  </a:lnTo>
                  <a:lnTo>
                    <a:pt x="186123" y="202213"/>
                  </a:lnTo>
                  <a:lnTo>
                    <a:pt x="187155" y="196995"/>
                  </a:lnTo>
                  <a:lnTo>
                    <a:pt x="188021" y="191747"/>
                  </a:lnTo>
                  <a:lnTo>
                    <a:pt x="188719" y="186474"/>
                  </a:lnTo>
                  <a:lnTo>
                    <a:pt x="189250" y="181181"/>
                  </a:lnTo>
                  <a:lnTo>
                    <a:pt x="189611" y="175874"/>
                  </a:lnTo>
                  <a:lnTo>
                    <a:pt x="189804" y="170558"/>
                  </a:lnTo>
                  <a:lnTo>
                    <a:pt x="189827" y="165239"/>
                  </a:lnTo>
                  <a:lnTo>
                    <a:pt x="189681" y="159921"/>
                  </a:lnTo>
                  <a:lnTo>
                    <a:pt x="189366" y="154611"/>
                  </a:lnTo>
                  <a:lnTo>
                    <a:pt x="188882" y="149314"/>
                  </a:lnTo>
                  <a:lnTo>
                    <a:pt x="188230" y="144035"/>
                  </a:lnTo>
                  <a:lnTo>
                    <a:pt x="187410" y="138779"/>
                  </a:lnTo>
                  <a:lnTo>
                    <a:pt x="186423" y="133552"/>
                  </a:lnTo>
                  <a:lnTo>
                    <a:pt x="185271" y="128359"/>
                  </a:lnTo>
                  <a:lnTo>
                    <a:pt x="183954" y="123205"/>
                  </a:lnTo>
                  <a:lnTo>
                    <a:pt x="182474" y="118096"/>
                  </a:lnTo>
                  <a:lnTo>
                    <a:pt x="180831" y="113037"/>
                  </a:lnTo>
                  <a:lnTo>
                    <a:pt x="179029" y="108032"/>
                  </a:lnTo>
                  <a:lnTo>
                    <a:pt x="177069" y="103087"/>
                  </a:lnTo>
                  <a:lnTo>
                    <a:pt x="174952" y="98207"/>
                  </a:lnTo>
                  <a:lnTo>
                    <a:pt x="172680" y="93397"/>
                  </a:lnTo>
                  <a:lnTo>
                    <a:pt x="170257" y="88662"/>
                  </a:lnTo>
                  <a:lnTo>
                    <a:pt x="167685" y="84006"/>
                  </a:lnTo>
                  <a:lnTo>
                    <a:pt x="164966" y="79434"/>
                  </a:lnTo>
                  <a:lnTo>
                    <a:pt x="162102" y="74951"/>
                  </a:lnTo>
                  <a:lnTo>
                    <a:pt x="159098" y="70562"/>
                  </a:lnTo>
                  <a:lnTo>
                    <a:pt x="155955" y="66270"/>
                  </a:lnTo>
                  <a:lnTo>
                    <a:pt x="152677" y="62081"/>
                  </a:lnTo>
                  <a:lnTo>
                    <a:pt x="149268" y="57997"/>
                  </a:lnTo>
                  <a:lnTo>
                    <a:pt x="145731" y="54025"/>
                  </a:lnTo>
                  <a:lnTo>
                    <a:pt x="142069" y="50167"/>
                  </a:lnTo>
                  <a:lnTo>
                    <a:pt x="138286" y="46427"/>
                  </a:lnTo>
                  <a:lnTo>
                    <a:pt x="134386" y="42810"/>
                  </a:lnTo>
                  <a:lnTo>
                    <a:pt x="130372" y="39318"/>
                  </a:lnTo>
                  <a:lnTo>
                    <a:pt x="126250" y="35957"/>
                  </a:lnTo>
                  <a:lnTo>
                    <a:pt x="122023" y="32727"/>
                  </a:lnTo>
                  <a:lnTo>
                    <a:pt x="117696" y="29634"/>
                  </a:lnTo>
                  <a:lnTo>
                    <a:pt x="113272" y="26681"/>
                  </a:lnTo>
                  <a:lnTo>
                    <a:pt x="108756" y="23869"/>
                  </a:lnTo>
                  <a:lnTo>
                    <a:pt x="104153" y="21203"/>
                  </a:lnTo>
                  <a:lnTo>
                    <a:pt x="99468" y="18684"/>
                  </a:lnTo>
                  <a:lnTo>
                    <a:pt x="94705" y="16316"/>
                  </a:lnTo>
                  <a:lnTo>
                    <a:pt x="89869" y="14101"/>
                  </a:lnTo>
                  <a:lnTo>
                    <a:pt x="84965" y="12040"/>
                  </a:lnTo>
                  <a:lnTo>
                    <a:pt x="79998" y="10137"/>
                  </a:lnTo>
                  <a:lnTo>
                    <a:pt x="74973" y="8392"/>
                  </a:lnTo>
                  <a:lnTo>
                    <a:pt x="69895" y="6808"/>
                  </a:lnTo>
                  <a:lnTo>
                    <a:pt x="64769" y="5387"/>
                  </a:lnTo>
                  <a:lnTo>
                    <a:pt x="59600" y="4130"/>
                  </a:lnTo>
                  <a:lnTo>
                    <a:pt x="54394" y="3037"/>
                  </a:lnTo>
                  <a:lnTo>
                    <a:pt x="49156" y="2111"/>
                  </a:lnTo>
                  <a:lnTo>
                    <a:pt x="43891" y="1352"/>
                  </a:lnTo>
                  <a:lnTo>
                    <a:pt x="38605" y="761"/>
                  </a:lnTo>
                  <a:lnTo>
                    <a:pt x="33302" y="338"/>
                  </a:lnTo>
                  <a:lnTo>
                    <a:pt x="27989" y="84"/>
                  </a:lnTo>
                  <a:lnTo>
                    <a:pt x="22670" y="0"/>
                  </a:lnTo>
                  <a:lnTo>
                    <a:pt x="2267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7647" y="1681503"/>
              <a:ext cx="15587" cy="167167"/>
            </a:xfrm>
            <a:custGeom>
              <a:avLst/>
              <a:pathLst>
                <a:path w="15587" h="167167">
                  <a:moveTo>
                    <a:pt x="15587" y="0"/>
                  </a:moveTo>
                  <a:lnTo>
                    <a:pt x="0" y="728"/>
                  </a:lnTo>
                  <a:lnTo>
                    <a:pt x="1558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7647" y="1682231"/>
              <a:ext cx="15587" cy="166439"/>
            </a:xfrm>
            <a:custGeom>
              <a:avLst/>
              <a:pathLst>
                <a:path w="15587" h="166439">
                  <a:moveTo>
                    <a:pt x="0" y="0"/>
                  </a:moveTo>
                  <a:lnTo>
                    <a:pt x="15587" y="16643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7647" y="1682231"/>
              <a:ext cx="15587" cy="166439"/>
            </a:xfrm>
            <a:custGeom>
              <a:avLst/>
              <a:pathLst>
                <a:path w="15587" h="166439">
                  <a:moveTo>
                    <a:pt x="0" y="0"/>
                  </a:moveTo>
                  <a:lnTo>
                    <a:pt x="15587" y="16643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7647" y="1682231"/>
              <a:ext cx="15587" cy="166439"/>
            </a:xfrm>
            <a:custGeom>
              <a:avLst/>
              <a:pathLst>
                <a:path w="15587" h="166439">
                  <a:moveTo>
                    <a:pt x="0" y="0"/>
                  </a:moveTo>
                  <a:lnTo>
                    <a:pt x="15587" y="16643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7647" y="1682231"/>
              <a:ext cx="15587" cy="166439"/>
            </a:xfrm>
            <a:custGeom>
              <a:avLst/>
              <a:pathLst>
                <a:path w="15587" h="166439">
                  <a:moveTo>
                    <a:pt x="0" y="0"/>
                  </a:moveTo>
                  <a:lnTo>
                    <a:pt x="15587" y="16643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7647" y="1682231"/>
              <a:ext cx="15587" cy="166439"/>
            </a:xfrm>
            <a:custGeom>
              <a:avLst/>
              <a:pathLst>
                <a:path w="15587" h="166439">
                  <a:moveTo>
                    <a:pt x="0" y="0"/>
                  </a:moveTo>
                  <a:lnTo>
                    <a:pt x="15587" y="16643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7647" y="1682231"/>
              <a:ext cx="15587" cy="166439"/>
            </a:xfrm>
            <a:custGeom>
              <a:avLst/>
              <a:pathLst>
                <a:path w="15587" h="166439">
                  <a:moveTo>
                    <a:pt x="0" y="0"/>
                  </a:moveTo>
                  <a:lnTo>
                    <a:pt x="15587" y="16643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7647" y="1682231"/>
              <a:ext cx="15587" cy="166439"/>
            </a:xfrm>
            <a:custGeom>
              <a:avLst/>
              <a:pathLst>
                <a:path w="15587" h="166439">
                  <a:moveTo>
                    <a:pt x="0" y="0"/>
                  </a:moveTo>
                  <a:lnTo>
                    <a:pt x="15587" y="16643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7647" y="1682231"/>
              <a:ext cx="15587" cy="166439"/>
            </a:xfrm>
            <a:custGeom>
              <a:avLst/>
              <a:pathLst>
                <a:path w="15587" h="166439">
                  <a:moveTo>
                    <a:pt x="0" y="0"/>
                  </a:moveTo>
                  <a:lnTo>
                    <a:pt x="15587" y="16643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7647" y="1682231"/>
              <a:ext cx="15587" cy="166439"/>
            </a:xfrm>
            <a:custGeom>
              <a:avLst/>
              <a:pathLst>
                <a:path w="15587" h="166439">
                  <a:moveTo>
                    <a:pt x="0" y="0"/>
                  </a:moveTo>
                  <a:lnTo>
                    <a:pt x="15587" y="1664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7647" y="1682231"/>
              <a:ext cx="15587" cy="166439"/>
            </a:xfrm>
            <a:custGeom>
              <a:avLst/>
              <a:pathLst>
                <a:path w="15587" h="166439">
                  <a:moveTo>
                    <a:pt x="0" y="0"/>
                  </a:moveTo>
                  <a:lnTo>
                    <a:pt x="15587" y="1664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7647" y="1682231"/>
              <a:ext cx="15587" cy="166439"/>
            </a:xfrm>
            <a:custGeom>
              <a:avLst/>
              <a:pathLst>
                <a:path w="15587" h="166439">
                  <a:moveTo>
                    <a:pt x="0" y="0"/>
                  </a:moveTo>
                  <a:lnTo>
                    <a:pt x="15587" y="1664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7647" y="1682231"/>
              <a:ext cx="15587" cy="166439"/>
            </a:xfrm>
            <a:custGeom>
              <a:avLst/>
              <a:pathLst>
                <a:path w="15587" h="166439">
                  <a:moveTo>
                    <a:pt x="0" y="0"/>
                  </a:moveTo>
                  <a:lnTo>
                    <a:pt x="15587" y="1664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7647" y="1682231"/>
              <a:ext cx="15587" cy="166439"/>
            </a:xfrm>
            <a:custGeom>
              <a:avLst/>
              <a:pathLst>
                <a:path w="15587" h="166439">
                  <a:moveTo>
                    <a:pt x="0" y="0"/>
                  </a:moveTo>
                  <a:lnTo>
                    <a:pt x="15587" y="16643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7647" y="1682231"/>
              <a:ext cx="15587" cy="166439"/>
            </a:xfrm>
            <a:custGeom>
              <a:avLst/>
              <a:pathLst>
                <a:path w="15587" h="166439">
                  <a:moveTo>
                    <a:pt x="0" y="0"/>
                  </a:moveTo>
                  <a:lnTo>
                    <a:pt x="15587" y="1664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7647" y="1682231"/>
              <a:ext cx="15587" cy="166439"/>
            </a:xfrm>
            <a:custGeom>
              <a:avLst/>
              <a:pathLst>
                <a:path w="15587" h="166439">
                  <a:moveTo>
                    <a:pt x="0" y="0"/>
                  </a:moveTo>
                  <a:lnTo>
                    <a:pt x="15587" y="1664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7647" y="1682231"/>
              <a:ext cx="15587" cy="166439"/>
            </a:xfrm>
            <a:custGeom>
              <a:avLst/>
              <a:pathLst>
                <a:path w="15587" h="166439">
                  <a:moveTo>
                    <a:pt x="0" y="0"/>
                  </a:moveTo>
                  <a:lnTo>
                    <a:pt x="15587" y="16643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7647" y="1682231"/>
              <a:ext cx="15587" cy="166439"/>
            </a:xfrm>
            <a:custGeom>
              <a:avLst/>
              <a:pathLst>
                <a:path w="15587" h="166439">
                  <a:moveTo>
                    <a:pt x="0" y="0"/>
                  </a:moveTo>
                  <a:lnTo>
                    <a:pt x="15587" y="1664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7647" y="1682231"/>
              <a:ext cx="15587" cy="166439"/>
            </a:xfrm>
            <a:custGeom>
              <a:avLst/>
              <a:pathLst>
                <a:path w="15587" h="166439">
                  <a:moveTo>
                    <a:pt x="0" y="0"/>
                  </a:moveTo>
                  <a:lnTo>
                    <a:pt x="15587" y="1664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7647" y="1682231"/>
              <a:ext cx="15587" cy="166439"/>
            </a:xfrm>
            <a:custGeom>
              <a:avLst/>
              <a:pathLst>
                <a:path w="15587" h="166439">
                  <a:moveTo>
                    <a:pt x="0" y="0"/>
                  </a:moveTo>
                  <a:lnTo>
                    <a:pt x="15587" y="1664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7647" y="1682231"/>
              <a:ext cx="15587" cy="166439"/>
            </a:xfrm>
            <a:custGeom>
              <a:avLst/>
              <a:pathLst>
                <a:path w="15587" h="166439">
                  <a:moveTo>
                    <a:pt x="0" y="0"/>
                  </a:moveTo>
                  <a:lnTo>
                    <a:pt x="15587" y="1664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07647" y="1682231"/>
              <a:ext cx="15587" cy="166439"/>
            </a:xfrm>
            <a:custGeom>
              <a:avLst/>
              <a:pathLst>
                <a:path w="15587" h="166439">
                  <a:moveTo>
                    <a:pt x="0" y="0"/>
                  </a:moveTo>
                  <a:lnTo>
                    <a:pt x="15587" y="1664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07647" y="1682231"/>
              <a:ext cx="15587" cy="166439"/>
            </a:xfrm>
            <a:custGeom>
              <a:avLst/>
              <a:pathLst>
                <a:path w="15587" h="166439">
                  <a:moveTo>
                    <a:pt x="0" y="0"/>
                  </a:moveTo>
                  <a:lnTo>
                    <a:pt x="15587" y="1664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256085" y="1682231"/>
              <a:ext cx="334296" cy="333606"/>
            </a:xfrm>
            <a:custGeom>
              <a:avLst/>
              <a:pathLst>
                <a:path w="334296" h="333606">
                  <a:moveTo>
                    <a:pt x="151561" y="0"/>
                  </a:moveTo>
                  <a:lnTo>
                    <a:pt x="146286" y="578"/>
                  </a:lnTo>
                  <a:lnTo>
                    <a:pt x="141032" y="1324"/>
                  </a:lnTo>
                  <a:lnTo>
                    <a:pt x="135804" y="2236"/>
                  </a:lnTo>
                  <a:lnTo>
                    <a:pt x="130607" y="3314"/>
                  </a:lnTo>
                  <a:lnTo>
                    <a:pt x="125448" y="4556"/>
                  </a:lnTo>
                  <a:lnTo>
                    <a:pt x="120330" y="5961"/>
                  </a:lnTo>
                  <a:lnTo>
                    <a:pt x="115260" y="7528"/>
                  </a:lnTo>
                  <a:lnTo>
                    <a:pt x="110242" y="9256"/>
                  </a:lnTo>
                  <a:lnTo>
                    <a:pt x="105281" y="11141"/>
                  </a:lnTo>
                  <a:lnTo>
                    <a:pt x="100383" y="13183"/>
                  </a:lnTo>
                  <a:lnTo>
                    <a:pt x="95551" y="15380"/>
                  </a:lnTo>
                  <a:lnTo>
                    <a:pt x="90793" y="17729"/>
                  </a:lnTo>
                  <a:lnTo>
                    <a:pt x="86111" y="20227"/>
                  </a:lnTo>
                  <a:lnTo>
                    <a:pt x="81510" y="22873"/>
                  </a:lnTo>
                  <a:lnTo>
                    <a:pt x="76996" y="25664"/>
                  </a:lnTo>
                  <a:lnTo>
                    <a:pt x="72573" y="28597"/>
                  </a:lnTo>
                  <a:lnTo>
                    <a:pt x="68245" y="31668"/>
                  </a:lnTo>
                  <a:lnTo>
                    <a:pt x="64017" y="34876"/>
                  </a:lnTo>
                  <a:lnTo>
                    <a:pt x="59893" y="38216"/>
                  </a:lnTo>
                  <a:lnTo>
                    <a:pt x="55877" y="41685"/>
                  </a:lnTo>
                  <a:lnTo>
                    <a:pt x="51973" y="45280"/>
                  </a:lnTo>
                  <a:lnTo>
                    <a:pt x="48185" y="48997"/>
                  </a:lnTo>
                  <a:lnTo>
                    <a:pt x="44517" y="52832"/>
                  </a:lnTo>
                  <a:lnTo>
                    <a:pt x="40973" y="56782"/>
                  </a:lnTo>
                  <a:lnTo>
                    <a:pt x="37556" y="60842"/>
                  </a:lnTo>
                  <a:lnTo>
                    <a:pt x="34269" y="65009"/>
                  </a:lnTo>
                  <a:lnTo>
                    <a:pt x="31116" y="69278"/>
                  </a:lnTo>
                  <a:lnTo>
                    <a:pt x="28101" y="73645"/>
                  </a:lnTo>
                  <a:lnTo>
                    <a:pt x="25225" y="78106"/>
                  </a:lnTo>
                  <a:lnTo>
                    <a:pt x="22493" y="82655"/>
                  </a:lnTo>
                  <a:lnTo>
                    <a:pt x="19906" y="87289"/>
                  </a:lnTo>
                  <a:lnTo>
                    <a:pt x="17468" y="92003"/>
                  </a:lnTo>
                  <a:lnTo>
                    <a:pt x="15181" y="96792"/>
                  </a:lnTo>
                  <a:lnTo>
                    <a:pt x="13047" y="101651"/>
                  </a:lnTo>
                  <a:lnTo>
                    <a:pt x="11068" y="106575"/>
                  </a:lnTo>
                  <a:lnTo>
                    <a:pt x="9246" y="111559"/>
                  </a:lnTo>
                  <a:lnTo>
                    <a:pt x="7584" y="116599"/>
                  </a:lnTo>
                  <a:lnTo>
                    <a:pt x="6082" y="121689"/>
                  </a:lnTo>
                  <a:lnTo>
                    <a:pt x="4743" y="126825"/>
                  </a:lnTo>
                  <a:lnTo>
                    <a:pt x="3567" y="132000"/>
                  </a:lnTo>
                  <a:lnTo>
                    <a:pt x="2556" y="137210"/>
                  </a:lnTo>
                  <a:lnTo>
                    <a:pt x="1712" y="142449"/>
                  </a:lnTo>
                  <a:lnTo>
                    <a:pt x="1034" y="147713"/>
                  </a:lnTo>
                  <a:lnTo>
                    <a:pt x="523" y="152995"/>
                  </a:lnTo>
                  <a:lnTo>
                    <a:pt x="180" y="158291"/>
                  </a:lnTo>
                  <a:lnTo>
                    <a:pt x="6" y="163595"/>
                  </a:lnTo>
                  <a:lnTo>
                    <a:pt x="0" y="168902"/>
                  </a:lnTo>
                  <a:lnTo>
                    <a:pt x="162" y="174206"/>
                  </a:lnTo>
                  <a:lnTo>
                    <a:pt x="493" y="179503"/>
                  </a:lnTo>
                  <a:lnTo>
                    <a:pt x="991" y="184787"/>
                  </a:lnTo>
                  <a:lnTo>
                    <a:pt x="1657" y="190052"/>
                  </a:lnTo>
                  <a:lnTo>
                    <a:pt x="2490" y="195293"/>
                  </a:lnTo>
                  <a:lnTo>
                    <a:pt x="3489" y="200505"/>
                  </a:lnTo>
                  <a:lnTo>
                    <a:pt x="4653" y="205683"/>
                  </a:lnTo>
                  <a:lnTo>
                    <a:pt x="5981" y="210821"/>
                  </a:lnTo>
                  <a:lnTo>
                    <a:pt x="7471" y="215915"/>
                  </a:lnTo>
                  <a:lnTo>
                    <a:pt x="9122" y="220958"/>
                  </a:lnTo>
                  <a:lnTo>
                    <a:pt x="10932" y="225947"/>
                  </a:lnTo>
                  <a:lnTo>
                    <a:pt x="12900" y="230876"/>
                  </a:lnTo>
                  <a:lnTo>
                    <a:pt x="15023" y="235740"/>
                  </a:lnTo>
                  <a:lnTo>
                    <a:pt x="17299" y="240533"/>
                  </a:lnTo>
                  <a:lnTo>
                    <a:pt x="19727" y="245253"/>
                  </a:lnTo>
                  <a:lnTo>
                    <a:pt x="22303" y="249893"/>
                  </a:lnTo>
                  <a:lnTo>
                    <a:pt x="25025" y="254448"/>
                  </a:lnTo>
                  <a:lnTo>
                    <a:pt x="27890" y="258915"/>
                  </a:lnTo>
                  <a:lnTo>
                    <a:pt x="30896" y="263289"/>
                  </a:lnTo>
                  <a:lnTo>
                    <a:pt x="34039" y="267565"/>
                  </a:lnTo>
                  <a:lnTo>
                    <a:pt x="37316" y="271740"/>
                  </a:lnTo>
                  <a:lnTo>
                    <a:pt x="40724" y="275808"/>
                  </a:lnTo>
                  <a:lnTo>
                    <a:pt x="44259" y="279766"/>
                  </a:lnTo>
                  <a:lnTo>
                    <a:pt x="47918" y="283610"/>
                  </a:lnTo>
                  <a:lnTo>
                    <a:pt x="51698" y="287335"/>
                  </a:lnTo>
                  <a:lnTo>
                    <a:pt x="55593" y="290939"/>
                  </a:lnTo>
                  <a:lnTo>
                    <a:pt x="59602" y="294417"/>
                  </a:lnTo>
                  <a:lnTo>
                    <a:pt x="63718" y="297767"/>
                  </a:lnTo>
                  <a:lnTo>
                    <a:pt x="67939" y="300984"/>
                  </a:lnTo>
                  <a:lnTo>
                    <a:pt x="72260" y="304065"/>
                  </a:lnTo>
                  <a:lnTo>
                    <a:pt x="76676" y="307008"/>
                  </a:lnTo>
                  <a:lnTo>
                    <a:pt x="81184" y="309809"/>
                  </a:lnTo>
                  <a:lnTo>
                    <a:pt x="85778" y="312465"/>
                  </a:lnTo>
                  <a:lnTo>
                    <a:pt x="90454" y="314975"/>
                  </a:lnTo>
                  <a:lnTo>
                    <a:pt x="95208" y="317334"/>
                  </a:lnTo>
                  <a:lnTo>
                    <a:pt x="100034" y="319542"/>
                  </a:lnTo>
                  <a:lnTo>
                    <a:pt x="104928" y="321595"/>
                  </a:lnTo>
                  <a:lnTo>
                    <a:pt x="109884" y="323492"/>
                  </a:lnTo>
                  <a:lnTo>
                    <a:pt x="114898" y="325230"/>
                  </a:lnTo>
                  <a:lnTo>
                    <a:pt x="119965" y="326809"/>
                  </a:lnTo>
                  <a:lnTo>
                    <a:pt x="125079" y="328226"/>
                  </a:lnTo>
                  <a:lnTo>
                    <a:pt x="130236" y="329480"/>
                  </a:lnTo>
                  <a:lnTo>
                    <a:pt x="135430" y="330569"/>
                  </a:lnTo>
                  <a:lnTo>
                    <a:pt x="140656" y="331493"/>
                  </a:lnTo>
                  <a:lnTo>
                    <a:pt x="145909" y="332251"/>
                  </a:lnTo>
                  <a:lnTo>
                    <a:pt x="151183" y="332842"/>
                  </a:lnTo>
                  <a:lnTo>
                    <a:pt x="156473" y="333265"/>
                  </a:lnTo>
                  <a:lnTo>
                    <a:pt x="161774" y="333520"/>
                  </a:lnTo>
                  <a:lnTo>
                    <a:pt x="167080" y="333606"/>
                  </a:lnTo>
                  <a:lnTo>
                    <a:pt x="172386" y="333524"/>
                  </a:lnTo>
                  <a:lnTo>
                    <a:pt x="177687" y="333274"/>
                  </a:lnTo>
                  <a:lnTo>
                    <a:pt x="182978" y="332855"/>
                  </a:lnTo>
                  <a:lnTo>
                    <a:pt x="188252" y="332269"/>
                  </a:lnTo>
                  <a:lnTo>
                    <a:pt x="193505" y="331515"/>
                  </a:lnTo>
                  <a:lnTo>
                    <a:pt x="198732" y="330595"/>
                  </a:lnTo>
                  <a:lnTo>
                    <a:pt x="203927" y="329510"/>
                  </a:lnTo>
                  <a:lnTo>
                    <a:pt x="209085" y="328261"/>
                  </a:lnTo>
                  <a:lnTo>
                    <a:pt x="214200" y="326848"/>
                  </a:lnTo>
                  <a:lnTo>
                    <a:pt x="219268" y="325273"/>
                  </a:lnTo>
                  <a:lnTo>
                    <a:pt x="224284" y="323539"/>
                  </a:lnTo>
                  <a:lnTo>
                    <a:pt x="229242" y="321646"/>
                  </a:lnTo>
                  <a:lnTo>
                    <a:pt x="234137" y="319597"/>
                  </a:lnTo>
                  <a:lnTo>
                    <a:pt x="238965" y="317393"/>
                  </a:lnTo>
                  <a:lnTo>
                    <a:pt x="243721" y="315038"/>
                  </a:lnTo>
                  <a:lnTo>
                    <a:pt x="248399" y="312532"/>
                  </a:lnTo>
                  <a:lnTo>
                    <a:pt x="252995" y="309880"/>
                  </a:lnTo>
                  <a:lnTo>
                    <a:pt x="257505" y="307082"/>
                  </a:lnTo>
                  <a:lnTo>
                    <a:pt x="261924" y="304143"/>
                  </a:lnTo>
                  <a:lnTo>
                    <a:pt x="266248" y="301065"/>
                  </a:lnTo>
                  <a:lnTo>
                    <a:pt x="270471" y="297852"/>
                  </a:lnTo>
                  <a:lnTo>
                    <a:pt x="274590" y="294506"/>
                  </a:lnTo>
                  <a:lnTo>
                    <a:pt x="278601" y="291031"/>
                  </a:lnTo>
                  <a:lnTo>
                    <a:pt x="282500" y="287430"/>
                  </a:lnTo>
                  <a:lnTo>
                    <a:pt x="286283" y="283708"/>
                  </a:lnTo>
                  <a:lnTo>
                    <a:pt x="289945" y="279867"/>
                  </a:lnTo>
                  <a:lnTo>
                    <a:pt x="293484" y="275912"/>
                  </a:lnTo>
                  <a:lnTo>
                    <a:pt x="296895" y="271847"/>
                  </a:lnTo>
                  <a:lnTo>
                    <a:pt x="300176" y="267675"/>
                  </a:lnTo>
                  <a:lnTo>
                    <a:pt x="303322" y="263402"/>
                  </a:lnTo>
                  <a:lnTo>
                    <a:pt x="306331" y="259030"/>
                  </a:lnTo>
                  <a:lnTo>
                    <a:pt x="309200" y="254566"/>
                  </a:lnTo>
                  <a:lnTo>
                    <a:pt x="311926" y="250012"/>
                  </a:lnTo>
                  <a:lnTo>
                    <a:pt x="314506" y="245374"/>
                  </a:lnTo>
                  <a:lnTo>
                    <a:pt x="316937" y="240657"/>
                  </a:lnTo>
                  <a:lnTo>
                    <a:pt x="319218" y="235865"/>
                  </a:lnTo>
                  <a:lnTo>
                    <a:pt x="321345" y="231003"/>
                  </a:lnTo>
                  <a:lnTo>
                    <a:pt x="323317" y="226076"/>
                  </a:lnTo>
                  <a:lnTo>
                    <a:pt x="325131" y="221089"/>
                  </a:lnTo>
                  <a:lnTo>
                    <a:pt x="326786" y="216046"/>
                  </a:lnTo>
                  <a:lnTo>
                    <a:pt x="328280" y="210954"/>
                  </a:lnTo>
                  <a:lnTo>
                    <a:pt x="329612" y="205817"/>
                  </a:lnTo>
                  <a:lnTo>
                    <a:pt x="330780" y="200640"/>
                  </a:lnTo>
                  <a:lnTo>
                    <a:pt x="331783" y="195429"/>
                  </a:lnTo>
                  <a:lnTo>
                    <a:pt x="332621" y="190188"/>
                  </a:lnTo>
                  <a:lnTo>
                    <a:pt x="333291" y="184924"/>
                  </a:lnTo>
                  <a:lnTo>
                    <a:pt x="333794" y="179641"/>
                  </a:lnTo>
                  <a:lnTo>
                    <a:pt x="334129" y="174344"/>
                  </a:lnTo>
                  <a:lnTo>
                    <a:pt x="334296" y="169040"/>
                  </a:lnTo>
                  <a:lnTo>
                    <a:pt x="334294" y="163733"/>
                  </a:lnTo>
                  <a:lnTo>
                    <a:pt x="334124" y="158429"/>
                  </a:lnTo>
                  <a:lnTo>
                    <a:pt x="333786" y="153132"/>
                  </a:lnTo>
                  <a:lnTo>
                    <a:pt x="333279" y="147850"/>
                  </a:lnTo>
                  <a:lnTo>
                    <a:pt x="332606" y="142586"/>
                  </a:lnTo>
                  <a:lnTo>
                    <a:pt x="331765" y="137346"/>
                  </a:lnTo>
                  <a:lnTo>
                    <a:pt x="330759" y="132135"/>
                  </a:lnTo>
                  <a:lnTo>
                    <a:pt x="329587" y="126959"/>
                  </a:lnTo>
                  <a:lnTo>
                    <a:pt x="328252" y="121822"/>
                  </a:lnTo>
                  <a:lnTo>
                    <a:pt x="326755" y="116731"/>
                  </a:lnTo>
                  <a:lnTo>
                    <a:pt x="325097" y="111690"/>
                  </a:lnTo>
                  <a:lnTo>
                    <a:pt x="323279" y="106704"/>
                  </a:lnTo>
                  <a:lnTo>
                    <a:pt x="321304" y="101778"/>
                  </a:lnTo>
                  <a:lnTo>
                    <a:pt x="319174" y="96917"/>
                  </a:lnTo>
                  <a:lnTo>
                    <a:pt x="316891" y="92126"/>
                  </a:lnTo>
                  <a:lnTo>
                    <a:pt x="314456" y="87411"/>
                  </a:lnTo>
                  <a:lnTo>
                    <a:pt x="311874" y="82775"/>
                  </a:lnTo>
                  <a:lnTo>
                    <a:pt x="309145" y="78223"/>
                  </a:lnTo>
                  <a:lnTo>
                    <a:pt x="306273" y="73760"/>
                  </a:lnTo>
                  <a:lnTo>
                    <a:pt x="303261" y="69390"/>
                  </a:lnTo>
                  <a:lnTo>
                    <a:pt x="300112" y="65119"/>
                  </a:lnTo>
                  <a:lnTo>
                    <a:pt x="296829" y="60949"/>
                  </a:lnTo>
                  <a:lnTo>
                    <a:pt x="293415" y="56886"/>
                  </a:lnTo>
                  <a:lnTo>
                    <a:pt x="289874" y="52933"/>
                  </a:lnTo>
                  <a:lnTo>
                    <a:pt x="286209" y="49095"/>
                  </a:lnTo>
                  <a:lnTo>
                    <a:pt x="282424" y="45375"/>
                  </a:lnTo>
                  <a:lnTo>
                    <a:pt x="278523" y="41777"/>
                  </a:lnTo>
                  <a:lnTo>
                    <a:pt x="274510" y="38304"/>
                  </a:lnTo>
                  <a:lnTo>
                    <a:pt x="270389" y="34961"/>
                  </a:lnTo>
                  <a:lnTo>
                    <a:pt x="266163" y="31750"/>
                  </a:lnTo>
                  <a:lnTo>
                    <a:pt x="261838" y="28675"/>
                  </a:lnTo>
                  <a:lnTo>
                    <a:pt x="257417" y="25738"/>
                  </a:lnTo>
                  <a:lnTo>
                    <a:pt x="252906" y="22944"/>
                  </a:lnTo>
                  <a:lnTo>
                    <a:pt x="248308" y="20294"/>
                  </a:lnTo>
                  <a:lnTo>
                    <a:pt x="243628" y="17792"/>
                  </a:lnTo>
                  <a:lnTo>
                    <a:pt x="238871" y="15439"/>
                  </a:lnTo>
                  <a:lnTo>
                    <a:pt x="234041" y="13238"/>
                  </a:lnTo>
                  <a:lnTo>
                    <a:pt x="229145" y="11192"/>
                  </a:lnTo>
                  <a:lnTo>
                    <a:pt x="224186" y="9303"/>
                  </a:lnTo>
                  <a:lnTo>
                    <a:pt x="219169" y="7571"/>
                  </a:lnTo>
                  <a:lnTo>
                    <a:pt x="214100" y="6000"/>
                  </a:lnTo>
                  <a:lnTo>
                    <a:pt x="208983" y="4591"/>
                  </a:lnTo>
                  <a:lnTo>
                    <a:pt x="203825" y="3344"/>
                  </a:lnTo>
                  <a:lnTo>
                    <a:pt x="198629" y="2262"/>
                  </a:lnTo>
                  <a:lnTo>
                    <a:pt x="167149" y="1664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23235" y="1681503"/>
              <a:ext cx="31480" cy="167167"/>
            </a:xfrm>
            <a:custGeom>
              <a:avLst/>
              <a:pathLst>
                <a:path w="31480" h="167167">
                  <a:moveTo>
                    <a:pt x="31480" y="2990"/>
                  </a:moveTo>
                  <a:lnTo>
                    <a:pt x="25238" y="1916"/>
                  </a:lnTo>
                  <a:lnTo>
                    <a:pt x="18960" y="1078"/>
                  </a:lnTo>
                  <a:lnTo>
                    <a:pt x="12655" y="479"/>
                  </a:lnTo>
                  <a:lnTo>
                    <a:pt x="6332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853872" y="1322571"/>
              <a:ext cx="167166" cy="329927"/>
            </a:xfrm>
            <a:custGeom>
              <a:avLst/>
              <a:pathLst>
                <a:path w="167166" h="329927">
                  <a:moveTo>
                    <a:pt x="167166" y="0"/>
                  </a:moveTo>
                  <a:lnTo>
                    <a:pt x="161819" y="85"/>
                  </a:lnTo>
                  <a:lnTo>
                    <a:pt x="156477" y="342"/>
                  </a:lnTo>
                  <a:lnTo>
                    <a:pt x="151146" y="769"/>
                  </a:lnTo>
                  <a:lnTo>
                    <a:pt x="145831" y="1367"/>
                  </a:lnTo>
                  <a:lnTo>
                    <a:pt x="140538" y="2134"/>
                  </a:lnTo>
                  <a:lnTo>
                    <a:pt x="135273" y="3070"/>
                  </a:lnTo>
                  <a:lnTo>
                    <a:pt x="130040" y="4174"/>
                  </a:lnTo>
                  <a:lnTo>
                    <a:pt x="124845" y="5445"/>
                  </a:lnTo>
                  <a:lnTo>
                    <a:pt x="119693" y="6882"/>
                  </a:lnTo>
                  <a:lnTo>
                    <a:pt x="114590" y="8483"/>
                  </a:lnTo>
                  <a:lnTo>
                    <a:pt x="109541" y="10246"/>
                  </a:lnTo>
                  <a:lnTo>
                    <a:pt x="104551" y="12169"/>
                  </a:lnTo>
                  <a:lnTo>
                    <a:pt x="99625" y="14252"/>
                  </a:lnTo>
                  <a:lnTo>
                    <a:pt x="94768" y="16490"/>
                  </a:lnTo>
                  <a:lnTo>
                    <a:pt x="89985" y="18883"/>
                  </a:lnTo>
                  <a:lnTo>
                    <a:pt x="85281" y="21428"/>
                  </a:lnTo>
                  <a:lnTo>
                    <a:pt x="80661" y="24122"/>
                  </a:lnTo>
                  <a:lnTo>
                    <a:pt x="76129" y="26963"/>
                  </a:lnTo>
                  <a:lnTo>
                    <a:pt x="71691" y="29946"/>
                  </a:lnTo>
                  <a:lnTo>
                    <a:pt x="67350" y="33071"/>
                  </a:lnTo>
                  <a:lnTo>
                    <a:pt x="63112" y="36332"/>
                  </a:lnTo>
                  <a:lnTo>
                    <a:pt x="58980" y="39728"/>
                  </a:lnTo>
                  <a:lnTo>
                    <a:pt x="54959" y="43254"/>
                  </a:lnTo>
                  <a:lnTo>
                    <a:pt x="51052" y="46907"/>
                  </a:lnTo>
                  <a:lnTo>
                    <a:pt x="47265" y="50682"/>
                  </a:lnTo>
                  <a:lnTo>
                    <a:pt x="43600" y="54577"/>
                  </a:lnTo>
                  <a:lnTo>
                    <a:pt x="40062" y="58588"/>
                  </a:lnTo>
                  <a:lnTo>
                    <a:pt x="36654" y="62709"/>
                  </a:lnTo>
                  <a:lnTo>
                    <a:pt x="33379" y="66938"/>
                  </a:lnTo>
                  <a:lnTo>
                    <a:pt x="30241" y="71269"/>
                  </a:lnTo>
                  <a:lnTo>
                    <a:pt x="27244" y="75698"/>
                  </a:lnTo>
                  <a:lnTo>
                    <a:pt x="24389" y="80220"/>
                  </a:lnTo>
                  <a:lnTo>
                    <a:pt x="21681" y="84832"/>
                  </a:lnTo>
                  <a:lnTo>
                    <a:pt x="19122" y="89528"/>
                  </a:lnTo>
                  <a:lnTo>
                    <a:pt x="16714" y="94304"/>
                  </a:lnTo>
                  <a:lnTo>
                    <a:pt x="14460" y="99154"/>
                  </a:lnTo>
                  <a:lnTo>
                    <a:pt x="12363" y="104073"/>
                  </a:lnTo>
                  <a:lnTo>
                    <a:pt x="10424" y="109058"/>
                  </a:lnTo>
                  <a:lnTo>
                    <a:pt x="8645" y="114101"/>
                  </a:lnTo>
                  <a:lnTo>
                    <a:pt x="7029" y="119199"/>
                  </a:lnTo>
                  <a:lnTo>
                    <a:pt x="5576" y="124346"/>
                  </a:lnTo>
                  <a:lnTo>
                    <a:pt x="4289" y="129537"/>
                  </a:lnTo>
                  <a:lnTo>
                    <a:pt x="3169" y="134767"/>
                  </a:lnTo>
                  <a:lnTo>
                    <a:pt x="2216" y="140029"/>
                  </a:lnTo>
                  <a:lnTo>
                    <a:pt x="1432" y="145320"/>
                  </a:lnTo>
                  <a:lnTo>
                    <a:pt x="818" y="150633"/>
                  </a:lnTo>
                  <a:lnTo>
                    <a:pt x="375" y="155962"/>
                  </a:lnTo>
                  <a:lnTo>
                    <a:pt x="102" y="161304"/>
                  </a:lnTo>
                  <a:lnTo>
                    <a:pt x="0" y="166651"/>
                  </a:lnTo>
                  <a:lnTo>
                    <a:pt x="69" y="171998"/>
                  </a:lnTo>
                  <a:lnTo>
                    <a:pt x="309" y="177341"/>
                  </a:lnTo>
                  <a:lnTo>
                    <a:pt x="719" y="182673"/>
                  </a:lnTo>
                  <a:lnTo>
                    <a:pt x="1301" y="187990"/>
                  </a:lnTo>
                  <a:lnTo>
                    <a:pt x="2052" y="193285"/>
                  </a:lnTo>
                  <a:lnTo>
                    <a:pt x="2972" y="198553"/>
                  </a:lnTo>
                  <a:lnTo>
                    <a:pt x="4060" y="203790"/>
                  </a:lnTo>
                  <a:lnTo>
                    <a:pt x="5315" y="208989"/>
                  </a:lnTo>
                  <a:lnTo>
                    <a:pt x="6735" y="214145"/>
                  </a:lnTo>
                  <a:lnTo>
                    <a:pt x="8320" y="219252"/>
                  </a:lnTo>
                  <a:lnTo>
                    <a:pt x="10068" y="224307"/>
                  </a:lnTo>
                  <a:lnTo>
                    <a:pt x="11976" y="229303"/>
                  </a:lnTo>
                  <a:lnTo>
                    <a:pt x="14043" y="234236"/>
                  </a:lnTo>
                  <a:lnTo>
                    <a:pt x="16267" y="239100"/>
                  </a:lnTo>
                  <a:lnTo>
                    <a:pt x="18645" y="243890"/>
                  </a:lnTo>
                  <a:lnTo>
                    <a:pt x="21175" y="248602"/>
                  </a:lnTo>
                  <a:lnTo>
                    <a:pt x="23855" y="253230"/>
                  </a:lnTo>
                  <a:lnTo>
                    <a:pt x="26681" y="257770"/>
                  </a:lnTo>
                  <a:lnTo>
                    <a:pt x="29651" y="262218"/>
                  </a:lnTo>
                  <a:lnTo>
                    <a:pt x="32762" y="266568"/>
                  </a:lnTo>
                  <a:lnTo>
                    <a:pt x="36011" y="270817"/>
                  </a:lnTo>
                  <a:lnTo>
                    <a:pt x="39394" y="274959"/>
                  </a:lnTo>
                  <a:lnTo>
                    <a:pt x="42907" y="278991"/>
                  </a:lnTo>
                  <a:lnTo>
                    <a:pt x="46548" y="282909"/>
                  </a:lnTo>
                  <a:lnTo>
                    <a:pt x="50312" y="286708"/>
                  </a:lnTo>
                  <a:lnTo>
                    <a:pt x="54196" y="290385"/>
                  </a:lnTo>
                  <a:lnTo>
                    <a:pt x="58195" y="293935"/>
                  </a:lnTo>
                  <a:lnTo>
                    <a:pt x="62306" y="297356"/>
                  </a:lnTo>
                  <a:lnTo>
                    <a:pt x="66524" y="300644"/>
                  </a:lnTo>
                  <a:lnTo>
                    <a:pt x="70845" y="303795"/>
                  </a:lnTo>
                  <a:lnTo>
                    <a:pt x="75265" y="306806"/>
                  </a:lnTo>
                  <a:lnTo>
                    <a:pt x="79779" y="309675"/>
                  </a:lnTo>
                  <a:lnTo>
                    <a:pt x="84382" y="312397"/>
                  </a:lnTo>
                  <a:lnTo>
                    <a:pt x="89071" y="314971"/>
                  </a:lnTo>
                  <a:lnTo>
                    <a:pt x="93839" y="317393"/>
                  </a:lnTo>
                  <a:lnTo>
                    <a:pt x="98682" y="319662"/>
                  </a:lnTo>
                  <a:lnTo>
                    <a:pt x="103595" y="321775"/>
                  </a:lnTo>
                  <a:lnTo>
                    <a:pt x="108573" y="323729"/>
                  </a:lnTo>
                  <a:lnTo>
                    <a:pt x="113611" y="325524"/>
                  </a:lnTo>
                  <a:lnTo>
                    <a:pt x="118704" y="327156"/>
                  </a:lnTo>
                  <a:lnTo>
                    <a:pt x="123847" y="328624"/>
                  </a:lnTo>
                  <a:lnTo>
                    <a:pt x="129034" y="329927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82906" y="1489739"/>
              <a:ext cx="38132" cy="162760"/>
            </a:xfrm>
            <a:custGeom>
              <a:avLst/>
              <a:pathLst>
                <a:path w="38132" h="162760">
                  <a:moveTo>
                    <a:pt x="0" y="162760"/>
                  </a:moveTo>
                  <a:lnTo>
                    <a:pt x="3813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82906" y="1489739"/>
              <a:ext cx="38132" cy="162760"/>
            </a:xfrm>
            <a:custGeom>
              <a:avLst/>
              <a:pathLst>
                <a:path w="38132" h="162760">
                  <a:moveTo>
                    <a:pt x="0" y="162760"/>
                  </a:moveTo>
                  <a:lnTo>
                    <a:pt x="3813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82906" y="1489739"/>
              <a:ext cx="38132" cy="162760"/>
            </a:xfrm>
            <a:custGeom>
              <a:avLst/>
              <a:pathLst>
                <a:path w="38132" h="162760">
                  <a:moveTo>
                    <a:pt x="0" y="162760"/>
                  </a:moveTo>
                  <a:lnTo>
                    <a:pt x="3813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82906" y="1489739"/>
              <a:ext cx="38132" cy="162760"/>
            </a:xfrm>
            <a:custGeom>
              <a:avLst/>
              <a:pathLst>
                <a:path w="38132" h="162760">
                  <a:moveTo>
                    <a:pt x="0" y="162760"/>
                  </a:moveTo>
                  <a:lnTo>
                    <a:pt x="3813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82906" y="1489739"/>
              <a:ext cx="38132" cy="162760"/>
            </a:xfrm>
            <a:custGeom>
              <a:avLst/>
              <a:pathLst>
                <a:path w="38132" h="162760">
                  <a:moveTo>
                    <a:pt x="0" y="162760"/>
                  </a:moveTo>
                  <a:lnTo>
                    <a:pt x="3813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82906" y="1489739"/>
              <a:ext cx="38132" cy="162760"/>
            </a:xfrm>
            <a:custGeom>
              <a:avLst/>
              <a:pathLst>
                <a:path w="38132" h="162760">
                  <a:moveTo>
                    <a:pt x="0" y="162760"/>
                  </a:moveTo>
                  <a:lnTo>
                    <a:pt x="3813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82906" y="1489739"/>
              <a:ext cx="38132" cy="162760"/>
            </a:xfrm>
            <a:custGeom>
              <a:avLst/>
              <a:pathLst>
                <a:path w="38132" h="162760">
                  <a:moveTo>
                    <a:pt x="0" y="162760"/>
                  </a:moveTo>
                  <a:lnTo>
                    <a:pt x="3813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82906" y="1489739"/>
              <a:ext cx="38132" cy="162760"/>
            </a:xfrm>
            <a:custGeom>
              <a:avLst/>
              <a:pathLst>
                <a:path w="38132" h="162760">
                  <a:moveTo>
                    <a:pt x="0" y="162760"/>
                  </a:moveTo>
                  <a:lnTo>
                    <a:pt x="381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82906" y="1489739"/>
              <a:ext cx="38132" cy="162760"/>
            </a:xfrm>
            <a:custGeom>
              <a:avLst/>
              <a:pathLst>
                <a:path w="38132" h="162760">
                  <a:moveTo>
                    <a:pt x="0" y="162760"/>
                  </a:moveTo>
                  <a:lnTo>
                    <a:pt x="381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82906" y="1489739"/>
              <a:ext cx="38132" cy="162760"/>
            </a:xfrm>
            <a:custGeom>
              <a:avLst/>
              <a:pathLst>
                <a:path w="38132" h="162760">
                  <a:moveTo>
                    <a:pt x="0" y="162760"/>
                  </a:moveTo>
                  <a:lnTo>
                    <a:pt x="381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82906" y="1489739"/>
              <a:ext cx="38132" cy="162760"/>
            </a:xfrm>
            <a:custGeom>
              <a:avLst/>
              <a:pathLst>
                <a:path w="38132" h="162760">
                  <a:moveTo>
                    <a:pt x="0" y="162760"/>
                  </a:moveTo>
                  <a:lnTo>
                    <a:pt x="381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82906" y="1489739"/>
              <a:ext cx="38132" cy="162760"/>
            </a:xfrm>
            <a:custGeom>
              <a:avLst/>
              <a:pathLst>
                <a:path w="38132" h="162760">
                  <a:moveTo>
                    <a:pt x="0" y="162760"/>
                  </a:moveTo>
                  <a:lnTo>
                    <a:pt x="3813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82906" y="1489739"/>
              <a:ext cx="38132" cy="162760"/>
            </a:xfrm>
            <a:custGeom>
              <a:avLst/>
              <a:pathLst>
                <a:path w="38132" h="162760">
                  <a:moveTo>
                    <a:pt x="0" y="162760"/>
                  </a:moveTo>
                  <a:lnTo>
                    <a:pt x="3813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82906" y="1489739"/>
              <a:ext cx="38132" cy="162760"/>
            </a:xfrm>
            <a:custGeom>
              <a:avLst/>
              <a:pathLst>
                <a:path w="38132" h="162760">
                  <a:moveTo>
                    <a:pt x="0" y="162760"/>
                  </a:moveTo>
                  <a:lnTo>
                    <a:pt x="3813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82906" y="1489739"/>
              <a:ext cx="38132" cy="162760"/>
            </a:xfrm>
            <a:custGeom>
              <a:avLst/>
              <a:pathLst>
                <a:path w="38132" h="162760">
                  <a:moveTo>
                    <a:pt x="0" y="162760"/>
                  </a:moveTo>
                  <a:lnTo>
                    <a:pt x="3813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82906" y="1489739"/>
              <a:ext cx="38132" cy="162760"/>
            </a:xfrm>
            <a:custGeom>
              <a:avLst/>
              <a:pathLst>
                <a:path w="38132" h="162760">
                  <a:moveTo>
                    <a:pt x="0" y="162760"/>
                  </a:moveTo>
                  <a:lnTo>
                    <a:pt x="381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82906" y="1489739"/>
              <a:ext cx="38132" cy="162760"/>
            </a:xfrm>
            <a:custGeom>
              <a:avLst/>
              <a:pathLst>
                <a:path w="38132" h="162760">
                  <a:moveTo>
                    <a:pt x="0" y="162760"/>
                  </a:moveTo>
                  <a:lnTo>
                    <a:pt x="381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82906" y="1489739"/>
              <a:ext cx="38132" cy="162760"/>
            </a:xfrm>
            <a:custGeom>
              <a:avLst/>
              <a:pathLst>
                <a:path w="38132" h="162760">
                  <a:moveTo>
                    <a:pt x="0" y="162760"/>
                  </a:moveTo>
                  <a:lnTo>
                    <a:pt x="381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82906" y="1489739"/>
              <a:ext cx="38132" cy="162760"/>
            </a:xfrm>
            <a:custGeom>
              <a:avLst/>
              <a:pathLst>
                <a:path w="38132" h="162760">
                  <a:moveTo>
                    <a:pt x="0" y="162760"/>
                  </a:moveTo>
                  <a:lnTo>
                    <a:pt x="381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82906" y="1489739"/>
              <a:ext cx="38132" cy="162760"/>
            </a:xfrm>
            <a:custGeom>
              <a:avLst/>
              <a:pathLst>
                <a:path w="38132" h="162760">
                  <a:moveTo>
                    <a:pt x="0" y="162760"/>
                  </a:moveTo>
                  <a:lnTo>
                    <a:pt x="3813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82906" y="1489739"/>
              <a:ext cx="38132" cy="162760"/>
            </a:xfrm>
            <a:custGeom>
              <a:avLst/>
              <a:pathLst>
                <a:path w="38132" h="162760">
                  <a:moveTo>
                    <a:pt x="0" y="162760"/>
                  </a:moveTo>
                  <a:lnTo>
                    <a:pt x="3813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82906" y="1325568"/>
              <a:ext cx="205285" cy="331333"/>
            </a:xfrm>
            <a:custGeom>
              <a:avLst/>
              <a:pathLst>
                <a:path w="205285" h="331333">
                  <a:moveTo>
                    <a:pt x="0" y="326931"/>
                  </a:moveTo>
                  <a:lnTo>
                    <a:pt x="5197" y="328061"/>
                  </a:lnTo>
                  <a:lnTo>
                    <a:pt x="10428" y="329026"/>
                  </a:lnTo>
                  <a:lnTo>
                    <a:pt x="15687" y="329824"/>
                  </a:lnTo>
                  <a:lnTo>
                    <a:pt x="20969" y="330454"/>
                  </a:lnTo>
                  <a:lnTo>
                    <a:pt x="26268" y="330916"/>
                  </a:lnTo>
                  <a:lnTo>
                    <a:pt x="31579" y="331209"/>
                  </a:lnTo>
                  <a:lnTo>
                    <a:pt x="36897" y="331333"/>
                  </a:lnTo>
                  <a:lnTo>
                    <a:pt x="42216" y="331288"/>
                  </a:lnTo>
                  <a:lnTo>
                    <a:pt x="47531" y="331073"/>
                  </a:lnTo>
                  <a:lnTo>
                    <a:pt x="52836" y="330690"/>
                  </a:lnTo>
                  <a:lnTo>
                    <a:pt x="58127" y="330138"/>
                  </a:lnTo>
                  <a:lnTo>
                    <a:pt x="63397" y="329418"/>
                  </a:lnTo>
                  <a:lnTo>
                    <a:pt x="68641" y="328530"/>
                  </a:lnTo>
                  <a:lnTo>
                    <a:pt x="73855" y="327476"/>
                  </a:lnTo>
                  <a:lnTo>
                    <a:pt x="79033" y="326257"/>
                  </a:lnTo>
                  <a:lnTo>
                    <a:pt x="84169" y="324874"/>
                  </a:lnTo>
                  <a:lnTo>
                    <a:pt x="89259" y="323328"/>
                  </a:lnTo>
                  <a:lnTo>
                    <a:pt x="94296" y="321620"/>
                  </a:lnTo>
                  <a:lnTo>
                    <a:pt x="99277" y="319754"/>
                  </a:lnTo>
                  <a:lnTo>
                    <a:pt x="104196" y="317730"/>
                  </a:lnTo>
                  <a:lnTo>
                    <a:pt x="109048" y="315550"/>
                  </a:lnTo>
                  <a:lnTo>
                    <a:pt x="113829" y="313217"/>
                  </a:lnTo>
                  <a:lnTo>
                    <a:pt x="118533" y="310733"/>
                  </a:lnTo>
                  <a:lnTo>
                    <a:pt x="123155" y="308101"/>
                  </a:lnTo>
                  <a:lnTo>
                    <a:pt x="127691" y="305323"/>
                  </a:lnTo>
                  <a:lnTo>
                    <a:pt x="132137" y="302402"/>
                  </a:lnTo>
                  <a:lnTo>
                    <a:pt x="136487" y="299342"/>
                  </a:lnTo>
                  <a:lnTo>
                    <a:pt x="140738" y="296144"/>
                  </a:lnTo>
                  <a:lnTo>
                    <a:pt x="144885" y="292813"/>
                  </a:lnTo>
                  <a:lnTo>
                    <a:pt x="148923" y="289351"/>
                  </a:lnTo>
                  <a:lnTo>
                    <a:pt x="152850" y="285763"/>
                  </a:lnTo>
                  <a:lnTo>
                    <a:pt x="156660" y="282051"/>
                  </a:lnTo>
                  <a:lnTo>
                    <a:pt x="160351" y="278221"/>
                  </a:lnTo>
                  <a:lnTo>
                    <a:pt x="163918" y="274274"/>
                  </a:lnTo>
                  <a:lnTo>
                    <a:pt x="167357" y="270217"/>
                  </a:lnTo>
                  <a:lnTo>
                    <a:pt x="170665" y="266052"/>
                  </a:lnTo>
                  <a:lnTo>
                    <a:pt x="173840" y="261784"/>
                  </a:lnTo>
                  <a:lnTo>
                    <a:pt x="176877" y="257416"/>
                  </a:lnTo>
                  <a:lnTo>
                    <a:pt x="179773" y="252955"/>
                  </a:lnTo>
                  <a:lnTo>
                    <a:pt x="182526" y="248404"/>
                  </a:lnTo>
                  <a:lnTo>
                    <a:pt x="185133" y="243767"/>
                  </a:lnTo>
                  <a:lnTo>
                    <a:pt x="187591" y="239050"/>
                  </a:lnTo>
                  <a:lnTo>
                    <a:pt x="189898" y="234257"/>
                  </a:lnTo>
                  <a:lnTo>
                    <a:pt x="192051" y="229393"/>
                  </a:lnTo>
                  <a:lnTo>
                    <a:pt x="194048" y="224463"/>
                  </a:lnTo>
                  <a:lnTo>
                    <a:pt x="195887" y="219472"/>
                  </a:lnTo>
                  <a:lnTo>
                    <a:pt x="197567" y="214425"/>
                  </a:lnTo>
                  <a:lnTo>
                    <a:pt x="199085" y="209327"/>
                  </a:lnTo>
                  <a:lnTo>
                    <a:pt x="200440" y="204183"/>
                  </a:lnTo>
                  <a:lnTo>
                    <a:pt x="201631" y="198999"/>
                  </a:lnTo>
                  <a:lnTo>
                    <a:pt x="202656" y="193779"/>
                  </a:lnTo>
                  <a:lnTo>
                    <a:pt x="203515" y="188530"/>
                  </a:lnTo>
                  <a:lnTo>
                    <a:pt x="204206" y="183256"/>
                  </a:lnTo>
                  <a:lnTo>
                    <a:pt x="204729" y="177962"/>
                  </a:lnTo>
                  <a:lnTo>
                    <a:pt x="205084" y="172655"/>
                  </a:lnTo>
                  <a:lnTo>
                    <a:pt x="205269" y="167339"/>
                  </a:lnTo>
                  <a:lnTo>
                    <a:pt x="205285" y="162020"/>
                  </a:lnTo>
                  <a:lnTo>
                    <a:pt x="205132" y="156703"/>
                  </a:lnTo>
                  <a:lnTo>
                    <a:pt x="204810" y="151393"/>
                  </a:lnTo>
                  <a:lnTo>
                    <a:pt x="204319" y="146097"/>
                  </a:lnTo>
                  <a:lnTo>
                    <a:pt x="203660" y="140819"/>
                  </a:lnTo>
                  <a:lnTo>
                    <a:pt x="202834" y="135564"/>
                  </a:lnTo>
                  <a:lnTo>
                    <a:pt x="201840" y="130338"/>
                  </a:lnTo>
                  <a:lnTo>
                    <a:pt x="200681" y="125147"/>
                  </a:lnTo>
                  <a:lnTo>
                    <a:pt x="199357" y="119995"/>
                  </a:lnTo>
                  <a:lnTo>
                    <a:pt x="197870" y="114888"/>
                  </a:lnTo>
                  <a:lnTo>
                    <a:pt x="196221" y="109831"/>
                  </a:lnTo>
                  <a:lnTo>
                    <a:pt x="194412" y="104829"/>
                  </a:lnTo>
                  <a:lnTo>
                    <a:pt x="192445" y="99887"/>
                  </a:lnTo>
                  <a:lnTo>
                    <a:pt x="190322" y="95010"/>
                  </a:lnTo>
                  <a:lnTo>
                    <a:pt x="188044" y="90203"/>
                  </a:lnTo>
                  <a:lnTo>
                    <a:pt x="185615" y="85470"/>
                  </a:lnTo>
                  <a:lnTo>
                    <a:pt x="183036" y="80818"/>
                  </a:lnTo>
                  <a:lnTo>
                    <a:pt x="180311" y="76250"/>
                  </a:lnTo>
                  <a:lnTo>
                    <a:pt x="177442" y="71771"/>
                  </a:lnTo>
                  <a:lnTo>
                    <a:pt x="174432" y="67386"/>
                  </a:lnTo>
                  <a:lnTo>
                    <a:pt x="171283" y="63098"/>
                  </a:lnTo>
                  <a:lnTo>
                    <a:pt x="168000" y="58913"/>
                  </a:lnTo>
                  <a:lnTo>
                    <a:pt x="164586" y="54834"/>
                  </a:lnTo>
                  <a:lnTo>
                    <a:pt x="161043" y="50866"/>
                  </a:lnTo>
                  <a:lnTo>
                    <a:pt x="157376" y="47013"/>
                  </a:lnTo>
                  <a:lnTo>
                    <a:pt x="153588" y="43279"/>
                  </a:lnTo>
                  <a:lnTo>
                    <a:pt x="149684" y="39667"/>
                  </a:lnTo>
                  <a:lnTo>
                    <a:pt x="145666" y="36181"/>
                  </a:lnTo>
                  <a:lnTo>
                    <a:pt x="141540" y="32824"/>
                  </a:lnTo>
                  <a:lnTo>
                    <a:pt x="137308" y="29601"/>
                  </a:lnTo>
                  <a:lnTo>
                    <a:pt x="132977" y="26513"/>
                  </a:lnTo>
                  <a:lnTo>
                    <a:pt x="128549" y="23566"/>
                  </a:lnTo>
                  <a:lnTo>
                    <a:pt x="124030" y="20760"/>
                  </a:lnTo>
                  <a:lnTo>
                    <a:pt x="119424" y="18100"/>
                  </a:lnTo>
                  <a:lnTo>
                    <a:pt x="114735" y="15587"/>
                  </a:lnTo>
                  <a:lnTo>
                    <a:pt x="109969" y="13225"/>
                  </a:lnTo>
                  <a:lnTo>
                    <a:pt x="105130" y="11016"/>
                  </a:lnTo>
                  <a:lnTo>
                    <a:pt x="100224" y="8962"/>
                  </a:lnTo>
                  <a:lnTo>
                    <a:pt x="95254" y="7065"/>
                  </a:lnTo>
                  <a:lnTo>
                    <a:pt x="90227" y="5327"/>
                  </a:lnTo>
                  <a:lnTo>
                    <a:pt x="85147" y="3750"/>
                  </a:lnTo>
                  <a:lnTo>
                    <a:pt x="80019" y="2336"/>
                  </a:lnTo>
                  <a:lnTo>
                    <a:pt x="74849" y="1085"/>
                  </a:lnTo>
                  <a:lnTo>
                    <a:pt x="69642" y="0"/>
                  </a:lnTo>
                  <a:lnTo>
                    <a:pt x="38132" y="1641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021039" y="1322571"/>
              <a:ext cx="31510" cy="167167"/>
            </a:xfrm>
            <a:custGeom>
              <a:avLst/>
              <a:pathLst>
                <a:path w="31510" h="167167">
                  <a:moveTo>
                    <a:pt x="31510" y="2996"/>
                  </a:moveTo>
                  <a:lnTo>
                    <a:pt x="25262" y="1919"/>
                  </a:lnTo>
                  <a:lnTo>
                    <a:pt x="18978" y="1080"/>
                  </a:lnTo>
                  <a:lnTo>
                    <a:pt x="12667" y="480"/>
                  </a:lnTo>
                  <a:lnTo>
                    <a:pt x="6338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378094" y="1071028"/>
              <a:ext cx="167163" cy="305265"/>
            </a:xfrm>
            <a:custGeom>
              <a:avLst/>
              <a:pathLst>
                <a:path w="167163" h="305265">
                  <a:moveTo>
                    <a:pt x="167163" y="0"/>
                  </a:moveTo>
                  <a:lnTo>
                    <a:pt x="161783" y="86"/>
                  </a:lnTo>
                  <a:lnTo>
                    <a:pt x="156409" y="346"/>
                  </a:lnTo>
                  <a:lnTo>
                    <a:pt x="151045" y="778"/>
                  </a:lnTo>
                  <a:lnTo>
                    <a:pt x="145699" y="1383"/>
                  </a:lnTo>
                  <a:lnTo>
                    <a:pt x="140374" y="2160"/>
                  </a:lnTo>
                  <a:lnTo>
                    <a:pt x="135078" y="3108"/>
                  </a:lnTo>
                  <a:lnTo>
                    <a:pt x="129814" y="4225"/>
                  </a:lnTo>
                  <a:lnTo>
                    <a:pt x="124590" y="5512"/>
                  </a:lnTo>
                  <a:lnTo>
                    <a:pt x="119409" y="6966"/>
                  </a:lnTo>
                  <a:lnTo>
                    <a:pt x="114278" y="8586"/>
                  </a:lnTo>
                  <a:lnTo>
                    <a:pt x="109202" y="10370"/>
                  </a:lnTo>
                  <a:lnTo>
                    <a:pt x="104185" y="12316"/>
                  </a:lnTo>
                  <a:lnTo>
                    <a:pt x="99234" y="14423"/>
                  </a:lnTo>
                  <a:lnTo>
                    <a:pt x="94353" y="16689"/>
                  </a:lnTo>
                  <a:lnTo>
                    <a:pt x="89548" y="19110"/>
                  </a:lnTo>
                  <a:lnTo>
                    <a:pt x="84823" y="21685"/>
                  </a:lnTo>
                  <a:lnTo>
                    <a:pt x="80184" y="24410"/>
                  </a:lnTo>
                  <a:lnTo>
                    <a:pt x="75635" y="27283"/>
                  </a:lnTo>
                  <a:lnTo>
                    <a:pt x="71180" y="30302"/>
                  </a:lnTo>
                  <a:lnTo>
                    <a:pt x="66825" y="33462"/>
                  </a:lnTo>
                  <a:lnTo>
                    <a:pt x="62574" y="36760"/>
                  </a:lnTo>
                  <a:lnTo>
                    <a:pt x="58431" y="40194"/>
                  </a:lnTo>
                  <a:lnTo>
                    <a:pt x="54401" y="43759"/>
                  </a:lnTo>
                  <a:lnTo>
                    <a:pt x="50487" y="47452"/>
                  </a:lnTo>
                  <a:lnTo>
                    <a:pt x="46695" y="51269"/>
                  </a:lnTo>
                  <a:lnTo>
                    <a:pt x="43027" y="55206"/>
                  </a:lnTo>
                  <a:lnTo>
                    <a:pt x="39488" y="59259"/>
                  </a:lnTo>
                  <a:lnTo>
                    <a:pt x="36082" y="63424"/>
                  </a:lnTo>
                  <a:lnTo>
                    <a:pt x="32811" y="67697"/>
                  </a:lnTo>
                  <a:lnTo>
                    <a:pt x="29679" y="72072"/>
                  </a:lnTo>
                  <a:lnTo>
                    <a:pt x="26690" y="76546"/>
                  </a:lnTo>
                  <a:lnTo>
                    <a:pt x="23846" y="81114"/>
                  </a:lnTo>
                  <a:lnTo>
                    <a:pt x="21151" y="85771"/>
                  </a:lnTo>
                  <a:lnTo>
                    <a:pt x="18607" y="90513"/>
                  </a:lnTo>
                  <a:lnTo>
                    <a:pt x="16217" y="95334"/>
                  </a:lnTo>
                  <a:lnTo>
                    <a:pt x="13983" y="100229"/>
                  </a:lnTo>
                  <a:lnTo>
                    <a:pt x="11908" y="105193"/>
                  </a:lnTo>
                  <a:lnTo>
                    <a:pt x="9994" y="110222"/>
                  </a:lnTo>
                  <a:lnTo>
                    <a:pt x="8243" y="115310"/>
                  </a:lnTo>
                  <a:lnTo>
                    <a:pt x="6656" y="120452"/>
                  </a:lnTo>
                  <a:lnTo>
                    <a:pt x="5236" y="125641"/>
                  </a:lnTo>
                  <a:lnTo>
                    <a:pt x="3983" y="130874"/>
                  </a:lnTo>
                  <a:lnTo>
                    <a:pt x="2900" y="136145"/>
                  </a:lnTo>
                  <a:lnTo>
                    <a:pt x="1986" y="141448"/>
                  </a:lnTo>
                  <a:lnTo>
                    <a:pt x="1244" y="146777"/>
                  </a:lnTo>
                  <a:lnTo>
                    <a:pt x="674" y="152127"/>
                  </a:lnTo>
                  <a:lnTo>
                    <a:pt x="276" y="157494"/>
                  </a:lnTo>
                  <a:lnTo>
                    <a:pt x="51" y="162870"/>
                  </a:lnTo>
                  <a:lnTo>
                    <a:pt x="0" y="168250"/>
                  </a:lnTo>
                  <a:lnTo>
                    <a:pt x="121" y="173630"/>
                  </a:lnTo>
                  <a:lnTo>
                    <a:pt x="415" y="179002"/>
                  </a:lnTo>
                  <a:lnTo>
                    <a:pt x="883" y="184363"/>
                  </a:lnTo>
                  <a:lnTo>
                    <a:pt x="1522" y="189705"/>
                  </a:lnTo>
                  <a:lnTo>
                    <a:pt x="2334" y="195025"/>
                  </a:lnTo>
                  <a:lnTo>
                    <a:pt x="3315" y="200315"/>
                  </a:lnTo>
                  <a:lnTo>
                    <a:pt x="4467" y="205571"/>
                  </a:lnTo>
                  <a:lnTo>
                    <a:pt x="5787" y="210787"/>
                  </a:lnTo>
                  <a:lnTo>
                    <a:pt x="7275" y="215958"/>
                  </a:lnTo>
                  <a:lnTo>
                    <a:pt x="8928" y="221079"/>
                  </a:lnTo>
                  <a:lnTo>
                    <a:pt x="10745" y="226144"/>
                  </a:lnTo>
                  <a:lnTo>
                    <a:pt x="12724" y="231147"/>
                  </a:lnTo>
                  <a:lnTo>
                    <a:pt x="14863" y="236085"/>
                  </a:lnTo>
                  <a:lnTo>
                    <a:pt x="17160" y="240950"/>
                  </a:lnTo>
                  <a:lnTo>
                    <a:pt x="19613" y="245740"/>
                  </a:lnTo>
                  <a:lnTo>
                    <a:pt x="22218" y="250448"/>
                  </a:lnTo>
                  <a:lnTo>
                    <a:pt x="24973" y="255070"/>
                  </a:lnTo>
                  <a:lnTo>
                    <a:pt x="27876" y="259600"/>
                  </a:lnTo>
                  <a:lnTo>
                    <a:pt x="30923" y="264035"/>
                  </a:lnTo>
                  <a:lnTo>
                    <a:pt x="34111" y="268370"/>
                  </a:lnTo>
                  <a:lnTo>
                    <a:pt x="37437" y="272599"/>
                  </a:lnTo>
                  <a:lnTo>
                    <a:pt x="40897" y="276720"/>
                  </a:lnTo>
                  <a:lnTo>
                    <a:pt x="44489" y="280727"/>
                  </a:lnTo>
                  <a:lnTo>
                    <a:pt x="48207" y="284616"/>
                  </a:lnTo>
                  <a:lnTo>
                    <a:pt x="52049" y="288384"/>
                  </a:lnTo>
                  <a:lnTo>
                    <a:pt x="56009" y="292026"/>
                  </a:lnTo>
                  <a:lnTo>
                    <a:pt x="60085" y="295539"/>
                  </a:lnTo>
                  <a:lnTo>
                    <a:pt x="64272" y="298918"/>
                  </a:lnTo>
                  <a:lnTo>
                    <a:pt x="68566" y="302161"/>
                  </a:lnTo>
                  <a:lnTo>
                    <a:pt x="72962" y="305265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51056" y="1238196"/>
              <a:ext cx="94201" cy="138097"/>
            </a:xfrm>
            <a:custGeom>
              <a:avLst/>
              <a:pathLst>
                <a:path w="94201" h="138097">
                  <a:moveTo>
                    <a:pt x="0" y="138097"/>
                  </a:moveTo>
                  <a:lnTo>
                    <a:pt x="9420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51056" y="1238196"/>
              <a:ext cx="94201" cy="138097"/>
            </a:xfrm>
            <a:custGeom>
              <a:avLst/>
              <a:pathLst>
                <a:path w="94201" h="138097">
                  <a:moveTo>
                    <a:pt x="0" y="138097"/>
                  </a:moveTo>
                  <a:lnTo>
                    <a:pt x="9420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51056" y="1238196"/>
              <a:ext cx="94201" cy="138097"/>
            </a:xfrm>
            <a:custGeom>
              <a:avLst/>
              <a:pathLst>
                <a:path w="94201" h="138097">
                  <a:moveTo>
                    <a:pt x="0" y="138097"/>
                  </a:moveTo>
                  <a:lnTo>
                    <a:pt x="9420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51056" y="1238196"/>
              <a:ext cx="94201" cy="138097"/>
            </a:xfrm>
            <a:custGeom>
              <a:avLst/>
              <a:pathLst>
                <a:path w="94201" h="138097">
                  <a:moveTo>
                    <a:pt x="0" y="138097"/>
                  </a:moveTo>
                  <a:lnTo>
                    <a:pt x="9420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51056" y="1238196"/>
              <a:ext cx="94201" cy="138097"/>
            </a:xfrm>
            <a:custGeom>
              <a:avLst/>
              <a:pathLst>
                <a:path w="94201" h="138097">
                  <a:moveTo>
                    <a:pt x="0" y="138097"/>
                  </a:moveTo>
                  <a:lnTo>
                    <a:pt x="9420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51056" y="1238196"/>
              <a:ext cx="94201" cy="138097"/>
            </a:xfrm>
            <a:custGeom>
              <a:avLst/>
              <a:pathLst>
                <a:path w="94201" h="138097">
                  <a:moveTo>
                    <a:pt x="0" y="138097"/>
                  </a:moveTo>
                  <a:lnTo>
                    <a:pt x="9420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51056" y="1238196"/>
              <a:ext cx="94201" cy="138097"/>
            </a:xfrm>
            <a:custGeom>
              <a:avLst/>
              <a:pathLst>
                <a:path w="94201" h="138097">
                  <a:moveTo>
                    <a:pt x="0" y="138097"/>
                  </a:moveTo>
                  <a:lnTo>
                    <a:pt x="9420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51056" y="1238196"/>
              <a:ext cx="94201" cy="138097"/>
            </a:xfrm>
            <a:custGeom>
              <a:avLst/>
              <a:pathLst>
                <a:path w="94201" h="138097">
                  <a:moveTo>
                    <a:pt x="0" y="138097"/>
                  </a:moveTo>
                  <a:lnTo>
                    <a:pt x="9420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51056" y="1238196"/>
              <a:ext cx="94201" cy="138097"/>
            </a:xfrm>
            <a:custGeom>
              <a:avLst/>
              <a:pathLst>
                <a:path w="94201" h="138097">
                  <a:moveTo>
                    <a:pt x="0" y="138097"/>
                  </a:moveTo>
                  <a:lnTo>
                    <a:pt x="9420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51056" y="1238196"/>
              <a:ext cx="94201" cy="138097"/>
            </a:xfrm>
            <a:custGeom>
              <a:avLst/>
              <a:pathLst>
                <a:path w="94201" h="138097">
                  <a:moveTo>
                    <a:pt x="0" y="138097"/>
                  </a:moveTo>
                  <a:lnTo>
                    <a:pt x="9420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51056" y="1238196"/>
              <a:ext cx="94201" cy="138097"/>
            </a:xfrm>
            <a:custGeom>
              <a:avLst/>
              <a:pathLst>
                <a:path w="94201" h="138097">
                  <a:moveTo>
                    <a:pt x="0" y="138097"/>
                  </a:moveTo>
                  <a:lnTo>
                    <a:pt x="9420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51056" y="1238196"/>
              <a:ext cx="94201" cy="138097"/>
            </a:xfrm>
            <a:custGeom>
              <a:avLst/>
              <a:pathLst>
                <a:path w="94201" h="138097">
                  <a:moveTo>
                    <a:pt x="0" y="138097"/>
                  </a:moveTo>
                  <a:lnTo>
                    <a:pt x="9420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51056" y="1238196"/>
              <a:ext cx="94201" cy="138097"/>
            </a:xfrm>
            <a:custGeom>
              <a:avLst/>
              <a:pathLst>
                <a:path w="94201" h="138097">
                  <a:moveTo>
                    <a:pt x="0" y="138097"/>
                  </a:moveTo>
                  <a:lnTo>
                    <a:pt x="9420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51056" y="1238196"/>
              <a:ext cx="94201" cy="138097"/>
            </a:xfrm>
            <a:custGeom>
              <a:avLst/>
              <a:pathLst>
                <a:path w="94201" h="138097">
                  <a:moveTo>
                    <a:pt x="0" y="138097"/>
                  </a:moveTo>
                  <a:lnTo>
                    <a:pt x="9420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51056" y="1238196"/>
              <a:ext cx="94201" cy="138097"/>
            </a:xfrm>
            <a:custGeom>
              <a:avLst/>
              <a:pathLst>
                <a:path w="94201" h="138097">
                  <a:moveTo>
                    <a:pt x="0" y="138097"/>
                  </a:moveTo>
                  <a:lnTo>
                    <a:pt x="942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51056" y="1238196"/>
              <a:ext cx="94201" cy="138097"/>
            </a:xfrm>
            <a:custGeom>
              <a:avLst/>
              <a:pathLst>
                <a:path w="94201" h="138097">
                  <a:moveTo>
                    <a:pt x="0" y="138097"/>
                  </a:moveTo>
                  <a:lnTo>
                    <a:pt x="942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51056" y="1238196"/>
              <a:ext cx="94201" cy="138097"/>
            </a:xfrm>
            <a:custGeom>
              <a:avLst/>
              <a:pathLst>
                <a:path w="94201" h="138097">
                  <a:moveTo>
                    <a:pt x="0" y="138097"/>
                  </a:moveTo>
                  <a:lnTo>
                    <a:pt x="942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51056" y="1238196"/>
              <a:ext cx="94201" cy="138097"/>
            </a:xfrm>
            <a:custGeom>
              <a:avLst/>
              <a:pathLst>
                <a:path w="94201" h="138097">
                  <a:moveTo>
                    <a:pt x="0" y="138097"/>
                  </a:moveTo>
                  <a:lnTo>
                    <a:pt x="942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51056" y="1238196"/>
              <a:ext cx="94201" cy="138097"/>
            </a:xfrm>
            <a:custGeom>
              <a:avLst/>
              <a:pathLst>
                <a:path w="94201" h="138097">
                  <a:moveTo>
                    <a:pt x="0" y="138097"/>
                  </a:moveTo>
                  <a:lnTo>
                    <a:pt x="9420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51056" y="1238196"/>
              <a:ext cx="94201" cy="138097"/>
            </a:xfrm>
            <a:custGeom>
              <a:avLst/>
              <a:pathLst>
                <a:path w="94201" h="138097">
                  <a:moveTo>
                    <a:pt x="0" y="138097"/>
                  </a:moveTo>
                  <a:lnTo>
                    <a:pt x="9420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451056" y="1118559"/>
              <a:ext cx="261369" cy="286799"/>
            </a:xfrm>
            <a:custGeom>
              <a:avLst/>
              <a:pathLst>
                <a:path w="261369" h="286799">
                  <a:moveTo>
                    <a:pt x="0" y="257734"/>
                  </a:moveTo>
                  <a:lnTo>
                    <a:pt x="4452" y="260669"/>
                  </a:lnTo>
                  <a:lnTo>
                    <a:pt x="8997" y="263460"/>
                  </a:lnTo>
                  <a:lnTo>
                    <a:pt x="13628" y="266105"/>
                  </a:lnTo>
                  <a:lnTo>
                    <a:pt x="18341" y="268600"/>
                  </a:lnTo>
                  <a:lnTo>
                    <a:pt x="23131" y="270944"/>
                  </a:lnTo>
                  <a:lnTo>
                    <a:pt x="27994" y="273134"/>
                  </a:lnTo>
                  <a:lnTo>
                    <a:pt x="32924" y="275168"/>
                  </a:lnTo>
                  <a:lnTo>
                    <a:pt x="37916" y="277043"/>
                  </a:lnTo>
                  <a:lnTo>
                    <a:pt x="42966" y="278759"/>
                  </a:lnTo>
                  <a:lnTo>
                    <a:pt x="48067" y="280312"/>
                  </a:lnTo>
                  <a:lnTo>
                    <a:pt x="53216" y="281702"/>
                  </a:lnTo>
                  <a:lnTo>
                    <a:pt x="58406" y="282927"/>
                  </a:lnTo>
                  <a:lnTo>
                    <a:pt x="63633" y="283985"/>
                  </a:lnTo>
                  <a:lnTo>
                    <a:pt x="68891" y="284877"/>
                  </a:lnTo>
                  <a:lnTo>
                    <a:pt x="74175" y="285600"/>
                  </a:lnTo>
                  <a:lnTo>
                    <a:pt x="79479" y="286154"/>
                  </a:lnTo>
                  <a:lnTo>
                    <a:pt x="84798" y="286539"/>
                  </a:lnTo>
                  <a:lnTo>
                    <a:pt x="90127" y="286754"/>
                  </a:lnTo>
                  <a:lnTo>
                    <a:pt x="95460" y="286799"/>
                  </a:lnTo>
                  <a:lnTo>
                    <a:pt x="100791" y="286674"/>
                  </a:lnTo>
                  <a:lnTo>
                    <a:pt x="106116" y="286379"/>
                  </a:lnTo>
                  <a:lnTo>
                    <a:pt x="111429" y="285914"/>
                  </a:lnTo>
                  <a:lnTo>
                    <a:pt x="116724" y="285280"/>
                  </a:lnTo>
                  <a:lnTo>
                    <a:pt x="121996" y="284477"/>
                  </a:lnTo>
                  <a:lnTo>
                    <a:pt x="127240" y="283507"/>
                  </a:lnTo>
                  <a:lnTo>
                    <a:pt x="132450" y="282369"/>
                  </a:lnTo>
                  <a:lnTo>
                    <a:pt x="137622" y="281066"/>
                  </a:lnTo>
                  <a:lnTo>
                    <a:pt x="142749" y="279599"/>
                  </a:lnTo>
                  <a:lnTo>
                    <a:pt x="147827" y="277969"/>
                  </a:lnTo>
                  <a:lnTo>
                    <a:pt x="152850" y="276178"/>
                  </a:lnTo>
                  <a:lnTo>
                    <a:pt x="157813" y="274228"/>
                  </a:lnTo>
                  <a:lnTo>
                    <a:pt x="162712" y="272120"/>
                  </a:lnTo>
                  <a:lnTo>
                    <a:pt x="167541" y="269857"/>
                  </a:lnTo>
                  <a:lnTo>
                    <a:pt x="172296" y="267441"/>
                  </a:lnTo>
                  <a:lnTo>
                    <a:pt x="176971" y="264875"/>
                  </a:lnTo>
                  <a:lnTo>
                    <a:pt x="181561" y="262161"/>
                  </a:lnTo>
                  <a:lnTo>
                    <a:pt x="186063" y="259302"/>
                  </a:lnTo>
                  <a:lnTo>
                    <a:pt x="190471" y="256300"/>
                  </a:lnTo>
                  <a:lnTo>
                    <a:pt x="194782" y="253160"/>
                  </a:lnTo>
                  <a:lnTo>
                    <a:pt x="198990" y="249884"/>
                  </a:lnTo>
                  <a:lnTo>
                    <a:pt x="203091" y="246475"/>
                  </a:lnTo>
                  <a:lnTo>
                    <a:pt x="207082" y="242937"/>
                  </a:lnTo>
                  <a:lnTo>
                    <a:pt x="210957" y="239274"/>
                  </a:lnTo>
                  <a:lnTo>
                    <a:pt x="214714" y="235489"/>
                  </a:lnTo>
                  <a:lnTo>
                    <a:pt x="218348" y="231585"/>
                  </a:lnTo>
                  <a:lnTo>
                    <a:pt x="221856" y="227568"/>
                  </a:lnTo>
                  <a:lnTo>
                    <a:pt x="225234" y="223442"/>
                  </a:lnTo>
                  <a:lnTo>
                    <a:pt x="228478" y="219209"/>
                  </a:lnTo>
                  <a:lnTo>
                    <a:pt x="231586" y="214875"/>
                  </a:lnTo>
                  <a:lnTo>
                    <a:pt x="234554" y="210444"/>
                  </a:lnTo>
                  <a:lnTo>
                    <a:pt x="237379" y="205921"/>
                  </a:lnTo>
                  <a:lnTo>
                    <a:pt x="240059" y="201310"/>
                  </a:lnTo>
                  <a:lnTo>
                    <a:pt x="242590" y="196616"/>
                  </a:lnTo>
                  <a:lnTo>
                    <a:pt x="244970" y="191844"/>
                  </a:lnTo>
                  <a:lnTo>
                    <a:pt x="247196" y="186998"/>
                  </a:lnTo>
                  <a:lnTo>
                    <a:pt x="249267" y="182083"/>
                  </a:lnTo>
                  <a:lnTo>
                    <a:pt x="251180" y="177105"/>
                  </a:lnTo>
                  <a:lnTo>
                    <a:pt x="252933" y="172069"/>
                  </a:lnTo>
                  <a:lnTo>
                    <a:pt x="254525" y="166979"/>
                  </a:lnTo>
                  <a:lnTo>
                    <a:pt x="255953" y="161841"/>
                  </a:lnTo>
                  <a:lnTo>
                    <a:pt x="257217" y="156660"/>
                  </a:lnTo>
                  <a:lnTo>
                    <a:pt x="258315" y="151441"/>
                  </a:lnTo>
                  <a:lnTo>
                    <a:pt x="259246" y="146190"/>
                  </a:lnTo>
                  <a:lnTo>
                    <a:pt x="260009" y="140912"/>
                  </a:lnTo>
                  <a:lnTo>
                    <a:pt x="260604" y="135612"/>
                  </a:lnTo>
                  <a:lnTo>
                    <a:pt x="261029" y="130296"/>
                  </a:lnTo>
                  <a:lnTo>
                    <a:pt x="261284" y="124969"/>
                  </a:lnTo>
                  <a:lnTo>
                    <a:pt x="261369" y="119637"/>
                  </a:lnTo>
                  <a:lnTo>
                    <a:pt x="261284" y="114304"/>
                  </a:lnTo>
                  <a:lnTo>
                    <a:pt x="261029" y="108977"/>
                  </a:lnTo>
                  <a:lnTo>
                    <a:pt x="260604" y="103661"/>
                  </a:lnTo>
                  <a:lnTo>
                    <a:pt x="260009" y="98362"/>
                  </a:lnTo>
                  <a:lnTo>
                    <a:pt x="259246" y="93083"/>
                  </a:lnTo>
                  <a:lnTo>
                    <a:pt x="258315" y="87832"/>
                  </a:lnTo>
                  <a:lnTo>
                    <a:pt x="257217" y="82614"/>
                  </a:lnTo>
                  <a:lnTo>
                    <a:pt x="255953" y="77433"/>
                  </a:lnTo>
                  <a:lnTo>
                    <a:pt x="254525" y="72294"/>
                  </a:lnTo>
                  <a:lnTo>
                    <a:pt x="252933" y="67205"/>
                  </a:lnTo>
                  <a:lnTo>
                    <a:pt x="251180" y="62168"/>
                  </a:lnTo>
                  <a:lnTo>
                    <a:pt x="249267" y="57190"/>
                  </a:lnTo>
                  <a:lnTo>
                    <a:pt x="247196" y="52275"/>
                  </a:lnTo>
                  <a:lnTo>
                    <a:pt x="244970" y="47429"/>
                  </a:lnTo>
                  <a:lnTo>
                    <a:pt x="242590" y="42657"/>
                  </a:lnTo>
                  <a:lnTo>
                    <a:pt x="240059" y="37963"/>
                  </a:lnTo>
                  <a:lnTo>
                    <a:pt x="237379" y="33352"/>
                  </a:lnTo>
                  <a:lnTo>
                    <a:pt x="234554" y="28829"/>
                  </a:lnTo>
                  <a:lnTo>
                    <a:pt x="231586" y="24398"/>
                  </a:lnTo>
                  <a:lnTo>
                    <a:pt x="228478" y="20064"/>
                  </a:lnTo>
                  <a:lnTo>
                    <a:pt x="225234" y="15832"/>
                  </a:lnTo>
                  <a:lnTo>
                    <a:pt x="221856" y="11705"/>
                  </a:lnTo>
                  <a:lnTo>
                    <a:pt x="218348" y="7688"/>
                  </a:lnTo>
                  <a:lnTo>
                    <a:pt x="214714" y="3785"/>
                  </a:lnTo>
                  <a:lnTo>
                    <a:pt x="210957" y="0"/>
                  </a:lnTo>
                  <a:lnTo>
                    <a:pt x="94201" y="1196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45258" y="1071028"/>
              <a:ext cx="116755" cy="167167"/>
            </a:xfrm>
            <a:custGeom>
              <a:avLst/>
              <a:pathLst>
                <a:path w="116755" h="167167">
                  <a:moveTo>
                    <a:pt x="116755" y="47530"/>
                  </a:moveTo>
                  <a:lnTo>
                    <a:pt x="112668" y="43673"/>
                  </a:lnTo>
                  <a:lnTo>
                    <a:pt x="108454" y="39956"/>
                  </a:lnTo>
                  <a:lnTo>
                    <a:pt x="104117" y="36383"/>
                  </a:lnTo>
                  <a:lnTo>
                    <a:pt x="99662" y="32957"/>
                  </a:lnTo>
                  <a:lnTo>
                    <a:pt x="95095" y="29683"/>
                  </a:lnTo>
                  <a:lnTo>
                    <a:pt x="90420" y="26564"/>
                  </a:lnTo>
                  <a:lnTo>
                    <a:pt x="85643" y="23605"/>
                  </a:lnTo>
                  <a:lnTo>
                    <a:pt x="80769" y="20807"/>
                  </a:lnTo>
                  <a:lnTo>
                    <a:pt x="75804" y="18175"/>
                  </a:lnTo>
                  <a:lnTo>
                    <a:pt x="70753" y="15711"/>
                  </a:lnTo>
                  <a:lnTo>
                    <a:pt x="65623" y="13419"/>
                  </a:lnTo>
                  <a:lnTo>
                    <a:pt x="60418" y="11300"/>
                  </a:lnTo>
                  <a:lnTo>
                    <a:pt x="55145" y="9357"/>
                  </a:lnTo>
                  <a:lnTo>
                    <a:pt x="49810" y="7593"/>
                  </a:lnTo>
                  <a:lnTo>
                    <a:pt x="44418" y="6009"/>
                  </a:lnTo>
                  <a:lnTo>
                    <a:pt x="38976" y="4607"/>
                  </a:lnTo>
                  <a:lnTo>
                    <a:pt x="33490" y="3389"/>
                  </a:lnTo>
                  <a:lnTo>
                    <a:pt x="27966" y="2356"/>
                  </a:lnTo>
                  <a:lnTo>
                    <a:pt x="22411" y="1509"/>
                  </a:lnTo>
                  <a:lnTo>
                    <a:pt x="16830" y="849"/>
                  </a:lnTo>
                  <a:lnTo>
                    <a:pt x="11231" y="377"/>
                  </a:lnTo>
                  <a:lnTo>
                    <a:pt x="5618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9140" y="941493"/>
              <a:ext cx="84404" cy="167167"/>
            </a:xfrm>
            <a:custGeom>
              <a:avLst/>
              <a:pathLst>
                <a:path w="84404" h="167167">
                  <a:moveTo>
                    <a:pt x="84404" y="0"/>
                  </a:moveTo>
                  <a:lnTo>
                    <a:pt x="78506" y="104"/>
                  </a:lnTo>
                  <a:lnTo>
                    <a:pt x="72616" y="416"/>
                  </a:lnTo>
                  <a:lnTo>
                    <a:pt x="66741" y="935"/>
                  </a:lnTo>
                  <a:lnTo>
                    <a:pt x="60888" y="1662"/>
                  </a:lnTo>
                  <a:lnTo>
                    <a:pt x="55064" y="2594"/>
                  </a:lnTo>
                  <a:lnTo>
                    <a:pt x="49276" y="3732"/>
                  </a:lnTo>
                  <a:lnTo>
                    <a:pt x="43533" y="5073"/>
                  </a:lnTo>
                  <a:lnTo>
                    <a:pt x="37840" y="6615"/>
                  </a:lnTo>
                  <a:lnTo>
                    <a:pt x="32205" y="8358"/>
                  </a:lnTo>
                  <a:lnTo>
                    <a:pt x="26635" y="10298"/>
                  </a:lnTo>
                  <a:lnTo>
                    <a:pt x="21137" y="12434"/>
                  </a:lnTo>
                  <a:lnTo>
                    <a:pt x="15718" y="14762"/>
                  </a:lnTo>
                  <a:lnTo>
                    <a:pt x="10384" y="17280"/>
                  </a:lnTo>
                  <a:lnTo>
                    <a:pt x="5142" y="19985"/>
                  </a:lnTo>
                  <a:lnTo>
                    <a:pt x="0" y="22872"/>
                  </a:lnTo>
                  <a:lnTo>
                    <a:pt x="8440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9140" y="964366"/>
              <a:ext cx="84404" cy="144294"/>
            </a:xfrm>
            <a:custGeom>
              <a:avLst/>
              <a:pathLst>
                <a:path w="84404" h="144294">
                  <a:moveTo>
                    <a:pt x="0" y="0"/>
                  </a:moveTo>
                  <a:lnTo>
                    <a:pt x="84404" y="1442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9140" y="964366"/>
              <a:ext cx="84404" cy="144294"/>
            </a:xfrm>
            <a:custGeom>
              <a:avLst/>
              <a:pathLst>
                <a:path w="84404" h="144294">
                  <a:moveTo>
                    <a:pt x="0" y="0"/>
                  </a:moveTo>
                  <a:lnTo>
                    <a:pt x="84404" y="1442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9140" y="964366"/>
              <a:ext cx="84404" cy="144294"/>
            </a:xfrm>
            <a:custGeom>
              <a:avLst/>
              <a:pathLst>
                <a:path w="84404" h="144294">
                  <a:moveTo>
                    <a:pt x="0" y="0"/>
                  </a:moveTo>
                  <a:lnTo>
                    <a:pt x="84404" y="1442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9140" y="964366"/>
              <a:ext cx="84404" cy="144294"/>
            </a:xfrm>
            <a:custGeom>
              <a:avLst/>
              <a:pathLst>
                <a:path w="84404" h="144294">
                  <a:moveTo>
                    <a:pt x="0" y="0"/>
                  </a:moveTo>
                  <a:lnTo>
                    <a:pt x="84404" y="1442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9140" y="964366"/>
              <a:ext cx="84404" cy="144294"/>
            </a:xfrm>
            <a:custGeom>
              <a:avLst/>
              <a:pathLst>
                <a:path w="84404" h="144294">
                  <a:moveTo>
                    <a:pt x="0" y="0"/>
                  </a:moveTo>
                  <a:lnTo>
                    <a:pt x="84404" y="1442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9140" y="964366"/>
              <a:ext cx="84404" cy="144294"/>
            </a:xfrm>
            <a:custGeom>
              <a:avLst/>
              <a:pathLst>
                <a:path w="84404" h="144294">
                  <a:moveTo>
                    <a:pt x="0" y="0"/>
                  </a:moveTo>
                  <a:lnTo>
                    <a:pt x="84404" y="1442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9140" y="964366"/>
              <a:ext cx="84404" cy="144294"/>
            </a:xfrm>
            <a:custGeom>
              <a:avLst/>
              <a:pathLst>
                <a:path w="84404" h="144294">
                  <a:moveTo>
                    <a:pt x="0" y="0"/>
                  </a:moveTo>
                  <a:lnTo>
                    <a:pt x="84404" y="1442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9140" y="964366"/>
              <a:ext cx="84404" cy="144294"/>
            </a:xfrm>
            <a:custGeom>
              <a:avLst/>
              <a:pathLst>
                <a:path w="84404" h="144294">
                  <a:moveTo>
                    <a:pt x="0" y="0"/>
                  </a:moveTo>
                  <a:lnTo>
                    <a:pt x="84404" y="1442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9140" y="964366"/>
              <a:ext cx="84404" cy="144294"/>
            </a:xfrm>
            <a:custGeom>
              <a:avLst/>
              <a:pathLst>
                <a:path w="84404" h="144294">
                  <a:moveTo>
                    <a:pt x="0" y="0"/>
                  </a:moveTo>
                  <a:lnTo>
                    <a:pt x="84404" y="1442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9140" y="964366"/>
              <a:ext cx="84404" cy="144294"/>
            </a:xfrm>
            <a:custGeom>
              <a:avLst/>
              <a:pathLst>
                <a:path w="84404" h="144294">
                  <a:moveTo>
                    <a:pt x="0" y="0"/>
                  </a:moveTo>
                  <a:lnTo>
                    <a:pt x="84404" y="1442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9140" y="964366"/>
              <a:ext cx="84404" cy="144294"/>
            </a:xfrm>
            <a:custGeom>
              <a:avLst/>
              <a:pathLst>
                <a:path w="84404" h="144294">
                  <a:moveTo>
                    <a:pt x="0" y="0"/>
                  </a:moveTo>
                  <a:lnTo>
                    <a:pt x="84404" y="1442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9140" y="964366"/>
              <a:ext cx="84404" cy="144294"/>
            </a:xfrm>
            <a:custGeom>
              <a:avLst/>
              <a:pathLst>
                <a:path w="84404" h="144294">
                  <a:moveTo>
                    <a:pt x="0" y="0"/>
                  </a:moveTo>
                  <a:lnTo>
                    <a:pt x="84404" y="1442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9140" y="964366"/>
              <a:ext cx="84404" cy="144294"/>
            </a:xfrm>
            <a:custGeom>
              <a:avLst/>
              <a:pathLst>
                <a:path w="84404" h="144294">
                  <a:moveTo>
                    <a:pt x="0" y="0"/>
                  </a:moveTo>
                  <a:lnTo>
                    <a:pt x="84404" y="1442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9140" y="964366"/>
              <a:ext cx="84404" cy="144294"/>
            </a:xfrm>
            <a:custGeom>
              <a:avLst/>
              <a:pathLst>
                <a:path w="84404" h="144294">
                  <a:moveTo>
                    <a:pt x="0" y="0"/>
                  </a:moveTo>
                  <a:lnTo>
                    <a:pt x="84404" y="1442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9140" y="964366"/>
              <a:ext cx="84404" cy="144294"/>
            </a:xfrm>
            <a:custGeom>
              <a:avLst/>
              <a:pathLst>
                <a:path w="84404" h="144294">
                  <a:moveTo>
                    <a:pt x="0" y="0"/>
                  </a:moveTo>
                  <a:lnTo>
                    <a:pt x="84404" y="1442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9140" y="964366"/>
              <a:ext cx="84404" cy="144294"/>
            </a:xfrm>
            <a:custGeom>
              <a:avLst/>
              <a:pathLst>
                <a:path w="84404" h="144294">
                  <a:moveTo>
                    <a:pt x="0" y="0"/>
                  </a:moveTo>
                  <a:lnTo>
                    <a:pt x="84404" y="1442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9140" y="964366"/>
              <a:ext cx="84404" cy="144294"/>
            </a:xfrm>
            <a:custGeom>
              <a:avLst/>
              <a:pathLst>
                <a:path w="84404" h="144294">
                  <a:moveTo>
                    <a:pt x="0" y="0"/>
                  </a:moveTo>
                  <a:lnTo>
                    <a:pt x="84404" y="1442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9140" y="964366"/>
              <a:ext cx="84404" cy="144294"/>
            </a:xfrm>
            <a:custGeom>
              <a:avLst/>
              <a:pathLst>
                <a:path w="84404" h="144294">
                  <a:moveTo>
                    <a:pt x="0" y="0"/>
                  </a:moveTo>
                  <a:lnTo>
                    <a:pt x="84404" y="1442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39140" y="964366"/>
              <a:ext cx="84404" cy="144294"/>
            </a:xfrm>
            <a:custGeom>
              <a:avLst/>
              <a:pathLst>
                <a:path w="84404" h="144294">
                  <a:moveTo>
                    <a:pt x="0" y="0"/>
                  </a:moveTo>
                  <a:lnTo>
                    <a:pt x="84404" y="1442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856379" y="950299"/>
              <a:ext cx="334328" cy="325521"/>
            </a:xfrm>
            <a:custGeom>
              <a:avLst/>
              <a:pathLst>
                <a:path w="334328" h="325521">
                  <a:moveTo>
                    <a:pt x="82760" y="14067"/>
                  </a:moveTo>
                  <a:lnTo>
                    <a:pt x="78223" y="16818"/>
                  </a:lnTo>
                  <a:lnTo>
                    <a:pt x="73776" y="19712"/>
                  </a:lnTo>
                  <a:lnTo>
                    <a:pt x="69422" y="22746"/>
                  </a:lnTo>
                  <a:lnTo>
                    <a:pt x="65168" y="25916"/>
                  </a:lnTo>
                  <a:lnTo>
                    <a:pt x="61016" y="29220"/>
                  </a:lnTo>
                  <a:lnTo>
                    <a:pt x="56971" y="32654"/>
                  </a:lnTo>
                  <a:lnTo>
                    <a:pt x="53037" y="36214"/>
                  </a:lnTo>
                  <a:lnTo>
                    <a:pt x="49218" y="39898"/>
                  </a:lnTo>
                  <a:lnTo>
                    <a:pt x="45517" y="43700"/>
                  </a:lnTo>
                  <a:lnTo>
                    <a:pt x="41940" y="47619"/>
                  </a:lnTo>
                  <a:lnTo>
                    <a:pt x="38488" y="51649"/>
                  </a:lnTo>
                  <a:lnTo>
                    <a:pt x="35166" y="55786"/>
                  </a:lnTo>
                  <a:lnTo>
                    <a:pt x="31977" y="60027"/>
                  </a:lnTo>
                  <a:lnTo>
                    <a:pt x="28925" y="64367"/>
                  </a:lnTo>
                  <a:lnTo>
                    <a:pt x="26011" y="68802"/>
                  </a:lnTo>
                  <a:lnTo>
                    <a:pt x="23240" y="73327"/>
                  </a:lnTo>
                  <a:lnTo>
                    <a:pt x="20614" y="77937"/>
                  </a:lnTo>
                  <a:lnTo>
                    <a:pt x="18135" y="82629"/>
                  </a:lnTo>
                  <a:lnTo>
                    <a:pt x="15807" y="87396"/>
                  </a:lnTo>
                  <a:lnTo>
                    <a:pt x="13631" y="92236"/>
                  </a:lnTo>
                  <a:lnTo>
                    <a:pt x="11610" y="97142"/>
                  </a:lnTo>
                  <a:lnTo>
                    <a:pt x="9745" y="102109"/>
                  </a:lnTo>
                  <a:lnTo>
                    <a:pt x="8039" y="107134"/>
                  </a:lnTo>
                  <a:lnTo>
                    <a:pt x="6494" y="112209"/>
                  </a:lnTo>
                  <a:lnTo>
                    <a:pt x="5110" y="117332"/>
                  </a:lnTo>
                  <a:lnTo>
                    <a:pt x="3889" y="122496"/>
                  </a:lnTo>
                  <a:lnTo>
                    <a:pt x="2833" y="127695"/>
                  </a:lnTo>
                  <a:lnTo>
                    <a:pt x="1943" y="132926"/>
                  </a:lnTo>
                  <a:lnTo>
                    <a:pt x="1219" y="138183"/>
                  </a:lnTo>
                  <a:lnTo>
                    <a:pt x="662" y="143459"/>
                  </a:lnTo>
                  <a:lnTo>
                    <a:pt x="273" y="148751"/>
                  </a:lnTo>
                  <a:lnTo>
                    <a:pt x="52" y="154052"/>
                  </a:lnTo>
                  <a:lnTo>
                    <a:pt x="0" y="159358"/>
                  </a:lnTo>
                  <a:lnTo>
                    <a:pt x="115" y="164663"/>
                  </a:lnTo>
                  <a:lnTo>
                    <a:pt x="400" y="169961"/>
                  </a:lnTo>
                  <a:lnTo>
                    <a:pt x="852" y="175248"/>
                  </a:lnTo>
                  <a:lnTo>
                    <a:pt x="1471" y="180518"/>
                  </a:lnTo>
                  <a:lnTo>
                    <a:pt x="2258" y="185765"/>
                  </a:lnTo>
                  <a:lnTo>
                    <a:pt x="3211" y="190985"/>
                  </a:lnTo>
                  <a:lnTo>
                    <a:pt x="4329" y="196172"/>
                  </a:lnTo>
                  <a:lnTo>
                    <a:pt x="5611" y="201321"/>
                  </a:lnTo>
                  <a:lnTo>
                    <a:pt x="7056" y="206426"/>
                  </a:lnTo>
                  <a:lnTo>
                    <a:pt x="8662" y="211483"/>
                  </a:lnTo>
                  <a:lnTo>
                    <a:pt x="10427" y="216487"/>
                  </a:lnTo>
                  <a:lnTo>
                    <a:pt x="12351" y="221432"/>
                  </a:lnTo>
                  <a:lnTo>
                    <a:pt x="14431" y="226313"/>
                  </a:lnTo>
                  <a:lnTo>
                    <a:pt x="16664" y="231126"/>
                  </a:lnTo>
                  <a:lnTo>
                    <a:pt x="19049" y="235866"/>
                  </a:lnTo>
                  <a:lnTo>
                    <a:pt x="21584" y="240528"/>
                  </a:lnTo>
                  <a:lnTo>
                    <a:pt x="24265" y="245107"/>
                  </a:lnTo>
                  <a:lnTo>
                    <a:pt x="27090" y="249598"/>
                  </a:lnTo>
                  <a:lnTo>
                    <a:pt x="30056" y="253998"/>
                  </a:lnTo>
                  <a:lnTo>
                    <a:pt x="33160" y="258301"/>
                  </a:lnTo>
                  <a:lnTo>
                    <a:pt x="36399" y="262503"/>
                  </a:lnTo>
                  <a:lnTo>
                    <a:pt x="39770" y="266601"/>
                  </a:lnTo>
                  <a:lnTo>
                    <a:pt x="43270" y="270589"/>
                  </a:lnTo>
                  <a:lnTo>
                    <a:pt x="46894" y="274465"/>
                  </a:lnTo>
                  <a:lnTo>
                    <a:pt x="50639" y="278223"/>
                  </a:lnTo>
                  <a:lnTo>
                    <a:pt x="54502" y="281861"/>
                  </a:lnTo>
                  <a:lnTo>
                    <a:pt x="58478" y="285374"/>
                  </a:lnTo>
                  <a:lnTo>
                    <a:pt x="62564" y="288760"/>
                  </a:lnTo>
                  <a:lnTo>
                    <a:pt x="66755" y="292014"/>
                  </a:lnTo>
                  <a:lnTo>
                    <a:pt x="71047" y="295133"/>
                  </a:lnTo>
                  <a:lnTo>
                    <a:pt x="75436" y="298114"/>
                  </a:lnTo>
                  <a:lnTo>
                    <a:pt x="79918" y="300955"/>
                  </a:lnTo>
                  <a:lnTo>
                    <a:pt x="84487" y="303652"/>
                  </a:lnTo>
                  <a:lnTo>
                    <a:pt x="89140" y="306203"/>
                  </a:lnTo>
                  <a:lnTo>
                    <a:pt x="93871" y="308605"/>
                  </a:lnTo>
                  <a:lnTo>
                    <a:pt x="98676" y="310855"/>
                  </a:lnTo>
                  <a:lnTo>
                    <a:pt x="103551" y="312952"/>
                  </a:lnTo>
                  <a:lnTo>
                    <a:pt x="108489" y="314893"/>
                  </a:lnTo>
                  <a:lnTo>
                    <a:pt x="113486" y="316676"/>
                  </a:lnTo>
                  <a:lnTo>
                    <a:pt x="118538" y="318300"/>
                  </a:lnTo>
                  <a:lnTo>
                    <a:pt x="123638" y="319763"/>
                  </a:lnTo>
                  <a:lnTo>
                    <a:pt x="128782" y="321063"/>
                  </a:lnTo>
                  <a:lnTo>
                    <a:pt x="133965" y="322199"/>
                  </a:lnTo>
                  <a:lnTo>
                    <a:pt x="139182" y="323170"/>
                  </a:lnTo>
                  <a:lnTo>
                    <a:pt x="144426" y="323975"/>
                  </a:lnTo>
                  <a:lnTo>
                    <a:pt x="149694" y="324613"/>
                  </a:lnTo>
                  <a:lnTo>
                    <a:pt x="154979" y="325084"/>
                  </a:lnTo>
                  <a:lnTo>
                    <a:pt x="160276" y="325387"/>
                  </a:lnTo>
                  <a:lnTo>
                    <a:pt x="165581" y="325521"/>
                  </a:lnTo>
                  <a:lnTo>
                    <a:pt x="170886" y="325487"/>
                  </a:lnTo>
                  <a:lnTo>
                    <a:pt x="176189" y="325285"/>
                  </a:lnTo>
                  <a:lnTo>
                    <a:pt x="181482" y="324914"/>
                  </a:lnTo>
                  <a:lnTo>
                    <a:pt x="186760" y="324376"/>
                  </a:lnTo>
                  <a:lnTo>
                    <a:pt x="192019" y="323670"/>
                  </a:lnTo>
                  <a:lnTo>
                    <a:pt x="197253" y="322798"/>
                  </a:lnTo>
                  <a:lnTo>
                    <a:pt x="202457" y="321761"/>
                  </a:lnTo>
                  <a:lnTo>
                    <a:pt x="207625" y="320558"/>
                  </a:lnTo>
                  <a:lnTo>
                    <a:pt x="212752" y="319192"/>
                  </a:lnTo>
                  <a:lnTo>
                    <a:pt x="217833" y="317665"/>
                  </a:lnTo>
                  <a:lnTo>
                    <a:pt x="222863" y="315976"/>
                  </a:lnTo>
                  <a:lnTo>
                    <a:pt x="227837" y="314129"/>
                  </a:lnTo>
                  <a:lnTo>
                    <a:pt x="232750" y="312125"/>
                  </a:lnTo>
                  <a:lnTo>
                    <a:pt x="237597" y="309966"/>
                  </a:lnTo>
                  <a:lnTo>
                    <a:pt x="242373" y="307654"/>
                  </a:lnTo>
                  <a:lnTo>
                    <a:pt x="247074" y="305192"/>
                  </a:lnTo>
                  <a:lnTo>
                    <a:pt x="251693" y="302582"/>
                  </a:lnTo>
                  <a:lnTo>
                    <a:pt x="256228" y="299827"/>
                  </a:lnTo>
                  <a:lnTo>
                    <a:pt x="260673" y="296929"/>
                  </a:lnTo>
                  <a:lnTo>
                    <a:pt x="265023" y="293892"/>
                  </a:lnTo>
                  <a:lnTo>
                    <a:pt x="269275" y="290718"/>
                  </a:lnTo>
                  <a:lnTo>
                    <a:pt x="273424" y="287410"/>
                  </a:lnTo>
                  <a:lnTo>
                    <a:pt x="277466" y="283973"/>
                  </a:lnTo>
                  <a:lnTo>
                    <a:pt x="281397" y="280409"/>
                  </a:lnTo>
                  <a:lnTo>
                    <a:pt x="285213" y="276722"/>
                  </a:lnTo>
                  <a:lnTo>
                    <a:pt x="288910" y="272916"/>
                  </a:lnTo>
                  <a:lnTo>
                    <a:pt x="292484" y="268995"/>
                  </a:lnTo>
                  <a:lnTo>
                    <a:pt x="295932" y="264962"/>
                  </a:lnTo>
                  <a:lnTo>
                    <a:pt x="299251" y="260821"/>
                  </a:lnTo>
                  <a:lnTo>
                    <a:pt x="302436" y="256578"/>
                  </a:lnTo>
                  <a:lnTo>
                    <a:pt x="305485" y="252235"/>
                  </a:lnTo>
                  <a:lnTo>
                    <a:pt x="308394" y="247798"/>
                  </a:lnTo>
                  <a:lnTo>
                    <a:pt x="311162" y="243271"/>
                  </a:lnTo>
                  <a:lnTo>
                    <a:pt x="313784" y="238658"/>
                  </a:lnTo>
                  <a:lnTo>
                    <a:pt x="316258" y="233964"/>
                  </a:lnTo>
                  <a:lnTo>
                    <a:pt x="318583" y="229194"/>
                  </a:lnTo>
                  <a:lnTo>
                    <a:pt x="320754" y="224353"/>
                  </a:lnTo>
                  <a:lnTo>
                    <a:pt x="322771" y="219445"/>
                  </a:lnTo>
                  <a:lnTo>
                    <a:pt x="324632" y="214476"/>
                  </a:lnTo>
                  <a:lnTo>
                    <a:pt x="326333" y="209450"/>
                  </a:lnTo>
                  <a:lnTo>
                    <a:pt x="327874" y="204373"/>
                  </a:lnTo>
                  <a:lnTo>
                    <a:pt x="329254" y="199250"/>
                  </a:lnTo>
                  <a:lnTo>
                    <a:pt x="330470" y="194085"/>
                  </a:lnTo>
                  <a:lnTo>
                    <a:pt x="331521" y="188884"/>
                  </a:lnTo>
                  <a:lnTo>
                    <a:pt x="332407" y="183653"/>
                  </a:lnTo>
                  <a:lnTo>
                    <a:pt x="333127" y="178396"/>
                  </a:lnTo>
                  <a:lnTo>
                    <a:pt x="333679" y="173118"/>
                  </a:lnTo>
                  <a:lnTo>
                    <a:pt x="334063" y="167826"/>
                  </a:lnTo>
                  <a:lnTo>
                    <a:pt x="334280" y="162525"/>
                  </a:lnTo>
                  <a:lnTo>
                    <a:pt x="334328" y="157219"/>
                  </a:lnTo>
                  <a:lnTo>
                    <a:pt x="334207" y="151914"/>
                  </a:lnTo>
                  <a:lnTo>
                    <a:pt x="333918" y="146616"/>
                  </a:lnTo>
                  <a:lnTo>
                    <a:pt x="333462" y="141330"/>
                  </a:lnTo>
                  <a:lnTo>
                    <a:pt x="332837" y="136061"/>
                  </a:lnTo>
                  <a:lnTo>
                    <a:pt x="332046" y="130814"/>
                  </a:lnTo>
                  <a:lnTo>
                    <a:pt x="331089" y="125595"/>
                  </a:lnTo>
                  <a:lnTo>
                    <a:pt x="329966" y="120409"/>
                  </a:lnTo>
                  <a:lnTo>
                    <a:pt x="328680" y="115261"/>
                  </a:lnTo>
                  <a:lnTo>
                    <a:pt x="327231" y="110157"/>
                  </a:lnTo>
                  <a:lnTo>
                    <a:pt x="325620" y="105101"/>
                  </a:lnTo>
                  <a:lnTo>
                    <a:pt x="323850" y="100099"/>
                  </a:lnTo>
                  <a:lnTo>
                    <a:pt x="321922" y="95156"/>
                  </a:lnTo>
                  <a:lnTo>
                    <a:pt x="319838" y="90276"/>
                  </a:lnTo>
                  <a:lnTo>
                    <a:pt x="317600" y="85465"/>
                  </a:lnTo>
                  <a:lnTo>
                    <a:pt x="315211" y="80728"/>
                  </a:lnTo>
                  <a:lnTo>
                    <a:pt x="312673" y="76068"/>
                  </a:lnTo>
                  <a:lnTo>
                    <a:pt x="309988" y="71492"/>
                  </a:lnTo>
                  <a:lnTo>
                    <a:pt x="307159" y="67003"/>
                  </a:lnTo>
                  <a:lnTo>
                    <a:pt x="304189" y="62606"/>
                  </a:lnTo>
                  <a:lnTo>
                    <a:pt x="301081" y="58305"/>
                  </a:lnTo>
                  <a:lnTo>
                    <a:pt x="297838" y="54106"/>
                  </a:lnTo>
                  <a:lnTo>
                    <a:pt x="294464" y="50011"/>
                  </a:lnTo>
                  <a:lnTo>
                    <a:pt x="290961" y="46025"/>
                  </a:lnTo>
                  <a:lnTo>
                    <a:pt x="287333" y="42153"/>
                  </a:lnTo>
                  <a:lnTo>
                    <a:pt x="283585" y="38398"/>
                  </a:lnTo>
                  <a:lnTo>
                    <a:pt x="279719" y="34763"/>
                  </a:lnTo>
                  <a:lnTo>
                    <a:pt x="275739" y="31254"/>
                  </a:lnTo>
                  <a:lnTo>
                    <a:pt x="271651" y="27872"/>
                  </a:lnTo>
                  <a:lnTo>
                    <a:pt x="267457" y="24621"/>
                  </a:lnTo>
                  <a:lnTo>
                    <a:pt x="263162" y="21506"/>
                  </a:lnTo>
                  <a:lnTo>
                    <a:pt x="258770" y="18528"/>
                  </a:lnTo>
                  <a:lnTo>
                    <a:pt x="254286" y="15691"/>
                  </a:lnTo>
                  <a:lnTo>
                    <a:pt x="249714" y="12998"/>
                  </a:lnTo>
                  <a:lnTo>
                    <a:pt x="245060" y="10452"/>
                  </a:lnTo>
                  <a:lnTo>
                    <a:pt x="240326" y="8054"/>
                  </a:lnTo>
                  <a:lnTo>
                    <a:pt x="235519" y="5808"/>
                  </a:lnTo>
                  <a:lnTo>
                    <a:pt x="230643" y="3715"/>
                  </a:lnTo>
                  <a:lnTo>
                    <a:pt x="225703" y="1778"/>
                  </a:lnTo>
                  <a:lnTo>
                    <a:pt x="220704" y="0"/>
                  </a:lnTo>
                  <a:lnTo>
                    <a:pt x="167164" y="1583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023544" y="941493"/>
              <a:ext cx="53540" cy="167167"/>
            </a:xfrm>
            <a:custGeom>
              <a:avLst/>
              <a:pathLst>
                <a:path w="53540" h="167167">
                  <a:moveTo>
                    <a:pt x="53540" y="8805"/>
                  </a:moveTo>
                  <a:lnTo>
                    <a:pt x="47769" y="6970"/>
                  </a:lnTo>
                  <a:lnTo>
                    <a:pt x="41936" y="5345"/>
                  </a:lnTo>
                  <a:lnTo>
                    <a:pt x="36048" y="3933"/>
                  </a:lnTo>
                  <a:lnTo>
                    <a:pt x="30112" y="2734"/>
                  </a:lnTo>
                  <a:lnTo>
                    <a:pt x="24137" y="1751"/>
                  </a:lnTo>
                  <a:lnTo>
                    <a:pt x="18131" y="986"/>
                  </a:lnTo>
                  <a:lnTo>
                    <a:pt x="12100" y="438"/>
                  </a:lnTo>
                  <a:lnTo>
                    <a:pt x="6054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319096" y="941493"/>
              <a:ext cx="167119" cy="167167"/>
            </a:xfrm>
            <a:custGeom>
              <a:avLst/>
              <a:pathLst>
                <a:path w="167119" h="167167">
                  <a:moveTo>
                    <a:pt x="167119" y="0"/>
                  </a:moveTo>
                  <a:lnTo>
                    <a:pt x="161733" y="86"/>
                  </a:lnTo>
                  <a:lnTo>
                    <a:pt x="156352" y="347"/>
                  </a:lnTo>
                  <a:lnTo>
                    <a:pt x="150983" y="780"/>
                  </a:lnTo>
                  <a:lnTo>
                    <a:pt x="145631" y="1386"/>
                  </a:lnTo>
                  <a:lnTo>
                    <a:pt x="140301" y="2165"/>
                  </a:lnTo>
                  <a:lnTo>
                    <a:pt x="134998" y="3114"/>
                  </a:lnTo>
                  <a:lnTo>
                    <a:pt x="129729" y="4234"/>
                  </a:lnTo>
                  <a:lnTo>
                    <a:pt x="124499" y="5524"/>
                  </a:lnTo>
                  <a:lnTo>
                    <a:pt x="119313" y="6981"/>
                  </a:lnTo>
                  <a:lnTo>
                    <a:pt x="114177" y="8604"/>
                  </a:lnTo>
                  <a:lnTo>
                    <a:pt x="109096" y="10392"/>
                  </a:lnTo>
                  <a:lnTo>
                    <a:pt x="104075" y="12343"/>
                  </a:lnTo>
                  <a:lnTo>
                    <a:pt x="99119" y="14455"/>
                  </a:lnTo>
                  <a:lnTo>
                    <a:pt x="94235" y="16725"/>
                  </a:lnTo>
                  <a:lnTo>
                    <a:pt x="89425" y="19151"/>
                  </a:lnTo>
                  <a:lnTo>
                    <a:pt x="84697" y="21731"/>
                  </a:lnTo>
                  <a:lnTo>
                    <a:pt x="80054" y="24462"/>
                  </a:lnTo>
                  <a:lnTo>
                    <a:pt x="75501" y="27341"/>
                  </a:lnTo>
                  <a:lnTo>
                    <a:pt x="71044" y="30366"/>
                  </a:lnTo>
                  <a:lnTo>
                    <a:pt x="66686" y="33532"/>
                  </a:lnTo>
                  <a:lnTo>
                    <a:pt x="62432" y="36838"/>
                  </a:lnTo>
                  <a:lnTo>
                    <a:pt x="58288" y="40278"/>
                  </a:lnTo>
                  <a:lnTo>
                    <a:pt x="54256" y="43850"/>
                  </a:lnTo>
                  <a:lnTo>
                    <a:pt x="50341" y="47551"/>
                  </a:lnTo>
                  <a:lnTo>
                    <a:pt x="46548" y="51375"/>
                  </a:lnTo>
                  <a:lnTo>
                    <a:pt x="42880" y="55320"/>
                  </a:lnTo>
                  <a:lnTo>
                    <a:pt x="39341" y="59381"/>
                  </a:lnTo>
                  <a:lnTo>
                    <a:pt x="35935" y="63554"/>
                  </a:lnTo>
                  <a:lnTo>
                    <a:pt x="32664" y="67834"/>
                  </a:lnTo>
                  <a:lnTo>
                    <a:pt x="29534" y="72218"/>
                  </a:lnTo>
                  <a:lnTo>
                    <a:pt x="26546" y="76700"/>
                  </a:lnTo>
                  <a:lnTo>
                    <a:pt x="23704" y="81276"/>
                  </a:lnTo>
                  <a:lnTo>
                    <a:pt x="21011" y="85941"/>
                  </a:lnTo>
                  <a:lnTo>
                    <a:pt x="18470" y="90691"/>
                  </a:lnTo>
                  <a:lnTo>
                    <a:pt x="16083" y="95520"/>
                  </a:lnTo>
                  <a:lnTo>
                    <a:pt x="13853" y="100423"/>
                  </a:lnTo>
                  <a:lnTo>
                    <a:pt x="11783" y="105396"/>
                  </a:lnTo>
                  <a:lnTo>
                    <a:pt x="9873" y="110433"/>
                  </a:lnTo>
                  <a:lnTo>
                    <a:pt x="8127" y="115529"/>
                  </a:lnTo>
                  <a:lnTo>
                    <a:pt x="6546" y="120678"/>
                  </a:lnTo>
                  <a:lnTo>
                    <a:pt x="5131" y="125876"/>
                  </a:lnTo>
                  <a:lnTo>
                    <a:pt x="3885" y="131116"/>
                  </a:lnTo>
                  <a:lnTo>
                    <a:pt x="2808" y="136394"/>
                  </a:lnTo>
                  <a:lnTo>
                    <a:pt x="1902" y="141704"/>
                  </a:lnTo>
                  <a:lnTo>
                    <a:pt x="1167" y="147040"/>
                  </a:lnTo>
                  <a:lnTo>
                    <a:pt x="605" y="152398"/>
                  </a:lnTo>
                  <a:lnTo>
                    <a:pt x="216" y="157770"/>
                  </a:lnTo>
                  <a:lnTo>
                    <a:pt x="0" y="163152"/>
                  </a:lnTo>
                  <a:lnTo>
                    <a:pt x="16711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319096" y="1104646"/>
              <a:ext cx="167119" cy="4014"/>
            </a:xfrm>
            <a:custGeom>
              <a:avLst/>
              <a:pathLst>
                <a:path w="167119" h="4014">
                  <a:moveTo>
                    <a:pt x="0" y="0"/>
                  </a:moveTo>
                  <a:lnTo>
                    <a:pt x="167119" y="40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319096" y="1104646"/>
              <a:ext cx="167119" cy="4014"/>
            </a:xfrm>
            <a:custGeom>
              <a:avLst/>
              <a:pathLst>
                <a:path w="167119" h="4014">
                  <a:moveTo>
                    <a:pt x="0" y="0"/>
                  </a:moveTo>
                  <a:lnTo>
                    <a:pt x="167119" y="40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319096" y="1104646"/>
              <a:ext cx="167119" cy="4014"/>
            </a:xfrm>
            <a:custGeom>
              <a:avLst/>
              <a:pathLst>
                <a:path w="167119" h="4014">
                  <a:moveTo>
                    <a:pt x="0" y="0"/>
                  </a:moveTo>
                  <a:lnTo>
                    <a:pt x="167119" y="40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319096" y="1104646"/>
              <a:ext cx="167119" cy="4014"/>
            </a:xfrm>
            <a:custGeom>
              <a:avLst/>
              <a:pathLst>
                <a:path w="167119" h="4014">
                  <a:moveTo>
                    <a:pt x="0" y="0"/>
                  </a:moveTo>
                  <a:lnTo>
                    <a:pt x="167119" y="40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319096" y="1104646"/>
              <a:ext cx="167119" cy="4014"/>
            </a:xfrm>
            <a:custGeom>
              <a:avLst/>
              <a:pathLst>
                <a:path w="167119" h="4014">
                  <a:moveTo>
                    <a:pt x="0" y="0"/>
                  </a:moveTo>
                  <a:lnTo>
                    <a:pt x="167119" y="40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319096" y="1104646"/>
              <a:ext cx="167119" cy="4014"/>
            </a:xfrm>
            <a:custGeom>
              <a:avLst/>
              <a:pathLst>
                <a:path w="167119" h="4014">
                  <a:moveTo>
                    <a:pt x="0" y="0"/>
                  </a:moveTo>
                  <a:lnTo>
                    <a:pt x="167119" y="40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319096" y="1104646"/>
              <a:ext cx="167119" cy="4014"/>
            </a:xfrm>
            <a:custGeom>
              <a:avLst/>
              <a:pathLst>
                <a:path w="167119" h="4014">
                  <a:moveTo>
                    <a:pt x="0" y="0"/>
                  </a:moveTo>
                  <a:lnTo>
                    <a:pt x="167119" y="40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19096" y="1104646"/>
              <a:ext cx="167119" cy="4014"/>
            </a:xfrm>
            <a:custGeom>
              <a:avLst/>
              <a:pathLst>
                <a:path w="167119" h="4014">
                  <a:moveTo>
                    <a:pt x="0" y="0"/>
                  </a:moveTo>
                  <a:lnTo>
                    <a:pt x="167119" y="40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19096" y="1104646"/>
              <a:ext cx="167119" cy="4014"/>
            </a:xfrm>
            <a:custGeom>
              <a:avLst/>
              <a:pathLst>
                <a:path w="167119" h="4014">
                  <a:moveTo>
                    <a:pt x="0" y="0"/>
                  </a:moveTo>
                  <a:lnTo>
                    <a:pt x="167119" y="40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319096" y="1104646"/>
              <a:ext cx="167119" cy="4014"/>
            </a:xfrm>
            <a:custGeom>
              <a:avLst/>
              <a:pathLst>
                <a:path w="167119" h="4014">
                  <a:moveTo>
                    <a:pt x="0" y="0"/>
                  </a:moveTo>
                  <a:lnTo>
                    <a:pt x="167119" y="40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319096" y="1104646"/>
              <a:ext cx="167119" cy="4014"/>
            </a:xfrm>
            <a:custGeom>
              <a:avLst/>
              <a:pathLst>
                <a:path w="167119" h="4014">
                  <a:moveTo>
                    <a:pt x="0" y="0"/>
                  </a:moveTo>
                  <a:lnTo>
                    <a:pt x="167119" y="40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319096" y="1104646"/>
              <a:ext cx="167119" cy="4014"/>
            </a:xfrm>
            <a:custGeom>
              <a:avLst/>
              <a:pathLst>
                <a:path w="167119" h="4014">
                  <a:moveTo>
                    <a:pt x="0" y="0"/>
                  </a:moveTo>
                  <a:lnTo>
                    <a:pt x="167119" y="40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319096" y="1104646"/>
              <a:ext cx="167119" cy="4014"/>
            </a:xfrm>
            <a:custGeom>
              <a:avLst/>
              <a:pathLst>
                <a:path w="167119" h="4014">
                  <a:moveTo>
                    <a:pt x="0" y="0"/>
                  </a:moveTo>
                  <a:lnTo>
                    <a:pt x="167119" y="40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319096" y="1104646"/>
              <a:ext cx="167119" cy="4014"/>
            </a:xfrm>
            <a:custGeom>
              <a:avLst/>
              <a:pathLst>
                <a:path w="167119" h="4014">
                  <a:moveTo>
                    <a:pt x="0" y="0"/>
                  </a:moveTo>
                  <a:lnTo>
                    <a:pt x="167119" y="40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319096" y="1104646"/>
              <a:ext cx="167119" cy="4014"/>
            </a:xfrm>
            <a:custGeom>
              <a:avLst/>
              <a:pathLst>
                <a:path w="167119" h="4014">
                  <a:moveTo>
                    <a:pt x="0" y="0"/>
                  </a:moveTo>
                  <a:lnTo>
                    <a:pt x="167119" y="40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319096" y="1104646"/>
              <a:ext cx="167119" cy="4014"/>
            </a:xfrm>
            <a:custGeom>
              <a:avLst/>
              <a:pathLst>
                <a:path w="167119" h="4014">
                  <a:moveTo>
                    <a:pt x="0" y="0"/>
                  </a:moveTo>
                  <a:lnTo>
                    <a:pt x="167119" y="40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319096" y="1104646"/>
              <a:ext cx="167119" cy="4014"/>
            </a:xfrm>
            <a:custGeom>
              <a:avLst/>
              <a:pathLst>
                <a:path w="167119" h="4014">
                  <a:moveTo>
                    <a:pt x="0" y="0"/>
                  </a:moveTo>
                  <a:lnTo>
                    <a:pt x="167119" y="40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96" y="1104646"/>
              <a:ext cx="167119" cy="4014"/>
            </a:xfrm>
            <a:custGeom>
              <a:avLst/>
              <a:pathLst>
                <a:path w="167119" h="4014">
                  <a:moveTo>
                    <a:pt x="0" y="0"/>
                  </a:moveTo>
                  <a:lnTo>
                    <a:pt x="167119" y="40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319054" y="1104646"/>
              <a:ext cx="167161" cy="170251"/>
            </a:xfrm>
            <a:custGeom>
              <a:avLst/>
              <a:pathLst>
                <a:path w="167161" h="170251">
                  <a:moveTo>
                    <a:pt x="42" y="0"/>
                  </a:moveTo>
                  <a:lnTo>
                    <a:pt x="0" y="5411"/>
                  </a:lnTo>
                  <a:lnTo>
                    <a:pt x="132" y="10821"/>
                  </a:lnTo>
                  <a:lnTo>
                    <a:pt x="440" y="16224"/>
                  </a:lnTo>
                  <a:lnTo>
                    <a:pt x="923" y="21615"/>
                  </a:lnTo>
                  <a:lnTo>
                    <a:pt x="1580" y="26986"/>
                  </a:lnTo>
                  <a:lnTo>
                    <a:pt x="2410" y="32334"/>
                  </a:lnTo>
                  <a:lnTo>
                    <a:pt x="3413" y="37652"/>
                  </a:lnTo>
                  <a:lnTo>
                    <a:pt x="4588" y="42935"/>
                  </a:lnTo>
                  <a:lnTo>
                    <a:pt x="5933" y="48177"/>
                  </a:lnTo>
                  <a:lnTo>
                    <a:pt x="7447" y="53373"/>
                  </a:lnTo>
                  <a:lnTo>
                    <a:pt x="9128" y="58517"/>
                  </a:lnTo>
                  <a:lnTo>
                    <a:pt x="10975" y="63603"/>
                  </a:lnTo>
                  <a:lnTo>
                    <a:pt x="12986" y="68628"/>
                  </a:lnTo>
                  <a:lnTo>
                    <a:pt x="15158" y="73584"/>
                  </a:lnTo>
                  <a:lnTo>
                    <a:pt x="17490" y="78468"/>
                  </a:lnTo>
                  <a:lnTo>
                    <a:pt x="19978" y="83274"/>
                  </a:lnTo>
                  <a:lnTo>
                    <a:pt x="22621" y="87997"/>
                  </a:lnTo>
                  <a:lnTo>
                    <a:pt x="25415" y="92631"/>
                  </a:lnTo>
                  <a:lnTo>
                    <a:pt x="28358" y="97173"/>
                  </a:lnTo>
                  <a:lnTo>
                    <a:pt x="31446" y="101617"/>
                  </a:lnTo>
                  <a:lnTo>
                    <a:pt x="34676" y="105959"/>
                  </a:lnTo>
                  <a:lnTo>
                    <a:pt x="38046" y="110194"/>
                  </a:lnTo>
                  <a:lnTo>
                    <a:pt x="41550" y="114318"/>
                  </a:lnTo>
                  <a:lnTo>
                    <a:pt x="45187" y="118326"/>
                  </a:lnTo>
                  <a:lnTo>
                    <a:pt x="48951" y="122214"/>
                  </a:lnTo>
                  <a:lnTo>
                    <a:pt x="52839" y="125979"/>
                  </a:lnTo>
                  <a:lnTo>
                    <a:pt x="56847" y="129615"/>
                  </a:lnTo>
                  <a:lnTo>
                    <a:pt x="60970" y="133120"/>
                  </a:lnTo>
                  <a:lnTo>
                    <a:pt x="65205" y="136490"/>
                  </a:lnTo>
                  <a:lnTo>
                    <a:pt x="69546" y="139721"/>
                  </a:lnTo>
                  <a:lnTo>
                    <a:pt x="73990" y="142809"/>
                  </a:lnTo>
                  <a:lnTo>
                    <a:pt x="78532" y="145752"/>
                  </a:lnTo>
                  <a:lnTo>
                    <a:pt x="83166" y="148547"/>
                  </a:lnTo>
                  <a:lnTo>
                    <a:pt x="87889" y="151190"/>
                  </a:lnTo>
                  <a:lnTo>
                    <a:pt x="92694" y="153679"/>
                  </a:lnTo>
                  <a:lnTo>
                    <a:pt x="97578" y="156011"/>
                  </a:lnTo>
                  <a:lnTo>
                    <a:pt x="102534" y="158184"/>
                  </a:lnTo>
                  <a:lnTo>
                    <a:pt x="107558" y="160195"/>
                  </a:lnTo>
                  <a:lnTo>
                    <a:pt x="112645" y="162042"/>
                  </a:lnTo>
                  <a:lnTo>
                    <a:pt x="117789" y="163724"/>
                  </a:lnTo>
                  <a:lnTo>
                    <a:pt x="122984" y="165239"/>
                  </a:lnTo>
                  <a:lnTo>
                    <a:pt x="128226" y="166584"/>
                  </a:lnTo>
                  <a:lnTo>
                    <a:pt x="133509" y="167759"/>
                  </a:lnTo>
                  <a:lnTo>
                    <a:pt x="138827" y="168763"/>
                  </a:lnTo>
                  <a:lnTo>
                    <a:pt x="144175" y="169594"/>
                  </a:lnTo>
                  <a:lnTo>
                    <a:pt x="149546" y="170251"/>
                  </a:lnTo>
                  <a:lnTo>
                    <a:pt x="167161" y="40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468601" y="941493"/>
              <a:ext cx="184772" cy="334326"/>
            </a:xfrm>
            <a:custGeom>
              <a:avLst/>
              <a:pathLst>
                <a:path w="184772" h="334326">
                  <a:moveTo>
                    <a:pt x="0" y="333404"/>
                  </a:moveTo>
                  <a:lnTo>
                    <a:pt x="5300" y="333880"/>
                  </a:lnTo>
                  <a:lnTo>
                    <a:pt x="10612" y="334188"/>
                  </a:lnTo>
                  <a:lnTo>
                    <a:pt x="15932" y="334326"/>
                  </a:lnTo>
                  <a:lnTo>
                    <a:pt x="21253" y="334295"/>
                  </a:lnTo>
                  <a:lnTo>
                    <a:pt x="26571" y="334094"/>
                  </a:lnTo>
                  <a:lnTo>
                    <a:pt x="31880" y="333725"/>
                  </a:lnTo>
                  <a:lnTo>
                    <a:pt x="37174" y="333186"/>
                  </a:lnTo>
                  <a:lnTo>
                    <a:pt x="42449" y="332479"/>
                  </a:lnTo>
                  <a:lnTo>
                    <a:pt x="47698" y="331605"/>
                  </a:lnTo>
                  <a:lnTo>
                    <a:pt x="52917" y="330564"/>
                  </a:lnTo>
                  <a:lnTo>
                    <a:pt x="58100" y="329358"/>
                  </a:lnTo>
                  <a:lnTo>
                    <a:pt x="63241" y="327987"/>
                  </a:lnTo>
                  <a:lnTo>
                    <a:pt x="68337" y="326453"/>
                  </a:lnTo>
                  <a:lnTo>
                    <a:pt x="73381" y="324758"/>
                  </a:lnTo>
                  <a:lnTo>
                    <a:pt x="78369" y="322903"/>
                  </a:lnTo>
                  <a:lnTo>
                    <a:pt x="83296" y="320890"/>
                  </a:lnTo>
                  <a:lnTo>
                    <a:pt x="88155" y="318722"/>
                  </a:lnTo>
                  <a:lnTo>
                    <a:pt x="92943" y="316400"/>
                  </a:lnTo>
                  <a:lnTo>
                    <a:pt x="97655" y="313927"/>
                  </a:lnTo>
                  <a:lnTo>
                    <a:pt x="102286" y="311305"/>
                  </a:lnTo>
                  <a:lnTo>
                    <a:pt x="106831" y="308537"/>
                  </a:lnTo>
                  <a:lnTo>
                    <a:pt x="111285" y="305625"/>
                  </a:lnTo>
                  <a:lnTo>
                    <a:pt x="115645" y="302573"/>
                  </a:lnTo>
                  <a:lnTo>
                    <a:pt x="119905" y="299385"/>
                  </a:lnTo>
                  <a:lnTo>
                    <a:pt x="124062" y="296062"/>
                  </a:lnTo>
                  <a:lnTo>
                    <a:pt x="128111" y="292608"/>
                  </a:lnTo>
                  <a:lnTo>
                    <a:pt x="132047" y="289028"/>
                  </a:lnTo>
                  <a:lnTo>
                    <a:pt x="135868" y="285324"/>
                  </a:lnTo>
                  <a:lnTo>
                    <a:pt x="139569" y="281500"/>
                  </a:lnTo>
                  <a:lnTo>
                    <a:pt x="143146" y="277560"/>
                  </a:lnTo>
                  <a:lnTo>
                    <a:pt x="146597" y="273508"/>
                  </a:lnTo>
                  <a:lnTo>
                    <a:pt x="149916" y="269349"/>
                  </a:lnTo>
                  <a:lnTo>
                    <a:pt x="153101" y="265086"/>
                  </a:lnTo>
                  <a:lnTo>
                    <a:pt x="156149" y="260724"/>
                  </a:lnTo>
                  <a:lnTo>
                    <a:pt x="159057" y="256267"/>
                  </a:lnTo>
                  <a:lnTo>
                    <a:pt x="161822" y="251720"/>
                  </a:lnTo>
                  <a:lnTo>
                    <a:pt x="164440" y="247087"/>
                  </a:lnTo>
                  <a:lnTo>
                    <a:pt x="166909" y="242373"/>
                  </a:lnTo>
                  <a:lnTo>
                    <a:pt x="169227" y="237583"/>
                  </a:lnTo>
                  <a:lnTo>
                    <a:pt x="171392" y="232722"/>
                  </a:lnTo>
                  <a:lnTo>
                    <a:pt x="173400" y="227794"/>
                  </a:lnTo>
                  <a:lnTo>
                    <a:pt x="175251" y="222805"/>
                  </a:lnTo>
                  <a:lnTo>
                    <a:pt x="176942" y="217759"/>
                  </a:lnTo>
                  <a:lnTo>
                    <a:pt x="178472" y="212662"/>
                  </a:lnTo>
                  <a:lnTo>
                    <a:pt x="179838" y="207519"/>
                  </a:lnTo>
                  <a:lnTo>
                    <a:pt x="181041" y="202335"/>
                  </a:lnTo>
                  <a:lnTo>
                    <a:pt x="182077" y="197115"/>
                  </a:lnTo>
                  <a:lnTo>
                    <a:pt x="182947" y="191865"/>
                  </a:lnTo>
                  <a:lnTo>
                    <a:pt x="183649" y="186590"/>
                  </a:lnTo>
                  <a:lnTo>
                    <a:pt x="184184" y="181296"/>
                  </a:lnTo>
                  <a:lnTo>
                    <a:pt x="184549" y="175987"/>
                  </a:lnTo>
                  <a:lnTo>
                    <a:pt x="184745" y="170669"/>
                  </a:lnTo>
                  <a:lnTo>
                    <a:pt x="184772" y="165347"/>
                  </a:lnTo>
                  <a:lnTo>
                    <a:pt x="184629" y="160028"/>
                  </a:lnTo>
                  <a:lnTo>
                    <a:pt x="184317" y="154715"/>
                  </a:lnTo>
                  <a:lnTo>
                    <a:pt x="183837" y="149415"/>
                  </a:lnTo>
                  <a:lnTo>
                    <a:pt x="183187" y="144134"/>
                  </a:lnTo>
                  <a:lnTo>
                    <a:pt x="182370" y="138875"/>
                  </a:lnTo>
                  <a:lnTo>
                    <a:pt x="181386" y="133645"/>
                  </a:lnTo>
                  <a:lnTo>
                    <a:pt x="180236" y="128450"/>
                  </a:lnTo>
                  <a:lnTo>
                    <a:pt x="178922" y="123293"/>
                  </a:lnTo>
                  <a:lnTo>
                    <a:pt x="177443" y="118181"/>
                  </a:lnTo>
                  <a:lnTo>
                    <a:pt x="175803" y="113119"/>
                  </a:lnTo>
                  <a:lnTo>
                    <a:pt x="174003" y="108111"/>
                  </a:lnTo>
                  <a:lnTo>
                    <a:pt x="172044" y="103163"/>
                  </a:lnTo>
                  <a:lnTo>
                    <a:pt x="169928" y="98280"/>
                  </a:lnTo>
                  <a:lnTo>
                    <a:pt x="167658" y="93467"/>
                  </a:lnTo>
                  <a:lnTo>
                    <a:pt x="165237" y="88728"/>
                  </a:lnTo>
                  <a:lnTo>
                    <a:pt x="162665" y="84069"/>
                  </a:lnTo>
                  <a:lnTo>
                    <a:pt x="159947" y="79495"/>
                  </a:lnTo>
                  <a:lnTo>
                    <a:pt x="157084" y="75009"/>
                  </a:lnTo>
                  <a:lnTo>
                    <a:pt x="154080" y="70616"/>
                  </a:lnTo>
                  <a:lnTo>
                    <a:pt x="150938" y="66321"/>
                  </a:lnTo>
                  <a:lnTo>
                    <a:pt x="147660" y="62129"/>
                  </a:lnTo>
                  <a:lnTo>
                    <a:pt x="144251" y="58043"/>
                  </a:lnTo>
                  <a:lnTo>
                    <a:pt x="140713" y="54067"/>
                  </a:lnTo>
                  <a:lnTo>
                    <a:pt x="137051" y="50206"/>
                  </a:lnTo>
                  <a:lnTo>
                    <a:pt x="133268" y="46464"/>
                  </a:lnTo>
                  <a:lnTo>
                    <a:pt x="129367" y="42844"/>
                  </a:lnTo>
                  <a:lnTo>
                    <a:pt x="125354" y="39350"/>
                  </a:lnTo>
                  <a:lnTo>
                    <a:pt x="121231" y="35985"/>
                  </a:lnTo>
                  <a:lnTo>
                    <a:pt x="117003" y="32754"/>
                  </a:lnTo>
                  <a:lnTo>
                    <a:pt x="112674" y="29658"/>
                  </a:lnTo>
                  <a:lnTo>
                    <a:pt x="108249" y="26702"/>
                  </a:lnTo>
                  <a:lnTo>
                    <a:pt x="103732" y="23889"/>
                  </a:lnTo>
                  <a:lnTo>
                    <a:pt x="99128" y="21220"/>
                  </a:lnTo>
                  <a:lnTo>
                    <a:pt x="94441" y="18700"/>
                  </a:lnTo>
                  <a:lnTo>
                    <a:pt x="89677" y="16329"/>
                  </a:lnTo>
                  <a:lnTo>
                    <a:pt x="84839" y="14112"/>
                  </a:lnTo>
                  <a:lnTo>
                    <a:pt x="79933" y="12050"/>
                  </a:lnTo>
                  <a:lnTo>
                    <a:pt x="74965" y="10145"/>
                  </a:lnTo>
                  <a:lnTo>
                    <a:pt x="69938" y="8399"/>
                  </a:lnTo>
                  <a:lnTo>
                    <a:pt x="64858" y="6814"/>
                  </a:lnTo>
                  <a:lnTo>
                    <a:pt x="59730" y="5392"/>
                  </a:lnTo>
                  <a:lnTo>
                    <a:pt x="54559" y="4133"/>
                  </a:lnTo>
                  <a:lnTo>
                    <a:pt x="49351" y="3040"/>
                  </a:lnTo>
                  <a:lnTo>
                    <a:pt x="44111" y="2113"/>
                  </a:lnTo>
                  <a:lnTo>
                    <a:pt x="38844" y="1353"/>
                  </a:lnTo>
                  <a:lnTo>
                    <a:pt x="33555" y="761"/>
                  </a:lnTo>
                  <a:lnTo>
                    <a:pt x="28251" y="338"/>
                  </a:lnTo>
                  <a:lnTo>
                    <a:pt x="22935" y="84"/>
                  </a:lnTo>
                  <a:lnTo>
                    <a:pt x="17614" y="0"/>
                  </a:lnTo>
                  <a:lnTo>
                    <a:pt x="1761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340" y="1071028"/>
              <a:ext cx="167161" cy="195434"/>
            </a:xfrm>
            <a:custGeom>
              <a:avLst/>
              <a:pathLst>
                <a:path w="167161" h="195434">
                  <a:moveTo>
                    <a:pt x="167161" y="0"/>
                  </a:moveTo>
                  <a:lnTo>
                    <a:pt x="161773" y="86"/>
                  </a:lnTo>
                  <a:lnTo>
                    <a:pt x="156391" y="347"/>
                  </a:lnTo>
                  <a:lnTo>
                    <a:pt x="151020" y="781"/>
                  </a:lnTo>
                  <a:lnTo>
                    <a:pt x="145665" y="1387"/>
                  </a:lnTo>
                  <a:lnTo>
                    <a:pt x="140334" y="2166"/>
                  </a:lnTo>
                  <a:lnTo>
                    <a:pt x="135030" y="3116"/>
                  </a:lnTo>
                  <a:lnTo>
                    <a:pt x="129759" y="4237"/>
                  </a:lnTo>
                  <a:lnTo>
                    <a:pt x="124527" y="5527"/>
                  </a:lnTo>
                  <a:lnTo>
                    <a:pt x="119340" y="6985"/>
                  </a:lnTo>
                  <a:lnTo>
                    <a:pt x="114202" y="8610"/>
                  </a:lnTo>
                  <a:lnTo>
                    <a:pt x="109119" y="10399"/>
                  </a:lnTo>
                  <a:lnTo>
                    <a:pt x="104097" y="12351"/>
                  </a:lnTo>
                  <a:lnTo>
                    <a:pt x="99140" y="14464"/>
                  </a:lnTo>
                  <a:lnTo>
                    <a:pt x="94254" y="16736"/>
                  </a:lnTo>
                  <a:lnTo>
                    <a:pt x="89443" y="19164"/>
                  </a:lnTo>
                  <a:lnTo>
                    <a:pt x="84713" y="21745"/>
                  </a:lnTo>
                  <a:lnTo>
                    <a:pt x="80069" y="24478"/>
                  </a:lnTo>
                  <a:lnTo>
                    <a:pt x="75516" y="27359"/>
                  </a:lnTo>
                  <a:lnTo>
                    <a:pt x="71057" y="30386"/>
                  </a:lnTo>
                  <a:lnTo>
                    <a:pt x="66699" y="33554"/>
                  </a:lnTo>
                  <a:lnTo>
                    <a:pt x="62445" y="36861"/>
                  </a:lnTo>
                  <a:lnTo>
                    <a:pt x="58299" y="40304"/>
                  </a:lnTo>
                  <a:lnTo>
                    <a:pt x="54267" y="43878"/>
                  </a:lnTo>
                  <a:lnTo>
                    <a:pt x="50352" y="47581"/>
                  </a:lnTo>
                  <a:lnTo>
                    <a:pt x="46559" y="51408"/>
                  </a:lnTo>
                  <a:lnTo>
                    <a:pt x="42891" y="55355"/>
                  </a:lnTo>
                  <a:lnTo>
                    <a:pt x="39351" y="59418"/>
                  </a:lnTo>
                  <a:lnTo>
                    <a:pt x="35945" y="63593"/>
                  </a:lnTo>
                  <a:lnTo>
                    <a:pt x="32675" y="67876"/>
                  </a:lnTo>
                  <a:lnTo>
                    <a:pt x="29545" y="72262"/>
                  </a:lnTo>
                  <a:lnTo>
                    <a:pt x="26558" y="76747"/>
                  </a:lnTo>
                  <a:lnTo>
                    <a:pt x="23716" y="81326"/>
                  </a:lnTo>
                  <a:lnTo>
                    <a:pt x="21024" y="85993"/>
                  </a:lnTo>
                  <a:lnTo>
                    <a:pt x="18484" y="90745"/>
                  </a:lnTo>
                  <a:lnTo>
                    <a:pt x="16098" y="95577"/>
                  </a:lnTo>
                  <a:lnTo>
                    <a:pt x="13869" y="100483"/>
                  </a:lnTo>
                  <a:lnTo>
                    <a:pt x="11800" y="105458"/>
                  </a:lnTo>
                  <a:lnTo>
                    <a:pt x="9892" y="110497"/>
                  </a:lnTo>
                  <a:lnTo>
                    <a:pt x="8147" y="115595"/>
                  </a:lnTo>
                  <a:lnTo>
                    <a:pt x="6567" y="120747"/>
                  </a:lnTo>
                  <a:lnTo>
                    <a:pt x="5155" y="125947"/>
                  </a:lnTo>
                  <a:lnTo>
                    <a:pt x="3910" y="131190"/>
                  </a:lnTo>
                  <a:lnTo>
                    <a:pt x="2836" y="136470"/>
                  </a:lnTo>
                  <a:lnTo>
                    <a:pt x="1932" y="141782"/>
                  </a:lnTo>
                  <a:lnTo>
                    <a:pt x="1199" y="147121"/>
                  </a:lnTo>
                  <a:lnTo>
                    <a:pt x="640" y="152480"/>
                  </a:lnTo>
                  <a:lnTo>
                    <a:pt x="253" y="157855"/>
                  </a:lnTo>
                  <a:lnTo>
                    <a:pt x="39" y="163239"/>
                  </a:lnTo>
                  <a:lnTo>
                    <a:pt x="0" y="168627"/>
                  </a:lnTo>
                  <a:lnTo>
                    <a:pt x="133" y="174014"/>
                  </a:lnTo>
                  <a:lnTo>
                    <a:pt x="441" y="179394"/>
                  </a:lnTo>
                  <a:lnTo>
                    <a:pt x="922" y="184761"/>
                  </a:lnTo>
                  <a:lnTo>
                    <a:pt x="1575" y="190109"/>
                  </a:lnTo>
                  <a:lnTo>
                    <a:pt x="2400" y="195434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9741" y="1238196"/>
              <a:ext cx="164760" cy="28267"/>
            </a:xfrm>
            <a:custGeom>
              <a:avLst/>
              <a:pathLst>
                <a:path w="164760" h="28267">
                  <a:moveTo>
                    <a:pt x="0" y="28267"/>
                  </a:moveTo>
                  <a:lnTo>
                    <a:pt x="16476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9741" y="1238196"/>
              <a:ext cx="164760" cy="28267"/>
            </a:xfrm>
            <a:custGeom>
              <a:avLst/>
              <a:pathLst>
                <a:path w="164760" h="28267">
                  <a:moveTo>
                    <a:pt x="0" y="28267"/>
                  </a:moveTo>
                  <a:lnTo>
                    <a:pt x="16476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9741" y="1238196"/>
              <a:ext cx="164760" cy="28267"/>
            </a:xfrm>
            <a:custGeom>
              <a:avLst/>
              <a:pathLst>
                <a:path w="164760" h="28267">
                  <a:moveTo>
                    <a:pt x="0" y="28267"/>
                  </a:moveTo>
                  <a:lnTo>
                    <a:pt x="16476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9741" y="1238196"/>
              <a:ext cx="164760" cy="28267"/>
            </a:xfrm>
            <a:custGeom>
              <a:avLst/>
              <a:pathLst>
                <a:path w="164760" h="28267">
                  <a:moveTo>
                    <a:pt x="0" y="28267"/>
                  </a:moveTo>
                  <a:lnTo>
                    <a:pt x="16476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9741" y="1238196"/>
              <a:ext cx="164760" cy="28267"/>
            </a:xfrm>
            <a:custGeom>
              <a:avLst/>
              <a:pathLst>
                <a:path w="164760" h="28267">
                  <a:moveTo>
                    <a:pt x="0" y="28267"/>
                  </a:moveTo>
                  <a:lnTo>
                    <a:pt x="16476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9741" y="1238196"/>
              <a:ext cx="164760" cy="28267"/>
            </a:xfrm>
            <a:custGeom>
              <a:avLst/>
              <a:pathLst>
                <a:path w="164760" h="28267">
                  <a:moveTo>
                    <a:pt x="0" y="28267"/>
                  </a:moveTo>
                  <a:lnTo>
                    <a:pt x="16476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9741" y="1238196"/>
              <a:ext cx="164760" cy="28267"/>
            </a:xfrm>
            <a:custGeom>
              <a:avLst/>
              <a:pathLst>
                <a:path w="164760" h="28267">
                  <a:moveTo>
                    <a:pt x="0" y="28267"/>
                  </a:moveTo>
                  <a:lnTo>
                    <a:pt x="16476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9741" y="1238196"/>
              <a:ext cx="164760" cy="28267"/>
            </a:xfrm>
            <a:custGeom>
              <a:avLst/>
              <a:pathLst>
                <a:path w="164760" h="28267">
                  <a:moveTo>
                    <a:pt x="0" y="28267"/>
                  </a:moveTo>
                  <a:lnTo>
                    <a:pt x="16476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9741" y="1238196"/>
              <a:ext cx="164760" cy="28267"/>
            </a:xfrm>
            <a:custGeom>
              <a:avLst/>
              <a:pathLst>
                <a:path w="164760" h="28267">
                  <a:moveTo>
                    <a:pt x="0" y="28267"/>
                  </a:moveTo>
                  <a:lnTo>
                    <a:pt x="16476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9741" y="1238196"/>
              <a:ext cx="164760" cy="28267"/>
            </a:xfrm>
            <a:custGeom>
              <a:avLst/>
              <a:pathLst>
                <a:path w="164760" h="28267">
                  <a:moveTo>
                    <a:pt x="0" y="28267"/>
                  </a:moveTo>
                  <a:lnTo>
                    <a:pt x="16476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9741" y="1238196"/>
              <a:ext cx="164760" cy="28267"/>
            </a:xfrm>
            <a:custGeom>
              <a:avLst/>
              <a:pathLst>
                <a:path w="164760" h="28267">
                  <a:moveTo>
                    <a:pt x="0" y="28267"/>
                  </a:moveTo>
                  <a:lnTo>
                    <a:pt x="16476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9741" y="1238196"/>
              <a:ext cx="164760" cy="28267"/>
            </a:xfrm>
            <a:custGeom>
              <a:avLst/>
              <a:pathLst>
                <a:path w="164760" h="28267">
                  <a:moveTo>
                    <a:pt x="0" y="28267"/>
                  </a:moveTo>
                  <a:lnTo>
                    <a:pt x="1647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9741" y="1238196"/>
              <a:ext cx="164760" cy="28267"/>
            </a:xfrm>
            <a:custGeom>
              <a:avLst/>
              <a:pathLst>
                <a:path w="164760" h="28267">
                  <a:moveTo>
                    <a:pt x="0" y="28267"/>
                  </a:moveTo>
                  <a:lnTo>
                    <a:pt x="1647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9741" y="1238196"/>
              <a:ext cx="164760" cy="28267"/>
            </a:xfrm>
            <a:custGeom>
              <a:avLst/>
              <a:pathLst>
                <a:path w="164760" h="28267">
                  <a:moveTo>
                    <a:pt x="0" y="28267"/>
                  </a:moveTo>
                  <a:lnTo>
                    <a:pt x="1647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9741" y="1238196"/>
              <a:ext cx="164760" cy="28267"/>
            </a:xfrm>
            <a:custGeom>
              <a:avLst/>
              <a:pathLst>
                <a:path w="164760" h="28267">
                  <a:moveTo>
                    <a:pt x="0" y="28267"/>
                  </a:moveTo>
                  <a:lnTo>
                    <a:pt x="1647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9741" y="1238196"/>
              <a:ext cx="164760" cy="28267"/>
            </a:xfrm>
            <a:custGeom>
              <a:avLst/>
              <a:pathLst>
                <a:path w="164760" h="28267">
                  <a:moveTo>
                    <a:pt x="0" y="28267"/>
                  </a:moveTo>
                  <a:lnTo>
                    <a:pt x="16476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9741" y="1238196"/>
              <a:ext cx="164760" cy="28267"/>
            </a:xfrm>
            <a:custGeom>
              <a:avLst/>
              <a:pathLst>
                <a:path w="164760" h="28267">
                  <a:moveTo>
                    <a:pt x="0" y="28267"/>
                  </a:moveTo>
                  <a:lnTo>
                    <a:pt x="16476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799741" y="1071267"/>
              <a:ext cx="331917" cy="334096"/>
            </a:xfrm>
            <a:custGeom>
              <a:avLst/>
              <a:pathLst>
                <a:path w="331917" h="334096">
                  <a:moveTo>
                    <a:pt x="0" y="195196"/>
                  </a:moveTo>
                  <a:lnTo>
                    <a:pt x="983" y="200426"/>
                  </a:lnTo>
                  <a:lnTo>
                    <a:pt x="2132" y="205623"/>
                  </a:lnTo>
                  <a:lnTo>
                    <a:pt x="3446" y="210780"/>
                  </a:lnTo>
                  <a:lnTo>
                    <a:pt x="4924" y="215892"/>
                  </a:lnTo>
                  <a:lnTo>
                    <a:pt x="6563" y="220956"/>
                  </a:lnTo>
                  <a:lnTo>
                    <a:pt x="8363" y="225964"/>
                  </a:lnTo>
                  <a:lnTo>
                    <a:pt x="10322" y="230912"/>
                  </a:lnTo>
                  <a:lnTo>
                    <a:pt x="12437" y="235796"/>
                  </a:lnTo>
                  <a:lnTo>
                    <a:pt x="14706" y="240610"/>
                  </a:lnTo>
                  <a:lnTo>
                    <a:pt x="17128" y="245349"/>
                  </a:lnTo>
                  <a:lnTo>
                    <a:pt x="19699" y="250009"/>
                  </a:lnTo>
                  <a:lnTo>
                    <a:pt x="22417" y="254584"/>
                  </a:lnTo>
                  <a:lnTo>
                    <a:pt x="25279" y="259071"/>
                  </a:lnTo>
                  <a:lnTo>
                    <a:pt x="28283" y="263464"/>
                  </a:lnTo>
                  <a:lnTo>
                    <a:pt x="31425" y="267759"/>
                  </a:lnTo>
                  <a:lnTo>
                    <a:pt x="34702" y="271953"/>
                  </a:lnTo>
                  <a:lnTo>
                    <a:pt x="38111" y="276039"/>
                  </a:lnTo>
                  <a:lnTo>
                    <a:pt x="41649" y="280016"/>
                  </a:lnTo>
                  <a:lnTo>
                    <a:pt x="45311" y="283877"/>
                  </a:lnTo>
                  <a:lnTo>
                    <a:pt x="49094" y="287620"/>
                  </a:lnTo>
                  <a:lnTo>
                    <a:pt x="52995" y="291241"/>
                  </a:lnTo>
                  <a:lnTo>
                    <a:pt x="57008" y="294735"/>
                  </a:lnTo>
                  <a:lnTo>
                    <a:pt x="61131" y="298101"/>
                  </a:lnTo>
                  <a:lnTo>
                    <a:pt x="65359" y="301333"/>
                  </a:lnTo>
                  <a:lnTo>
                    <a:pt x="69688" y="304429"/>
                  </a:lnTo>
                  <a:lnTo>
                    <a:pt x="74113" y="307386"/>
                  </a:lnTo>
                  <a:lnTo>
                    <a:pt x="78630" y="310200"/>
                  </a:lnTo>
                  <a:lnTo>
                    <a:pt x="83234" y="312869"/>
                  </a:lnTo>
                  <a:lnTo>
                    <a:pt x="87921" y="315390"/>
                  </a:lnTo>
                  <a:lnTo>
                    <a:pt x="92686" y="317761"/>
                  </a:lnTo>
                  <a:lnTo>
                    <a:pt x="97524" y="319979"/>
                  </a:lnTo>
                  <a:lnTo>
                    <a:pt x="102430" y="322041"/>
                  </a:lnTo>
                  <a:lnTo>
                    <a:pt x="107399" y="323947"/>
                  </a:lnTo>
                  <a:lnTo>
                    <a:pt x="112426" y="325693"/>
                  </a:lnTo>
                  <a:lnTo>
                    <a:pt x="117506" y="327278"/>
                  </a:lnTo>
                  <a:lnTo>
                    <a:pt x="122635" y="328701"/>
                  </a:lnTo>
                  <a:lnTo>
                    <a:pt x="127805" y="329960"/>
                  </a:lnTo>
                  <a:lnTo>
                    <a:pt x="133014" y="331054"/>
                  </a:lnTo>
                  <a:lnTo>
                    <a:pt x="138254" y="331981"/>
                  </a:lnTo>
                  <a:lnTo>
                    <a:pt x="143522" y="332741"/>
                  </a:lnTo>
                  <a:lnTo>
                    <a:pt x="148811" y="333333"/>
                  </a:lnTo>
                  <a:lnTo>
                    <a:pt x="154116" y="333757"/>
                  </a:lnTo>
                  <a:lnTo>
                    <a:pt x="159432" y="334011"/>
                  </a:lnTo>
                  <a:lnTo>
                    <a:pt x="164753" y="334096"/>
                  </a:lnTo>
                  <a:lnTo>
                    <a:pt x="170074" y="334011"/>
                  </a:lnTo>
                  <a:lnTo>
                    <a:pt x="175390" y="333758"/>
                  </a:lnTo>
                  <a:lnTo>
                    <a:pt x="180695" y="333335"/>
                  </a:lnTo>
                  <a:lnTo>
                    <a:pt x="185984" y="332743"/>
                  </a:lnTo>
                  <a:lnTo>
                    <a:pt x="191252" y="331983"/>
                  </a:lnTo>
                  <a:lnTo>
                    <a:pt x="196492" y="331057"/>
                  </a:lnTo>
                  <a:lnTo>
                    <a:pt x="201701" y="329963"/>
                  </a:lnTo>
                  <a:lnTo>
                    <a:pt x="206872" y="328705"/>
                  </a:lnTo>
                  <a:lnTo>
                    <a:pt x="212000" y="327282"/>
                  </a:lnTo>
                  <a:lnTo>
                    <a:pt x="217080" y="325697"/>
                  </a:lnTo>
                  <a:lnTo>
                    <a:pt x="222108" y="323951"/>
                  </a:lnTo>
                  <a:lnTo>
                    <a:pt x="227077" y="322046"/>
                  </a:lnTo>
                  <a:lnTo>
                    <a:pt x="231983" y="319984"/>
                  </a:lnTo>
                  <a:lnTo>
                    <a:pt x="236821" y="317767"/>
                  </a:lnTo>
                  <a:lnTo>
                    <a:pt x="241586" y="315396"/>
                  </a:lnTo>
                  <a:lnTo>
                    <a:pt x="246273" y="312875"/>
                  </a:lnTo>
                  <a:lnTo>
                    <a:pt x="250878" y="310207"/>
                  </a:lnTo>
                  <a:lnTo>
                    <a:pt x="255395" y="307393"/>
                  </a:lnTo>
                  <a:lnTo>
                    <a:pt x="259820" y="304437"/>
                  </a:lnTo>
                  <a:lnTo>
                    <a:pt x="264149" y="301341"/>
                  </a:lnTo>
                  <a:lnTo>
                    <a:pt x="268377" y="298109"/>
                  </a:lnTo>
                  <a:lnTo>
                    <a:pt x="272501" y="294744"/>
                  </a:lnTo>
                  <a:lnTo>
                    <a:pt x="276515" y="291250"/>
                  </a:lnTo>
                  <a:lnTo>
                    <a:pt x="280415" y="287629"/>
                  </a:lnTo>
                  <a:lnTo>
                    <a:pt x="284199" y="283887"/>
                  </a:lnTo>
                  <a:lnTo>
                    <a:pt x="287861" y="280026"/>
                  </a:lnTo>
                  <a:lnTo>
                    <a:pt x="291399" y="276050"/>
                  </a:lnTo>
                  <a:lnTo>
                    <a:pt x="294808" y="271963"/>
                  </a:lnTo>
                  <a:lnTo>
                    <a:pt x="298086" y="267770"/>
                  </a:lnTo>
                  <a:lnTo>
                    <a:pt x="301228" y="263475"/>
                  </a:lnTo>
                  <a:lnTo>
                    <a:pt x="304233" y="259082"/>
                  </a:lnTo>
                  <a:lnTo>
                    <a:pt x="307095" y="254596"/>
                  </a:lnTo>
                  <a:lnTo>
                    <a:pt x="309814" y="250020"/>
                  </a:lnTo>
                  <a:lnTo>
                    <a:pt x="312385" y="245361"/>
                  </a:lnTo>
                  <a:lnTo>
                    <a:pt x="314807" y="240622"/>
                  </a:lnTo>
                  <a:lnTo>
                    <a:pt x="317077" y="235808"/>
                  </a:lnTo>
                  <a:lnTo>
                    <a:pt x="319192" y="230925"/>
                  </a:lnTo>
                  <a:lnTo>
                    <a:pt x="321151" y="225977"/>
                  </a:lnTo>
                  <a:lnTo>
                    <a:pt x="322951" y="220968"/>
                  </a:lnTo>
                  <a:lnTo>
                    <a:pt x="324591" y="215905"/>
                  </a:lnTo>
                  <a:lnTo>
                    <a:pt x="326070" y="210793"/>
                  </a:lnTo>
                  <a:lnTo>
                    <a:pt x="327384" y="205636"/>
                  </a:lnTo>
                  <a:lnTo>
                    <a:pt x="328534" y="200440"/>
                  </a:lnTo>
                  <a:lnTo>
                    <a:pt x="329518" y="195209"/>
                  </a:lnTo>
                  <a:lnTo>
                    <a:pt x="330334" y="189950"/>
                  </a:lnTo>
                  <a:lnTo>
                    <a:pt x="330983" y="184668"/>
                  </a:lnTo>
                  <a:lnTo>
                    <a:pt x="331464" y="179368"/>
                  </a:lnTo>
                  <a:lnTo>
                    <a:pt x="331775" y="174055"/>
                  </a:lnTo>
                  <a:lnTo>
                    <a:pt x="331917" y="168735"/>
                  </a:lnTo>
                  <a:lnTo>
                    <a:pt x="331890" y="163413"/>
                  </a:lnTo>
                  <a:lnTo>
                    <a:pt x="331694" y="158095"/>
                  </a:lnTo>
                  <a:lnTo>
                    <a:pt x="331328" y="152786"/>
                  </a:lnTo>
                  <a:lnTo>
                    <a:pt x="330793" y="147491"/>
                  </a:lnTo>
                  <a:lnTo>
                    <a:pt x="330090" y="142215"/>
                  </a:lnTo>
                  <a:lnTo>
                    <a:pt x="329220" y="136965"/>
                  </a:lnTo>
                  <a:lnTo>
                    <a:pt x="328183" y="131745"/>
                  </a:lnTo>
                  <a:lnTo>
                    <a:pt x="326980" y="126561"/>
                  </a:lnTo>
                  <a:lnTo>
                    <a:pt x="325613" y="121418"/>
                  </a:lnTo>
                  <a:lnTo>
                    <a:pt x="324082" y="116320"/>
                  </a:lnTo>
                  <a:lnTo>
                    <a:pt x="322391" y="111274"/>
                  </a:lnTo>
                  <a:lnTo>
                    <a:pt x="320539" y="106285"/>
                  </a:lnTo>
                  <a:lnTo>
                    <a:pt x="318530" y="101357"/>
                  </a:lnTo>
                  <a:lnTo>
                    <a:pt x="316365" y="96495"/>
                  </a:lnTo>
                  <a:lnTo>
                    <a:pt x="314046" y="91705"/>
                  </a:lnTo>
                  <a:lnTo>
                    <a:pt x="311576" y="86991"/>
                  </a:lnTo>
                  <a:lnTo>
                    <a:pt x="308957" y="82358"/>
                  </a:lnTo>
                  <a:lnTo>
                    <a:pt x="306192" y="77811"/>
                  </a:lnTo>
                  <a:lnTo>
                    <a:pt x="303283" y="73354"/>
                  </a:lnTo>
                  <a:lnTo>
                    <a:pt x="300234" y="68992"/>
                  </a:lnTo>
                  <a:lnTo>
                    <a:pt x="297048" y="64729"/>
                  </a:lnTo>
                  <a:lnTo>
                    <a:pt x="293728" y="60570"/>
                  </a:lnTo>
                  <a:lnTo>
                    <a:pt x="290277" y="56519"/>
                  </a:lnTo>
                  <a:lnTo>
                    <a:pt x="286699" y="52579"/>
                  </a:lnTo>
                  <a:lnTo>
                    <a:pt x="282997" y="48755"/>
                  </a:lnTo>
                  <a:lnTo>
                    <a:pt x="279175" y="45052"/>
                  </a:lnTo>
                  <a:lnTo>
                    <a:pt x="275238" y="41471"/>
                  </a:lnTo>
                  <a:lnTo>
                    <a:pt x="271188" y="38018"/>
                  </a:lnTo>
                  <a:lnTo>
                    <a:pt x="267031" y="34696"/>
                  </a:lnTo>
                  <a:lnTo>
                    <a:pt x="262770" y="31507"/>
                  </a:lnTo>
                  <a:lnTo>
                    <a:pt x="258409" y="28456"/>
                  </a:lnTo>
                  <a:lnTo>
                    <a:pt x="253954" y="25545"/>
                  </a:lnTo>
                  <a:lnTo>
                    <a:pt x="249408" y="22777"/>
                  </a:lnTo>
                  <a:lnTo>
                    <a:pt x="244777" y="20156"/>
                  </a:lnTo>
                  <a:lnTo>
                    <a:pt x="240064" y="17683"/>
                  </a:lnTo>
                  <a:lnTo>
                    <a:pt x="235275" y="15362"/>
                  </a:lnTo>
                  <a:lnTo>
                    <a:pt x="230415" y="13194"/>
                  </a:lnTo>
                  <a:lnTo>
                    <a:pt x="225488" y="11182"/>
                  </a:lnTo>
                  <a:lnTo>
                    <a:pt x="220500" y="9328"/>
                  </a:lnTo>
                  <a:lnTo>
                    <a:pt x="215455" y="7633"/>
                  </a:lnTo>
                  <a:lnTo>
                    <a:pt x="210358" y="6100"/>
                  </a:lnTo>
                  <a:lnTo>
                    <a:pt x="205216" y="4730"/>
                  </a:lnTo>
                  <a:lnTo>
                    <a:pt x="200032" y="3525"/>
                  </a:lnTo>
                  <a:lnTo>
                    <a:pt x="194813" y="2485"/>
                  </a:lnTo>
                  <a:lnTo>
                    <a:pt x="189563" y="1611"/>
                  </a:lnTo>
                  <a:lnTo>
                    <a:pt x="184288" y="906"/>
                  </a:lnTo>
                  <a:lnTo>
                    <a:pt x="178993" y="368"/>
                  </a:lnTo>
                  <a:lnTo>
                    <a:pt x="173684" y="0"/>
                  </a:lnTo>
                  <a:lnTo>
                    <a:pt x="164760" y="1669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964501" y="1071028"/>
              <a:ext cx="8924" cy="167167"/>
            </a:xfrm>
            <a:custGeom>
              <a:avLst/>
              <a:pathLst>
                <a:path w="8924" h="167167">
                  <a:moveTo>
                    <a:pt x="8924" y="23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2774" y="1322571"/>
              <a:ext cx="55946" cy="167167"/>
            </a:xfrm>
            <a:custGeom>
              <a:avLst/>
              <a:pathLst>
                <a:path w="55946" h="167167">
                  <a:moveTo>
                    <a:pt x="55946" y="0"/>
                  </a:moveTo>
                  <a:lnTo>
                    <a:pt x="49609" y="120"/>
                  </a:lnTo>
                  <a:lnTo>
                    <a:pt x="43281" y="480"/>
                  </a:lnTo>
                  <a:lnTo>
                    <a:pt x="36971" y="1080"/>
                  </a:lnTo>
                  <a:lnTo>
                    <a:pt x="30689" y="1919"/>
                  </a:lnTo>
                  <a:lnTo>
                    <a:pt x="24443" y="2995"/>
                  </a:lnTo>
                  <a:lnTo>
                    <a:pt x="18242" y="4307"/>
                  </a:lnTo>
                  <a:lnTo>
                    <a:pt x="12095" y="5853"/>
                  </a:lnTo>
                  <a:lnTo>
                    <a:pt x="6011" y="7632"/>
                  </a:lnTo>
                  <a:lnTo>
                    <a:pt x="0" y="9639"/>
                  </a:lnTo>
                  <a:lnTo>
                    <a:pt x="5594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2774" y="1332211"/>
              <a:ext cx="55946" cy="157527"/>
            </a:xfrm>
            <a:custGeom>
              <a:avLst/>
              <a:pathLst>
                <a:path w="55946" h="157527">
                  <a:moveTo>
                    <a:pt x="0" y="0"/>
                  </a:moveTo>
                  <a:lnTo>
                    <a:pt x="55946" y="1575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2774" y="1332211"/>
              <a:ext cx="55946" cy="157527"/>
            </a:xfrm>
            <a:custGeom>
              <a:avLst/>
              <a:pathLst>
                <a:path w="55946" h="157527">
                  <a:moveTo>
                    <a:pt x="0" y="0"/>
                  </a:moveTo>
                  <a:lnTo>
                    <a:pt x="55946" y="1575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2774" y="1332211"/>
              <a:ext cx="55946" cy="157527"/>
            </a:xfrm>
            <a:custGeom>
              <a:avLst/>
              <a:pathLst>
                <a:path w="55946" h="157527">
                  <a:moveTo>
                    <a:pt x="0" y="0"/>
                  </a:moveTo>
                  <a:lnTo>
                    <a:pt x="55946" y="157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2774" y="1332211"/>
              <a:ext cx="55946" cy="157527"/>
            </a:xfrm>
            <a:custGeom>
              <a:avLst/>
              <a:pathLst>
                <a:path w="55946" h="157527">
                  <a:moveTo>
                    <a:pt x="0" y="0"/>
                  </a:moveTo>
                  <a:lnTo>
                    <a:pt x="55946" y="157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2774" y="1332211"/>
              <a:ext cx="55946" cy="157527"/>
            </a:xfrm>
            <a:custGeom>
              <a:avLst/>
              <a:pathLst>
                <a:path w="55946" h="157527">
                  <a:moveTo>
                    <a:pt x="0" y="0"/>
                  </a:moveTo>
                  <a:lnTo>
                    <a:pt x="55946" y="157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2774" y="1332211"/>
              <a:ext cx="55946" cy="157527"/>
            </a:xfrm>
            <a:custGeom>
              <a:avLst/>
              <a:pathLst>
                <a:path w="55946" h="157527">
                  <a:moveTo>
                    <a:pt x="0" y="0"/>
                  </a:moveTo>
                  <a:lnTo>
                    <a:pt x="55946" y="157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2774" y="1332211"/>
              <a:ext cx="55946" cy="157527"/>
            </a:xfrm>
            <a:custGeom>
              <a:avLst/>
              <a:pathLst>
                <a:path w="55946" h="157527">
                  <a:moveTo>
                    <a:pt x="0" y="0"/>
                  </a:moveTo>
                  <a:lnTo>
                    <a:pt x="55946" y="1575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2774" y="1332211"/>
              <a:ext cx="55946" cy="157527"/>
            </a:xfrm>
            <a:custGeom>
              <a:avLst/>
              <a:pathLst>
                <a:path w="55946" h="157527">
                  <a:moveTo>
                    <a:pt x="0" y="0"/>
                  </a:moveTo>
                  <a:lnTo>
                    <a:pt x="55946" y="1575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32774" y="1332211"/>
              <a:ext cx="55946" cy="157527"/>
            </a:xfrm>
            <a:custGeom>
              <a:avLst/>
              <a:pathLst>
                <a:path w="55946" h="157527">
                  <a:moveTo>
                    <a:pt x="0" y="0"/>
                  </a:moveTo>
                  <a:lnTo>
                    <a:pt x="55946" y="1575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32774" y="1332211"/>
              <a:ext cx="55946" cy="157527"/>
            </a:xfrm>
            <a:custGeom>
              <a:avLst/>
              <a:pathLst>
                <a:path w="55946" h="157527">
                  <a:moveTo>
                    <a:pt x="0" y="0"/>
                  </a:moveTo>
                  <a:lnTo>
                    <a:pt x="55946" y="1575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32774" y="1332211"/>
              <a:ext cx="55946" cy="157527"/>
            </a:xfrm>
            <a:custGeom>
              <a:avLst/>
              <a:pathLst>
                <a:path w="55946" h="157527">
                  <a:moveTo>
                    <a:pt x="0" y="0"/>
                  </a:moveTo>
                  <a:lnTo>
                    <a:pt x="55946" y="157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32774" y="1332211"/>
              <a:ext cx="55946" cy="157527"/>
            </a:xfrm>
            <a:custGeom>
              <a:avLst/>
              <a:pathLst>
                <a:path w="55946" h="157527">
                  <a:moveTo>
                    <a:pt x="0" y="0"/>
                  </a:moveTo>
                  <a:lnTo>
                    <a:pt x="55946" y="157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32774" y="1332211"/>
              <a:ext cx="55946" cy="157527"/>
            </a:xfrm>
            <a:custGeom>
              <a:avLst/>
              <a:pathLst>
                <a:path w="55946" h="157527">
                  <a:moveTo>
                    <a:pt x="0" y="0"/>
                  </a:moveTo>
                  <a:lnTo>
                    <a:pt x="55946" y="157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32774" y="1332211"/>
              <a:ext cx="55946" cy="157527"/>
            </a:xfrm>
            <a:custGeom>
              <a:avLst/>
              <a:pathLst>
                <a:path w="55946" h="157527">
                  <a:moveTo>
                    <a:pt x="0" y="0"/>
                  </a:moveTo>
                  <a:lnTo>
                    <a:pt x="55946" y="157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32774" y="1332211"/>
              <a:ext cx="55946" cy="157527"/>
            </a:xfrm>
            <a:custGeom>
              <a:avLst/>
              <a:pathLst>
                <a:path w="55946" h="157527">
                  <a:moveTo>
                    <a:pt x="0" y="0"/>
                  </a:moveTo>
                  <a:lnTo>
                    <a:pt x="55946" y="1575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32774" y="1332211"/>
              <a:ext cx="55946" cy="157527"/>
            </a:xfrm>
            <a:custGeom>
              <a:avLst/>
              <a:pathLst>
                <a:path w="55946" h="157527">
                  <a:moveTo>
                    <a:pt x="0" y="0"/>
                  </a:moveTo>
                  <a:lnTo>
                    <a:pt x="55946" y="1575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321554" y="1332211"/>
              <a:ext cx="334329" cy="324678"/>
            </a:xfrm>
            <a:custGeom>
              <a:avLst/>
              <a:pathLst>
                <a:path w="334329" h="324678">
                  <a:moveTo>
                    <a:pt x="111219" y="0"/>
                  </a:moveTo>
                  <a:lnTo>
                    <a:pt x="106267" y="1847"/>
                  </a:lnTo>
                  <a:lnTo>
                    <a:pt x="101375" y="3850"/>
                  </a:lnTo>
                  <a:lnTo>
                    <a:pt x="96550" y="6007"/>
                  </a:lnTo>
                  <a:lnTo>
                    <a:pt x="91795" y="8315"/>
                  </a:lnTo>
                  <a:lnTo>
                    <a:pt x="87115" y="10773"/>
                  </a:lnTo>
                  <a:lnTo>
                    <a:pt x="82515" y="13377"/>
                  </a:lnTo>
                  <a:lnTo>
                    <a:pt x="78000" y="16125"/>
                  </a:lnTo>
                  <a:lnTo>
                    <a:pt x="73574" y="19015"/>
                  </a:lnTo>
                  <a:lnTo>
                    <a:pt x="69242" y="22043"/>
                  </a:lnTo>
                  <a:lnTo>
                    <a:pt x="65007" y="25207"/>
                  </a:lnTo>
                  <a:lnTo>
                    <a:pt x="60875" y="28503"/>
                  </a:lnTo>
                  <a:lnTo>
                    <a:pt x="56849" y="31928"/>
                  </a:lnTo>
                  <a:lnTo>
                    <a:pt x="52933" y="35478"/>
                  </a:lnTo>
                  <a:lnTo>
                    <a:pt x="49132" y="39151"/>
                  </a:lnTo>
                  <a:lnTo>
                    <a:pt x="45448" y="42942"/>
                  </a:lnTo>
                  <a:lnTo>
                    <a:pt x="41886" y="46847"/>
                  </a:lnTo>
                  <a:lnTo>
                    <a:pt x="38450" y="50864"/>
                  </a:lnTo>
                  <a:lnTo>
                    <a:pt x="35142" y="54986"/>
                  </a:lnTo>
                  <a:lnTo>
                    <a:pt x="31966" y="59212"/>
                  </a:lnTo>
                  <a:lnTo>
                    <a:pt x="28925" y="63535"/>
                  </a:lnTo>
                  <a:lnTo>
                    <a:pt x="26023" y="67953"/>
                  </a:lnTo>
                  <a:lnTo>
                    <a:pt x="23261" y="72460"/>
                  </a:lnTo>
                  <a:lnTo>
                    <a:pt x="20644" y="77052"/>
                  </a:lnTo>
                  <a:lnTo>
                    <a:pt x="18173" y="81725"/>
                  </a:lnTo>
                  <a:lnTo>
                    <a:pt x="15851" y="86473"/>
                  </a:lnTo>
                  <a:lnTo>
                    <a:pt x="13680" y="91292"/>
                  </a:lnTo>
                  <a:lnTo>
                    <a:pt x="11663" y="96178"/>
                  </a:lnTo>
                  <a:lnTo>
                    <a:pt x="9801" y="101125"/>
                  </a:lnTo>
                  <a:lnTo>
                    <a:pt x="8096" y="106129"/>
                  </a:lnTo>
                  <a:lnTo>
                    <a:pt x="6551" y="111183"/>
                  </a:lnTo>
                  <a:lnTo>
                    <a:pt x="5166" y="116284"/>
                  </a:lnTo>
                  <a:lnTo>
                    <a:pt x="3943" y="121427"/>
                  </a:lnTo>
                  <a:lnTo>
                    <a:pt x="2883" y="126605"/>
                  </a:lnTo>
                  <a:lnTo>
                    <a:pt x="1988" y="131815"/>
                  </a:lnTo>
                  <a:lnTo>
                    <a:pt x="1257" y="137050"/>
                  </a:lnTo>
                  <a:lnTo>
                    <a:pt x="693" y="142305"/>
                  </a:lnTo>
                  <a:lnTo>
                    <a:pt x="295" y="147576"/>
                  </a:lnTo>
                  <a:lnTo>
                    <a:pt x="64" y="152857"/>
                  </a:lnTo>
                  <a:lnTo>
                    <a:pt x="0" y="158142"/>
                  </a:lnTo>
                  <a:lnTo>
                    <a:pt x="103" y="163427"/>
                  </a:lnTo>
                  <a:lnTo>
                    <a:pt x="373" y="168706"/>
                  </a:lnTo>
                  <a:lnTo>
                    <a:pt x="809" y="173973"/>
                  </a:lnTo>
                  <a:lnTo>
                    <a:pt x="1412" y="179225"/>
                  </a:lnTo>
                  <a:lnTo>
                    <a:pt x="2181" y="184454"/>
                  </a:lnTo>
                  <a:lnTo>
                    <a:pt x="3115" y="189657"/>
                  </a:lnTo>
                  <a:lnTo>
                    <a:pt x="4213" y="194827"/>
                  </a:lnTo>
                  <a:lnTo>
                    <a:pt x="5474" y="199961"/>
                  </a:lnTo>
                  <a:lnTo>
                    <a:pt x="6896" y="205051"/>
                  </a:lnTo>
                  <a:lnTo>
                    <a:pt x="8479" y="210095"/>
                  </a:lnTo>
                  <a:lnTo>
                    <a:pt x="10220" y="215085"/>
                  </a:lnTo>
                  <a:lnTo>
                    <a:pt x="12118" y="220018"/>
                  </a:lnTo>
                  <a:lnTo>
                    <a:pt x="14171" y="224889"/>
                  </a:lnTo>
                  <a:lnTo>
                    <a:pt x="16378" y="229693"/>
                  </a:lnTo>
                  <a:lnTo>
                    <a:pt x="18734" y="234424"/>
                  </a:lnTo>
                  <a:lnTo>
                    <a:pt x="21240" y="239078"/>
                  </a:lnTo>
                  <a:lnTo>
                    <a:pt x="23891" y="243651"/>
                  </a:lnTo>
                  <a:lnTo>
                    <a:pt x="26686" y="248137"/>
                  </a:lnTo>
                  <a:lnTo>
                    <a:pt x="29620" y="252534"/>
                  </a:lnTo>
                  <a:lnTo>
                    <a:pt x="32693" y="256835"/>
                  </a:lnTo>
                  <a:lnTo>
                    <a:pt x="35900" y="261036"/>
                  </a:lnTo>
                  <a:lnTo>
                    <a:pt x="39238" y="265135"/>
                  </a:lnTo>
                  <a:lnTo>
                    <a:pt x="42704" y="269125"/>
                  </a:lnTo>
                  <a:lnTo>
                    <a:pt x="46294" y="273005"/>
                  </a:lnTo>
                  <a:lnTo>
                    <a:pt x="50006" y="276768"/>
                  </a:lnTo>
                  <a:lnTo>
                    <a:pt x="53834" y="280413"/>
                  </a:lnTo>
                  <a:lnTo>
                    <a:pt x="57776" y="283934"/>
                  </a:lnTo>
                  <a:lnTo>
                    <a:pt x="61827" y="287330"/>
                  </a:lnTo>
                  <a:lnTo>
                    <a:pt x="65984" y="290595"/>
                  </a:lnTo>
                  <a:lnTo>
                    <a:pt x="70241" y="293728"/>
                  </a:lnTo>
                  <a:lnTo>
                    <a:pt x="74596" y="296724"/>
                  </a:lnTo>
                  <a:lnTo>
                    <a:pt x="79043" y="299581"/>
                  </a:lnTo>
                  <a:lnTo>
                    <a:pt x="83578" y="302296"/>
                  </a:lnTo>
                  <a:lnTo>
                    <a:pt x="88197" y="304866"/>
                  </a:lnTo>
                  <a:lnTo>
                    <a:pt x="92894" y="307289"/>
                  </a:lnTo>
                  <a:lnTo>
                    <a:pt x="97666" y="309563"/>
                  </a:lnTo>
                  <a:lnTo>
                    <a:pt x="102508" y="311684"/>
                  </a:lnTo>
                  <a:lnTo>
                    <a:pt x="107414" y="313651"/>
                  </a:lnTo>
                  <a:lnTo>
                    <a:pt x="112380" y="315462"/>
                  </a:lnTo>
                  <a:lnTo>
                    <a:pt x="117400" y="317115"/>
                  </a:lnTo>
                  <a:lnTo>
                    <a:pt x="122471" y="318609"/>
                  </a:lnTo>
                  <a:lnTo>
                    <a:pt x="127586" y="319941"/>
                  </a:lnTo>
                  <a:lnTo>
                    <a:pt x="132740" y="321111"/>
                  </a:lnTo>
                  <a:lnTo>
                    <a:pt x="137929" y="322118"/>
                  </a:lnTo>
                  <a:lnTo>
                    <a:pt x="143148" y="322960"/>
                  </a:lnTo>
                  <a:lnTo>
                    <a:pt x="148390" y="323637"/>
                  </a:lnTo>
                  <a:lnTo>
                    <a:pt x="153651" y="324147"/>
                  </a:lnTo>
                  <a:lnTo>
                    <a:pt x="158926" y="324491"/>
                  </a:lnTo>
                  <a:lnTo>
                    <a:pt x="164208" y="324668"/>
                  </a:lnTo>
                  <a:lnTo>
                    <a:pt x="169494" y="324678"/>
                  </a:lnTo>
                  <a:lnTo>
                    <a:pt x="174778" y="324521"/>
                  </a:lnTo>
                  <a:lnTo>
                    <a:pt x="180053" y="324197"/>
                  </a:lnTo>
                  <a:lnTo>
                    <a:pt x="185316" y="323706"/>
                  </a:lnTo>
                  <a:lnTo>
                    <a:pt x="190561" y="323049"/>
                  </a:lnTo>
                  <a:lnTo>
                    <a:pt x="195783" y="322227"/>
                  </a:lnTo>
                  <a:lnTo>
                    <a:pt x="200975" y="321240"/>
                  </a:lnTo>
                  <a:lnTo>
                    <a:pt x="206134" y="320089"/>
                  </a:lnTo>
                  <a:lnTo>
                    <a:pt x="211254" y="318776"/>
                  </a:lnTo>
                  <a:lnTo>
                    <a:pt x="216330" y="317301"/>
                  </a:lnTo>
                  <a:lnTo>
                    <a:pt x="221357" y="315667"/>
                  </a:lnTo>
                  <a:lnTo>
                    <a:pt x="226330" y="313875"/>
                  </a:lnTo>
                  <a:lnTo>
                    <a:pt x="231243" y="311926"/>
                  </a:lnTo>
                  <a:lnTo>
                    <a:pt x="236092" y="309823"/>
                  </a:lnTo>
                  <a:lnTo>
                    <a:pt x="240873" y="307568"/>
                  </a:lnTo>
                  <a:lnTo>
                    <a:pt x="245580" y="305162"/>
                  </a:lnTo>
                  <a:lnTo>
                    <a:pt x="250208" y="302610"/>
                  </a:lnTo>
                  <a:lnTo>
                    <a:pt x="254754" y="299912"/>
                  </a:lnTo>
                  <a:lnTo>
                    <a:pt x="259211" y="297071"/>
                  </a:lnTo>
                  <a:lnTo>
                    <a:pt x="263577" y="294091"/>
                  </a:lnTo>
                  <a:lnTo>
                    <a:pt x="267846" y="290975"/>
                  </a:lnTo>
                  <a:lnTo>
                    <a:pt x="272015" y="287725"/>
                  </a:lnTo>
                  <a:lnTo>
                    <a:pt x="276079" y="284345"/>
                  </a:lnTo>
                  <a:lnTo>
                    <a:pt x="280034" y="280839"/>
                  </a:lnTo>
                  <a:lnTo>
                    <a:pt x="283876" y="277208"/>
                  </a:lnTo>
                  <a:lnTo>
                    <a:pt x="287602" y="273459"/>
                  </a:lnTo>
                  <a:lnTo>
                    <a:pt x="291207" y="269593"/>
                  </a:lnTo>
                  <a:lnTo>
                    <a:pt x="294688" y="265615"/>
                  </a:lnTo>
                  <a:lnTo>
                    <a:pt x="298041" y="261530"/>
                  </a:lnTo>
                  <a:lnTo>
                    <a:pt x="301264" y="257340"/>
                  </a:lnTo>
                  <a:lnTo>
                    <a:pt x="304353" y="253051"/>
                  </a:lnTo>
                  <a:lnTo>
                    <a:pt x="307304" y="248666"/>
                  </a:lnTo>
                  <a:lnTo>
                    <a:pt x="310115" y="244189"/>
                  </a:lnTo>
                  <a:lnTo>
                    <a:pt x="312784" y="239627"/>
                  </a:lnTo>
                  <a:lnTo>
                    <a:pt x="315307" y="234982"/>
                  </a:lnTo>
                  <a:lnTo>
                    <a:pt x="317681" y="230260"/>
                  </a:lnTo>
                  <a:lnTo>
                    <a:pt x="319906" y="225465"/>
                  </a:lnTo>
                  <a:lnTo>
                    <a:pt x="321977" y="220602"/>
                  </a:lnTo>
                  <a:lnTo>
                    <a:pt x="323894" y="215676"/>
                  </a:lnTo>
                  <a:lnTo>
                    <a:pt x="325654" y="210691"/>
                  </a:lnTo>
                  <a:lnTo>
                    <a:pt x="327256" y="205654"/>
                  </a:lnTo>
                  <a:lnTo>
                    <a:pt x="328697" y="200569"/>
                  </a:lnTo>
                  <a:lnTo>
                    <a:pt x="329977" y="195440"/>
                  </a:lnTo>
                  <a:lnTo>
                    <a:pt x="331094" y="190274"/>
                  </a:lnTo>
                  <a:lnTo>
                    <a:pt x="332048" y="185075"/>
                  </a:lnTo>
                  <a:lnTo>
                    <a:pt x="332836" y="179848"/>
                  </a:lnTo>
                  <a:lnTo>
                    <a:pt x="333459" y="174599"/>
                  </a:lnTo>
                  <a:lnTo>
                    <a:pt x="333916" y="169333"/>
                  </a:lnTo>
                  <a:lnTo>
                    <a:pt x="334206" y="164056"/>
                  </a:lnTo>
                  <a:lnTo>
                    <a:pt x="334329" y="158771"/>
                  </a:lnTo>
                  <a:lnTo>
                    <a:pt x="334284" y="153486"/>
                  </a:lnTo>
                  <a:lnTo>
                    <a:pt x="334073" y="148204"/>
                  </a:lnTo>
                  <a:lnTo>
                    <a:pt x="333695" y="142932"/>
                  </a:lnTo>
                  <a:lnTo>
                    <a:pt x="333150" y="137674"/>
                  </a:lnTo>
                  <a:lnTo>
                    <a:pt x="332440" y="132436"/>
                  </a:lnTo>
                  <a:lnTo>
                    <a:pt x="331564" y="127224"/>
                  </a:lnTo>
                  <a:lnTo>
                    <a:pt x="330523" y="122041"/>
                  </a:lnTo>
                  <a:lnTo>
                    <a:pt x="329320" y="116894"/>
                  </a:lnTo>
                  <a:lnTo>
                    <a:pt x="327954" y="111788"/>
                  </a:lnTo>
                  <a:lnTo>
                    <a:pt x="326428" y="106728"/>
                  </a:lnTo>
                  <a:lnTo>
                    <a:pt x="324742" y="101718"/>
                  </a:lnTo>
                  <a:lnTo>
                    <a:pt x="322899" y="96764"/>
                  </a:lnTo>
                  <a:lnTo>
                    <a:pt x="320900" y="91871"/>
                  </a:lnTo>
                  <a:lnTo>
                    <a:pt x="318747" y="87043"/>
                  </a:lnTo>
                  <a:lnTo>
                    <a:pt x="316443" y="82286"/>
                  </a:lnTo>
                  <a:lnTo>
                    <a:pt x="313990" y="77604"/>
                  </a:lnTo>
                  <a:lnTo>
                    <a:pt x="311390" y="73002"/>
                  </a:lnTo>
                  <a:lnTo>
                    <a:pt x="308645" y="68485"/>
                  </a:lnTo>
                  <a:lnTo>
                    <a:pt x="305759" y="64056"/>
                  </a:lnTo>
                  <a:lnTo>
                    <a:pt x="302735" y="59721"/>
                  </a:lnTo>
                  <a:lnTo>
                    <a:pt x="299575" y="55484"/>
                  </a:lnTo>
                  <a:lnTo>
                    <a:pt x="296282" y="51349"/>
                  </a:lnTo>
                  <a:lnTo>
                    <a:pt x="292861" y="47320"/>
                  </a:lnTo>
                  <a:lnTo>
                    <a:pt x="289314" y="43401"/>
                  </a:lnTo>
                  <a:lnTo>
                    <a:pt x="285645" y="39596"/>
                  </a:lnTo>
                  <a:lnTo>
                    <a:pt x="281857" y="35909"/>
                  </a:lnTo>
                  <a:lnTo>
                    <a:pt x="277955" y="32344"/>
                  </a:lnTo>
                  <a:lnTo>
                    <a:pt x="273942" y="28904"/>
                  </a:lnTo>
                  <a:lnTo>
                    <a:pt x="269822" y="25592"/>
                  </a:lnTo>
                  <a:lnTo>
                    <a:pt x="265599" y="22413"/>
                  </a:lnTo>
                  <a:lnTo>
                    <a:pt x="261278" y="19368"/>
                  </a:lnTo>
                  <a:lnTo>
                    <a:pt x="256863" y="16462"/>
                  </a:lnTo>
                  <a:lnTo>
                    <a:pt x="252358" y="13697"/>
                  </a:lnTo>
                  <a:lnTo>
                    <a:pt x="247769" y="11075"/>
                  </a:lnTo>
                  <a:lnTo>
                    <a:pt x="243098" y="8600"/>
                  </a:lnTo>
                  <a:lnTo>
                    <a:pt x="238352" y="6274"/>
                  </a:lnTo>
                  <a:lnTo>
                    <a:pt x="233534" y="4099"/>
                  </a:lnTo>
                  <a:lnTo>
                    <a:pt x="228650" y="2077"/>
                  </a:lnTo>
                  <a:lnTo>
                    <a:pt x="223705" y="211"/>
                  </a:lnTo>
                  <a:lnTo>
                    <a:pt x="167166" y="1575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88720" y="1322571"/>
              <a:ext cx="56539" cy="167167"/>
            </a:xfrm>
            <a:custGeom>
              <a:avLst/>
              <a:pathLst>
                <a:path w="56539" h="167167">
                  <a:moveTo>
                    <a:pt x="56539" y="9851"/>
                  </a:moveTo>
                  <a:lnTo>
                    <a:pt x="50468" y="7800"/>
                  </a:lnTo>
                  <a:lnTo>
                    <a:pt x="44323" y="5983"/>
                  </a:lnTo>
                  <a:lnTo>
                    <a:pt x="38112" y="4402"/>
                  </a:lnTo>
                  <a:lnTo>
                    <a:pt x="31846" y="3061"/>
                  </a:lnTo>
                  <a:lnTo>
                    <a:pt x="25533" y="1961"/>
                  </a:lnTo>
                  <a:lnTo>
                    <a:pt x="19183" y="1104"/>
                  </a:lnTo>
                  <a:lnTo>
                    <a:pt x="12804" y="491"/>
                  </a:lnTo>
                  <a:lnTo>
                    <a:pt x="6406" y="1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46877" y="1681503"/>
              <a:ext cx="39647" cy="167167"/>
            </a:xfrm>
            <a:custGeom>
              <a:avLst/>
              <a:pathLst>
                <a:path w="39647" h="167167">
                  <a:moveTo>
                    <a:pt x="39647" y="0"/>
                  </a:moveTo>
                  <a:lnTo>
                    <a:pt x="32977" y="133"/>
                  </a:lnTo>
                  <a:lnTo>
                    <a:pt x="26318" y="532"/>
                  </a:lnTo>
                  <a:lnTo>
                    <a:pt x="19680" y="1196"/>
                  </a:lnTo>
                  <a:lnTo>
                    <a:pt x="13074" y="2125"/>
                  </a:lnTo>
                  <a:lnTo>
                    <a:pt x="6511" y="3317"/>
                  </a:lnTo>
                  <a:lnTo>
                    <a:pt x="0" y="4769"/>
                  </a:lnTo>
                  <a:lnTo>
                    <a:pt x="3964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46877" y="1686273"/>
              <a:ext cx="39647" cy="162397"/>
            </a:xfrm>
            <a:custGeom>
              <a:avLst/>
              <a:pathLst>
                <a:path w="39647" h="162397">
                  <a:moveTo>
                    <a:pt x="0" y="0"/>
                  </a:moveTo>
                  <a:lnTo>
                    <a:pt x="39647" y="1623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46877" y="1686273"/>
              <a:ext cx="39647" cy="162397"/>
            </a:xfrm>
            <a:custGeom>
              <a:avLst/>
              <a:pathLst>
                <a:path w="39647" h="162397">
                  <a:moveTo>
                    <a:pt x="0" y="0"/>
                  </a:moveTo>
                  <a:lnTo>
                    <a:pt x="39647" y="1623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46877" y="1686273"/>
              <a:ext cx="39647" cy="162397"/>
            </a:xfrm>
            <a:custGeom>
              <a:avLst/>
              <a:pathLst>
                <a:path w="39647" h="162397">
                  <a:moveTo>
                    <a:pt x="0" y="0"/>
                  </a:moveTo>
                  <a:lnTo>
                    <a:pt x="39647" y="1623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46877" y="1686273"/>
              <a:ext cx="39647" cy="162397"/>
            </a:xfrm>
            <a:custGeom>
              <a:avLst/>
              <a:pathLst>
                <a:path w="39647" h="162397">
                  <a:moveTo>
                    <a:pt x="0" y="0"/>
                  </a:moveTo>
                  <a:lnTo>
                    <a:pt x="39647" y="1623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46877" y="1686273"/>
              <a:ext cx="39647" cy="162397"/>
            </a:xfrm>
            <a:custGeom>
              <a:avLst/>
              <a:pathLst>
                <a:path w="39647" h="162397">
                  <a:moveTo>
                    <a:pt x="0" y="0"/>
                  </a:moveTo>
                  <a:lnTo>
                    <a:pt x="39647" y="1623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46877" y="1686273"/>
              <a:ext cx="39647" cy="162397"/>
            </a:xfrm>
            <a:custGeom>
              <a:avLst/>
              <a:pathLst>
                <a:path w="39647" h="162397">
                  <a:moveTo>
                    <a:pt x="0" y="0"/>
                  </a:moveTo>
                  <a:lnTo>
                    <a:pt x="39647" y="1623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46877" y="1686273"/>
              <a:ext cx="39647" cy="162397"/>
            </a:xfrm>
            <a:custGeom>
              <a:avLst/>
              <a:pathLst>
                <a:path w="39647" h="162397">
                  <a:moveTo>
                    <a:pt x="0" y="0"/>
                  </a:moveTo>
                  <a:lnTo>
                    <a:pt x="39647" y="1623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46877" y="1686273"/>
              <a:ext cx="39647" cy="162397"/>
            </a:xfrm>
            <a:custGeom>
              <a:avLst/>
              <a:pathLst>
                <a:path w="39647" h="162397">
                  <a:moveTo>
                    <a:pt x="0" y="0"/>
                  </a:moveTo>
                  <a:lnTo>
                    <a:pt x="39647" y="1623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46877" y="1686273"/>
              <a:ext cx="39647" cy="162397"/>
            </a:xfrm>
            <a:custGeom>
              <a:avLst/>
              <a:pathLst>
                <a:path w="39647" h="162397">
                  <a:moveTo>
                    <a:pt x="0" y="0"/>
                  </a:moveTo>
                  <a:lnTo>
                    <a:pt x="39647" y="1623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46877" y="1686273"/>
              <a:ext cx="39647" cy="162397"/>
            </a:xfrm>
            <a:custGeom>
              <a:avLst/>
              <a:pathLst>
                <a:path w="39647" h="162397">
                  <a:moveTo>
                    <a:pt x="0" y="0"/>
                  </a:moveTo>
                  <a:lnTo>
                    <a:pt x="39647" y="1623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46877" y="1686273"/>
              <a:ext cx="39647" cy="162397"/>
            </a:xfrm>
            <a:custGeom>
              <a:avLst/>
              <a:pathLst>
                <a:path w="39647" h="162397">
                  <a:moveTo>
                    <a:pt x="0" y="0"/>
                  </a:moveTo>
                  <a:lnTo>
                    <a:pt x="39647" y="1623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46877" y="1686273"/>
              <a:ext cx="39647" cy="162397"/>
            </a:xfrm>
            <a:custGeom>
              <a:avLst/>
              <a:pathLst>
                <a:path w="39647" h="162397">
                  <a:moveTo>
                    <a:pt x="0" y="0"/>
                  </a:moveTo>
                  <a:lnTo>
                    <a:pt x="39647" y="1623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46877" y="1686273"/>
              <a:ext cx="39647" cy="162397"/>
            </a:xfrm>
            <a:custGeom>
              <a:avLst/>
              <a:pathLst>
                <a:path w="39647" h="162397">
                  <a:moveTo>
                    <a:pt x="0" y="0"/>
                  </a:moveTo>
                  <a:lnTo>
                    <a:pt x="39647" y="1623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46877" y="1686273"/>
              <a:ext cx="39647" cy="162397"/>
            </a:xfrm>
            <a:custGeom>
              <a:avLst/>
              <a:pathLst>
                <a:path w="39647" h="162397">
                  <a:moveTo>
                    <a:pt x="0" y="0"/>
                  </a:moveTo>
                  <a:lnTo>
                    <a:pt x="39647" y="1623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046877" y="1686273"/>
              <a:ext cx="39647" cy="162397"/>
            </a:xfrm>
            <a:custGeom>
              <a:avLst/>
              <a:pathLst>
                <a:path w="39647" h="162397">
                  <a:moveTo>
                    <a:pt x="0" y="0"/>
                  </a:moveTo>
                  <a:lnTo>
                    <a:pt x="39647" y="1623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90475" y="1686273"/>
              <a:ext cx="96049" cy="162397"/>
            </a:xfrm>
            <a:custGeom>
              <a:avLst/>
              <a:pathLst>
                <a:path w="96049" h="162397">
                  <a:moveTo>
                    <a:pt x="56401" y="0"/>
                  </a:moveTo>
                  <a:lnTo>
                    <a:pt x="50379" y="1589"/>
                  </a:lnTo>
                  <a:lnTo>
                    <a:pt x="44420" y="3402"/>
                  </a:lnTo>
                  <a:lnTo>
                    <a:pt x="38533" y="5436"/>
                  </a:lnTo>
                  <a:lnTo>
                    <a:pt x="32725" y="7688"/>
                  </a:lnTo>
                  <a:lnTo>
                    <a:pt x="27006" y="10154"/>
                  </a:lnTo>
                  <a:lnTo>
                    <a:pt x="21382" y="12832"/>
                  </a:lnTo>
                  <a:lnTo>
                    <a:pt x="15862" y="15717"/>
                  </a:lnTo>
                  <a:lnTo>
                    <a:pt x="10453" y="18807"/>
                  </a:lnTo>
                  <a:lnTo>
                    <a:pt x="5163" y="22095"/>
                  </a:lnTo>
                  <a:lnTo>
                    <a:pt x="0" y="25578"/>
                  </a:lnTo>
                  <a:lnTo>
                    <a:pt x="96049" y="1623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919363" y="1681503"/>
              <a:ext cx="334314" cy="334332"/>
            </a:xfrm>
            <a:custGeom>
              <a:avLst/>
              <a:pathLst>
                <a:path w="334314" h="334332">
                  <a:moveTo>
                    <a:pt x="71112" y="30348"/>
                  </a:moveTo>
                  <a:lnTo>
                    <a:pt x="66826" y="33459"/>
                  </a:lnTo>
                  <a:lnTo>
                    <a:pt x="62641" y="36705"/>
                  </a:lnTo>
                  <a:lnTo>
                    <a:pt x="58561" y="40081"/>
                  </a:lnTo>
                  <a:lnTo>
                    <a:pt x="54589" y="43585"/>
                  </a:lnTo>
                  <a:lnTo>
                    <a:pt x="50731" y="47213"/>
                  </a:lnTo>
                  <a:lnTo>
                    <a:pt x="46990" y="50961"/>
                  </a:lnTo>
                  <a:lnTo>
                    <a:pt x="43369" y="54826"/>
                  </a:lnTo>
                  <a:lnTo>
                    <a:pt x="39873" y="58804"/>
                  </a:lnTo>
                  <a:lnTo>
                    <a:pt x="36504" y="62890"/>
                  </a:lnTo>
                  <a:lnTo>
                    <a:pt x="33266" y="67081"/>
                  </a:lnTo>
                  <a:lnTo>
                    <a:pt x="30163" y="71373"/>
                  </a:lnTo>
                  <a:lnTo>
                    <a:pt x="27197" y="75761"/>
                  </a:lnTo>
                  <a:lnTo>
                    <a:pt x="24372" y="80240"/>
                  </a:lnTo>
                  <a:lnTo>
                    <a:pt x="21690" y="84807"/>
                  </a:lnTo>
                  <a:lnTo>
                    <a:pt x="19154" y="89456"/>
                  </a:lnTo>
                  <a:lnTo>
                    <a:pt x="16767" y="94184"/>
                  </a:lnTo>
                  <a:lnTo>
                    <a:pt x="14531" y="98984"/>
                  </a:lnTo>
                  <a:lnTo>
                    <a:pt x="12447" y="103853"/>
                  </a:lnTo>
                  <a:lnTo>
                    <a:pt x="10520" y="108786"/>
                  </a:lnTo>
                  <a:lnTo>
                    <a:pt x="8749" y="113777"/>
                  </a:lnTo>
                  <a:lnTo>
                    <a:pt x="7137" y="118822"/>
                  </a:lnTo>
                  <a:lnTo>
                    <a:pt x="5686" y="123915"/>
                  </a:lnTo>
                  <a:lnTo>
                    <a:pt x="4397" y="129052"/>
                  </a:lnTo>
                  <a:lnTo>
                    <a:pt x="3271" y="134227"/>
                  </a:lnTo>
                  <a:lnTo>
                    <a:pt x="2310" y="139435"/>
                  </a:lnTo>
                  <a:lnTo>
                    <a:pt x="1514" y="144671"/>
                  </a:lnTo>
                  <a:lnTo>
                    <a:pt x="885" y="149930"/>
                  </a:lnTo>
                  <a:lnTo>
                    <a:pt x="422" y="155205"/>
                  </a:lnTo>
                  <a:lnTo>
                    <a:pt x="127" y="160493"/>
                  </a:lnTo>
                  <a:lnTo>
                    <a:pt x="0" y="165788"/>
                  </a:lnTo>
                  <a:lnTo>
                    <a:pt x="40" y="171083"/>
                  </a:lnTo>
                  <a:lnTo>
                    <a:pt x="248" y="176375"/>
                  </a:lnTo>
                  <a:lnTo>
                    <a:pt x="623" y="181658"/>
                  </a:lnTo>
                  <a:lnTo>
                    <a:pt x="1166" y="186926"/>
                  </a:lnTo>
                  <a:lnTo>
                    <a:pt x="1875" y="192174"/>
                  </a:lnTo>
                  <a:lnTo>
                    <a:pt x="2750" y="197398"/>
                  </a:lnTo>
                  <a:lnTo>
                    <a:pt x="3790" y="202590"/>
                  </a:lnTo>
                  <a:lnTo>
                    <a:pt x="4994" y="207748"/>
                  </a:lnTo>
                  <a:lnTo>
                    <a:pt x="6361" y="212864"/>
                  </a:lnTo>
                  <a:lnTo>
                    <a:pt x="7889" y="217935"/>
                  </a:lnTo>
                  <a:lnTo>
                    <a:pt x="9577" y="222955"/>
                  </a:lnTo>
                  <a:lnTo>
                    <a:pt x="11424" y="227919"/>
                  </a:lnTo>
                  <a:lnTo>
                    <a:pt x="13426" y="232821"/>
                  </a:lnTo>
                  <a:lnTo>
                    <a:pt x="15583" y="237658"/>
                  </a:lnTo>
                  <a:lnTo>
                    <a:pt x="17892" y="242424"/>
                  </a:lnTo>
                  <a:lnTo>
                    <a:pt x="20351" y="247115"/>
                  </a:lnTo>
                  <a:lnTo>
                    <a:pt x="22957" y="251725"/>
                  </a:lnTo>
                  <a:lnTo>
                    <a:pt x="25708" y="256251"/>
                  </a:lnTo>
                  <a:lnTo>
                    <a:pt x="28601" y="260687"/>
                  </a:lnTo>
                  <a:lnTo>
                    <a:pt x="31633" y="265029"/>
                  </a:lnTo>
                  <a:lnTo>
                    <a:pt x="34801" y="269273"/>
                  </a:lnTo>
                  <a:lnTo>
                    <a:pt x="38102" y="273415"/>
                  </a:lnTo>
                  <a:lnTo>
                    <a:pt x="41532" y="277450"/>
                  </a:lnTo>
                  <a:lnTo>
                    <a:pt x="45089" y="281374"/>
                  </a:lnTo>
                  <a:lnTo>
                    <a:pt x="48768" y="285183"/>
                  </a:lnTo>
                  <a:lnTo>
                    <a:pt x="52565" y="288874"/>
                  </a:lnTo>
                  <a:lnTo>
                    <a:pt x="56478" y="292443"/>
                  </a:lnTo>
                  <a:lnTo>
                    <a:pt x="60502" y="295887"/>
                  </a:lnTo>
                  <a:lnTo>
                    <a:pt x="64633" y="299201"/>
                  </a:lnTo>
                  <a:lnTo>
                    <a:pt x="68867" y="302382"/>
                  </a:lnTo>
                  <a:lnTo>
                    <a:pt x="73199" y="305428"/>
                  </a:lnTo>
                  <a:lnTo>
                    <a:pt x="77626" y="308335"/>
                  </a:lnTo>
                  <a:lnTo>
                    <a:pt x="82143" y="311100"/>
                  </a:lnTo>
                  <a:lnTo>
                    <a:pt x="86745" y="313721"/>
                  </a:lnTo>
                  <a:lnTo>
                    <a:pt x="91428" y="316195"/>
                  </a:lnTo>
                  <a:lnTo>
                    <a:pt x="96186" y="318519"/>
                  </a:lnTo>
                  <a:lnTo>
                    <a:pt x="101016" y="320692"/>
                  </a:lnTo>
                  <a:lnTo>
                    <a:pt x="105913" y="322710"/>
                  </a:lnTo>
                  <a:lnTo>
                    <a:pt x="110871" y="324572"/>
                  </a:lnTo>
                  <a:lnTo>
                    <a:pt x="115885" y="326276"/>
                  </a:lnTo>
                  <a:lnTo>
                    <a:pt x="120951" y="327820"/>
                  </a:lnTo>
                  <a:lnTo>
                    <a:pt x="126063" y="329204"/>
                  </a:lnTo>
                  <a:lnTo>
                    <a:pt x="131216" y="330424"/>
                  </a:lnTo>
                  <a:lnTo>
                    <a:pt x="136406" y="331481"/>
                  </a:lnTo>
                  <a:lnTo>
                    <a:pt x="141626" y="332373"/>
                  </a:lnTo>
                  <a:lnTo>
                    <a:pt x="146872" y="333099"/>
                  </a:lnTo>
                  <a:lnTo>
                    <a:pt x="152139" y="333658"/>
                  </a:lnTo>
                  <a:lnTo>
                    <a:pt x="157420" y="334050"/>
                  </a:lnTo>
                  <a:lnTo>
                    <a:pt x="162711" y="334275"/>
                  </a:lnTo>
                  <a:lnTo>
                    <a:pt x="168007" y="334332"/>
                  </a:lnTo>
                  <a:lnTo>
                    <a:pt x="173302" y="334222"/>
                  </a:lnTo>
                  <a:lnTo>
                    <a:pt x="178591" y="333943"/>
                  </a:lnTo>
                  <a:lnTo>
                    <a:pt x="183868" y="333497"/>
                  </a:lnTo>
                  <a:lnTo>
                    <a:pt x="189128" y="332885"/>
                  </a:lnTo>
                  <a:lnTo>
                    <a:pt x="194367" y="332106"/>
                  </a:lnTo>
                  <a:lnTo>
                    <a:pt x="199578" y="331161"/>
                  </a:lnTo>
                  <a:lnTo>
                    <a:pt x="204756" y="330052"/>
                  </a:lnTo>
                  <a:lnTo>
                    <a:pt x="209897" y="328779"/>
                  </a:lnTo>
                  <a:lnTo>
                    <a:pt x="214995" y="327345"/>
                  </a:lnTo>
                  <a:lnTo>
                    <a:pt x="220045" y="325749"/>
                  </a:lnTo>
                  <a:lnTo>
                    <a:pt x="225042" y="323994"/>
                  </a:lnTo>
                  <a:lnTo>
                    <a:pt x="229981" y="322082"/>
                  </a:lnTo>
                  <a:lnTo>
                    <a:pt x="234856" y="320014"/>
                  </a:lnTo>
                  <a:lnTo>
                    <a:pt x="239664" y="317793"/>
                  </a:lnTo>
                  <a:lnTo>
                    <a:pt x="244399" y="315421"/>
                  </a:lnTo>
                  <a:lnTo>
                    <a:pt x="249056" y="312900"/>
                  </a:lnTo>
                  <a:lnTo>
                    <a:pt x="253632" y="310233"/>
                  </a:lnTo>
                  <a:lnTo>
                    <a:pt x="258120" y="307422"/>
                  </a:lnTo>
                  <a:lnTo>
                    <a:pt x="262517" y="304470"/>
                  </a:lnTo>
                  <a:lnTo>
                    <a:pt x="266819" y="301381"/>
                  </a:lnTo>
                  <a:lnTo>
                    <a:pt x="271020" y="298156"/>
                  </a:lnTo>
                  <a:lnTo>
                    <a:pt x="275118" y="294801"/>
                  </a:lnTo>
                  <a:lnTo>
                    <a:pt x="279106" y="291317"/>
                  </a:lnTo>
                  <a:lnTo>
                    <a:pt x="282983" y="287709"/>
                  </a:lnTo>
                  <a:lnTo>
                    <a:pt x="286743" y="283979"/>
                  </a:lnTo>
                  <a:lnTo>
                    <a:pt x="290383" y="280133"/>
                  </a:lnTo>
                  <a:lnTo>
                    <a:pt x="293900" y="276173"/>
                  </a:lnTo>
                  <a:lnTo>
                    <a:pt x="297289" y="272103"/>
                  </a:lnTo>
                  <a:lnTo>
                    <a:pt x="300548" y="267929"/>
                  </a:lnTo>
                  <a:lnTo>
                    <a:pt x="303673" y="263653"/>
                  </a:lnTo>
                  <a:lnTo>
                    <a:pt x="306661" y="259280"/>
                  </a:lnTo>
                  <a:lnTo>
                    <a:pt x="309509" y="254815"/>
                  </a:lnTo>
                  <a:lnTo>
                    <a:pt x="312214" y="250262"/>
                  </a:lnTo>
                  <a:lnTo>
                    <a:pt x="314773" y="245625"/>
                  </a:lnTo>
                  <a:lnTo>
                    <a:pt x="317184" y="240910"/>
                  </a:lnTo>
                  <a:lnTo>
                    <a:pt x="319445" y="236121"/>
                  </a:lnTo>
                  <a:lnTo>
                    <a:pt x="321553" y="231262"/>
                  </a:lnTo>
                  <a:lnTo>
                    <a:pt x="323506" y="226340"/>
                  </a:lnTo>
                  <a:lnTo>
                    <a:pt x="325302" y="221357"/>
                  </a:lnTo>
                  <a:lnTo>
                    <a:pt x="326939" y="216321"/>
                  </a:lnTo>
                  <a:lnTo>
                    <a:pt x="328416" y="211235"/>
                  </a:lnTo>
                  <a:lnTo>
                    <a:pt x="329731" y="206105"/>
                  </a:lnTo>
                  <a:lnTo>
                    <a:pt x="330882" y="200936"/>
                  </a:lnTo>
                  <a:lnTo>
                    <a:pt x="331870" y="195732"/>
                  </a:lnTo>
                  <a:lnTo>
                    <a:pt x="332692" y="190501"/>
                  </a:lnTo>
                  <a:lnTo>
                    <a:pt x="333348" y="185245"/>
                  </a:lnTo>
                  <a:lnTo>
                    <a:pt x="333838" y="179972"/>
                  </a:lnTo>
                  <a:lnTo>
                    <a:pt x="334160" y="174686"/>
                  </a:lnTo>
                  <a:lnTo>
                    <a:pt x="334314" y="169392"/>
                  </a:lnTo>
                  <a:lnTo>
                    <a:pt x="334300" y="164096"/>
                  </a:lnTo>
                  <a:lnTo>
                    <a:pt x="334119" y="158803"/>
                  </a:lnTo>
                  <a:lnTo>
                    <a:pt x="333771" y="153519"/>
                  </a:lnTo>
                  <a:lnTo>
                    <a:pt x="333255" y="148248"/>
                  </a:lnTo>
                  <a:lnTo>
                    <a:pt x="332572" y="142996"/>
                  </a:lnTo>
                  <a:lnTo>
                    <a:pt x="331723" y="137768"/>
                  </a:lnTo>
                  <a:lnTo>
                    <a:pt x="330710" y="132570"/>
                  </a:lnTo>
                  <a:lnTo>
                    <a:pt x="329532" y="127407"/>
                  </a:lnTo>
                  <a:lnTo>
                    <a:pt x="328191" y="122284"/>
                  </a:lnTo>
                  <a:lnTo>
                    <a:pt x="326688" y="117205"/>
                  </a:lnTo>
                  <a:lnTo>
                    <a:pt x="325025" y="112177"/>
                  </a:lnTo>
                  <a:lnTo>
                    <a:pt x="323204" y="107204"/>
                  </a:lnTo>
                  <a:lnTo>
                    <a:pt x="321226" y="102291"/>
                  </a:lnTo>
                  <a:lnTo>
                    <a:pt x="319094" y="97443"/>
                  </a:lnTo>
                  <a:lnTo>
                    <a:pt x="316809" y="92666"/>
                  </a:lnTo>
                  <a:lnTo>
                    <a:pt x="314374" y="87963"/>
                  </a:lnTo>
                  <a:lnTo>
                    <a:pt x="311791" y="83339"/>
                  </a:lnTo>
                  <a:lnTo>
                    <a:pt x="309063" y="78800"/>
                  </a:lnTo>
                  <a:lnTo>
                    <a:pt x="306193" y="74349"/>
                  </a:lnTo>
                  <a:lnTo>
                    <a:pt x="303183" y="69992"/>
                  </a:lnTo>
                  <a:lnTo>
                    <a:pt x="300037" y="65732"/>
                  </a:lnTo>
                  <a:lnTo>
                    <a:pt x="296757" y="61574"/>
                  </a:lnTo>
                  <a:lnTo>
                    <a:pt x="293347" y="57521"/>
                  </a:lnTo>
                  <a:lnTo>
                    <a:pt x="289810" y="53579"/>
                  </a:lnTo>
                  <a:lnTo>
                    <a:pt x="286151" y="49751"/>
                  </a:lnTo>
                  <a:lnTo>
                    <a:pt x="282372" y="46041"/>
                  </a:lnTo>
                  <a:lnTo>
                    <a:pt x="278477" y="42452"/>
                  </a:lnTo>
                  <a:lnTo>
                    <a:pt x="274470" y="38989"/>
                  </a:lnTo>
                  <a:lnTo>
                    <a:pt x="270356" y="35654"/>
                  </a:lnTo>
                  <a:lnTo>
                    <a:pt x="266139" y="32451"/>
                  </a:lnTo>
                  <a:lnTo>
                    <a:pt x="261821" y="29383"/>
                  </a:lnTo>
                  <a:lnTo>
                    <a:pt x="257409" y="26454"/>
                  </a:lnTo>
                  <a:lnTo>
                    <a:pt x="252907" y="23665"/>
                  </a:lnTo>
                  <a:lnTo>
                    <a:pt x="248318" y="21021"/>
                  </a:lnTo>
                  <a:lnTo>
                    <a:pt x="243648" y="18524"/>
                  </a:lnTo>
                  <a:lnTo>
                    <a:pt x="238901" y="16176"/>
                  </a:lnTo>
                  <a:lnTo>
                    <a:pt x="234082" y="13979"/>
                  </a:lnTo>
                  <a:lnTo>
                    <a:pt x="229196" y="11936"/>
                  </a:lnTo>
                  <a:lnTo>
                    <a:pt x="224248" y="10049"/>
                  </a:lnTo>
                  <a:lnTo>
                    <a:pt x="219242" y="8319"/>
                  </a:lnTo>
                  <a:lnTo>
                    <a:pt x="214184" y="6749"/>
                  </a:lnTo>
                  <a:lnTo>
                    <a:pt x="209079" y="5340"/>
                  </a:lnTo>
                  <a:lnTo>
                    <a:pt x="203932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89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1279" y="2126963"/>
              <a:ext cx="30008" cy="167167"/>
            </a:xfrm>
            <a:custGeom>
              <a:avLst/>
              <a:pathLst>
                <a:path w="30008" h="167167">
                  <a:moveTo>
                    <a:pt x="30008" y="0"/>
                  </a:moveTo>
                  <a:lnTo>
                    <a:pt x="22467" y="170"/>
                  </a:lnTo>
                  <a:lnTo>
                    <a:pt x="14942" y="680"/>
                  </a:lnTo>
                  <a:lnTo>
                    <a:pt x="7448" y="1529"/>
                  </a:lnTo>
                  <a:lnTo>
                    <a:pt x="0" y="2715"/>
                  </a:lnTo>
                  <a:lnTo>
                    <a:pt x="3000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1279" y="2129679"/>
              <a:ext cx="30008" cy="164452"/>
            </a:xfrm>
            <a:custGeom>
              <a:avLst/>
              <a:pathLst>
                <a:path w="30008" h="164452">
                  <a:moveTo>
                    <a:pt x="0" y="0"/>
                  </a:moveTo>
                  <a:lnTo>
                    <a:pt x="30008" y="1644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1279" y="2129679"/>
              <a:ext cx="30008" cy="164452"/>
            </a:xfrm>
            <a:custGeom>
              <a:avLst/>
              <a:pathLst>
                <a:path w="30008" h="164452">
                  <a:moveTo>
                    <a:pt x="0" y="0"/>
                  </a:moveTo>
                  <a:lnTo>
                    <a:pt x="30008" y="1644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1279" y="2129679"/>
              <a:ext cx="30008" cy="164452"/>
            </a:xfrm>
            <a:custGeom>
              <a:avLst/>
              <a:pathLst>
                <a:path w="30008" h="164452">
                  <a:moveTo>
                    <a:pt x="0" y="0"/>
                  </a:moveTo>
                  <a:lnTo>
                    <a:pt x="30008" y="1644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1279" y="2129679"/>
              <a:ext cx="30008" cy="164452"/>
            </a:xfrm>
            <a:custGeom>
              <a:avLst/>
              <a:pathLst>
                <a:path w="30008" h="164452">
                  <a:moveTo>
                    <a:pt x="0" y="0"/>
                  </a:moveTo>
                  <a:lnTo>
                    <a:pt x="30008" y="1644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1279" y="2129679"/>
              <a:ext cx="30008" cy="164452"/>
            </a:xfrm>
            <a:custGeom>
              <a:avLst/>
              <a:pathLst>
                <a:path w="30008" h="164452">
                  <a:moveTo>
                    <a:pt x="0" y="0"/>
                  </a:moveTo>
                  <a:lnTo>
                    <a:pt x="30008" y="1644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51279" y="2129679"/>
              <a:ext cx="30008" cy="164452"/>
            </a:xfrm>
            <a:custGeom>
              <a:avLst/>
              <a:pathLst>
                <a:path w="30008" h="164452">
                  <a:moveTo>
                    <a:pt x="0" y="0"/>
                  </a:moveTo>
                  <a:lnTo>
                    <a:pt x="30008" y="1644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51279" y="2129679"/>
              <a:ext cx="30008" cy="164452"/>
            </a:xfrm>
            <a:custGeom>
              <a:avLst/>
              <a:pathLst>
                <a:path w="30008" h="164452">
                  <a:moveTo>
                    <a:pt x="0" y="0"/>
                  </a:moveTo>
                  <a:lnTo>
                    <a:pt x="30008" y="1644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51279" y="2129679"/>
              <a:ext cx="30008" cy="164452"/>
            </a:xfrm>
            <a:custGeom>
              <a:avLst/>
              <a:pathLst>
                <a:path w="30008" h="164452">
                  <a:moveTo>
                    <a:pt x="0" y="0"/>
                  </a:moveTo>
                  <a:lnTo>
                    <a:pt x="30008" y="1644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51279" y="2129679"/>
              <a:ext cx="30008" cy="164452"/>
            </a:xfrm>
            <a:custGeom>
              <a:avLst/>
              <a:pathLst>
                <a:path w="30008" h="164452">
                  <a:moveTo>
                    <a:pt x="0" y="0"/>
                  </a:moveTo>
                  <a:lnTo>
                    <a:pt x="30008" y="1644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51279" y="2129679"/>
              <a:ext cx="30008" cy="164452"/>
            </a:xfrm>
            <a:custGeom>
              <a:avLst/>
              <a:pathLst>
                <a:path w="30008" h="164452">
                  <a:moveTo>
                    <a:pt x="0" y="0"/>
                  </a:moveTo>
                  <a:lnTo>
                    <a:pt x="30008" y="1644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51279" y="2129679"/>
              <a:ext cx="30008" cy="164452"/>
            </a:xfrm>
            <a:custGeom>
              <a:avLst/>
              <a:pathLst>
                <a:path w="30008" h="164452">
                  <a:moveTo>
                    <a:pt x="0" y="0"/>
                  </a:moveTo>
                  <a:lnTo>
                    <a:pt x="30008" y="1644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51279" y="2129679"/>
              <a:ext cx="30008" cy="164452"/>
            </a:xfrm>
            <a:custGeom>
              <a:avLst/>
              <a:pathLst>
                <a:path w="30008" h="164452">
                  <a:moveTo>
                    <a:pt x="0" y="0"/>
                  </a:moveTo>
                  <a:lnTo>
                    <a:pt x="30008" y="1644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51279" y="2129679"/>
              <a:ext cx="30008" cy="164452"/>
            </a:xfrm>
            <a:custGeom>
              <a:avLst/>
              <a:pathLst>
                <a:path w="30008" h="164452">
                  <a:moveTo>
                    <a:pt x="0" y="0"/>
                  </a:moveTo>
                  <a:lnTo>
                    <a:pt x="30008" y="1644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51279" y="2129679"/>
              <a:ext cx="30008" cy="164452"/>
            </a:xfrm>
            <a:custGeom>
              <a:avLst/>
              <a:pathLst>
                <a:path w="30008" h="164452">
                  <a:moveTo>
                    <a:pt x="0" y="0"/>
                  </a:moveTo>
                  <a:lnTo>
                    <a:pt x="30008" y="1644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614122" y="2128573"/>
              <a:ext cx="334330" cy="332714"/>
            </a:xfrm>
            <a:custGeom>
              <a:avLst/>
              <a:pathLst>
                <a:path w="334330" h="332714">
                  <a:moveTo>
                    <a:pt x="137156" y="1105"/>
                  </a:moveTo>
                  <a:lnTo>
                    <a:pt x="131956" y="2139"/>
                  </a:lnTo>
                  <a:lnTo>
                    <a:pt x="126790" y="3338"/>
                  </a:lnTo>
                  <a:lnTo>
                    <a:pt x="121665" y="4700"/>
                  </a:lnTo>
                  <a:lnTo>
                    <a:pt x="116586" y="6224"/>
                  </a:lnTo>
                  <a:lnTo>
                    <a:pt x="111558" y="7909"/>
                  </a:lnTo>
                  <a:lnTo>
                    <a:pt x="106586" y="9752"/>
                  </a:lnTo>
                  <a:lnTo>
                    <a:pt x="101675" y="11751"/>
                  </a:lnTo>
                  <a:lnTo>
                    <a:pt x="96830" y="13906"/>
                  </a:lnTo>
                  <a:lnTo>
                    <a:pt x="92055" y="16213"/>
                  </a:lnTo>
                  <a:lnTo>
                    <a:pt x="87356" y="18670"/>
                  </a:lnTo>
                  <a:lnTo>
                    <a:pt x="82738" y="21276"/>
                  </a:lnTo>
                  <a:lnTo>
                    <a:pt x="78204" y="24026"/>
                  </a:lnTo>
                  <a:lnTo>
                    <a:pt x="73760" y="26919"/>
                  </a:lnTo>
                  <a:lnTo>
                    <a:pt x="69410" y="29951"/>
                  </a:lnTo>
                  <a:lnTo>
                    <a:pt x="65158" y="33120"/>
                  </a:lnTo>
                  <a:lnTo>
                    <a:pt x="61009" y="36422"/>
                  </a:lnTo>
                  <a:lnTo>
                    <a:pt x="56966" y="39854"/>
                  </a:lnTo>
                  <a:lnTo>
                    <a:pt x="53035" y="43412"/>
                  </a:lnTo>
                  <a:lnTo>
                    <a:pt x="49218" y="47093"/>
                  </a:lnTo>
                  <a:lnTo>
                    <a:pt x="45520" y="50894"/>
                  </a:lnTo>
                  <a:lnTo>
                    <a:pt x="41944" y="54810"/>
                  </a:lnTo>
                  <a:lnTo>
                    <a:pt x="38495" y="58837"/>
                  </a:lnTo>
                  <a:lnTo>
                    <a:pt x="35175" y="62972"/>
                  </a:lnTo>
                  <a:lnTo>
                    <a:pt x="31988" y="67210"/>
                  </a:lnTo>
                  <a:lnTo>
                    <a:pt x="28936" y="71547"/>
                  </a:lnTo>
                  <a:lnTo>
                    <a:pt x="26024" y="75978"/>
                  </a:lnTo>
                  <a:lnTo>
                    <a:pt x="23254" y="80500"/>
                  </a:lnTo>
                  <a:lnTo>
                    <a:pt x="20629" y="85107"/>
                  </a:lnTo>
                  <a:lnTo>
                    <a:pt x="18151" y="89795"/>
                  </a:lnTo>
                  <a:lnTo>
                    <a:pt x="15823" y="94559"/>
                  </a:lnTo>
                  <a:lnTo>
                    <a:pt x="13647" y="99395"/>
                  </a:lnTo>
                  <a:lnTo>
                    <a:pt x="11626" y="104298"/>
                  </a:lnTo>
                  <a:lnTo>
                    <a:pt x="9761" y="109262"/>
                  </a:lnTo>
                  <a:lnTo>
                    <a:pt x="8055" y="114282"/>
                  </a:lnTo>
                  <a:lnTo>
                    <a:pt x="6509" y="119355"/>
                  </a:lnTo>
                  <a:lnTo>
                    <a:pt x="5124" y="124473"/>
                  </a:lnTo>
                  <a:lnTo>
                    <a:pt x="3902" y="129633"/>
                  </a:lnTo>
                  <a:lnTo>
                    <a:pt x="2845" y="134830"/>
                  </a:lnTo>
                  <a:lnTo>
                    <a:pt x="1953" y="140057"/>
                  </a:lnTo>
                  <a:lnTo>
                    <a:pt x="1228" y="145310"/>
                  </a:lnTo>
                  <a:lnTo>
                    <a:pt x="669" y="150583"/>
                  </a:lnTo>
                  <a:lnTo>
                    <a:pt x="278" y="155871"/>
                  </a:lnTo>
                  <a:lnTo>
                    <a:pt x="55" y="161169"/>
                  </a:lnTo>
                  <a:lnTo>
                    <a:pt x="0" y="166472"/>
                  </a:lnTo>
                  <a:lnTo>
                    <a:pt x="113" y="171773"/>
                  </a:lnTo>
                  <a:lnTo>
                    <a:pt x="394" y="177068"/>
                  </a:lnTo>
                  <a:lnTo>
                    <a:pt x="843" y="182352"/>
                  </a:lnTo>
                  <a:lnTo>
                    <a:pt x="1459" y="187619"/>
                  </a:lnTo>
                  <a:lnTo>
                    <a:pt x="2242" y="192863"/>
                  </a:lnTo>
                  <a:lnTo>
                    <a:pt x="3191" y="198080"/>
                  </a:lnTo>
                  <a:lnTo>
                    <a:pt x="4305" y="203265"/>
                  </a:lnTo>
                  <a:lnTo>
                    <a:pt x="5583" y="208411"/>
                  </a:lnTo>
                  <a:lnTo>
                    <a:pt x="7024" y="213515"/>
                  </a:lnTo>
                  <a:lnTo>
                    <a:pt x="8625" y="218570"/>
                  </a:lnTo>
                  <a:lnTo>
                    <a:pt x="10387" y="223571"/>
                  </a:lnTo>
                  <a:lnTo>
                    <a:pt x="12306" y="228515"/>
                  </a:lnTo>
                  <a:lnTo>
                    <a:pt x="14380" y="233395"/>
                  </a:lnTo>
                  <a:lnTo>
                    <a:pt x="16609" y="238206"/>
                  </a:lnTo>
                  <a:lnTo>
                    <a:pt x="18989" y="242945"/>
                  </a:lnTo>
                  <a:lnTo>
                    <a:pt x="21518" y="247606"/>
                  </a:lnTo>
                  <a:lnTo>
                    <a:pt x="24193" y="252184"/>
                  </a:lnTo>
                  <a:lnTo>
                    <a:pt x="27013" y="256675"/>
                  </a:lnTo>
                  <a:lnTo>
                    <a:pt x="29973" y="261074"/>
                  </a:lnTo>
                  <a:lnTo>
                    <a:pt x="33072" y="265377"/>
                  </a:lnTo>
                  <a:lnTo>
                    <a:pt x="36305" y="269580"/>
                  </a:lnTo>
                  <a:lnTo>
                    <a:pt x="39671" y="273678"/>
                  </a:lnTo>
                  <a:lnTo>
                    <a:pt x="43164" y="277668"/>
                  </a:lnTo>
                  <a:lnTo>
                    <a:pt x="46782" y="281544"/>
                  </a:lnTo>
                  <a:lnTo>
                    <a:pt x="50522" y="285304"/>
                  </a:lnTo>
                  <a:lnTo>
                    <a:pt x="54378" y="288943"/>
                  </a:lnTo>
                  <a:lnTo>
                    <a:pt x="58348" y="292459"/>
                  </a:lnTo>
                  <a:lnTo>
                    <a:pt x="62428" y="295846"/>
                  </a:lnTo>
                  <a:lnTo>
                    <a:pt x="66613" y="299102"/>
                  </a:lnTo>
                  <a:lnTo>
                    <a:pt x="70899" y="302224"/>
                  </a:lnTo>
                  <a:lnTo>
                    <a:pt x="75283" y="305209"/>
                  </a:lnTo>
                  <a:lnTo>
                    <a:pt x="79758" y="308053"/>
                  </a:lnTo>
                  <a:lnTo>
                    <a:pt x="84322" y="310753"/>
                  </a:lnTo>
                  <a:lnTo>
                    <a:pt x="88969" y="313308"/>
                  </a:lnTo>
                  <a:lnTo>
                    <a:pt x="93694" y="315714"/>
                  </a:lnTo>
                  <a:lnTo>
                    <a:pt x="98494" y="317968"/>
                  </a:lnTo>
                  <a:lnTo>
                    <a:pt x="103362" y="320070"/>
                  </a:lnTo>
                  <a:lnTo>
                    <a:pt x="108295" y="322016"/>
                  </a:lnTo>
                  <a:lnTo>
                    <a:pt x="113287" y="323804"/>
                  </a:lnTo>
                  <a:lnTo>
                    <a:pt x="118333" y="325433"/>
                  </a:lnTo>
                  <a:lnTo>
                    <a:pt x="123429" y="326902"/>
                  </a:lnTo>
                  <a:lnTo>
                    <a:pt x="128568" y="328208"/>
                  </a:lnTo>
                  <a:lnTo>
                    <a:pt x="133746" y="329350"/>
                  </a:lnTo>
                  <a:lnTo>
                    <a:pt x="138958" y="330327"/>
                  </a:lnTo>
                  <a:lnTo>
                    <a:pt x="144198" y="331139"/>
                  </a:lnTo>
                  <a:lnTo>
                    <a:pt x="149462" y="331784"/>
                  </a:lnTo>
                  <a:lnTo>
                    <a:pt x="154743" y="332262"/>
                  </a:lnTo>
                  <a:lnTo>
                    <a:pt x="160036" y="332572"/>
                  </a:lnTo>
                  <a:lnTo>
                    <a:pt x="165337" y="332714"/>
                  </a:lnTo>
                  <a:lnTo>
                    <a:pt x="170640" y="332688"/>
                  </a:lnTo>
                  <a:lnTo>
                    <a:pt x="175939" y="332494"/>
                  </a:lnTo>
                  <a:lnTo>
                    <a:pt x="181229" y="332132"/>
                  </a:lnTo>
                  <a:lnTo>
                    <a:pt x="186505" y="331602"/>
                  </a:lnTo>
                  <a:lnTo>
                    <a:pt x="191762" y="330905"/>
                  </a:lnTo>
                  <a:lnTo>
                    <a:pt x="196994" y="330041"/>
                  </a:lnTo>
                  <a:lnTo>
                    <a:pt x="202196" y="329012"/>
                  </a:lnTo>
                  <a:lnTo>
                    <a:pt x="207363" y="327819"/>
                  </a:lnTo>
                  <a:lnTo>
                    <a:pt x="212489" y="326462"/>
                  </a:lnTo>
                  <a:lnTo>
                    <a:pt x="217570" y="324944"/>
                  </a:lnTo>
                  <a:lnTo>
                    <a:pt x="222600" y="323265"/>
                  </a:lnTo>
                  <a:lnTo>
                    <a:pt x="227574" y="321428"/>
                  </a:lnTo>
                  <a:lnTo>
                    <a:pt x="232487" y="319433"/>
                  </a:lnTo>
                  <a:lnTo>
                    <a:pt x="237335" y="317284"/>
                  </a:lnTo>
                  <a:lnTo>
                    <a:pt x="242112" y="314982"/>
                  </a:lnTo>
                  <a:lnTo>
                    <a:pt x="246813" y="312530"/>
                  </a:lnTo>
                  <a:lnTo>
                    <a:pt x="251435" y="309929"/>
                  </a:lnTo>
                  <a:lnTo>
                    <a:pt x="255971" y="307184"/>
                  </a:lnTo>
                  <a:lnTo>
                    <a:pt x="260419" y="304296"/>
                  </a:lnTo>
                  <a:lnTo>
                    <a:pt x="264772" y="301269"/>
                  </a:lnTo>
                  <a:lnTo>
                    <a:pt x="269027" y="298104"/>
                  </a:lnTo>
                  <a:lnTo>
                    <a:pt x="273180" y="294807"/>
                  </a:lnTo>
                  <a:lnTo>
                    <a:pt x="277226" y="291379"/>
                  </a:lnTo>
                  <a:lnTo>
                    <a:pt x="281162" y="287825"/>
                  </a:lnTo>
                  <a:lnTo>
                    <a:pt x="284982" y="284148"/>
                  </a:lnTo>
                  <a:lnTo>
                    <a:pt x="288684" y="280352"/>
                  </a:lnTo>
                  <a:lnTo>
                    <a:pt x="292264" y="276440"/>
                  </a:lnTo>
                  <a:lnTo>
                    <a:pt x="295718" y="272416"/>
                  </a:lnTo>
                  <a:lnTo>
                    <a:pt x="299043" y="268285"/>
                  </a:lnTo>
                  <a:lnTo>
                    <a:pt x="302235" y="264051"/>
                  </a:lnTo>
                  <a:lnTo>
                    <a:pt x="305291" y="259717"/>
                  </a:lnTo>
                  <a:lnTo>
                    <a:pt x="308208" y="255289"/>
                  </a:lnTo>
                  <a:lnTo>
                    <a:pt x="310983" y="250770"/>
                  </a:lnTo>
                  <a:lnTo>
                    <a:pt x="313613" y="246166"/>
                  </a:lnTo>
                  <a:lnTo>
                    <a:pt x="316096" y="241480"/>
                  </a:lnTo>
                  <a:lnTo>
                    <a:pt x="318429" y="236718"/>
                  </a:lnTo>
                  <a:lnTo>
                    <a:pt x="320610" y="231885"/>
                  </a:lnTo>
                  <a:lnTo>
                    <a:pt x="322637" y="226985"/>
                  </a:lnTo>
                  <a:lnTo>
                    <a:pt x="324507" y="222023"/>
                  </a:lnTo>
                  <a:lnTo>
                    <a:pt x="326218" y="217004"/>
                  </a:lnTo>
                  <a:lnTo>
                    <a:pt x="327770" y="211933"/>
                  </a:lnTo>
                  <a:lnTo>
                    <a:pt x="329160" y="206816"/>
                  </a:lnTo>
                  <a:lnTo>
                    <a:pt x="330387" y="201657"/>
                  </a:lnTo>
                  <a:lnTo>
                    <a:pt x="331450" y="196462"/>
                  </a:lnTo>
                  <a:lnTo>
                    <a:pt x="332348" y="191236"/>
                  </a:lnTo>
                  <a:lnTo>
                    <a:pt x="333079" y="185984"/>
                  </a:lnTo>
                  <a:lnTo>
                    <a:pt x="333644" y="180711"/>
                  </a:lnTo>
                  <a:lnTo>
                    <a:pt x="334040" y="175424"/>
                  </a:lnTo>
                  <a:lnTo>
                    <a:pt x="334269" y="170126"/>
                  </a:lnTo>
                  <a:lnTo>
                    <a:pt x="334330" y="164823"/>
                  </a:lnTo>
                  <a:lnTo>
                    <a:pt x="334223" y="159522"/>
                  </a:lnTo>
                  <a:lnTo>
                    <a:pt x="333947" y="154226"/>
                  </a:lnTo>
                  <a:lnTo>
                    <a:pt x="333504" y="148942"/>
                  </a:lnTo>
                  <a:lnTo>
                    <a:pt x="332894" y="143675"/>
                  </a:lnTo>
                  <a:lnTo>
                    <a:pt x="332116" y="138429"/>
                  </a:lnTo>
                  <a:lnTo>
                    <a:pt x="331173" y="133211"/>
                  </a:lnTo>
                  <a:lnTo>
                    <a:pt x="330064" y="128026"/>
                  </a:lnTo>
                  <a:lnTo>
                    <a:pt x="328792" y="122878"/>
                  </a:lnTo>
                  <a:lnTo>
                    <a:pt x="327357" y="117773"/>
                  </a:lnTo>
                  <a:lnTo>
                    <a:pt x="325761" y="112716"/>
                  </a:lnTo>
                  <a:lnTo>
                    <a:pt x="324005" y="107712"/>
                  </a:lnTo>
                  <a:lnTo>
                    <a:pt x="322092" y="102767"/>
                  </a:lnTo>
                  <a:lnTo>
                    <a:pt x="320022" y="97885"/>
                  </a:lnTo>
                  <a:lnTo>
                    <a:pt x="317799" y="93071"/>
                  </a:lnTo>
                  <a:lnTo>
                    <a:pt x="315424" y="88329"/>
                  </a:lnTo>
                  <a:lnTo>
                    <a:pt x="312900" y="83666"/>
                  </a:lnTo>
                  <a:lnTo>
                    <a:pt x="310229" y="79085"/>
                  </a:lnTo>
                  <a:lnTo>
                    <a:pt x="307415" y="74591"/>
                  </a:lnTo>
                  <a:lnTo>
                    <a:pt x="304459" y="70188"/>
                  </a:lnTo>
                  <a:lnTo>
                    <a:pt x="301365" y="65882"/>
                  </a:lnTo>
                  <a:lnTo>
                    <a:pt x="298136" y="61675"/>
                  </a:lnTo>
                  <a:lnTo>
                    <a:pt x="294775" y="57574"/>
                  </a:lnTo>
                  <a:lnTo>
                    <a:pt x="291286" y="53580"/>
                  </a:lnTo>
                  <a:lnTo>
                    <a:pt x="287672" y="49700"/>
                  </a:lnTo>
                  <a:lnTo>
                    <a:pt x="283937" y="45936"/>
                  </a:lnTo>
                  <a:lnTo>
                    <a:pt x="280084" y="42293"/>
                  </a:lnTo>
                  <a:lnTo>
                    <a:pt x="276118" y="38773"/>
                  </a:lnTo>
                  <a:lnTo>
                    <a:pt x="272042" y="35381"/>
                  </a:lnTo>
                  <a:lnTo>
                    <a:pt x="267860" y="32120"/>
                  </a:lnTo>
                  <a:lnTo>
                    <a:pt x="263578" y="28994"/>
                  </a:lnTo>
                  <a:lnTo>
                    <a:pt x="259198" y="26005"/>
                  </a:lnTo>
                  <a:lnTo>
                    <a:pt x="254725" y="23156"/>
                  </a:lnTo>
                  <a:lnTo>
                    <a:pt x="250165" y="20450"/>
                  </a:lnTo>
                  <a:lnTo>
                    <a:pt x="245521" y="17891"/>
                  </a:lnTo>
                  <a:lnTo>
                    <a:pt x="240798" y="15480"/>
                  </a:lnTo>
                  <a:lnTo>
                    <a:pt x="236001" y="13220"/>
                  </a:lnTo>
                  <a:lnTo>
                    <a:pt x="231134" y="11113"/>
                  </a:lnTo>
                  <a:lnTo>
                    <a:pt x="226204" y="9162"/>
                  </a:lnTo>
                  <a:lnTo>
                    <a:pt x="221214" y="7368"/>
                  </a:lnTo>
                  <a:lnTo>
                    <a:pt x="216169" y="5733"/>
                  </a:lnTo>
                  <a:lnTo>
                    <a:pt x="211075" y="4260"/>
                  </a:lnTo>
                  <a:lnTo>
                    <a:pt x="205937" y="2948"/>
                  </a:lnTo>
                  <a:lnTo>
                    <a:pt x="200760" y="1800"/>
                  </a:lnTo>
                  <a:lnTo>
                    <a:pt x="195550" y="817"/>
                  </a:lnTo>
                  <a:lnTo>
                    <a:pt x="190310" y="0"/>
                  </a:lnTo>
                  <a:lnTo>
                    <a:pt x="167164" y="1655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781287" y="2126963"/>
              <a:ext cx="23145" cy="167167"/>
            </a:xfrm>
            <a:custGeom>
              <a:avLst/>
              <a:pathLst>
                <a:path w="23145" h="167167">
                  <a:moveTo>
                    <a:pt x="23145" y="1610"/>
                  </a:moveTo>
                  <a:lnTo>
                    <a:pt x="15458" y="716"/>
                  </a:lnTo>
                  <a:lnTo>
                    <a:pt x="7737" y="17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194" y="2633064"/>
              <a:ext cx="4553" cy="167167"/>
            </a:xfrm>
            <a:custGeom>
              <a:avLst/>
              <a:pathLst>
                <a:path w="4553" h="167167">
                  <a:moveTo>
                    <a:pt x="4553" y="0"/>
                  </a:moveTo>
                  <a:lnTo>
                    <a:pt x="0" y="62"/>
                  </a:lnTo>
                  <a:lnTo>
                    <a:pt x="45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194" y="2633126"/>
              <a:ext cx="4553" cy="167105"/>
            </a:xfrm>
            <a:custGeom>
              <a:avLst/>
              <a:pathLst>
                <a:path w="4553" h="167105">
                  <a:moveTo>
                    <a:pt x="0" y="0"/>
                  </a:moveTo>
                  <a:lnTo>
                    <a:pt x="4553" y="1671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194" y="2633126"/>
              <a:ext cx="4553" cy="167105"/>
            </a:xfrm>
            <a:custGeom>
              <a:avLst/>
              <a:pathLst>
                <a:path w="4553" h="167105">
                  <a:moveTo>
                    <a:pt x="0" y="0"/>
                  </a:moveTo>
                  <a:lnTo>
                    <a:pt x="4553" y="1671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194" y="2633126"/>
              <a:ext cx="4553" cy="167105"/>
            </a:xfrm>
            <a:custGeom>
              <a:avLst/>
              <a:pathLst>
                <a:path w="4553" h="167105">
                  <a:moveTo>
                    <a:pt x="0" y="0"/>
                  </a:moveTo>
                  <a:lnTo>
                    <a:pt x="4553" y="1671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6194" y="2633126"/>
              <a:ext cx="4553" cy="167105"/>
            </a:xfrm>
            <a:custGeom>
              <a:avLst/>
              <a:pathLst>
                <a:path w="4553" h="167105">
                  <a:moveTo>
                    <a:pt x="0" y="0"/>
                  </a:moveTo>
                  <a:lnTo>
                    <a:pt x="4553" y="1671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6194" y="2633126"/>
              <a:ext cx="4553" cy="167105"/>
            </a:xfrm>
            <a:custGeom>
              <a:avLst/>
              <a:pathLst>
                <a:path w="4553" h="167105">
                  <a:moveTo>
                    <a:pt x="0" y="0"/>
                  </a:moveTo>
                  <a:lnTo>
                    <a:pt x="4553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6194" y="2633126"/>
              <a:ext cx="4553" cy="167105"/>
            </a:xfrm>
            <a:custGeom>
              <a:avLst/>
              <a:pathLst>
                <a:path w="4553" h="167105">
                  <a:moveTo>
                    <a:pt x="0" y="0"/>
                  </a:moveTo>
                  <a:lnTo>
                    <a:pt x="4553" y="1671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6194" y="2633126"/>
              <a:ext cx="4553" cy="167105"/>
            </a:xfrm>
            <a:custGeom>
              <a:avLst/>
              <a:pathLst>
                <a:path w="4553" h="167105">
                  <a:moveTo>
                    <a:pt x="0" y="0"/>
                  </a:moveTo>
                  <a:lnTo>
                    <a:pt x="4553" y="1671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6194" y="2633126"/>
              <a:ext cx="4553" cy="167105"/>
            </a:xfrm>
            <a:custGeom>
              <a:avLst/>
              <a:pathLst>
                <a:path w="4553" h="167105">
                  <a:moveTo>
                    <a:pt x="0" y="0"/>
                  </a:moveTo>
                  <a:lnTo>
                    <a:pt x="455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6194" y="2633126"/>
              <a:ext cx="4553" cy="167105"/>
            </a:xfrm>
            <a:custGeom>
              <a:avLst/>
              <a:pathLst>
                <a:path w="4553" h="167105">
                  <a:moveTo>
                    <a:pt x="0" y="0"/>
                  </a:moveTo>
                  <a:lnTo>
                    <a:pt x="455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6194" y="2633126"/>
              <a:ext cx="4553" cy="167105"/>
            </a:xfrm>
            <a:custGeom>
              <a:avLst/>
              <a:pathLst>
                <a:path w="4553" h="167105">
                  <a:moveTo>
                    <a:pt x="0" y="0"/>
                  </a:moveTo>
                  <a:lnTo>
                    <a:pt x="455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6194" y="2633126"/>
              <a:ext cx="4553" cy="167105"/>
            </a:xfrm>
            <a:custGeom>
              <a:avLst/>
              <a:pathLst>
                <a:path w="4553" h="167105">
                  <a:moveTo>
                    <a:pt x="0" y="0"/>
                  </a:moveTo>
                  <a:lnTo>
                    <a:pt x="4553" y="1671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6194" y="2633126"/>
              <a:ext cx="4553" cy="167105"/>
            </a:xfrm>
            <a:custGeom>
              <a:avLst/>
              <a:pathLst>
                <a:path w="4553" h="167105">
                  <a:moveTo>
                    <a:pt x="0" y="0"/>
                  </a:moveTo>
                  <a:lnTo>
                    <a:pt x="4553" y="1671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86194" y="2633126"/>
              <a:ext cx="4553" cy="167105"/>
            </a:xfrm>
            <a:custGeom>
              <a:avLst/>
              <a:pathLst>
                <a:path w="4553" h="167105">
                  <a:moveTo>
                    <a:pt x="0" y="0"/>
                  </a:moveTo>
                  <a:lnTo>
                    <a:pt x="4553" y="1671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423585" y="2633126"/>
              <a:ext cx="334330" cy="334258"/>
            </a:xfrm>
            <a:custGeom>
              <a:avLst/>
              <a:pathLst>
                <a:path w="334330" h="334258">
                  <a:moveTo>
                    <a:pt x="162609" y="0"/>
                  </a:moveTo>
                  <a:lnTo>
                    <a:pt x="157324" y="227"/>
                  </a:lnTo>
                  <a:lnTo>
                    <a:pt x="152050" y="622"/>
                  </a:lnTo>
                  <a:lnTo>
                    <a:pt x="146790" y="1184"/>
                  </a:lnTo>
                  <a:lnTo>
                    <a:pt x="141550" y="1911"/>
                  </a:lnTo>
                  <a:lnTo>
                    <a:pt x="136337" y="2804"/>
                  </a:lnTo>
                  <a:lnTo>
                    <a:pt x="131154" y="3862"/>
                  </a:lnTo>
                  <a:lnTo>
                    <a:pt x="126007" y="5083"/>
                  </a:lnTo>
                  <a:lnTo>
                    <a:pt x="120901" y="6466"/>
                  </a:lnTo>
                  <a:lnTo>
                    <a:pt x="115842" y="8010"/>
                  </a:lnTo>
                  <a:lnTo>
                    <a:pt x="110834" y="9714"/>
                  </a:lnTo>
                  <a:lnTo>
                    <a:pt x="105883" y="11574"/>
                  </a:lnTo>
                  <a:lnTo>
                    <a:pt x="100993" y="13591"/>
                  </a:lnTo>
                  <a:lnTo>
                    <a:pt x="96169" y="15762"/>
                  </a:lnTo>
                  <a:lnTo>
                    <a:pt x="91416" y="18083"/>
                  </a:lnTo>
                  <a:lnTo>
                    <a:pt x="86739" y="20555"/>
                  </a:lnTo>
                  <a:lnTo>
                    <a:pt x="82143" y="23173"/>
                  </a:lnTo>
                  <a:lnTo>
                    <a:pt x="77631" y="25935"/>
                  </a:lnTo>
                  <a:lnTo>
                    <a:pt x="73210" y="28838"/>
                  </a:lnTo>
                  <a:lnTo>
                    <a:pt x="68882" y="31880"/>
                  </a:lnTo>
                  <a:lnTo>
                    <a:pt x="64653" y="35057"/>
                  </a:lnTo>
                  <a:lnTo>
                    <a:pt x="60527" y="38366"/>
                  </a:lnTo>
                  <a:lnTo>
                    <a:pt x="56507" y="41805"/>
                  </a:lnTo>
                  <a:lnTo>
                    <a:pt x="52598" y="45368"/>
                  </a:lnTo>
                  <a:lnTo>
                    <a:pt x="48804" y="49054"/>
                  </a:lnTo>
                  <a:lnTo>
                    <a:pt x="45128" y="52858"/>
                  </a:lnTo>
                  <a:lnTo>
                    <a:pt x="41574" y="56776"/>
                  </a:lnTo>
                  <a:lnTo>
                    <a:pt x="38146" y="60805"/>
                  </a:lnTo>
                  <a:lnTo>
                    <a:pt x="34848" y="64940"/>
                  </a:lnTo>
                  <a:lnTo>
                    <a:pt x="31682" y="69177"/>
                  </a:lnTo>
                  <a:lnTo>
                    <a:pt x="28651" y="73513"/>
                  </a:lnTo>
                  <a:lnTo>
                    <a:pt x="25759" y="77942"/>
                  </a:lnTo>
                  <a:lnTo>
                    <a:pt x="23009" y="82461"/>
                  </a:lnTo>
                  <a:lnTo>
                    <a:pt x="20403" y="87064"/>
                  </a:lnTo>
                  <a:lnTo>
                    <a:pt x="17944" y="91747"/>
                  </a:lnTo>
                  <a:lnTo>
                    <a:pt x="15635" y="96506"/>
                  </a:lnTo>
                  <a:lnTo>
                    <a:pt x="13477" y="101335"/>
                  </a:lnTo>
                  <a:lnTo>
                    <a:pt x="11473" y="106231"/>
                  </a:lnTo>
                  <a:lnTo>
                    <a:pt x="9625" y="111187"/>
                  </a:lnTo>
                  <a:lnTo>
                    <a:pt x="7935" y="116199"/>
                  </a:lnTo>
                  <a:lnTo>
                    <a:pt x="6404" y="121263"/>
                  </a:lnTo>
                  <a:lnTo>
                    <a:pt x="5034" y="126372"/>
                  </a:lnTo>
                  <a:lnTo>
                    <a:pt x="3826" y="131522"/>
                  </a:lnTo>
                  <a:lnTo>
                    <a:pt x="2782" y="136707"/>
                  </a:lnTo>
                  <a:lnTo>
                    <a:pt x="1903" y="141923"/>
                  </a:lnTo>
                  <a:lnTo>
                    <a:pt x="1189" y="147165"/>
                  </a:lnTo>
                  <a:lnTo>
                    <a:pt x="641" y="152426"/>
                  </a:lnTo>
                  <a:lnTo>
                    <a:pt x="260" y="157702"/>
                  </a:lnTo>
                  <a:lnTo>
                    <a:pt x="46" y="162987"/>
                  </a:lnTo>
                  <a:lnTo>
                    <a:pt x="0" y="168277"/>
                  </a:lnTo>
                  <a:lnTo>
                    <a:pt x="120" y="173565"/>
                  </a:lnTo>
                  <a:lnTo>
                    <a:pt x="408" y="178847"/>
                  </a:lnTo>
                  <a:lnTo>
                    <a:pt x="863" y="184117"/>
                  </a:lnTo>
                  <a:lnTo>
                    <a:pt x="1485" y="189370"/>
                  </a:lnTo>
                  <a:lnTo>
                    <a:pt x="2272" y="194600"/>
                  </a:lnTo>
                  <a:lnTo>
                    <a:pt x="3225" y="199804"/>
                  </a:lnTo>
                  <a:lnTo>
                    <a:pt x="4341" y="204974"/>
                  </a:lnTo>
                  <a:lnTo>
                    <a:pt x="5621" y="210107"/>
                  </a:lnTo>
                  <a:lnTo>
                    <a:pt x="7062" y="215196"/>
                  </a:lnTo>
                  <a:lnTo>
                    <a:pt x="8664" y="220237"/>
                  </a:lnTo>
                  <a:lnTo>
                    <a:pt x="10424" y="225226"/>
                  </a:lnTo>
                  <a:lnTo>
                    <a:pt x="12342" y="230155"/>
                  </a:lnTo>
                  <a:lnTo>
                    <a:pt x="14414" y="235022"/>
                  </a:lnTo>
                  <a:lnTo>
                    <a:pt x="16639" y="239821"/>
                  </a:lnTo>
                  <a:lnTo>
                    <a:pt x="19015" y="244547"/>
                  </a:lnTo>
                  <a:lnTo>
                    <a:pt x="21540" y="249195"/>
                  </a:lnTo>
                  <a:lnTo>
                    <a:pt x="24210" y="253762"/>
                  </a:lnTo>
                  <a:lnTo>
                    <a:pt x="27023" y="258241"/>
                  </a:lnTo>
                  <a:lnTo>
                    <a:pt x="29977" y="262629"/>
                  </a:lnTo>
                  <a:lnTo>
                    <a:pt x="33068" y="266922"/>
                  </a:lnTo>
                  <a:lnTo>
                    <a:pt x="36293" y="271115"/>
                  </a:lnTo>
                  <a:lnTo>
                    <a:pt x="39649" y="275203"/>
                  </a:lnTo>
                  <a:lnTo>
                    <a:pt x="43133" y="279183"/>
                  </a:lnTo>
                  <a:lnTo>
                    <a:pt x="46741" y="283051"/>
                  </a:lnTo>
                  <a:lnTo>
                    <a:pt x="50470" y="286803"/>
                  </a:lnTo>
                  <a:lnTo>
                    <a:pt x="54316" y="290436"/>
                  </a:lnTo>
                  <a:lnTo>
                    <a:pt x="58274" y="293944"/>
                  </a:lnTo>
                  <a:lnTo>
                    <a:pt x="62342" y="297326"/>
                  </a:lnTo>
                  <a:lnTo>
                    <a:pt x="66514" y="300577"/>
                  </a:lnTo>
                  <a:lnTo>
                    <a:pt x="70787" y="303695"/>
                  </a:lnTo>
                  <a:lnTo>
                    <a:pt x="75157" y="306675"/>
                  </a:lnTo>
                  <a:lnTo>
                    <a:pt x="79619" y="309516"/>
                  </a:lnTo>
                  <a:lnTo>
                    <a:pt x="84169" y="312215"/>
                  </a:lnTo>
                  <a:lnTo>
                    <a:pt x="88801" y="314768"/>
                  </a:lnTo>
                  <a:lnTo>
                    <a:pt x="93512" y="317173"/>
                  </a:lnTo>
                  <a:lnTo>
                    <a:pt x="98297" y="319429"/>
                  </a:lnTo>
                  <a:lnTo>
                    <a:pt x="103151" y="321531"/>
                  </a:lnTo>
                  <a:lnTo>
                    <a:pt x="108069" y="323479"/>
                  </a:lnTo>
                  <a:lnTo>
                    <a:pt x="113046" y="325270"/>
                  </a:lnTo>
                  <a:lnTo>
                    <a:pt x="118077" y="326903"/>
                  </a:lnTo>
                  <a:lnTo>
                    <a:pt x="123158" y="328376"/>
                  </a:lnTo>
                  <a:lnTo>
                    <a:pt x="128282" y="329688"/>
                  </a:lnTo>
                  <a:lnTo>
                    <a:pt x="133446" y="330837"/>
                  </a:lnTo>
                  <a:lnTo>
                    <a:pt x="138643" y="331822"/>
                  </a:lnTo>
                  <a:lnTo>
                    <a:pt x="143869" y="332641"/>
                  </a:lnTo>
                  <a:lnTo>
                    <a:pt x="149118" y="333296"/>
                  </a:lnTo>
                  <a:lnTo>
                    <a:pt x="154385" y="333783"/>
                  </a:lnTo>
                  <a:lnTo>
                    <a:pt x="159665" y="334104"/>
                  </a:lnTo>
                  <a:lnTo>
                    <a:pt x="164952" y="334258"/>
                  </a:lnTo>
                  <a:lnTo>
                    <a:pt x="170242" y="334244"/>
                  </a:lnTo>
                  <a:lnTo>
                    <a:pt x="175528" y="334063"/>
                  </a:lnTo>
                  <a:lnTo>
                    <a:pt x="180806" y="333715"/>
                  </a:lnTo>
                  <a:lnTo>
                    <a:pt x="186071" y="333200"/>
                  </a:lnTo>
                  <a:lnTo>
                    <a:pt x="191317" y="332518"/>
                  </a:lnTo>
                  <a:lnTo>
                    <a:pt x="196538" y="331671"/>
                  </a:lnTo>
                  <a:lnTo>
                    <a:pt x="201730" y="330659"/>
                  </a:lnTo>
                  <a:lnTo>
                    <a:pt x="206887" y="329484"/>
                  </a:lnTo>
                  <a:lnTo>
                    <a:pt x="212005" y="328146"/>
                  </a:lnTo>
                  <a:lnTo>
                    <a:pt x="217078" y="326646"/>
                  </a:lnTo>
                  <a:lnTo>
                    <a:pt x="222100" y="324987"/>
                  </a:lnTo>
                  <a:lnTo>
                    <a:pt x="227068" y="323170"/>
                  </a:lnTo>
                  <a:lnTo>
                    <a:pt x="231976" y="321197"/>
                  </a:lnTo>
                  <a:lnTo>
                    <a:pt x="236819" y="319069"/>
                  </a:lnTo>
                  <a:lnTo>
                    <a:pt x="241592" y="316789"/>
                  </a:lnTo>
                  <a:lnTo>
                    <a:pt x="246290" y="314359"/>
                  </a:lnTo>
                  <a:lnTo>
                    <a:pt x="250910" y="311782"/>
                  </a:lnTo>
                  <a:lnTo>
                    <a:pt x="255445" y="309060"/>
                  </a:lnTo>
                  <a:lnTo>
                    <a:pt x="259892" y="306196"/>
                  </a:lnTo>
                  <a:lnTo>
                    <a:pt x="264246" y="303192"/>
                  </a:lnTo>
                  <a:lnTo>
                    <a:pt x="268503" y="300052"/>
                  </a:lnTo>
                  <a:lnTo>
                    <a:pt x="272659" y="296780"/>
                  </a:lnTo>
                  <a:lnTo>
                    <a:pt x="276709" y="293377"/>
                  </a:lnTo>
                  <a:lnTo>
                    <a:pt x="280649" y="289848"/>
                  </a:lnTo>
                  <a:lnTo>
                    <a:pt x="284476" y="286196"/>
                  </a:lnTo>
                  <a:lnTo>
                    <a:pt x="288185" y="282424"/>
                  </a:lnTo>
                  <a:lnTo>
                    <a:pt x="291773" y="278538"/>
                  </a:lnTo>
                  <a:lnTo>
                    <a:pt x="295236" y="274539"/>
                  </a:lnTo>
                  <a:lnTo>
                    <a:pt x="298571" y="270434"/>
                  </a:lnTo>
                  <a:lnTo>
                    <a:pt x="301775" y="266224"/>
                  </a:lnTo>
                  <a:lnTo>
                    <a:pt x="304843" y="261916"/>
                  </a:lnTo>
                  <a:lnTo>
                    <a:pt x="307774" y="257512"/>
                  </a:lnTo>
                  <a:lnTo>
                    <a:pt x="310564" y="253018"/>
                  </a:lnTo>
                  <a:lnTo>
                    <a:pt x="313210" y="248438"/>
                  </a:lnTo>
                  <a:lnTo>
                    <a:pt x="315711" y="243777"/>
                  </a:lnTo>
                  <a:lnTo>
                    <a:pt x="318062" y="239038"/>
                  </a:lnTo>
                  <a:lnTo>
                    <a:pt x="320262" y="234228"/>
                  </a:lnTo>
                  <a:lnTo>
                    <a:pt x="322309" y="229350"/>
                  </a:lnTo>
                  <a:lnTo>
                    <a:pt x="324201" y="224411"/>
                  </a:lnTo>
                  <a:lnTo>
                    <a:pt x="325936" y="219413"/>
                  </a:lnTo>
                  <a:lnTo>
                    <a:pt x="327511" y="214364"/>
                  </a:lnTo>
                  <a:lnTo>
                    <a:pt x="328926" y="209267"/>
                  </a:lnTo>
                  <a:lnTo>
                    <a:pt x="330179" y="204128"/>
                  </a:lnTo>
                  <a:lnTo>
                    <a:pt x="331269" y="198952"/>
                  </a:lnTo>
                  <a:lnTo>
                    <a:pt x="332194" y="193744"/>
                  </a:lnTo>
                  <a:lnTo>
                    <a:pt x="332954" y="188509"/>
                  </a:lnTo>
                  <a:lnTo>
                    <a:pt x="333549" y="183253"/>
                  </a:lnTo>
                  <a:lnTo>
                    <a:pt x="333976" y="177980"/>
                  </a:lnTo>
                  <a:lnTo>
                    <a:pt x="334237" y="172697"/>
                  </a:lnTo>
                  <a:lnTo>
                    <a:pt x="334330" y="167408"/>
                  </a:lnTo>
                  <a:lnTo>
                    <a:pt x="334256" y="162119"/>
                  </a:lnTo>
                  <a:lnTo>
                    <a:pt x="334015" y="156835"/>
                  </a:lnTo>
                  <a:lnTo>
                    <a:pt x="333606" y="151561"/>
                  </a:lnTo>
                  <a:lnTo>
                    <a:pt x="333031" y="146303"/>
                  </a:lnTo>
                  <a:lnTo>
                    <a:pt x="332290" y="141065"/>
                  </a:lnTo>
                  <a:lnTo>
                    <a:pt x="331383" y="135854"/>
                  </a:lnTo>
                  <a:lnTo>
                    <a:pt x="330312" y="130674"/>
                  </a:lnTo>
                  <a:lnTo>
                    <a:pt x="329078" y="125530"/>
                  </a:lnTo>
                  <a:lnTo>
                    <a:pt x="327682" y="120428"/>
                  </a:lnTo>
                  <a:lnTo>
                    <a:pt x="326124" y="115373"/>
                  </a:lnTo>
                  <a:lnTo>
                    <a:pt x="324408" y="110370"/>
                  </a:lnTo>
                  <a:lnTo>
                    <a:pt x="322534" y="105423"/>
                  </a:lnTo>
                  <a:lnTo>
                    <a:pt x="320505" y="100538"/>
                  </a:lnTo>
                  <a:lnTo>
                    <a:pt x="318322" y="95720"/>
                  </a:lnTo>
                  <a:lnTo>
                    <a:pt x="315988" y="90973"/>
                  </a:lnTo>
                  <a:lnTo>
                    <a:pt x="313505" y="86303"/>
                  </a:lnTo>
                  <a:lnTo>
                    <a:pt x="310875" y="81713"/>
                  </a:lnTo>
                  <a:lnTo>
                    <a:pt x="308101" y="77209"/>
                  </a:lnTo>
                  <a:lnTo>
                    <a:pt x="305187" y="72795"/>
                  </a:lnTo>
                  <a:lnTo>
                    <a:pt x="302134" y="68475"/>
                  </a:lnTo>
                  <a:lnTo>
                    <a:pt x="298945" y="64254"/>
                  </a:lnTo>
                  <a:lnTo>
                    <a:pt x="295625" y="60136"/>
                  </a:lnTo>
                  <a:lnTo>
                    <a:pt x="292177" y="56125"/>
                  </a:lnTo>
                  <a:lnTo>
                    <a:pt x="288603" y="52225"/>
                  </a:lnTo>
                  <a:lnTo>
                    <a:pt x="284907" y="48441"/>
                  </a:lnTo>
                  <a:lnTo>
                    <a:pt x="281094" y="44775"/>
                  </a:lnTo>
                  <a:lnTo>
                    <a:pt x="277167" y="41231"/>
                  </a:lnTo>
                  <a:lnTo>
                    <a:pt x="273129" y="37814"/>
                  </a:lnTo>
                  <a:lnTo>
                    <a:pt x="268985" y="34526"/>
                  </a:lnTo>
                  <a:lnTo>
                    <a:pt x="264740" y="31371"/>
                  </a:lnTo>
                  <a:lnTo>
                    <a:pt x="260396" y="28352"/>
                  </a:lnTo>
                  <a:lnTo>
                    <a:pt x="255960" y="25471"/>
                  </a:lnTo>
                  <a:lnTo>
                    <a:pt x="251434" y="22733"/>
                  </a:lnTo>
                  <a:lnTo>
                    <a:pt x="246824" y="20139"/>
                  </a:lnTo>
                  <a:lnTo>
                    <a:pt x="242135" y="17692"/>
                  </a:lnTo>
                  <a:lnTo>
                    <a:pt x="237370" y="15395"/>
                  </a:lnTo>
                  <a:lnTo>
                    <a:pt x="232535" y="13250"/>
                  </a:lnTo>
                  <a:lnTo>
                    <a:pt x="227634" y="11258"/>
                  </a:lnTo>
                  <a:lnTo>
                    <a:pt x="222673" y="9423"/>
                  </a:lnTo>
                  <a:lnTo>
                    <a:pt x="217656" y="7746"/>
                  </a:lnTo>
                  <a:lnTo>
                    <a:pt x="167163" y="1671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90748" y="2633064"/>
              <a:ext cx="50493" cy="167167"/>
            </a:xfrm>
            <a:custGeom>
              <a:avLst/>
              <a:pathLst>
                <a:path w="50493" h="167167">
                  <a:moveTo>
                    <a:pt x="50493" y="7808"/>
                  </a:moveTo>
                  <a:lnTo>
                    <a:pt x="44345" y="5989"/>
                  </a:lnTo>
                  <a:lnTo>
                    <a:pt x="38132" y="4407"/>
                  </a:lnTo>
                  <a:lnTo>
                    <a:pt x="31863" y="3064"/>
                  </a:lnTo>
                  <a:lnTo>
                    <a:pt x="25546" y="1963"/>
                  </a:lnTo>
                  <a:lnTo>
                    <a:pt x="19193" y="1105"/>
                  </a:lnTo>
                  <a:lnTo>
                    <a:pt x="12811" y="491"/>
                  </a:lnTo>
                  <a:lnTo>
                    <a:pt x="6410" y="1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1796" y="3170392"/>
              <a:ext cx="24183" cy="167167"/>
            </a:xfrm>
            <a:custGeom>
              <a:avLst/>
              <a:pathLst>
                <a:path w="24183" h="167167">
                  <a:moveTo>
                    <a:pt x="24183" y="0"/>
                  </a:moveTo>
                  <a:lnTo>
                    <a:pt x="16097" y="195"/>
                  </a:lnTo>
                  <a:lnTo>
                    <a:pt x="8029" y="782"/>
                  </a:lnTo>
                  <a:lnTo>
                    <a:pt x="0" y="1758"/>
                  </a:lnTo>
                  <a:lnTo>
                    <a:pt x="2418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1796" y="3172151"/>
              <a:ext cx="24183" cy="165408"/>
            </a:xfrm>
            <a:custGeom>
              <a:avLst/>
              <a:pathLst>
                <a:path w="24183" h="165408">
                  <a:moveTo>
                    <a:pt x="0" y="0"/>
                  </a:moveTo>
                  <a:lnTo>
                    <a:pt x="24183" y="1654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1796" y="3172151"/>
              <a:ext cx="24183" cy="165408"/>
            </a:xfrm>
            <a:custGeom>
              <a:avLst/>
              <a:pathLst>
                <a:path w="24183" h="165408">
                  <a:moveTo>
                    <a:pt x="0" y="0"/>
                  </a:moveTo>
                  <a:lnTo>
                    <a:pt x="24183" y="1654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1796" y="3172151"/>
              <a:ext cx="24183" cy="165408"/>
            </a:xfrm>
            <a:custGeom>
              <a:avLst/>
              <a:pathLst>
                <a:path w="24183" h="165408">
                  <a:moveTo>
                    <a:pt x="0" y="0"/>
                  </a:moveTo>
                  <a:lnTo>
                    <a:pt x="24183" y="1654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1796" y="3172151"/>
              <a:ext cx="24183" cy="165408"/>
            </a:xfrm>
            <a:custGeom>
              <a:avLst/>
              <a:pathLst>
                <a:path w="24183" h="165408">
                  <a:moveTo>
                    <a:pt x="0" y="0"/>
                  </a:moveTo>
                  <a:lnTo>
                    <a:pt x="24183" y="1654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1796" y="3172151"/>
              <a:ext cx="24183" cy="165408"/>
            </a:xfrm>
            <a:custGeom>
              <a:avLst/>
              <a:pathLst>
                <a:path w="24183" h="165408">
                  <a:moveTo>
                    <a:pt x="0" y="0"/>
                  </a:moveTo>
                  <a:lnTo>
                    <a:pt x="24183" y="1654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1796" y="3172151"/>
              <a:ext cx="24183" cy="165408"/>
            </a:xfrm>
            <a:custGeom>
              <a:avLst/>
              <a:pathLst>
                <a:path w="24183" h="165408">
                  <a:moveTo>
                    <a:pt x="0" y="0"/>
                  </a:moveTo>
                  <a:lnTo>
                    <a:pt x="24183" y="1654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1796" y="3172151"/>
              <a:ext cx="24183" cy="165408"/>
            </a:xfrm>
            <a:custGeom>
              <a:avLst/>
              <a:pathLst>
                <a:path w="24183" h="165408">
                  <a:moveTo>
                    <a:pt x="0" y="0"/>
                  </a:moveTo>
                  <a:lnTo>
                    <a:pt x="24183" y="1654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1796" y="3172151"/>
              <a:ext cx="24183" cy="165408"/>
            </a:xfrm>
            <a:custGeom>
              <a:avLst/>
              <a:pathLst>
                <a:path w="24183" h="165408">
                  <a:moveTo>
                    <a:pt x="0" y="0"/>
                  </a:moveTo>
                  <a:lnTo>
                    <a:pt x="24183" y="1654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1796" y="3172151"/>
              <a:ext cx="24183" cy="165408"/>
            </a:xfrm>
            <a:custGeom>
              <a:avLst/>
              <a:pathLst>
                <a:path w="24183" h="165408">
                  <a:moveTo>
                    <a:pt x="0" y="0"/>
                  </a:moveTo>
                  <a:lnTo>
                    <a:pt x="24183" y="1654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1796" y="3172151"/>
              <a:ext cx="24183" cy="165408"/>
            </a:xfrm>
            <a:custGeom>
              <a:avLst/>
              <a:pathLst>
                <a:path w="24183" h="165408">
                  <a:moveTo>
                    <a:pt x="0" y="0"/>
                  </a:moveTo>
                  <a:lnTo>
                    <a:pt x="24183" y="1654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1796" y="3172151"/>
              <a:ext cx="24183" cy="165408"/>
            </a:xfrm>
            <a:custGeom>
              <a:avLst/>
              <a:pathLst>
                <a:path w="24183" h="165408">
                  <a:moveTo>
                    <a:pt x="0" y="0"/>
                  </a:moveTo>
                  <a:lnTo>
                    <a:pt x="24183" y="1654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01796" y="3172151"/>
              <a:ext cx="24183" cy="165408"/>
            </a:xfrm>
            <a:custGeom>
              <a:avLst/>
              <a:pathLst>
                <a:path w="24183" h="165408">
                  <a:moveTo>
                    <a:pt x="0" y="0"/>
                  </a:moveTo>
                  <a:lnTo>
                    <a:pt x="24183" y="1654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358813" y="3172151"/>
              <a:ext cx="334333" cy="332561"/>
            </a:xfrm>
            <a:custGeom>
              <a:avLst/>
              <a:pathLst>
                <a:path w="334333" h="332561">
                  <a:moveTo>
                    <a:pt x="142982" y="0"/>
                  </a:moveTo>
                  <a:lnTo>
                    <a:pt x="137746" y="850"/>
                  </a:lnTo>
                  <a:lnTo>
                    <a:pt x="132540" y="1866"/>
                  </a:lnTo>
                  <a:lnTo>
                    <a:pt x="127368" y="3047"/>
                  </a:lnTo>
                  <a:lnTo>
                    <a:pt x="122237" y="4392"/>
                  </a:lnTo>
                  <a:lnTo>
                    <a:pt x="117151" y="5899"/>
                  </a:lnTo>
                  <a:lnTo>
                    <a:pt x="112115" y="7566"/>
                  </a:lnTo>
                  <a:lnTo>
                    <a:pt x="107135" y="9392"/>
                  </a:lnTo>
                  <a:lnTo>
                    <a:pt x="102215" y="11375"/>
                  </a:lnTo>
                  <a:lnTo>
                    <a:pt x="97360" y="13514"/>
                  </a:lnTo>
                  <a:lnTo>
                    <a:pt x="92576" y="15805"/>
                  </a:lnTo>
                  <a:lnTo>
                    <a:pt x="87867" y="18247"/>
                  </a:lnTo>
                  <a:lnTo>
                    <a:pt x="83237" y="20837"/>
                  </a:lnTo>
                  <a:lnTo>
                    <a:pt x="78692" y="23573"/>
                  </a:lnTo>
                  <a:lnTo>
                    <a:pt x="74237" y="26451"/>
                  </a:lnTo>
                  <a:lnTo>
                    <a:pt x="69875" y="29470"/>
                  </a:lnTo>
                  <a:lnTo>
                    <a:pt x="65610" y="32625"/>
                  </a:lnTo>
                  <a:lnTo>
                    <a:pt x="61448" y="35914"/>
                  </a:lnTo>
                  <a:lnTo>
                    <a:pt x="57393" y="39334"/>
                  </a:lnTo>
                  <a:lnTo>
                    <a:pt x="53448" y="42880"/>
                  </a:lnTo>
                  <a:lnTo>
                    <a:pt x="49618" y="46550"/>
                  </a:lnTo>
                  <a:lnTo>
                    <a:pt x="45906" y="50340"/>
                  </a:lnTo>
                  <a:lnTo>
                    <a:pt x="42316" y="54245"/>
                  </a:lnTo>
                  <a:lnTo>
                    <a:pt x="38852" y="58262"/>
                  </a:lnTo>
                  <a:lnTo>
                    <a:pt x="35517" y="62388"/>
                  </a:lnTo>
                  <a:lnTo>
                    <a:pt x="32314" y="66617"/>
                  </a:lnTo>
                  <a:lnTo>
                    <a:pt x="29247" y="70945"/>
                  </a:lnTo>
                  <a:lnTo>
                    <a:pt x="26320" y="75369"/>
                  </a:lnTo>
                  <a:lnTo>
                    <a:pt x="23534" y="79883"/>
                  </a:lnTo>
                  <a:lnTo>
                    <a:pt x="20892" y="84483"/>
                  </a:lnTo>
                  <a:lnTo>
                    <a:pt x="18398" y="89165"/>
                  </a:lnTo>
                  <a:lnTo>
                    <a:pt x="16054" y="93924"/>
                  </a:lnTo>
                  <a:lnTo>
                    <a:pt x="13862" y="98754"/>
                  </a:lnTo>
                  <a:lnTo>
                    <a:pt x="11825" y="103652"/>
                  </a:lnTo>
                  <a:lnTo>
                    <a:pt x="9943" y="108612"/>
                  </a:lnTo>
                  <a:lnTo>
                    <a:pt x="8220" y="113629"/>
                  </a:lnTo>
                  <a:lnTo>
                    <a:pt x="6658" y="118698"/>
                  </a:lnTo>
                  <a:lnTo>
                    <a:pt x="5256" y="123814"/>
                  </a:lnTo>
                  <a:lnTo>
                    <a:pt x="4018" y="128973"/>
                  </a:lnTo>
                  <a:lnTo>
                    <a:pt x="2944" y="134167"/>
                  </a:lnTo>
                  <a:lnTo>
                    <a:pt x="2036" y="139394"/>
                  </a:lnTo>
                  <a:lnTo>
                    <a:pt x="1293" y="144646"/>
                  </a:lnTo>
                  <a:lnTo>
                    <a:pt x="718" y="149920"/>
                  </a:lnTo>
                  <a:lnTo>
                    <a:pt x="310" y="155209"/>
                  </a:lnTo>
                  <a:lnTo>
                    <a:pt x="71" y="160508"/>
                  </a:lnTo>
                  <a:lnTo>
                    <a:pt x="0" y="165812"/>
                  </a:lnTo>
                  <a:lnTo>
                    <a:pt x="96" y="171116"/>
                  </a:lnTo>
                  <a:lnTo>
                    <a:pt x="362" y="176414"/>
                  </a:lnTo>
                  <a:lnTo>
                    <a:pt x="795" y="181701"/>
                  </a:lnTo>
                  <a:lnTo>
                    <a:pt x="1396" y="186971"/>
                  </a:lnTo>
                  <a:lnTo>
                    <a:pt x="2163" y="192220"/>
                  </a:lnTo>
                  <a:lnTo>
                    <a:pt x="3097" y="197442"/>
                  </a:lnTo>
                  <a:lnTo>
                    <a:pt x="4196" y="202632"/>
                  </a:lnTo>
                  <a:lnTo>
                    <a:pt x="5459" y="207784"/>
                  </a:lnTo>
                  <a:lnTo>
                    <a:pt x="6885" y="212893"/>
                  </a:lnTo>
                  <a:lnTo>
                    <a:pt x="8472" y="217955"/>
                  </a:lnTo>
                  <a:lnTo>
                    <a:pt x="10219" y="222964"/>
                  </a:lnTo>
                  <a:lnTo>
                    <a:pt x="12125" y="227914"/>
                  </a:lnTo>
                  <a:lnTo>
                    <a:pt x="14186" y="232802"/>
                  </a:lnTo>
                  <a:lnTo>
                    <a:pt x="16401" y="237622"/>
                  </a:lnTo>
                  <a:lnTo>
                    <a:pt x="18768" y="242369"/>
                  </a:lnTo>
                  <a:lnTo>
                    <a:pt x="21285" y="247039"/>
                  </a:lnTo>
                  <a:lnTo>
                    <a:pt x="23948" y="251627"/>
                  </a:lnTo>
                  <a:lnTo>
                    <a:pt x="26756" y="256127"/>
                  </a:lnTo>
                  <a:lnTo>
                    <a:pt x="29705" y="260537"/>
                  </a:lnTo>
                  <a:lnTo>
                    <a:pt x="32793" y="264850"/>
                  </a:lnTo>
                  <a:lnTo>
                    <a:pt x="36016" y="269064"/>
                  </a:lnTo>
                  <a:lnTo>
                    <a:pt x="39370" y="273173"/>
                  </a:lnTo>
                  <a:lnTo>
                    <a:pt x="42854" y="277173"/>
                  </a:lnTo>
                  <a:lnTo>
                    <a:pt x="46463" y="281061"/>
                  </a:lnTo>
                  <a:lnTo>
                    <a:pt x="50193" y="284833"/>
                  </a:lnTo>
                  <a:lnTo>
                    <a:pt x="54041" y="288484"/>
                  </a:lnTo>
                  <a:lnTo>
                    <a:pt x="58003" y="292011"/>
                  </a:lnTo>
                  <a:lnTo>
                    <a:pt x="62075" y="295411"/>
                  </a:lnTo>
                  <a:lnTo>
                    <a:pt x="66253" y="298680"/>
                  </a:lnTo>
                  <a:lnTo>
                    <a:pt x="70532" y="301815"/>
                  </a:lnTo>
                  <a:lnTo>
                    <a:pt x="74909" y="304812"/>
                  </a:lnTo>
                  <a:lnTo>
                    <a:pt x="79378" y="307669"/>
                  </a:lnTo>
                  <a:lnTo>
                    <a:pt x="83936" y="310383"/>
                  </a:lnTo>
                  <a:lnTo>
                    <a:pt x="88578" y="312951"/>
                  </a:lnTo>
                  <a:lnTo>
                    <a:pt x="93299" y="315370"/>
                  </a:lnTo>
                  <a:lnTo>
                    <a:pt x="98094" y="317638"/>
                  </a:lnTo>
                  <a:lnTo>
                    <a:pt x="102959" y="319753"/>
                  </a:lnTo>
                  <a:lnTo>
                    <a:pt x="107889" y="321713"/>
                  </a:lnTo>
                  <a:lnTo>
                    <a:pt x="112878" y="323515"/>
                  </a:lnTo>
                  <a:lnTo>
                    <a:pt x="117922" y="325158"/>
                  </a:lnTo>
                  <a:lnTo>
                    <a:pt x="123015" y="326640"/>
                  </a:lnTo>
                  <a:lnTo>
                    <a:pt x="128153" y="327960"/>
                  </a:lnTo>
                  <a:lnTo>
                    <a:pt x="133330" y="329116"/>
                  </a:lnTo>
                  <a:lnTo>
                    <a:pt x="138542" y="330107"/>
                  </a:lnTo>
                  <a:lnTo>
                    <a:pt x="143782" y="330932"/>
                  </a:lnTo>
                  <a:lnTo>
                    <a:pt x="149045" y="331591"/>
                  </a:lnTo>
                  <a:lnTo>
                    <a:pt x="154327" y="332082"/>
                  </a:lnTo>
                  <a:lnTo>
                    <a:pt x="159622" y="332405"/>
                  </a:lnTo>
                  <a:lnTo>
                    <a:pt x="164924" y="332561"/>
                  </a:lnTo>
                  <a:lnTo>
                    <a:pt x="170229" y="332548"/>
                  </a:lnTo>
                  <a:lnTo>
                    <a:pt x="175531" y="332366"/>
                  </a:lnTo>
                  <a:lnTo>
                    <a:pt x="180824" y="332017"/>
                  </a:lnTo>
                  <a:lnTo>
                    <a:pt x="186103" y="331500"/>
                  </a:lnTo>
                  <a:lnTo>
                    <a:pt x="191363" y="330815"/>
                  </a:lnTo>
                  <a:lnTo>
                    <a:pt x="196599" y="329964"/>
                  </a:lnTo>
                  <a:lnTo>
                    <a:pt x="201806" y="328948"/>
                  </a:lnTo>
                  <a:lnTo>
                    <a:pt x="206977" y="327766"/>
                  </a:lnTo>
                  <a:lnTo>
                    <a:pt x="212109" y="326421"/>
                  </a:lnTo>
                  <a:lnTo>
                    <a:pt x="217195" y="324914"/>
                  </a:lnTo>
                  <a:lnTo>
                    <a:pt x="222230" y="323247"/>
                  </a:lnTo>
                  <a:lnTo>
                    <a:pt x="227211" y="321420"/>
                  </a:lnTo>
                  <a:lnTo>
                    <a:pt x="232131" y="319436"/>
                  </a:lnTo>
                  <a:lnTo>
                    <a:pt x="236985" y="317298"/>
                  </a:lnTo>
                  <a:lnTo>
                    <a:pt x="241769" y="315006"/>
                  </a:lnTo>
                  <a:lnTo>
                    <a:pt x="246478" y="312563"/>
                  </a:lnTo>
                  <a:lnTo>
                    <a:pt x="251107" y="309973"/>
                  </a:lnTo>
                  <a:lnTo>
                    <a:pt x="255652" y="307237"/>
                  </a:lnTo>
                  <a:lnTo>
                    <a:pt x="260107" y="304358"/>
                  </a:lnTo>
                  <a:lnTo>
                    <a:pt x="264469" y="301339"/>
                  </a:lnTo>
                  <a:lnTo>
                    <a:pt x="268733" y="298183"/>
                  </a:lnTo>
                  <a:lnTo>
                    <a:pt x="272895" y="294894"/>
                  </a:lnTo>
                  <a:lnTo>
                    <a:pt x="276950" y="291474"/>
                  </a:lnTo>
                  <a:lnTo>
                    <a:pt x="280894" y="287927"/>
                  </a:lnTo>
                  <a:lnTo>
                    <a:pt x="284725" y="284257"/>
                  </a:lnTo>
                  <a:lnTo>
                    <a:pt x="288436" y="280467"/>
                  </a:lnTo>
                  <a:lnTo>
                    <a:pt x="292026" y="276562"/>
                  </a:lnTo>
                  <a:lnTo>
                    <a:pt x="295490" y="272544"/>
                  </a:lnTo>
                  <a:lnTo>
                    <a:pt x="298824" y="268419"/>
                  </a:lnTo>
                  <a:lnTo>
                    <a:pt x="302027" y="264189"/>
                  </a:lnTo>
                  <a:lnTo>
                    <a:pt x="305093" y="259861"/>
                  </a:lnTo>
                  <a:lnTo>
                    <a:pt x="308020" y="255437"/>
                  </a:lnTo>
                  <a:lnTo>
                    <a:pt x="310806" y="250923"/>
                  </a:lnTo>
                  <a:lnTo>
                    <a:pt x="313447" y="246322"/>
                  </a:lnTo>
                  <a:lnTo>
                    <a:pt x="315940" y="241640"/>
                  </a:lnTo>
                  <a:lnTo>
                    <a:pt x="318284" y="236881"/>
                  </a:lnTo>
                  <a:lnTo>
                    <a:pt x="320476" y="232050"/>
                  </a:lnTo>
                  <a:lnTo>
                    <a:pt x="322513" y="227153"/>
                  </a:lnTo>
                  <a:lnTo>
                    <a:pt x="324394" y="222192"/>
                  </a:lnTo>
                  <a:lnTo>
                    <a:pt x="326117" y="217175"/>
                  </a:lnTo>
                  <a:lnTo>
                    <a:pt x="327679" y="212106"/>
                  </a:lnTo>
                  <a:lnTo>
                    <a:pt x="329080" y="206990"/>
                  </a:lnTo>
                  <a:lnTo>
                    <a:pt x="330318" y="201831"/>
                  </a:lnTo>
                  <a:lnTo>
                    <a:pt x="331391" y="196636"/>
                  </a:lnTo>
                  <a:lnTo>
                    <a:pt x="332299" y="191410"/>
                  </a:lnTo>
                  <a:lnTo>
                    <a:pt x="333041" y="186157"/>
                  </a:lnTo>
                  <a:lnTo>
                    <a:pt x="333616" y="180884"/>
                  </a:lnTo>
                  <a:lnTo>
                    <a:pt x="334023" y="175595"/>
                  </a:lnTo>
                  <a:lnTo>
                    <a:pt x="334262" y="170296"/>
                  </a:lnTo>
                  <a:lnTo>
                    <a:pt x="334333" y="164992"/>
                  </a:lnTo>
                  <a:lnTo>
                    <a:pt x="334236" y="159688"/>
                  </a:lnTo>
                  <a:lnTo>
                    <a:pt x="333970" y="154390"/>
                  </a:lnTo>
                  <a:lnTo>
                    <a:pt x="333537" y="149103"/>
                  </a:lnTo>
                  <a:lnTo>
                    <a:pt x="332936" y="143832"/>
                  </a:lnTo>
                  <a:lnTo>
                    <a:pt x="332168" y="138583"/>
                  </a:lnTo>
                  <a:lnTo>
                    <a:pt x="331233" y="133362"/>
                  </a:lnTo>
                  <a:lnTo>
                    <a:pt x="330134" y="128172"/>
                  </a:lnTo>
                  <a:lnTo>
                    <a:pt x="328871" y="123020"/>
                  </a:lnTo>
                  <a:lnTo>
                    <a:pt x="327444" y="117911"/>
                  </a:lnTo>
                  <a:lnTo>
                    <a:pt x="325856" y="112849"/>
                  </a:lnTo>
                  <a:lnTo>
                    <a:pt x="324109" y="107841"/>
                  </a:lnTo>
                  <a:lnTo>
                    <a:pt x="322203" y="102890"/>
                  </a:lnTo>
                  <a:lnTo>
                    <a:pt x="320142" y="98003"/>
                  </a:lnTo>
                  <a:lnTo>
                    <a:pt x="317926" y="93183"/>
                  </a:lnTo>
                  <a:lnTo>
                    <a:pt x="315558" y="88436"/>
                  </a:lnTo>
                  <a:lnTo>
                    <a:pt x="313041" y="83766"/>
                  </a:lnTo>
                  <a:lnTo>
                    <a:pt x="310378" y="79179"/>
                  </a:lnTo>
                  <a:lnTo>
                    <a:pt x="307570" y="74678"/>
                  </a:lnTo>
                  <a:lnTo>
                    <a:pt x="304620" y="70269"/>
                  </a:lnTo>
                  <a:lnTo>
                    <a:pt x="301532" y="65956"/>
                  </a:lnTo>
                  <a:lnTo>
                    <a:pt x="298309" y="61743"/>
                  </a:lnTo>
                  <a:lnTo>
                    <a:pt x="294954" y="57634"/>
                  </a:lnTo>
                  <a:lnTo>
                    <a:pt x="291470" y="53634"/>
                  </a:lnTo>
                  <a:lnTo>
                    <a:pt x="287861" y="49746"/>
                  </a:lnTo>
                  <a:lnTo>
                    <a:pt x="284130" y="45975"/>
                  </a:lnTo>
                  <a:lnTo>
                    <a:pt x="280282" y="42324"/>
                  </a:lnTo>
                  <a:lnTo>
                    <a:pt x="276320" y="38797"/>
                  </a:lnTo>
                  <a:lnTo>
                    <a:pt x="272248" y="35397"/>
                  </a:lnTo>
                  <a:lnTo>
                    <a:pt x="268070" y="32129"/>
                  </a:lnTo>
                  <a:lnTo>
                    <a:pt x="263790" y="28994"/>
                  </a:lnTo>
                  <a:lnTo>
                    <a:pt x="259413" y="25997"/>
                  </a:lnTo>
                  <a:lnTo>
                    <a:pt x="254943" y="23140"/>
                  </a:lnTo>
                  <a:lnTo>
                    <a:pt x="250385" y="20427"/>
                  </a:lnTo>
                  <a:lnTo>
                    <a:pt x="245743" y="17860"/>
                  </a:lnTo>
                  <a:lnTo>
                    <a:pt x="241022" y="15441"/>
                  </a:lnTo>
                  <a:lnTo>
                    <a:pt x="236227" y="13173"/>
                  </a:lnTo>
                  <a:lnTo>
                    <a:pt x="231362" y="11058"/>
                  </a:lnTo>
                  <a:lnTo>
                    <a:pt x="226432" y="9099"/>
                  </a:lnTo>
                  <a:lnTo>
                    <a:pt x="167166" y="165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5980" y="3170392"/>
              <a:ext cx="59265" cy="167167"/>
            </a:xfrm>
            <a:custGeom>
              <a:avLst/>
              <a:pathLst>
                <a:path w="59265" h="167167">
                  <a:moveTo>
                    <a:pt x="59265" y="10858"/>
                  </a:moveTo>
                  <a:lnTo>
                    <a:pt x="53563" y="8813"/>
                  </a:lnTo>
                  <a:lnTo>
                    <a:pt x="47790" y="6976"/>
                  </a:lnTo>
                  <a:lnTo>
                    <a:pt x="41954" y="5350"/>
                  </a:lnTo>
                  <a:lnTo>
                    <a:pt x="36063" y="3936"/>
                  </a:lnTo>
                  <a:lnTo>
                    <a:pt x="30125" y="2736"/>
                  </a:lnTo>
                  <a:lnTo>
                    <a:pt x="24148" y="1753"/>
                  </a:lnTo>
                  <a:lnTo>
                    <a:pt x="18139" y="987"/>
                  </a:lnTo>
                  <a:lnTo>
                    <a:pt x="12105" y="438"/>
                  </a:lnTo>
                  <a:lnTo>
                    <a:pt x="6056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5985" y="3707720"/>
              <a:ext cx="4763" cy="167167"/>
            </a:xfrm>
            <a:custGeom>
              <a:avLst/>
              <a:pathLst>
                <a:path w="4763" h="167167">
                  <a:moveTo>
                    <a:pt x="4763" y="0"/>
                  </a:moveTo>
                  <a:lnTo>
                    <a:pt x="0" y="67"/>
                  </a:lnTo>
                  <a:lnTo>
                    <a:pt x="476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5985" y="3707788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5985" y="3707788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5985" y="3707788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5985" y="3707788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5985" y="3707788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5985" y="3707788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5985" y="3707788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5985" y="3707788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5985" y="3707788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5985" y="3707788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85985" y="3707788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423583" y="3707720"/>
              <a:ext cx="334325" cy="334317"/>
            </a:xfrm>
            <a:custGeom>
              <a:avLst/>
              <a:pathLst>
                <a:path w="334325" h="334317">
                  <a:moveTo>
                    <a:pt x="162401" y="67"/>
                  </a:moveTo>
                  <a:lnTo>
                    <a:pt x="157126" y="301"/>
                  </a:lnTo>
                  <a:lnTo>
                    <a:pt x="151860" y="701"/>
                  </a:lnTo>
                  <a:lnTo>
                    <a:pt x="146610" y="1268"/>
                  </a:lnTo>
                  <a:lnTo>
                    <a:pt x="141381" y="2000"/>
                  </a:lnTo>
                  <a:lnTo>
                    <a:pt x="136177" y="2897"/>
                  </a:lnTo>
                  <a:lnTo>
                    <a:pt x="131004" y="3957"/>
                  </a:lnTo>
                  <a:lnTo>
                    <a:pt x="125867" y="5181"/>
                  </a:lnTo>
                  <a:lnTo>
                    <a:pt x="120772" y="6566"/>
                  </a:lnTo>
                  <a:lnTo>
                    <a:pt x="115723" y="8111"/>
                  </a:lnTo>
                  <a:lnTo>
                    <a:pt x="110725" y="9815"/>
                  </a:lnTo>
                  <a:lnTo>
                    <a:pt x="105783" y="11676"/>
                  </a:lnTo>
                  <a:lnTo>
                    <a:pt x="100903" y="13693"/>
                  </a:lnTo>
                  <a:lnTo>
                    <a:pt x="96088" y="15862"/>
                  </a:lnTo>
                  <a:lnTo>
                    <a:pt x="91345" y="18182"/>
                  </a:lnTo>
                  <a:lnTo>
                    <a:pt x="86677" y="20651"/>
                  </a:lnTo>
                  <a:lnTo>
                    <a:pt x="82090" y="23267"/>
                  </a:lnTo>
                  <a:lnTo>
                    <a:pt x="77587" y="26025"/>
                  </a:lnTo>
                  <a:lnTo>
                    <a:pt x="73174" y="28925"/>
                  </a:lnTo>
                  <a:lnTo>
                    <a:pt x="68855" y="31963"/>
                  </a:lnTo>
                  <a:lnTo>
                    <a:pt x="64634" y="35135"/>
                  </a:lnTo>
                  <a:lnTo>
                    <a:pt x="60515" y="38439"/>
                  </a:lnTo>
                  <a:lnTo>
                    <a:pt x="56502" y="41872"/>
                  </a:lnTo>
                  <a:lnTo>
                    <a:pt x="52600" y="45430"/>
                  </a:lnTo>
                  <a:lnTo>
                    <a:pt x="48812" y="49109"/>
                  </a:lnTo>
                  <a:lnTo>
                    <a:pt x="45142" y="52906"/>
                  </a:lnTo>
                  <a:lnTo>
                    <a:pt x="41595" y="56817"/>
                  </a:lnTo>
                  <a:lnTo>
                    <a:pt x="38172" y="60838"/>
                  </a:lnTo>
                  <a:lnTo>
                    <a:pt x="34878" y="64965"/>
                  </a:lnTo>
                  <a:lnTo>
                    <a:pt x="31716" y="69194"/>
                  </a:lnTo>
                  <a:lnTo>
                    <a:pt x="28689" y="73521"/>
                  </a:lnTo>
                  <a:lnTo>
                    <a:pt x="25800" y="77941"/>
                  </a:lnTo>
                  <a:lnTo>
                    <a:pt x="23053" y="82451"/>
                  </a:lnTo>
                  <a:lnTo>
                    <a:pt x="20449" y="87045"/>
                  </a:lnTo>
                  <a:lnTo>
                    <a:pt x="17992" y="91718"/>
                  </a:lnTo>
                  <a:lnTo>
                    <a:pt x="15683" y="96468"/>
                  </a:lnTo>
                  <a:lnTo>
                    <a:pt x="13526" y="101287"/>
                  </a:lnTo>
                  <a:lnTo>
                    <a:pt x="11522" y="106173"/>
                  </a:lnTo>
                  <a:lnTo>
                    <a:pt x="9673" y="111119"/>
                  </a:lnTo>
                  <a:lnTo>
                    <a:pt x="7981" y="116121"/>
                  </a:lnTo>
                  <a:lnTo>
                    <a:pt x="6448" y="121174"/>
                  </a:lnTo>
                  <a:lnTo>
                    <a:pt x="5076" y="126273"/>
                  </a:lnTo>
                  <a:lnTo>
                    <a:pt x="3865" y="131413"/>
                  </a:lnTo>
                  <a:lnTo>
                    <a:pt x="2817" y="136588"/>
                  </a:lnTo>
                  <a:lnTo>
                    <a:pt x="1934" y="141794"/>
                  </a:lnTo>
                  <a:lnTo>
                    <a:pt x="1215" y="147026"/>
                  </a:lnTo>
                  <a:lnTo>
                    <a:pt x="661" y="152277"/>
                  </a:lnTo>
                  <a:lnTo>
                    <a:pt x="274" y="157543"/>
                  </a:lnTo>
                  <a:lnTo>
                    <a:pt x="53" y="162819"/>
                  </a:lnTo>
                  <a:lnTo>
                    <a:pt x="0" y="168100"/>
                  </a:lnTo>
                  <a:lnTo>
                    <a:pt x="112" y="173379"/>
                  </a:lnTo>
                  <a:lnTo>
                    <a:pt x="392" y="178652"/>
                  </a:lnTo>
                  <a:lnTo>
                    <a:pt x="838" y="183914"/>
                  </a:lnTo>
                  <a:lnTo>
                    <a:pt x="1450" y="189158"/>
                  </a:lnTo>
                  <a:lnTo>
                    <a:pt x="2227" y="194381"/>
                  </a:lnTo>
                  <a:lnTo>
                    <a:pt x="3169" y="199577"/>
                  </a:lnTo>
                  <a:lnTo>
                    <a:pt x="4274" y="204741"/>
                  </a:lnTo>
                  <a:lnTo>
                    <a:pt x="5542" y="209867"/>
                  </a:lnTo>
                  <a:lnTo>
                    <a:pt x="6972" y="214950"/>
                  </a:lnTo>
                  <a:lnTo>
                    <a:pt x="8561" y="219986"/>
                  </a:lnTo>
                  <a:lnTo>
                    <a:pt x="10308" y="224969"/>
                  </a:lnTo>
                  <a:lnTo>
                    <a:pt x="12212" y="229894"/>
                  </a:lnTo>
                  <a:lnTo>
                    <a:pt x="14270" y="234757"/>
                  </a:lnTo>
                  <a:lnTo>
                    <a:pt x="16481" y="239552"/>
                  </a:lnTo>
                  <a:lnTo>
                    <a:pt x="18843" y="244275"/>
                  </a:lnTo>
                  <a:lnTo>
                    <a:pt x="21352" y="248921"/>
                  </a:lnTo>
                  <a:lnTo>
                    <a:pt x="24007" y="253486"/>
                  </a:lnTo>
                  <a:lnTo>
                    <a:pt x="26805" y="257964"/>
                  </a:lnTo>
                  <a:lnTo>
                    <a:pt x="29743" y="262352"/>
                  </a:lnTo>
                  <a:lnTo>
                    <a:pt x="32817" y="266645"/>
                  </a:lnTo>
                  <a:lnTo>
                    <a:pt x="36026" y="270839"/>
                  </a:lnTo>
                  <a:lnTo>
                    <a:pt x="39366" y="274929"/>
                  </a:lnTo>
                  <a:lnTo>
                    <a:pt x="42834" y="278911"/>
                  </a:lnTo>
                  <a:lnTo>
                    <a:pt x="46425" y="282782"/>
                  </a:lnTo>
                  <a:lnTo>
                    <a:pt x="50137" y="286538"/>
                  </a:lnTo>
                  <a:lnTo>
                    <a:pt x="53965" y="290175"/>
                  </a:lnTo>
                  <a:lnTo>
                    <a:pt x="57907" y="293689"/>
                  </a:lnTo>
                  <a:lnTo>
                    <a:pt x="61958" y="297076"/>
                  </a:lnTo>
                  <a:lnTo>
                    <a:pt x="66113" y="300335"/>
                  </a:lnTo>
                  <a:lnTo>
                    <a:pt x="70369" y="303460"/>
                  </a:lnTo>
                  <a:lnTo>
                    <a:pt x="74722" y="306449"/>
                  </a:lnTo>
                  <a:lnTo>
                    <a:pt x="79168" y="309299"/>
                  </a:lnTo>
                  <a:lnTo>
                    <a:pt x="83701" y="312007"/>
                  </a:lnTo>
                  <a:lnTo>
                    <a:pt x="88317" y="314571"/>
                  </a:lnTo>
                  <a:lnTo>
                    <a:pt x="93012" y="316988"/>
                  </a:lnTo>
                  <a:lnTo>
                    <a:pt x="97781" y="319255"/>
                  </a:lnTo>
                  <a:lnTo>
                    <a:pt x="102619" y="321371"/>
                  </a:lnTo>
                  <a:lnTo>
                    <a:pt x="107522" y="323333"/>
                  </a:lnTo>
                  <a:lnTo>
                    <a:pt x="112484" y="325138"/>
                  </a:lnTo>
                  <a:lnTo>
                    <a:pt x="117500" y="326787"/>
                  </a:lnTo>
                  <a:lnTo>
                    <a:pt x="122567" y="328276"/>
                  </a:lnTo>
                  <a:lnTo>
                    <a:pt x="127677" y="329604"/>
                  </a:lnTo>
                  <a:lnTo>
                    <a:pt x="132828" y="330770"/>
                  </a:lnTo>
                  <a:lnTo>
                    <a:pt x="138012" y="331773"/>
                  </a:lnTo>
                  <a:lnTo>
                    <a:pt x="143225" y="332611"/>
                  </a:lnTo>
                  <a:lnTo>
                    <a:pt x="148463" y="333285"/>
                  </a:lnTo>
                  <a:lnTo>
                    <a:pt x="153719" y="333793"/>
                  </a:lnTo>
                  <a:lnTo>
                    <a:pt x="158988" y="334134"/>
                  </a:lnTo>
                  <a:lnTo>
                    <a:pt x="164266" y="334309"/>
                  </a:lnTo>
                  <a:lnTo>
                    <a:pt x="169546" y="334317"/>
                  </a:lnTo>
                  <a:lnTo>
                    <a:pt x="174824" y="334159"/>
                  </a:lnTo>
                  <a:lnTo>
                    <a:pt x="180095" y="333834"/>
                  </a:lnTo>
                  <a:lnTo>
                    <a:pt x="185352" y="333342"/>
                  </a:lnTo>
                  <a:lnTo>
                    <a:pt x="190592" y="332685"/>
                  </a:lnTo>
                  <a:lnTo>
                    <a:pt x="195808" y="331862"/>
                  </a:lnTo>
                  <a:lnTo>
                    <a:pt x="200995" y="330875"/>
                  </a:lnTo>
                  <a:lnTo>
                    <a:pt x="206149" y="329725"/>
                  </a:lnTo>
                  <a:lnTo>
                    <a:pt x="211264" y="328413"/>
                  </a:lnTo>
                  <a:lnTo>
                    <a:pt x="216335" y="326939"/>
                  </a:lnTo>
                  <a:lnTo>
                    <a:pt x="221356" y="325307"/>
                  </a:lnTo>
                  <a:lnTo>
                    <a:pt x="226324" y="323516"/>
                  </a:lnTo>
                  <a:lnTo>
                    <a:pt x="231233" y="321570"/>
                  </a:lnTo>
                  <a:lnTo>
                    <a:pt x="236077" y="319469"/>
                  </a:lnTo>
                  <a:lnTo>
                    <a:pt x="240853" y="317217"/>
                  </a:lnTo>
                  <a:lnTo>
                    <a:pt x="245556" y="314814"/>
                  </a:lnTo>
                  <a:lnTo>
                    <a:pt x="250180" y="312265"/>
                  </a:lnTo>
                  <a:lnTo>
                    <a:pt x="254721" y="309570"/>
                  </a:lnTo>
                  <a:lnTo>
                    <a:pt x="259175" y="306734"/>
                  </a:lnTo>
                  <a:lnTo>
                    <a:pt x="263537" y="303758"/>
                  </a:lnTo>
                  <a:lnTo>
                    <a:pt x="267803" y="300646"/>
                  </a:lnTo>
                  <a:lnTo>
                    <a:pt x="271969" y="297401"/>
                  </a:lnTo>
                  <a:lnTo>
                    <a:pt x="276030" y="294026"/>
                  </a:lnTo>
                  <a:lnTo>
                    <a:pt x="279982" y="290524"/>
                  </a:lnTo>
                  <a:lnTo>
                    <a:pt x="283822" y="286899"/>
                  </a:lnTo>
                  <a:lnTo>
                    <a:pt x="287546" y="283155"/>
                  </a:lnTo>
                  <a:lnTo>
                    <a:pt x="291149" y="279295"/>
                  </a:lnTo>
                  <a:lnTo>
                    <a:pt x="294629" y="275323"/>
                  </a:lnTo>
                  <a:lnTo>
                    <a:pt x="297981" y="271243"/>
                  </a:lnTo>
                  <a:lnTo>
                    <a:pt x="301203" y="267060"/>
                  </a:lnTo>
                  <a:lnTo>
                    <a:pt x="304291" y="262776"/>
                  </a:lnTo>
                  <a:lnTo>
                    <a:pt x="307243" y="258398"/>
                  </a:lnTo>
                  <a:lnTo>
                    <a:pt x="310054" y="253928"/>
                  </a:lnTo>
                  <a:lnTo>
                    <a:pt x="312723" y="249372"/>
                  </a:lnTo>
                  <a:lnTo>
                    <a:pt x="315247" y="244733"/>
                  </a:lnTo>
                  <a:lnTo>
                    <a:pt x="317623" y="240018"/>
                  </a:lnTo>
                  <a:lnTo>
                    <a:pt x="319849" y="235229"/>
                  </a:lnTo>
                  <a:lnTo>
                    <a:pt x="321922" y="230373"/>
                  </a:lnTo>
                  <a:lnTo>
                    <a:pt x="323841" y="225453"/>
                  </a:lnTo>
                  <a:lnTo>
                    <a:pt x="325604" y="220476"/>
                  </a:lnTo>
                  <a:lnTo>
                    <a:pt x="327209" y="215445"/>
                  </a:lnTo>
                  <a:lnTo>
                    <a:pt x="328654" y="210366"/>
                  </a:lnTo>
                  <a:lnTo>
                    <a:pt x="329937" y="205244"/>
                  </a:lnTo>
                  <a:lnTo>
                    <a:pt x="331059" y="200084"/>
                  </a:lnTo>
                  <a:lnTo>
                    <a:pt x="332017" y="194891"/>
                  </a:lnTo>
                  <a:lnTo>
                    <a:pt x="332810" y="189671"/>
                  </a:lnTo>
                  <a:lnTo>
                    <a:pt x="333438" y="184428"/>
                  </a:lnTo>
                  <a:lnTo>
                    <a:pt x="333900" y="179167"/>
                  </a:lnTo>
                  <a:lnTo>
                    <a:pt x="334196" y="173895"/>
                  </a:lnTo>
                  <a:lnTo>
                    <a:pt x="334325" y="168616"/>
                  </a:lnTo>
                  <a:lnTo>
                    <a:pt x="334288" y="163336"/>
                  </a:lnTo>
                  <a:lnTo>
                    <a:pt x="334084" y="158059"/>
                  </a:lnTo>
                  <a:lnTo>
                    <a:pt x="333713" y="152792"/>
                  </a:lnTo>
                  <a:lnTo>
                    <a:pt x="333175" y="147539"/>
                  </a:lnTo>
                  <a:lnTo>
                    <a:pt x="332473" y="142305"/>
                  </a:lnTo>
                  <a:lnTo>
                    <a:pt x="331605" y="137097"/>
                  </a:lnTo>
                  <a:lnTo>
                    <a:pt x="330573" y="131918"/>
                  </a:lnTo>
                  <a:lnTo>
                    <a:pt x="329378" y="126774"/>
                  </a:lnTo>
                  <a:lnTo>
                    <a:pt x="328022" y="121671"/>
                  </a:lnTo>
                  <a:lnTo>
                    <a:pt x="326505" y="116613"/>
                  </a:lnTo>
                  <a:lnTo>
                    <a:pt x="324828" y="111606"/>
                  </a:lnTo>
                  <a:lnTo>
                    <a:pt x="322995" y="106654"/>
                  </a:lnTo>
                  <a:lnTo>
                    <a:pt x="321006" y="101762"/>
                  </a:lnTo>
                  <a:lnTo>
                    <a:pt x="318863" y="96936"/>
                  </a:lnTo>
                  <a:lnTo>
                    <a:pt x="316569" y="92180"/>
                  </a:lnTo>
                  <a:lnTo>
                    <a:pt x="314127" y="87498"/>
                  </a:lnTo>
                  <a:lnTo>
                    <a:pt x="311537" y="82897"/>
                  </a:lnTo>
                  <a:lnTo>
                    <a:pt x="308803" y="78379"/>
                  </a:lnTo>
                  <a:lnTo>
                    <a:pt x="305928" y="73949"/>
                  </a:lnTo>
                  <a:lnTo>
                    <a:pt x="302915" y="69613"/>
                  </a:lnTo>
                  <a:lnTo>
                    <a:pt x="299766" y="65374"/>
                  </a:lnTo>
                  <a:lnTo>
                    <a:pt x="296485" y="61237"/>
                  </a:lnTo>
                  <a:lnTo>
                    <a:pt x="293075" y="57205"/>
                  </a:lnTo>
                  <a:lnTo>
                    <a:pt x="289539" y="53284"/>
                  </a:lnTo>
                  <a:lnTo>
                    <a:pt x="285881" y="49475"/>
                  </a:lnTo>
                  <a:lnTo>
                    <a:pt x="282104" y="45784"/>
                  </a:lnTo>
                  <a:lnTo>
                    <a:pt x="278213" y="42215"/>
                  </a:lnTo>
                  <a:lnTo>
                    <a:pt x="274211" y="38770"/>
                  </a:lnTo>
                  <a:lnTo>
                    <a:pt x="270103" y="35453"/>
                  </a:lnTo>
                  <a:lnTo>
                    <a:pt x="265891" y="32267"/>
                  </a:lnTo>
                  <a:lnTo>
                    <a:pt x="261581" y="29216"/>
                  </a:lnTo>
                  <a:lnTo>
                    <a:pt x="257177" y="26303"/>
                  </a:lnTo>
                  <a:lnTo>
                    <a:pt x="252683" y="23530"/>
                  </a:lnTo>
                  <a:lnTo>
                    <a:pt x="248104" y="20901"/>
                  </a:lnTo>
                  <a:lnTo>
                    <a:pt x="243444" y="18418"/>
                  </a:lnTo>
                  <a:lnTo>
                    <a:pt x="238708" y="16083"/>
                  </a:lnTo>
                  <a:lnTo>
                    <a:pt x="233900" y="13898"/>
                  </a:lnTo>
                  <a:lnTo>
                    <a:pt x="229026" y="11867"/>
                  </a:lnTo>
                  <a:lnTo>
                    <a:pt x="224090" y="9991"/>
                  </a:lnTo>
                  <a:lnTo>
                    <a:pt x="219098" y="8271"/>
                  </a:lnTo>
                  <a:lnTo>
                    <a:pt x="214053" y="6710"/>
                  </a:lnTo>
                  <a:lnTo>
                    <a:pt x="208962" y="5309"/>
                  </a:lnTo>
                  <a:lnTo>
                    <a:pt x="203829" y="4070"/>
                  </a:lnTo>
                  <a:lnTo>
                    <a:pt x="198659" y="2993"/>
                  </a:lnTo>
                  <a:lnTo>
                    <a:pt x="193458" y="2080"/>
                  </a:lnTo>
                  <a:lnTo>
                    <a:pt x="188231" y="1332"/>
                  </a:lnTo>
                  <a:lnTo>
                    <a:pt x="182983" y="750"/>
                  </a:lnTo>
                  <a:lnTo>
                    <a:pt x="177719" y="333"/>
                  </a:lnTo>
                  <a:lnTo>
                    <a:pt x="172444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6524" y="4213821"/>
              <a:ext cx="4763" cy="167167"/>
            </a:xfrm>
            <a:custGeom>
              <a:avLst/>
              <a:pathLst>
                <a:path w="4763" h="167167">
                  <a:moveTo>
                    <a:pt x="4763" y="0"/>
                  </a:moveTo>
                  <a:lnTo>
                    <a:pt x="0" y="67"/>
                  </a:lnTo>
                  <a:lnTo>
                    <a:pt x="476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524" y="4213889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524" y="4213889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6524" y="4213889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6524" y="4213889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6524" y="4213889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6524" y="4213889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6524" y="4213889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6524" y="4213889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6524" y="4213889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76524" y="4213889"/>
              <a:ext cx="4763" cy="167099"/>
            </a:xfrm>
            <a:custGeom>
              <a:avLst/>
              <a:pathLst>
                <a:path w="4763" h="167099">
                  <a:moveTo>
                    <a:pt x="0" y="0"/>
                  </a:moveTo>
                  <a:lnTo>
                    <a:pt x="4763" y="1670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14122" y="4213821"/>
              <a:ext cx="334325" cy="334317"/>
            </a:xfrm>
            <a:custGeom>
              <a:avLst/>
              <a:pathLst>
                <a:path w="334325" h="334317">
                  <a:moveTo>
                    <a:pt x="162401" y="67"/>
                  </a:moveTo>
                  <a:lnTo>
                    <a:pt x="157126" y="301"/>
                  </a:lnTo>
                  <a:lnTo>
                    <a:pt x="151860" y="701"/>
                  </a:lnTo>
                  <a:lnTo>
                    <a:pt x="146610" y="1268"/>
                  </a:lnTo>
                  <a:lnTo>
                    <a:pt x="141381" y="2000"/>
                  </a:lnTo>
                  <a:lnTo>
                    <a:pt x="136177" y="2897"/>
                  </a:lnTo>
                  <a:lnTo>
                    <a:pt x="131004" y="3957"/>
                  </a:lnTo>
                  <a:lnTo>
                    <a:pt x="125867" y="5181"/>
                  </a:lnTo>
                  <a:lnTo>
                    <a:pt x="120772" y="6566"/>
                  </a:lnTo>
                  <a:lnTo>
                    <a:pt x="115723" y="8111"/>
                  </a:lnTo>
                  <a:lnTo>
                    <a:pt x="110725" y="9815"/>
                  </a:lnTo>
                  <a:lnTo>
                    <a:pt x="105783" y="11676"/>
                  </a:lnTo>
                  <a:lnTo>
                    <a:pt x="100903" y="13693"/>
                  </a:lnTo>
                  <a:lnTo>
                    <a:pt x="96088" y="15862"/>
                  </a:lnTo>
                  <a:lnTo>
                    <a:pt x="91345" y="18182"/>
                  </a:lnTo>
                  <a:lnTo>
                    <a:pt x="86677" y="20651"/>
                  </a:lnTo>
                  <a:lnTo>
                    <a:pt x="82090" y="23267"/>
                  </a:lnTo>
                  <a:lnTo>
                    <a:pt x="77587" y="26025"/>
                  </a:lnTo>
                  <a:lnTo>
                    <a:pt x="73174" y="28925"/>
                  </a:lnTo>
                  <a:lnTo>
                    <a:pt x="68855" y="31963"/>
                  </a:lnTo>
                  <a:lnTo>
                    <a:pt x="64634" y="35135"/>
                  </a:lnTo>
                  <a:lnTo>
                    <a:pt x="60515" y="38439"/>
                  </a:lnTo>
                  <a:lnTo>
                    <a:pt x="56502" y="41872"/>
                  </a:lnTo>
                  <a:lnTo>
                    <a:pt x="52600" y="45430"/>
                  </a:lnTo>
                  <a:lnTo>
                    <a:pt x="48812" y="49109"/>
                  </a:lnTo>
                  <a:lnTo>
                    <a:pt x="45142" y="52906"/>
                  </a:lnTo>
                  <a:lnTo>
                    <a:pt x="41595" y="56817"/>
                  </a:lnTo>
                  <a:lnTo>
                    <a:pt x="38172" y="60838"/>
                  </a:lnTo>
                  <a:lnTo>
                    <a:pt x="34878" y="64965"/>
                  </a:lnTo>
                  <a:lnTo>
                    <a:pt x="31716" y="69194"/>
                  </a:lnTo>
                  <a:lnTo>
                    <a:pt x="28689" y="73521"/>
                  </a:lnTo>
                  <a:lnTo>
                    <a:pt x="25800" y="77941"/>
                  </a:lnTo>
                  <a:lnTo>
                    <a:pt x="23053" y="82451"/>
                  </a:lnTo>
                  <a:lnTo>
                    <a:pt x="20449" y="87045"/>
                  </a:lnTo>
                  <a:lnTo>
                    <a:pt x="17992" y="91718"/>
                  </a:lnTo>
                  <a:lnTo>
                    <a:pt x="15683" y="96468"/>
                  </a:lnTo>
                  <a:lnTo>
                    <a:pt x="13526" y="101287"/>
                  </a:lnTo>
                  <a:lnTo>
                    <a:pt x="11522" y="106173"/>
                  </a:lnTo>
                  <a:lnTo>
                    <a:pt x="9673" y="111119"/>
                  </a:lnTo>
                  <a:lnTo>
                    <a:pt x="7981" y="116121"/>
                  </a:lnTo>
                  <a:lnTo>
                    <a:pt x="6448" y="121174"/>
                  </a:lnTo>
                  <a:lnTo>
                    <a:pt x="5076" y="126273"/>
                  </a:lnTo>
                  <a:lnTo>
                    <a:pt x="3865" y="131413"/>
                  </a:lnTo>
                  <a:lnTo>
                    <a:pt x="2817" y="136588"/>
                  </a:lnTo>
                  <a:lnTo>
                    <a:pt x="1934" y="141794"/>
                  </a:lnTo>
                  <a:lnTo>
                    <a:pt x="1215" y="147026"/>
                  </a:lnTo>
                  <a:lnTo>
                    <a:pt x="661" y="152277"/>
                  </a:lnTo>
                  <a:lnTo>
                    <a:pt x="274" y="157543"/>
                  </a:lnTo>
                  <a:lnTo>
                    <a:pt x="53" y="162819"/>
                  </a:lnTo>
                  <a:lnTo>
                    <a:pt x="0" y="168100"/>
                  </a:lnTo>
                  <a:lnTo>
                    <a:pt x="112" y="173379"/>
                  </a:lnTo>
                  <a:lnTo>
                    <a:pt x="392" y="178652"/>
                  </a:lnTo>
                  <a:lnTo>
                    <a:pt x="838" y="183914"/>
                  </a:lnTo>
                  <a:lnTo>
                    <a:pt x="1450" y="189158"/>
                  </a:lnTo>
                  <a:lnTo>
                    <a:pt x="2227" y="194381"/>
                  </a:lnTo>
                  <a:lnTo>
                    <a:pt x="3169" y="199577"/>
                  </a:lnTo>
                  <a:lnTo>
                    <a:pt x="4274" y="204741"/>
                  </a:lnTo>
                  <a:lnTo>
                    <a:pt x="5542" y="209867"/>
                  </a:lnTo>
                  <a:lnTo>
                    <a:pt x="6972" y="214950"/>
                  </a:lnTo>
                  <a:lnTo>
                    <a:pt x="8561" y="219986"/>
                  </a:lnTo>
                  <a:lnTo>
                    <a:pt x="10308" y="224969"/>
                  </a:lnTo>
                  <a:lnTo>
                    <a:pt x="12212" y="229894"/>
                  </a:lnTo>
                  <a:lnTo>
                    <a:pt x="14270" y="234757"/>
                  </a:lnTo>
                  <a:lnTo>
                    <a:pt x="16481" y="239552"/>
                  </a:lnTo>
                  <a:lnTo>
                    <a:pt x="18843" y="244275"/>
                  </a:lnTo>
                  <a:lnTo>
                    <a:pt x="21352" y="248921"/>
                  </a:lnTo>
                  <a:lnTo>
                    <a:pt x="24007" y="253486"/>
                  </a:lnTo>
                  <a:lnTo>
                    <a:pt x="26805" y="257964"/>
                  </a:lnTo>
                  <a:lnTo>
                    <a:pt x="29743" y="262352"/>
                  </a:lnTo>
                  <a:lnTo>
                    <a:pt x="32817" y="266645"/>
                  </a:lnTo>
                  <a:lnTo>
                    <a:pt x="36026" y="270839"/>
                  </a:lnTo>
                  <a:lnTo>
                    <a:pt x="39366" y="274929"/>
                  </a:lnTo>
                  <a:lnTo>
                    <a:pt x="42834" y="278911"/>
                  </a:lnTo>
                  <a:lnTo>
                    <a:pt x="46425" y="282782"/>
                  </a:lnTo>
                  <a:lnTo>
                    <a:pt x="50137" y="286538"/>
                  </a:lnTo>
                  <a:lnTo>
                    <a:pt x="53965" y="290175"/>
                  </a:lnTo>
                  <a:lnTo>
                    <a:pt x="57907" y="293689"/>
                  </a:lnTo>
                  <a:lnTo>
                    <a:pt x="61958" y="297076"/>
                  </a:lnTo>
                  <a:lnTo>
                    <a:pt x="66113" y="300335"/>
                  </a:lnTo>
                  <a:lnTo>
                    <a:pt x="70369" y="303460"/>
                  </a:lnTo>
                  <a:lnTo>
                    <a:pt x="74722" y="306449"/>
                  </a:lnTo>
                  <a:lnTo>
                    <a:pt x="79168" y="309299"/>
                  </a:lnTo>
                  <a:lnTo>
                    <a:pt x="83701" y="312007"/>
                  </a:lnTo>
                  <a:lnTo>
                    <a:pt x="88317" y="314571"/>
                  </a:lnTo>
                  <a:lnTo>
                    <a:pt x="93012" y="316988"/>
                  </a:lnTo>
                  <a:lnTo>
                    <a:pt x="97781" y="319255"/>
                  </a:lnTo>
                  <a:lnTo>
                    <a:pt x="102619" y="321371"/>
                  </a:lnTo>
                  <a:lnTo>
                    <a:pt x="107522" y="323333"/>
                  </a:lnTo>
                  <a:lnTo>
                    <a:pt x="112484" y="325138"/>
                  </a:lnTo>
                  <a:lnTo>
                    <a:pt x="117500" y="326787"/>
                  </a:lnTo>
                  <a:lnTo>
                    <a:pt x="122567" y="328276"/>
                  </a:lnTo>
                  <a:lnTo>
                    <a:pt x="127677" y="329604"/>
                  </a:lnTo>
                  <a:lnTo>
                    <a:pt x="132828" y="330770"/>
                  </a:lnTo>
                  <a:lnTo>
                    <a:pt x="138012" y="331773"/>
                  </a:lnTo>
                  <a:lnTo>
                    <a:pt x="143225" y="332611"/>
                  </a:lnTo>
                  <a:lnTo>
                    <a:pt x="148463" y="333285"/>
                  </a:lnTo>
                  <a:lnTo>
                    <a:pt x="153719" y="333793"/>
                  </a:lnTo>
                  <a:lnTo>
                    <a:pt x="158988" y="334134"/>
                  </a:lnTo>
                  <a:lnTo>
                    <a:pt x="164266" y="334309"/>
                  </a:lnTo>
                  <a:lnTo>
                    <a:pt x="169546" y="334317"/>
                  </a:lnTo>
                  <a:lnTo>
                    <a:pt x="174824" y="334159"/>
                  </a:lnTo>
                  <a:lnTo>
                    <a:pt x="180095" y="333834"/>
                  </a:lnTo>
                  <a:lnTo>
                    <a:pt x="185352" y="333342"/>
                  </a:lnTo>
                  <a:lnTo>
                    <a:pt x="190592" y="332685"/>
                  </a:lnTo>
                  <a:lnTo>
                    <a:pt x="195808" y="331862"/>
                  </a:lnTo>
                  <a:lnTo>
                    <a:pt x="200995" y="330875"/>
                  </a:lnTo>
                  <a:lnTo>
                    <a:pt x="206149" y="329725"/>
                  </a:lnTo>
                  <a:lnTo>
                    <a:pt x="211264" y="328413"/>
                  </a:lnTo>
                  <a:lnTo>
                    <a:pt x="216335" y="326939"/>
                  </a:lnTo>
                  <a:lnTo>
                    <a:pt x="221356" y="325307"/>
                  </a:lnTo>
                  <a:lnTo>
                    <a:pt x="226324" y="323516"/>
                  </a:lnTo>
                  <a:lnTo>
                    <a:pt x="231233" y="321570"/>
                  </a:lnTo>
                  <a:lnTo>
                    <a:pt x="236077" y="319469"/>
                  </a:lnTo>
                  <a:lnTo>
                    <a:pt x="240853" y="317217"/>
                  </a:lnTo>
                  <a:lnTo>
                    <a:pt x="245556" y="314814"/>
                  </a:lnTo>
                  <a:lnTo>
                    <a:pt x="250180" y="312265"/>
                  </a:lnTo>
                  <a:lnTo>
                    <a:pt x="254721" y="309570"/>
                  </a:lnTo>
                  <a:lnTo>
                    <a:pt x="259175" y="306734"/>
                  </a:lnTo>
                  <a:lnTo>
                    <a:pt x="263537" y="303758"/>
                  </a:lnTo>
                  <a:lnTo>
                    <a:pt x="267803" y="300646"/>
                  </a:lnTo>
                  <a:lnTo>
                    <a:pt x="271969" y="297401"/>
                  </a:lnTo>
                  <a:lnTo>
                    <a:pt x="276030" y="294026"/>
                  </a:lnTo>
                  <a:lnTo>
                    <a:pt x="279982" y="290524"/>
                  </a:lnTo>
                  <a:lnTo>
                    <a:pt x="283822" y="286899"/>
                  </a:lnTo>
                  <a:lnTo>
                    <a:pt x="287546" y="283155"/>
                  </a:lnTo>
                  <a:lnTo>
                    <a:pt x="291149" y="279295"/>
                  </a:lnTo>
                  <a:lnTo>
                    <a:pt x="294629" y="275323"/>
                  </a:lnTo>
                  <a:lnTo>
                    <a:pt x="297981" y="271243"/>
                  </a:lnTo>
                  <a:lnTo>
                    <a:pt x="301203" y="267060"/>
                  </a:lnTo>
                  <a:lnTo>
                    <a:pt x="304291" y="262776"/>
                  </a:lnTo>
                  <a:lnTo>
                    <a:pt x="307243" y="258398"/>
                  </a:lnTo>
                  <a:lnTo>
                    <a:pt x="310054" y="253928"/>
                  </a:lnTo>
                  <a:lnTo>
                    <a:pt x="312723" y="249372"/>
                  </a:lnTo>
                  <a:lnTo>
                    <a:pt x="315247" y="244733"/>
                  </a:lnTo>
                  <a:lnTo>
                    <a:pt x="317623" y="240018"/>
                  </a:lnTo>
                  <a:lnTo>
                    <a:pt x="319849" y="235229"/>
                  </a:lnTo>
                  <a:lnTo>
                    <a:pt x="321922" y="230373"/>
                  </a:lnTo>
                  <a:lnTo>
                    <a:pt x="323841" y="225453"/>
                  </a:lnTo>
                  <a:lnTo>
                    <a:pt x="325604" y="220476"/>
                  </a:lnTo>
                  <a:lnTo>
                    <a:pt x="327209" y="215445"/>
                  </a:lnTo>
                  <a:lnTo>
                    <a:pt x="328654" y="210366"/>
                  </a:lnTo>
                  <a:lnTo>
                    <a:pt x="329937" y="205244"/>
                  </a:lnTo>
                  <a:lnTo>
                    <a:pt x="331059" y="200084"/>
                  </a:lnTo>
                  <a:lnTo>
                    <a:pt x="332017" y="194891"/>
                  </a:lnTo>
                  <a:lnTo>
                    <a:pt x="332810" y="189671"/>
                  </a:lnTo>
                  <a:lnTo>
                    <a:pt x="333438" y="184428"/>
                  </a:lnTo>
                  <a:lnTo>
                    <a:pt x="333900" y="179167"/>
                  </a:lnTo>
                  <a:lnTo>
                    <a:pt x="334196" y="173895"/>
                  </a:lnTo>
                  <a:lnTo>
                    <a:pt x="334325" y="168616"/>
                  </a:lnTo>
                  <a:lnTo>
                    <a:pt x="334288" y="163336"/>
                  </a:lnTo>
                  <a:lnTo>
                    <a:pt x="334084" y="158059"/>
                  </a:lnTo>
                  <a:lnTo>
                    <a:pt x="333713" y="152792"/>
                  </a:lnTo>
                  <a:lnTo>
                    <a:pt x="333175" y="147539"/>
                  </a:lnTo>
                  <a:lnTo>
                    <a:pt x="332473" y="142305"/>
                  </a:lnTo>
                  <a:lnTo>
                    <a:pt x="331605" y="137097"/>
                  </a:lnTo>
                  <a:lnTo>
                    <a:pt x="330573" y="131918"/>
                  </a:lnTo>
                  <a:lnTo>
                    <a:pt x="329378" y="126774"/>
                  </a:lnTo>
                  <a:lnTo>
                    <a:pt x="328022" y="121671"/>
                  </a:lnTo>
                  <a:lnTo>
                    <a:pt x="326505" y="116613"/>
                  </a:lnTo>
                  <a:lnTo>
                    <a:pt x="324828" y="111606"/>
                  </a:lnTo>
                  <a:lnTo>
                    <a:pt x="322995" y="106654"/>
                  </a:lnTo>
                  <a:lnTo>
                    <a:pt x="321006" y="101762"/>
                  </a:lnTo>
                  <a:lnTo>
                    <a:pt x="318863" y="96936"/>
                  </a:lnTo>
                  <a:lnTo>
                    <a:pt x="316569" y="92180"/>
                  </a:lnTo>
                  <a:lnTo>
                    <a:pt x="314127" y="87498"/>
                  </a:lnTo>
                  <a:lnTo>
                    <a:pt x="311537" y="82897"/>
                  </a:lnTo>
                  <a:lnTo>
                    <a:pt x="308803" y="78379"/>
                  </a:lnTo>
                  <a:lnTo>
                    <a:pt x="305928" y="73949"/>
                  </a:lnTo>
                  <a:lnTo>
                    <a:pt x="302915" y="69613"/>
                  </a:lnTo>
                  <a:lnTo>
                    <a:pt x="299766" y="65374"/>
                  </a:lnTo>
                  <a:lnTo>
                    <a:pt x="296485" y="61237"/>
                  </a:lnTo>
                  <a:lnTo>
                    <a:pt x="293075" y="57205"/>
                  </a:lnTo>
                  <a:lnTo>
                    <a:pt x="289539" y="53284"/>
                  </a:lnTo>
                  <a:lnTo>
                    <a:pt x="285881" y="49475"/>
                  </a:lnTo>
                  <a:lnTo>
                    <a:pt x="282104" y="45784"/>
                  </a:lnTo>
                  <a:lnTo>
                    <a:pt x="278213" y="42215"/>
                  </a:lnTo>
                  <a:lnTo>
                    <a:pt x="274211" y="38770"/>
                  </a:lnTo>
                  <a:lnTo>
                    <a:pt x="270103" y="35453"/>
                  </a:lnTo>
                  <a:lnTo>
                    <a:pt x="265891" y="32267"/>
                  </a:lnTo>
                  <a:lnTo>
                    <a:pt x="261581" y="29216"/>
                  </a:lnTo>
                  <a:lnTo>
                    <a:pt x="257177" y="26303"/>
                  </a:lnTo>
                  <a:lnTo>
                    <a:pt x="252683" y="23530"/>
                  </a:lnTo>
                  <a:lnTo>
                    <a:pt x="248104" y="20901"/>
                  </a:lnTo>
                  <a:lnTo>
                    <a:pt x="243444" y="18418"/>
                  </a:lnTo>
                  <a:lnTo>
                    <a:pt x="238708" y="16083"/>
                  </a:lnTo>
                  <a:lnTo>
                    <a:pt x="233900" y="13898"/>
                  </a:lnTo>
                  <a:lnTo>
                    <a:pt x="229026" y="11867"/>
                  </a:lnTo>
                  <a:lnTo>
                    <a:pt x="224090" y="9991"/>
                  </a:lnTo>
                  <a:lnTo>
                    <a:pt x="219098" y="8271"/>
                  </a:lnTo>
                  <a:lnTo>
                    <a:pt x="214053" y="6710"/>
                  </a:lnTo>
                  <a:lnTo>
                    <a:pt x="208962" y="5309"/>
                  </a:lnTo>
                  <a:lnTo>
                    <a:pt x="203829" y="4070"/>
                  </a:lnTo>
                  <a:lnTo>
                    <a:pt x="198659" y="2993"/>
                  </a:lnTo>
                  <a:lnTo>
                    <a:pt x="193458" y="2080"/>
                  </a:lnTo>
                  <a:lnTo>
                    <a:pt x="188231" y="1332"/>
                  </a:lnTo>
                  <a:lnTo>
                    <a:pt x="182983" y="750"/>
                  </a:lnTo>
                  <a:lnTo>
                    <a:pt x="177719" y="333"/>
                  </a:lnTo>
                  <a:lnTo>
                    <a:pt x="172444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446" y="4659281"/>
              <a:ext cx="1078" cy="167167"/>
            </a:xfrm>
            <a:custGeom>
              <a:avLst/>
              <a:pathLst>
                <a:path w="1078" h="167167">
                  <a:moveTo>
                    <a:pt x="1078" y="0"/>
                  </a:moveTo>
                  <a:lnTo>
                    <a:pt x="0" y="3"/>
                  </a:lnTo>
                  <a:lnTo>
                    <a:pt x="107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446" y="4659285"/>
              <a:ext cx="1078" cy="167163"/>
            </a:xfrm>
            <a:custGeom>
              <a:avLst/>
              <a:pathLst>
                <a:path w="1078" h="167163">
                  <a:moveTo>
                    <a:pt x="0" y="0"/>
                  </a:moveTo>
                  <a:lnTo>
                    <a:pt x="1078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5446" y="4659285"/>
              <a:ext cx="1078" cy="167163"/>
            </a:xfrm>
            <a:custGeom>
              <a:avLst/>
              <a:pathLst>
                <a:path w="1078" h="167163">
                  <a:moveTo>
                    <a:pt x="0" y="0"/>
                  </a:moveTo>
                  <a:lnTo>
                    <a:pt x="1078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5446" y="4659285"/>
              <a:ext cx="1078" cy="167163"/>
            </a:xfrm>
            <a:custGeom>
              <a:avLst/>
              <a:pathLst>
                <a:path w="1078" h="167163">
                  <a:moveTo>
                    <a:pt x="0" y="0"/>
                  </a:moveTo>
                  <a:lnTo>
                    <a:pt x="1078" y="1671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5446" y="4659285"/>
              <a:ext cx="1078" cy="167163"/>
            </a:xfrm>
            <a:custGeom>
              <a:avLst/>
              <a:pathLst>
                <a:path w="1078" h="167163">
                  <a:moveTo>
                    <a:pt x="0" y="0"/>
                  </a:moveTo>
                  <a:lnTo>
                    <a:pt x="1078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5446" y="4659285"/>
              <a:ext cx="1078" cy="167163"/>
            </a:xfrm>
            <a:custGeom>
              <a:avLst/>
              <a:pathLst>
                <a:path w="1078" h="167163">
                  <a:moveTo>
                    <a:pt x="0" y="0"/>
                  </a:moveTo>
                  <a:lnTo>
                    <a:pt x="1078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5446" y="4659285"/>
              <a:ext cx="1078" cy="167163"/>
            </a:xfrm>
            <a:custGeom>
              <a:avLst/>
              <a:pathLst>
                <a:path w="1078" h="167163">
                  <a:moveTo>
                    <a:pt x="0" y="0"/>
                  </a:moveTo>
                  <a:lnTo>
                    <a:pt x="1078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5446" y="4659285"/>
              <a:ext cx="1078" cy="167163"/>
            </a:xfrm>
            <a:custGeom>
              <a:avLst/>
              <a:pathLst>
                <a:path w="1078" h="167163">
                  <a:moveTo>
                    <a:pt x="0" y="0"/>
                  </a:moveTo>
                  <a:lnTo>
                    <a:pt x="1078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5446" y="4659285"/>
              <a:ext cx="1078" cy="167163"/>
            </a:xfrm>
            <a:custGeom>
              <a:avLst/>
              <a:pathLst>
                <a:path w="1078" h="167163">
                  <a:moveTo>
                    <a:pt x="0" y="0"/>
                  </a:moveTo>
                  <a:lnTo>
                    <a:pt x="1078" y="1671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085446" y="4659285"/>
              <a:ext cx="1078" cy="167163"/>
            </a:xfrm>
            <a:custGeom>
              <a:avLst/>
              <a:pathLst>
                <a:path w="1078" h="167163">
                  <a:moveTo>
                    <a:pt x="0" y="0"/>
                  </a:moveTo>
                  <a:lnTo>
                    <a:pt x="1078" y="167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37317" y="4659285"/>
              <a:ext cx="149207" cy="167163"/>
            </a:xfrm>
            <a:custGeom>
              <a:avLst/>
              <a:pathLst>
                <a:path w="149207" h="167163">
                  <a:moveTo>
                    <a:pt x="148128" y="0"/>
                  </a:moveTo>
                  <a:lnTo>
                    <a:pt x="142575" y="128"/>
                  </a:lnTo>
                  <a:lnTo>
                    <a:pt x="137030" y="440"/>
                  </a:lnTo>
                  <a:lnTo>
                    <a:pt x="131497" y="937"/>
                  </a:lnTo>
                  <a:lnTo>
                    <a:pt x="125985" y="1617"/>
                  </a:lnTo>
                  <a:lnTo>
                    <a:pt x="120498" y="2480"/>
                  </a:lnTo>
                  <a:lnTo>
                    <a:pt x="115042" y="3524"/>
                  </a:lnTo>
                  <a:lnTo>
                    <a:pt x="109625" y="4750"/>
                  </a:lnTo>
                  <a:lnTo>
                    <a:pt x="104251" y="6155"/>
                  </a:lnTo>
                  <a:lnTo>
                    <a:pt x="98926" y="7737"/>
                  </a:lnTo>
                  <a:lnTo>
                    <a:pt x="93658" y="9495"/>
                  </a:lnTo>
                  <a:lnTo>
                    <a:pt x="88450" y="11428"/>
                  </a:lnTo>
                  <a:lnTo>
                    <a:pt x="83310" y="13532"/>
                  </a:lnTo>
                  <a:lnTo>
                    <a:pt x="78242" y="15806"/>
                  </a:lnTo>
                  <a:lnTo>
                    <a:pt x="73253" y="18248"/>
                  </a:lnTo>
                  <a:lnTo>
                    <a:pt x="68347" y="20853"/>
                  </a:lnTo>
                  <a:lnTo>
                    <a:pt x="63531" y="23620"/>
                  </a:lnTo>
                  <a:lnTo>
                    <a:pt x="58810" y="26546"/>
                  </a:lnTo>
                  <a:lnTo>
                    <a:pt x="54188" y="29627"/>
                  </a:lnTo>
                  <a:lnTo>
                    <a:pt x="49671" y="32860"/>
                  </a:lnTo>
                  <a:lnTo>
                    <a:pt x="45264" y="36241"/>
                  </a:lnTo>
                  <a:lnTo>
                    <a:pt x="40972" y="39766"/>
                  </a:lnTo>
                  <a:lnTo>
                    <a:pt x="36799" y="43432"/>
                  </a:lnTo>
                  <a:lnTo>
                    <a:pt x="32751" y="47235"/>
                  </a:lnTo>
                  <a:lnTo>
                    <a:pt x="28830" y="51170"/>
                  </a:lnTo>
                  <a:lnTo>
                    <a:pt x="25043" y="55233"/>
                  </a:lnTo>
                  <a:lnTo>
                    <a:pt x="21393" y="59420"/>
                  </a:lnTo>
                  <a:lnTo>
                    <a:pt x="17884" y="63726"/>
                  </a:lnTo>
                  <a:lnTo>
                    <a:pt x="14520" y="68146"/>
                  </a:lnTo>
                  <a:lnTo>
                    <a:pt x="11305" y="72675"/>
                  </a:lnTo>
                  <a:lnTo>
                    <a:pt x="8242" y="77309"/>
                  </a:lnTo>
                  <a:lnTo>
                    <a:pt x="5335" y="82042"/>
                  </a:lnTo>
                  <a:lnTo>
                    <a:pt x="2586" y="86869"/>
                  </a:lnTo>
                  <a:lnTo>
                    <a:pt x="0" y="91784"/>
                  </a:lnTo>
                  <a:lnTo>
                    <a:pt x="149207" y="1671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919364" y="4659281"/>
              <a:ext cx="334312" cy="334333"/>
            </a:xfrm>
            <a:custGeom>
              <a:avLst/>
              <a:pathLst>
                <a:path w="334312" h="334333">
                  <a:moveTo>
                    <a:pt x="17953" y="91788"/>
                  </a:moveTo>
                  <a:lnTo>
                    <a:pt x="15633" y="96567"/>
                  </a:lnTo>
                  <a:lnTo>
                    <a:pt x="13466" y="101417"/>
                  </a:lnTo>
                  <a:lnTo>
                    <a:pt x="11455" y="106334"/>
                  </a:lnTo>
                  <a:lnTo>
                    <a:pt x="9600" y="111312"/>
                  </a:lnTo>
                  <a:lnTo>
                    <a:pt x="7905" y="116347"/>
                  </a:lnTo>
                  <a:lnTo>
                    <a:pt x="6371" y="121433"/>
                  </a:lnTo>
                  <a:lnTo>
                    <a:pt x="4999" y="126565"/>
                  </a:lnTo>
                  <a:lnTo>
                    <a:pt x="3790" y="131738"/>
                  </a:lnTo>
                  <a:lnTo>
                    <a:pt x="2747" y="136947"/>
                  </a:lnTo>
                  <a:lnTo>
                    <a:pt x="1870" y="142187"/>
                  </a:lnTo>
                  <a:lnTo>
                    <a:pt x="1160" y="147451"/>
                  </a:lnTo>
                  <a:lnTo>
                    <a:pt x="617" y="152736"/>
                  </a:lnTo>
                  <a:lnTo>
                    <a:pt x="242" y="158035"/>
                  </a:lnTo>
                  <a:lnTo>
                    <a:pt x="37" y="163344"/>
                  </a:lnTo>
                  <a:lnTo>
                    <a:pt x="0" y="168656"/>
                  </a:lnTo>
                  <a:lnTo>
                    <a:pt x="131" y="173967"/>
                  </a:lnTo>
                  <a:lnTo>
                    <a:pt x="432" y="179271"/>
                  </a:lnTo>
                  <a:lnTo>
                    <a:pt x="900" y="184562"/>
                  </a:lnTo>
                  <a:lnTo>
                    <a:pt x="1537" y="189836"/>
                  </a:lnTo>
                  <a:lnTo>
                    <a:pt x="2341" y="195088"/>
                  </a:lnTo>
                  <a:lnTo>
                    <a:pt x="3311" y="200311"/>
                  </a:lnTo>
                  <a:lnTo>
                    <a:pt x="4447" y="205500"/>
                  </a:lnTo>
                  <a:lnTo>
                    <a:pt x="5747" y="210651"/>
                  </a:lnTo>
                  <a:lnTo>
                    <a:pt x="7211" y="215758"/>
                  </a:lnTo>
                  <a:lnTo>
                    <a:pt x="8835" y="220816"/>
                  </a:lnTo>
                  <a:lnTo>
                    <a:pt x="10620" y="225819"/>
                  </a:lnTo>
                  <a:lnTo>
                    <a:pt x="12563" y="230764"/>
                  </a:lnTo>
                  <a:lnTo>
                    <a:pt x="14662" y="235644"/>
                  </a:lnTo>
                  <a:lnTo>
                    <a:pt x="16915" y="240455"/>
                  </a:lnTo>
                  <a:lnTo>
                    <a:pt x="19319" y="245192"/>
                  </a:lnTo>
                  <a:lnTo>
                    <a:pt x="21873" y="249850"/>
                  </a:lnTo>
                  <a:lnTo>
                    <a:pt x="24574" y="254425"/>
                  </a:lnTo>
                  <a:lnTo>
                    <a:pt x="27418" y="258912"/>
                  </a:lnTo>
                  <a:lnTo>
                    <a:pt x="30404" y="263306"/>
                  </a:lnTo>
                  <a:lnTo>
                    <a:pt x="33528" y="267603"/>
                  </a:lnTo>
                  <a:lnTo>
                    <a:pt x="36787" y="271798"/>
                  </a:lnTo>
                  <a:lnTo>
                    <a:pt x="40177" y="275888"/>
                  </a:lnTo>
                  <a:lnTo>
                    <a:pt x="43696" y="279868"/>
                  </a:lnTo>
                  <a:lnTo>
                    <a:pt x="47339" y="283734"/>
                  </a:lnTo>
                  <a:lnTo>
                    <a:pt x="51104" y="287482"/>
                  </a:lnTo>
                  <a:lnTo>
                    <a:pt x="54985" y="291109"/>
                  </a:lnTo>
                  <a:lnTo>
                    <a:pt x="58980" y="294611"/>
                  </a:lnTo>
                  <a:lnTo>
                    <a:pt x="63084" y="297984"/>
                  </a:lnTo>
                  <a:lnTo>
                    <a:pt x="67294" y="301225"/>
                  </a:lnTo>
                  <a:lnTo>
                    <a:pt x="71604" y="304331"/>
                  </a:lnTo>
                  <a:lnTo>
                    <a:pt x="76010" y="307298"/>
                  </a:lnTo>
                  <a:lnTo>
                    <a:pt x="80509" y="310123"/>
                  </a:lnTo>
                  <a:lnTo>
                    <a:pt x="85095" y="312804"/>
                  </a:lnTo>
                  <a:lnTo>
                    <a:pt x="89764" y="315338"/>
                  </a:lnTo>
                  <a:lnTo>
                    <a:pt x="94512" y="317723"/>
                  </a:lnTo>
                  <a:lnTo>
                    <a:pt x="99332" y="319955"/>
                  </a:lnTo>
                  <a:lnTo>
                    <a:pt x="104221" y="322033"/>
                  </a:lnTo>
                  <a:lnTo>
                    <a:pt x="109174" y="323955"/>
                  </a:lnTo>
                  <a:lnTo>
                    <a:pt x="114185" y="325718"/>
                  </a:lnTo>
                  <a:lnTo>
                    <a:pt x="119250" y="327322"/>
                  </a:lnTo>
                  <a:lnTo>
                    <a:pt x="124363" y="328763"/>
                  </a:lnTo>
                  <a:lnTo>
                    <a:pt x="129519" y="330041"/>
                  </a:lnTo>
                  <a:lnTo>
                    <a:pt x="134714" y="331155"/>
                  </a:lnTo>
                  <a:lnTo>
                    <a:pt x="139941" y="332103"/>
                  </a:lnTo>
                  <a:lnTo>
                    <a:pt x="145195" y="332885"/>
                  </a:lnTo>
                  <a:lnTo>
                    <a:pt x="150472" y="333499"/>
                  </a:lnTo>
                  <a:lnTo>
                    <a:pt x="155766" y="333946"/>
                  </a:lnTo>
                  <a:lnTo>
                    <a:pt x="161071" y="334223"/>
                  </a:lnTo>
                  <a:lnTo>
                    <a:pt x="166382" y="334333"/>
                  </a:lnTo>
                  <a:lnTo>
                    <a:pt x="171694" y="334273"/>
                  </a:lnTo>
                  <a:lnTo>
                    <a:pt x="177002" y="334044"/>
                  </a:lnTo>
                  <a:lnTo>
                    <a:pt x="182299" y="333647"/>
                  </a:lnTo>
                  <a:lnTo>
                    <a:pt x="187581" y="333082"/>
                  </a:lnTo>
                  <a:lnTo>
                    <a:pt x="192843" y="332350"/>
                  </a:lnTo>
                  <a:lnTo>
                    <a:pt x="198079" y="331450"/>
                  </a:lnTo>
                  <a:lnTo>
                    <a:pt x="203283" y="330385"/>
                  </a:lnTo>
                  <a:lnTo>
                    <a:pt x="208451" y="329155"/>
                  </a:lnTo>
                  <a:lnTo>
                    <a:pt x="213578" y="327761"/>
                  </a:lnTo>
                  <a:lnTo>
                    <a:pt x="218657" y="326205"/>
                  </a:lnTo>
                  <a:lnTo>
                    <a:pt x="223684" y="324488"/>
                  </a:lnTo>
                  <a:lnTo>
                    <a:pt x="228655" y="322613"/>
                  </a:lnTo>
                  <a:lnTo>
                    <a:pt x="233563" y="320580"/>
                  </a:lnTo>
                  <a:lnTo>
                    <a:pt x="238404" y="318393"/>
                  </a:lnTo>
                  <a:lnTo>
                    <a:pt x="243173" y="316053"/>
                  </a:lnTo>
                  <a:lnTo>
                    <a:pt x="247866" y="313562"/>
                  </a:lnTo>
                  <a:lnTo>
                    <a:pt x="252477" y="310924"/>
                  </a:lnTo>
                  <a:lnTo>
                    <a:pt x="257002" y="308140"/>
                  </a:lnTo>
                  <a:lnTo>
                    <a:pt x="261436" y="305215"/>
                  </a:lnTo>
                  <a:lnTo>
                    <a:pt x="265774" y="302149"/>
                  </a:lnTo>
                  <a:lnTo>
                    <a:pt x="270014" y="298948"/>
                  </a:lnTo>
                  <a:lnTo>
                    <a:pt x="274149" y="295613"/>
                  </a:lnTo>
                  <a:lnTo>
                    <a:pt x="278176" y="292148"/>
                  </a:lnTo>
                  <a:lnTo>
                    <a:pt x="282092" y="288558"/>
                  </a:lnTo>
                  <a:lnTo>
                    <a:pt x="285891" y="284845"/>
                  </a:lnTo>
                  <a:lnTo>
                    <a:pt x="289570" y="281013"/>
                  </a:lnTo>
                  <a:lnTo>
                    <a:pt x="293126" y="277065"/>
                  </a:lnTo>
                  <a:lnTo>
                    <a:pt x="296554" y="273007"/>
                  </a:lnTo>
                  <a:lnTo>
                    <a:pt x="299852" y="268843"/>
                  </a:lnTo>
                  <a:lnTo>
                    <a:pt x="303016" y="264575"/>
                  </a:lnTo>
                  <a:lnTo>
                    <a:pt x="306042" y="260209"/>
                  </a:lnTo>
                  <a:lnTo>
                    <a:pt x="308928" y="255749"/>
                  </a:lnTo>
                  <a:lnTo>
                    <a:pt x="311671" y="251200"/>
                  </a:lnTo>
                  <a:lnTo>
                    <a:pt x="314269" y="246565"/>
                  </a:lnTo>
                  <a:lnTo>
                    <a:pt x="316717" y="241851"/>
                  </a:lnTo>
                  <a:lnTo>
                    <a:pt x="319015" y="237061"/>
                  </a:lnTo>
                  <a:lnTo>
                    <a:pt x="321159" y="232201"/>
                  </a:lnTo>
                  <a:lnTo>
                    <a:pt x="323148" y="227274"/>
                  </a:lnTo>
                  <a:lnTo>
                    <a:pt x="324979" y="222288"/>
                  </a:lnTo>
                  <a:lnTo>
                    <a:pt x="326651" y="217245"/>
                  </a:lnTo>
                  <a:lnTo>
                    <a:pt x="328161" y="212152"/>
                  </a:lnTo>
                  <a:lnTo>
                    <a:pt x="329509" y="207013"/>
                  </a:lnTo>
                  <a:lnTo>
                    <a:pt x="330693" y="201835"/>
                  </a:lnTo>
                  <a:lnTo>
                    <a:pt x="331712" y="196621"/>
                  </a:lnTo>
                  <a:lnTo>
                    <a:pt x="332565" y="191377"/>
                  </a:lnTo>
                  <a:lnTo>
                    <a:pt x="333251" y="186110"/>
                  </a:lnTo>
                  <a:lnTo>
                    <a:pt x="333769" y="180822"/>
                  </a:lnTo>
                  <a:lnTo>
                    <a:pt x="334119" y="175522"/>
                  </a:lnTo>
                  <a:lnTo>
                    <a:pt x="334300" y="170212"/>
                  </a:lnTo>
                  <a:lnTo>
                    <a:pt x="334312" y="164900"/>
                  </a:lnTo>
                  <a:lnTo>
                    <a:pt x="334156" y="159590"/>
                  </a:lnTo>
                  <a:lnTo>
                    <a:pt x="333831" y="154287"/>
                  </a:lnTo>
                  <a:lnTo>
                    <a:pt x="333337" y="148998"/>
                  </a:lnTo>
                  <a:lnTo>
                    <a:pt x="332676" y="143727"/>
                  </a:lnTo>
                  <a:lnTo>
                    <a:pt x="331848" y="138479"/>
                  </a:lnTo>
                  <a:lnTo>
                    <a:pt x="330853" y="133261"/>
                  </a:lnTo>
                  <a:lnTo>
                    <a:pt x="329693" y="128077"/>
                  </a:lnTo>
                  <a:lnTo>
                    <a:pt x="328369" y="122932"/>
                  </a:lnTo>
                  <a:lnTo>
                    <a:pt x="326882" y="117832"/>
                  </a:lnTo>
                  <a:lnTo>
                    <a:pt x="325234" y="112782"/>
                  </a:lnTo>
                  <a:lnTo>
                    <a:pt x="323426" y="107786"/>
                  </a:lnTo>
                  <a:lnTo>
                    <a:pt x="321460" y="102851"/>
                  </a:lnTo>
                  <a:lnTo>
                    <a:pt x="319339" y="97981"/>
                  </a:lnTo>
                  <a:lnTo>
                    <a:pt x="317063" y="93180"/>
                  </a:lnTo>
                  <a:lnTo>
                    <a:pt x="314637" y="88454"/>
                  </a:lnTo>
                  <a:lnTo>
                    <a:pt x="312061" y="83808"/>
                  </a:lnTo>
                  <a:lnTo>
                    <a:pt x="309339" y="79246"/>
                  </a:lnTo>
                  <a:lnTo>
                    <a:pt x="306474" y="74773"/>
                  </a:lnTo>
                  <a:lnTo>
                    <a:pt x="303468" y="70393"/>
                  </a:lnTo>
                  <a:lnTo>
                    <a:pt x="300324" y="66110"/>
                  </a:lnTo>
                  <a:lnTo>
                    <a:pt x="297045" y="61930"/>
                  </a:lnTo>
                  <a:lnTo>
                    <a:pt x="293636" y="57856"/>
                  </a:lnTo>
                  <a:lnTo>
                    <a:pt x="290099" y="53892"/>
                  </a:lnTo>
                  <a:lnTo>
                    <a:pt x="286437" y="50043"/>
                  </a:lnTo>
                  <a:lnTo>
                    <a:pt x="282656" y="46312"/>
                  </a:lnTo>
                  <a:lnTo>
                    <a:pt x="278757" y="42704"/>
                  </a:lnTo>
                  <a:lnTo>
                    <a:pt x="274746" y="39220"/>
                  </a:lnTo>
                  <a:lnTo>
                    <a:pt x="270626" y="35867"/>
                  </a:lnTo>
                  <a:lnTo>
                    <a:pt x="266402" y="32645"/>
                  </a:lnTo>
                  <a:lnTo>
                    <a:pt x="262077" y="29560"/>
                  </a:lnTo>
                  <a:lnTo>
                    <a:pt x="257657" y="26613"/>
                  </a:lnTo>
                  <a:lnTo>
                    <a:pt x="253145" y="23809"/>
                  </a:lnTo>
                  <a:lnTo>
                    <a:pt x="248546" y="21149"/>
                  </a:lnTo>
                  <a:lnTo>
                    <a:pt x="243866" y="18637"/>
                  </a:lnTo>
                  <a:lnTo>
                    <a:pt x="239107" y="16274"/>
                  </a:lnTo>
                  <a:lnTo>
                    <a:pt x="234276" y="14064"/>
                  </a:lnTo>
                  <a:lnTo>
                    <a:pt x="229378" y="12009"/>
                  </a:lnTo>
                  <a:lnTo>
                    <a:pt x="224416" y="10111"/>
                  </a:lnTo>
                  <a:lnTo>
                    <a:pt x="219397" y="8371"/>
                  </a:lnTo>
                  <a:lnTo>
                    <a:pt x="214325" y="6791"/>
                  </a:lnTo>
                  <a:lnTo>
                    <a:pt x="209205" y="5373"/>
                  </a:lnTo>
                  <a:lnTo>
                    <a:pt x="204043" y="4119"/>
                  </a:lnTo>
                  <a:lnTo>
                    <a:pt x="198843" y="3029"/>
                  </a:lnTo>
                  <a:lnTo>
                    <a:pt x="193612" y="2106"/>
                  </a:lnTo>
                  <a:lnTo>
                    <a:pt x="188354" y="1348"/>
                  </a:lnTo>
                  <a:lnTo>
                    <a:pt x="183074" y="759"/>
                  </a:lnTo>
                  <a:lnTo>
                    <a:pt x="177778" y="337"/>
                  </a:lnTo>
                  <a:lnTo>
                    <a:pt x="172472" y="84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239" y="0"/>
                  </a:moveTo>
                  <a:lnTo>
                    <a:pt x="0" y="0"/>
                  </a:lnTo>
                  <a:lnTo>
                    <a:pt x="23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0" y="0"/>
                  </a:moveTo>
                  <a:lnTo>
                    <a:pt x="23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0" y="0"/>
                  </a:moveTo>
                  <a:lnTo>
                    <a:pt x="23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0" y="0"/>
                  </a:moveTo>
                  <a:lnTo>
                    <a:pt x="23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0" y="0"/>
                  </a:moveTo>
                  <a:lnTo>
                    <a:pt x="23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0" y="0"/>
                  </a:moveTo>
                  <a:lnTo>
                    <a:pt x="23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0" y="0"/>
                  </a:moveTo>
                  <a:lnTo>
                    <a:pt x="23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0" y="0"/>
                  </a:moveTo>
                  <a:lnTo>
                    <a:pt x="23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481" y="5018213"/>
              <a:ext cx="239" cy="167167"/>
            </a:xfrm>
            <a:custGeom>
              <a:avLst/>
              <a:pathLst>
                <a:path w="239" h="167167">
                  <a:moveTo>
                    <a:pt x="0" y="0"/>
                  </a:moveTo>
                  <a:lnTo>
                    <a:pt x="23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321571" y="5018213"/>
              <a:ext cx="334310" cy="334333"/>
            </a:xfrm>
            <a:custGeom>
              <a:avLst/>
              <a:pathLst>
                <a:path w="334310" h="334333">
                  <a:moveTo>
                    <a:pt x="166909" y="0"/>
                  </a:moveTo>
                  <a:lnTo>
                    <a:pt x="161615" y="91"/>
                  </a:lnTo>
                  <a:lnTo>
                    <a:pt x="156326" y="350"/>
                  </a:lnTo>
                  <a:lnTo>
                    <a:pt x="151047" y="777"/>
                  </a:lnTo>
                  <a:lnTo>
                    <a:pt x="145785" y="1370"/>
                  </a:lnTo>
                  <a:lnTo>
                    <a:pt x="140545" y="2130"/>
                  </a:lnTo>
                  <a:lnTo>
                    <a:pt x="135331" y="3055"/>
                  </a:lnTo>
                  <a:lnTo>
                    <a:pt x="130149" y="4146"/>
                  </a:lnTo>
                  <a:lnTo>
                    <a:pt x="125004" y="5399"/>
                  </a:lnTo>
                  <a:lnTo>
                    <a:pt x="119901" y="6815"/>
                  </a:lnTo>
                  <a:lnTo>
                    <a:pt x="114846" y="8392"/>
                  </a:lnTo>
                  <a:lnTo>
                    <a:pt x="109843" y="10129"/>
                  </a:lnTo>
                  <a:lnTo>
                    <a:pt x="104898" y="12023"/>
                  </a:lnTo>
                  <a:lnTo>
                    <a:pt x="100015" y="14072"/>
                  </a:lnTo>
                  <a:lnTo>
                    <a:pt x="95200" y="16275"/>
                  </a:lnTo>
                  <a:lnTo>
                    <a:pt x="90457" y="18630"/>
                  </a:lnTo>
                  <a:lnTo>
                    <a:pt x="85790" y="21134"/>
                  </a:lnTo>
                  <a:lnTo>
                    <a:pt x="81206" y="23784"/>
                  </a:lnTo>
                  <a:lnTo>
                    <a:pt x="76707" y="26578"/>
                  </a:lnTo>
                  <a:lnTo>
                    <a:pt x="72300" y="29513"/>
                  </a:lnTo>
                  <a:lnTo>
                    <a:pt x="67987" y="32586"/>
                  </a:lnTo>
                  <a:lnTo>
                    <a:pt x="63775" y="35795"/>
                  </a:lnTo>
                  <a:lnTo>
                    <a:pt x="59665" y="39135"/>
                  </a:lnTo>
                  <a:lnTo>
                    <a:pt x="55664" y="42603"/>
                  </a:lnTo>
                  <a:lnTo>
                    <a:pt x="51775" y="46197"/>
                  </a:lnTo>
                  <a:lnTo>
                    <a:pt x="48001" y="49912"/>
                  </a:lnTo>
                  <a:lnTo>
                    <a:pt x="44347" y="53745"/>
                  </a:lnTo>
                  <a:lnTo>
                    <a:pt x="40816" y="57691"/>
                  </a:lnTo>
                  <a:lnTo>
                    <a:pt x="37412" y="61748"/>
                  </a:lnTo>
                  <a:lnTo>
                    <a:pt x="34138" y="65910"/>
                  </a:lnTo>
                  <a:lnTo>
                    <a:pt x="30998" y="70174"/>
                  </a:lnTo>
                  <a:lnTo>
                    <a:pt x="27994" y="74535"/>
                  </a:lnTo>
                  <a:lnTo>
                    <a:pt x="25130" y="78989"/>
                  </a:lnTo>
                  <a:lnTo>
                    <a:pt x="22408" y="83531"/>
                  </a:lnTo>
                  <a:lnTo>
                    <a:pt x="19831" y="88158"/>
                  </a:lnTo>
                  <a:lnTo>
                    <a:pt x="17403" y="92863"/>
                  </a:lnTo>
                  <a:lnTo>
                    <a:pt x="15125" y="97644"/>
                  </a:lnTo>
                  <a:lnTo>
                    <a:pt x="12999" y="102494"/>
                  </a:lnTo>
                  <a:lnTo>
                    <a:pt x="11028" y="107409"/>
                  </a:lnTo>
                  <a:lnTo>
                    <a:pt x="9213" y="112384"/>
                  </a:lnTo>
                  <a:lnTo>
                    <a:pt x="7557" y="117413"/>
                  </a:lnTo>
                  <a:lnTo>
                    <a:pt x="6062" y="122493"/>
                  </a:lnTo>
                  <a:lnTo>
                    <a:pt x="4727" y="127618"/>
                  </a:lnTo>
                  <a:lnTo>
                    <a:pt x="3556" y="132782"/>
                  </a:lnTo>
                  <a:lnTo>
                    <a:pt x="2549" y="137981"/>
                  </a:lnTo>
                  <a:lnTo>
                    <a:pt x="1707" y="143209"/>
                  </a:lnTo>
                  <a:lnTo>
                    <a:pt x="1032" y="148461"/>
                  </a:lnTo>
                  <a:lnTo>
                    <a:pt x="522" y="153732"/>
                  </a:lnTo>
                  <a:lnTo>
                    <a:pt x="181" y="159017"/>
                  </a:lnTo>
                  <a:lnTo>
                    <a:pt x="6" y="164309"/>
                  </a:lnTo>
                  <a:lnTo>
                    <a:pt x="0" y="169605"/>
                  </a:lnTo>
                  <a:lnTo>
                    <a:pt x="161" y="174898"/>
                  </a:lnTo>
                  <a:lnTo>
                    <a:pt x="489" y="180183"/>
                  </a:lnTo>
                  <a:lnTo>
                    <a:pt x="985" y="185455"/>
                  </a:lnTo>
                  <a:lnTo>
                    <a:pt x="1648" y="190709"/>
                  </a:lnTo>
                  <a:lnTo>
                    <a:pt x="2476" y="195939"/>
                  </a:lnTo>
                  <a:lnTo>
                    <a:pt x="3470" y="201141"/>
                  </a:lnTo>
                  <a:lnTo>
                    <a:pt x="4629" y="206308"/>
                  </a:lnTo>
                  <a:lnTo>
                    <a:pt x="5950" y="211436"/>
                  </a:lnTo>
                  <a:lnTo>
                    <a:pt x="7433" y="216519"/>
                  </a:lnTo>
                  <a:lnTo>
                    <a:pt x="9076" y="221554"/>
                  </a:lnTo>
                  <a:lnTo>
                    <a:pt x="10878" y="226533"/>
                  </a:lnTo>
                  <a:lnTo>
                    <a:pt x="12837" y="231453"/>
                  </a:lnTo>
                  <a:lnTo>
                    <a:pt x="14951" y="236308"/>
                  </a:lnTo>
                  <a:lnTo>
                    <a:pt x="17217" y="241094"/>
                  </a:lnTo>
                  <a:lnTo>
                    <a:pt x="19634" y="245806"/>
                  </a:lnTo>
                  <a:lnTo>
                    <a:pt x="22198" y="250439"/>
                  </a:lnTo>
                  <a:lnTo>
                    <a:pt x="24909" y="254988"/>
                  </a:lnTo>
                  <a:lnTo>
                    <a:pt x="27762" y="259449"/>
                  </a:lnTo>
                  <a:lnTo>
                    <a:pt x="30755" y="263818"/>
                  </a:lnTo>
                  <a:lnTo>
                    <a:pt x="33884" y="268090"/>
                  </a:lnTo>
                  <a:lnTo>
                    <a:pt x="37148" y="272260"/>
                  </a:lnTo>
                  <a:lnTo>
                    <a:pt x="40542" y="276325"/>
                  </a:lnTo>
                  <a:lnTo>
                    <a:pt x="44063" y="280280"/>
                  </a:lnTo>
                  <a:lnTo>
                    <a:pt x="47707" y="284122"/>
                  </a:lnTo>
                  <a:lnTo>
                    <a:pt x="51471" y="287847"/>
                  </a:lnTo>
                  <a:lnTo>
                    <a:pt x="55352" y="291450"/>
                  </a:lnTo>
                  <a:lnTo>
                    <a:pt x="59344" y="294929"/>
                  </a:lnTo>
                  <a:lnTo>
                    <a:pt x="63445" y="298279"/>
                  </a:lnTo>
                  <a:lnTo>
                    <a:pt x="67650" y="301498"/>
                  </a:lnTo>
                  <a:lnTo>
                    <a:pt x="71955" y="304582"/>
                  </a:lnTo>
                  <a:lnTo>
                    <a:pt x="76355" y="307528"/>
                  </a:lnTo>
                  <a:lnTo>
                    <a:pt x="80846" y="310334"/>
                  </a:lnTo>
                  <a:lnTo>
                    <a:pt x="85424" y="312995"/>
                  </a:lnTo>
                  <a:lnTo>
                    <a:pt x="90084" y="315511"/>
                  </a:lnTo>
                  <a:lnTo>
                    <a:pt x="94821" y="317877"/>
                  </a:lnTo>
                  <a:lnTo>
                    <a:pt x="99631" y="320093"/>
                  </a:lnTo>
                  <a:lnTo>
                    <a:pt x="104509" y="322154"/>
                  </a:lnTo>
                  <a:lnTo>
                    <a:pt x="109449" y="324061"/>
                  </a:lnTo>
                  <a:lnTo>
                    <a:pt x="114448" y="325809"/>
                  </a:lnTo>
                  <a:lnTo>
                    <a:pt x="119499" y="327399"/>
                  </a:lnTo>
                  <a:lnTo>
                    <a:pt x="124598" y="328828"/>
                  </a:lnTo>
                  <a:lnTo>
                    <a:pt x="129740" y="330095"/>
                  </a:lnTo>
                  <a:lnTo>
                    <a:pt x="134919" y="331198"/>
                  </a:lnTo>
                  <a:lnTo>
                    <a:pt x="140131" y="332136"/>
                  </a:lnTo>
                  <a:lnTo>
                    <a:pt x="145369" y="332909"/>
                  </a:lnTo>
                  <a:lnTo>
                    <a:pt x="150630" y="333516"/>
                  </a:lnTo>
                  <a:lnTo>
                    <a:pt x="155907" y="333956"/>
                  </a:lnTo>
                  <a:lnTo>
                    <a:pt x="161196" y="334228"/>
                  </a:lnTo>
                  <a:lnTo>
                    <a:pt x="166490" y="334333"/>
                  </a:lnTo>
                  <a:lnTo>
                    <a:pt x="171785" y="334270"/>
                  </a:lnTo>
                  <a:lnTo>
                    <a:pt x="177076" y="334039"/>
                  </a:lnTo>
                  <a:lnTo>
                    <a:pt x="182356" y="333641"/>
                  </a:lnTo>
                  <a:lnTo>
                    <a:pt x="187621" y="333076"/>
                  </a:lnTo>
                  <a:lnTo>
                    <a:pt x="192866" y="332344"/>
                  </a:lnTo>
                  <a:lnTo>
                    <a:pt x="198085" y="331447"/>
                  </a:lnTo>
                  <a:lnTo>
                    <a:pt x="203273" y="330385"/>
                  </a:lnTo>
                  <a:lnTo>
                    <a:pt x="208424" y="329159"/>
                  </a:lnTo>
                  <a:lnTo>
                    <a:pt x="213534" y="327770"/>
                  </a:lnTo>
                  <a:lnTo>
                    <a:pt x="218598" y="326220"/>
                  </a:lnTo>
                  <a:lnTo>
                    <a:pt x="223610" y="324511"/>
                  </a:lnTo>
                  <a:lnTo>
                    <a:pt x="228565" y="322644"/>
                  </a:lnTo>
                  <a:lnTo>
                    <a:pt x="233459" y="320620"/>
                  </a:lnTo>
                  <a:lnTo>
                    <a:pt x="238286" y="318443"/>
                  </a:lnTo>
                  <a:lnTo>
                    <a:pt x="243042" y="316114"/>
                  </a:lnTo>
                  <a:lnTo>
                    <a:pt x="247722" y="313635"/>
                  </a:lnTo>
                  <a:lnTo>
                    <a:pt x="252320" y="311010"/>
                  </a:lnTo>
                  <a:lnTo>
                    <a:pt x="256834" y="308240"/>
                  </a:lnTo>
                  <a:lnTo>
                    <a:pt x="261257" y="305329"/>
                  </a:lnTo>
                  <a:lnTo>
                    <a:pt x="265586" y="302279"/>
                  </a:lnTo>
                  <a:lnTo>
                    <a:pt x="269816" y="299093"/>
                  </a:lnTo>
                  <a:lnTo>
                    <a:pt x="273943" y="295775"/>
                  </a:lnTo>
                  <a:lnTo>
                    <a:pt x="277963" y="292328"/>
                  </a:lnTo>
                  <a:lnTo>
                    <a:pt x="281872" y="288755"/>
                  </a:lnTo>
                  <a:lnTo>
                    <a:pt x="285665" y="285060"/>
                  </a:lnTo>
                  <a:lnTo>
                    <a:pt x="289340" y="281247"/>
                  </a:lnTo>
                  <a:lnTo>
                    <a:pt x="292892" y="277320"/>
                  </a:lnTo>
                  <a:lnTo>
                    <a:pt x="296318" y="273282"/>
                  </a:lnTo>
                  <a:lnTo>
                    <a:pt x="299614" y="269138"/>
                  </a:lnTo>
                  <a:lnTo>
                    <a:pt x="302777" y="264891"/>
                  </a:lnTo>
                  <a:lnTo>
                    <a:pt x="305805" y="260546"/>
                  </a:lnTo>
                  <a:lnTo>
                    <a:pt x="308693" y="256107"/>
                  </a:lnTo>
                  <a:lnTo>
                    <a:pt x="311439" y="251579"/>
                  </a:lnTo>
                  <a:lnTo>
                    <a:pt x="314040" y="246967"/>
                  </a:lnTo>
                  <a:lnTo>
                    <a:pt x="316494" y="242274"/>
                  </a:lnTo>
                  <a:lnTo>
                    <a:pt x="318798" y="237506"/>
                  </a:lnTo>
                  <a:lnTo>
                    <a:pt x="320950" y="232668"/>
                  </a:lnTo>
                  <a:lnTo>
                    <a:pt x="322947" y="227763"/>
                  </a:lnTo>
                  <a:lnTo>
                    <a:pt x="324788" y="222798"/>
                  </a:lnTo>
                  <a:lnTo>
                    <a:pt x="326471" y="217777"/>
                  </a:lnTo>
                  <a:lnTo>
                    <a:pt x="327994" y="212706"/>
                  </a:lnTo>
                  <a:lnTo>
                    <a:pt x="329356" y="207588"/>
                  </a:lnTo>
                  <a:lnTo>
                    <a:pt x="330555" y="202430"/>
                  </a:lnTo>
                  <a:lnTo>
                    <a:pt x="331590" y="197237"/>
                  </a:lnTo>
                  <a:lnTo>
                    <a:pt x="332460" y="192014"/>
                  </a:lnTo>
                  <a:lnTo>
                    <a:pt x="333164" y="186765"/>
                  </a:lnTo>
                  <a:lnTo>
                    <a:pt x="333701" y="181497"/>
                  </a:lnTo>
                  <a:lnTo>
                    <a:pt x="334072" y="176214"/>
                  </a:lnTo>
                  <a:lnTo>
                    <a:pt x="334274" y="170923"/>
                  </a:lnTo>
                  <a:lnTo>
                    <a:pt x="334310" y="165628"/>
                  </a:lnTo>
                  <a:lnTo>
                    <a:pt x="334177" y="160334"/>
                  </a:lnTo>
                  <a:lnTo>
                    <a:pt x="333877" y="155047"/>
                  </a:lnTo>
                  <a:lnTo>
                    <a:pt x="333409" y="149772"/>
                  </a:lnTo>
                  <a:lnTo>
                    <a:pt x="332775" y="144515"/>
                  </a:lnTo>
                  <a:lnTo>
                    <a:pt x="331974" y="139280"/>
                  </a:lnTo>
                  <a:lnTo>
                    <a:pt x="331008" y="134073"/>
                  </a:lnTo>
                  <a:lnTo>
                    <a:pt x="329878" y="128900"/>
                  </a:lnTo>
                  <a:lnTo>
                    <a:pt x="328584" y="123765"/>
                  </a:lnTo>
                  <a:lnTo>
                    <a:pt x="327128" y="118674"/>
                  </a:lnTo>
                  <a:lnTo>
                    <a:pt x="325512" y="113631"/>
                  </a:lnTo>
                  <a:lnTo>
                    <a:pt x="323737" y="108642"/>
                  </a:lnTo>
                  <a:lnTo>
                    <a:pt x="321805" y="103711"/>
                  </a:lnTo>
                  <a:lnTo>
                    <a:pt x="319717" y="98845"/>
                  </a:lnTo>
                  <a:lnTo>
                    <a:pt x="317477" y="94047"/>
                  </a:lnTo>
                  <a:lnTo>
                    <a:pt x="315085" y="89322"/>
                  </a:lnTo>
                  <a:lnTo>
                    <a:pt x="312546" y="84675"/>
                  </a:lnTo>
                  <a:lnTo>
                    <a:pt x="309860" y="80111"/>
                  </a:lnTo>
                  <a:lnTo>
                    <a:pt x="307031" y="75635"/>
                  </a:lnTo>
                  <a:lnTo>
                    <a:pt x="304061" y="71250"/>
                  </a:lnTo>
                  <a:lnTo>
                    <a:pt x="300955" y="66962"/>
                  </a:lnTo>
                  <a:lnTo>
                    <a:pt x="297714" y="62774"/>
                  </a:lnTo>
                  <a:lnTo>
                    <a:pt x="294342" y="58691"/>
                  </a:lnTo>
                  <a:lnTo>
                    <a:pt x="290842" y="54717"/>
                  </a:lnTo>
                  <a:lnTo>
                    <a:pt x="287218" y="50855"/>
                  </a:lnTo>
                  <a:lnTo>
                    <a:pt x="283474" y="47111"/>
                  </a:lnTo>
                  <a:lnTo>
                    <a:pt x="279613" y="43486"/>
                  </a:lnTo>
                  <a:lnTo>
                    <a:pt x="275639" y="39986"/>
                  </a:lnTo>
                  <a:lnTo>
                    <a:pt x="271557" y="36614"/>
                  </a:lnTo>
                  <a:lnTo>
                    <a:pt x="267369" y="33372"/>
                  </a:lnTo>
                  <a:lnTo>
                    <a:pt x="263081" y="30265"/>
                  </a:lnTo>
                  <a:lnTo>
                    <a:pt x="258697" y="27295"/>
                  </a:lnTo>
                  <a:lnTo>
                    <a:pt x="254221" y="24466"/>
                  </a:lnTo>
                  <a:lnTo>
                    <a:pt x="249657" y="21780"/>
                  </a:lnTo>
                  <a:lnTo>
                    <a:pt x="245011" y="19239"/>
                  </a:lnTo>
                  <a:lnTo>
                    <a:pt x="240286" y="16847"/>
                  </a:lnTo>
                  <a:lnTo>
                    <a:pt x="235488" y="14606"/>
                  </a:lnTo>
                  <a:lnTo>
                    <a:pt x="230622" y="12518"/>
                  </a:lnTo>
                  <a:lnTo>
                    <a:pt x="225692" y="10585"/>
                  </a:lnTo>
                  <a:lnTo>
                    <a:pt x="220703" y="8810"/>
                  </a:lnTo>
                  <a:lnTo>
                    <a:pt x="215660" y="7193"/>
                  </a:lnTo>
                  <a:lnTo>
                    <a:pt x="210569" y="5737"/>
                  </a:lnTo>
                  <a:lnTo>
                    <a:pt x="205434" y="4442"/>
                  </a:lnTo>
                  <a:lnTo>
                    <a:pt x="200261" y="3311"/>
                  </a:lnTo>
                  <a:lnTo>
                    <a:pt x="195054" y="2345"/>
                  </a:lnTo>
                  <a:lnTo>
                    <a:pt x="189820" y="1544"/>
                  </a:lnTo>
                  <a:lnTo>
                    <a:pt x="184563" y="909"/>
                  </a:lnTo>
                  <a:lnTo>
                    <a:pt x="179288" y="441"/>
                  </a:lnTo>
                  <a:lnTo>
                    <a:pt x="174001" y="140"/>
                  </a:lnTo>
                  <a:lnTo>
                    <a:pt x="168707" y="7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488720" y="5018213"/>
              <a:ext cx="1557" cy="167167"/>
            </a:xfrm>
            <a:custGeom>
              <a:avLst/>
              <a:pathLst>
                <a:path w="1557" h="167167">
                  <a:moveTo>
                    <a:pt x="1557" y="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810289" y="5269756"/>
              <a:ext cx="154212" cy="167167"/>
            </a:xfrm>
            <a:custGeom>
              <a:avLst/>
              <a:pathLst>
                <a:path w="154212" h="167167">
                  <a:moveTo>
                    <a:pt x="154212" y="0"/>
                  </a:moveTo>
                  <a:lnTo>
                    <a:pt x="148759" y="88"/>
                  </a:lnTo>
                  <a:lnTo>
                    <a:pt x="143312" y="355"/>
                  </a:lnTo>
                  <a:lnTo>
                    <a:pt x="137876" y="800"/>
                  </a:lnTo>
                  <a:lnTo>
                    <a:pt x="132458" y="1421"/>
                  </a:lnTo>
                  <a:lnTo>
                    <a:pt x="127063" y="2219"/>
                  </a:lnTo>
                  <a:lnTo>
                    <a:pt x="121697" y="3192"/>
                  </a:lnTo>
                  <a:lnTo>
                    <a:pt x="116365" y="4340"/>
                  </a:lnTo>
                  <a:lnTo>
                    <a:pt x="111074" y="5661"/>
                  </a:lnTo>
                  <a:lnTo>
                    <a:pt x="105829" y="7154"/>
                  </a:lnTo>
                  <a:lnTo>
                    <a:pt x="100635" y="8818"/>
                  </a:lnTo>
                  <a:lnTo>
                    <a:pt x="95498" y="10650"/>
                  </a:lnTo>
                  <a:lnTo>
                    <a:pt x="90424" y="12648"/>
                  </a:lnTo>
                  <a:lnTo>
                    <a:pt x="85418" y="14811"/>
                  </a:lnTo>
                  <a:lnTo>
                    <a:pt x="80485" y="17136"/>
                  </a:lnTo>
                  <a:lnTo>
                    <a:pt x="75630" y="19621"/>
                  </a:lnTo>
                  <a:lnTo>
                    <a:pt x="70859" y="22263"/>
                  </a:lnTo>
                  <a:lnTo>
                    <a:pt x="66176" y="25059"/>
                  </a:lnTo>
                  <a:lnTo>
                    <a:pt x="61588" y="28006"/>
                  </a:lnTo>
                  <a:lnTo>
                    <a:pt x="57098" y="31101"/>
                  </a:lnTo>
                  <a:lnTo>
                    <a:pt x="52711" y="34342"/>
                  </a:lnTo>
                  <a:lnTo>
                    <a:pt x="48432" y="37723"/>
                  </a:lnTo>
                  <a:lnTo>
                    <a:pt x="44266" y="41243"/>
                  </a:lnTo>
                  <a:lnTo>
                    <a:pt x="40217" y="44896"/>
                  </a:lnTo>
                  <a:lnTo>
                    <a:pt x="36289" y="48680"/>
                  </a:lnTo>
                  <a:lnTo>
                    <a:pt x="32487" y="52589"/>
                  </a:lnTo>
                  <a:lnTo>
                    <a:pt x="28814" y="56621"/>
                  </a:lnTo>
                  <a:lnTo>
                    <a:pt x="25275" y="60770"/>
                  </a:lnTo>
                  <a:lnTo>
                    <a:pt x="21873" y="65032"/>
                  </a:lnTo>
                  <a:lnTo>
                    <a:pt x="18612" y="69404"/>
                  </a:lnTo>
                  <a:lnTo>
                    <a:pt x="15495" y="73879"/>
                  </a:lnTo>
                  <a:lnTo>
                    <a:pt x="12526" y="78453"/>
                  </a:lnTo>
                  <a:lnTo>
                    <a:pt x="9708" y="83122"/>
                  </a:lnTo>
                  <a:lnTo>
                    <a:pt x="7043" y="87881"/>
                  </a:lnTo>
                  <a:lnTo>
                    <a:pt x="4535" y="92724"/>
                  </a:lnTo>
                  <a:lnTo>
                    <a:pt x="2186" y="97646"/>
                  </a:lnTo>
                  <a:lnTo>
                    <a:pt x="0" y="102642"/>
                  </a:lnTo>
                  <a:lnTo>
                    <a:pt x="15421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797354" y="5269756"/>
              <a:ext cx="334294" cy="334334"/>
            </a:xfrm>
            <a:custGeom>
              <a:avLst/>
              <a:pathLst>
                <a:path w="334294" h="334334">
                  <a:moveTo>
                    <a:pt x="12935" y="102642"/>
                  </a:moveTo>
                  <a:lnTo>
                    <a:pt x="10965" y="107566"/>
                  </a:lnTo>
                  <a:lnTo>
                    <a:pt x="9153" y="112551"/>
                  </a:lnTo>
                  <a:lnTo>
                    <a:pt x="7500" y="117591"/>
                  </a:lnTo>
                  <a:lnTo>
                    <a:pt x="6007" y="122681"/>
                  </a:lnTo>
                  <a:lnTo>
                    <a:pt x="4677" y="127816"/>
                  </a:lnTo>
                  <a:lnTo>
                    <a:pt x="3510" y="132990"/>
                  </a:lnTo>
                  <a:lnTo>
                    <a:pt x="2508" y="138199"/>
                  </a:lnTo>
                  <a:lnTo>
                    <a:pt x="1672" y="143437"/>
                  </a:lnTo>
                  <a:lnTo>
                    <a:pt x="1003" y="148698"/>
                  </a:lnTo>
                  <a:lnTo>
                    <a:pt x="500" y="153979"/>
                  </a:lnTo>
                  <a:lnTo>
                    <a:pt x="166" y="159272"/>
                  </a:lnTo>
                  <a:lnTo>
                    <a:pt x="0" y="164574"/>
                  </a:lnTo>
                  <a:lnTo>
                    <a:pt x="1" y="169878"/>
                  </a:lnTo>
                  <a:lnTo>
                    <a:pt x="172" y="175179"/>
                  </a:lnTo>
                  <a:lnTo>
                    <a:pt x="510" y="180473"/>
                  </a:lnTo>
                  <a:lnTo>
                    <a:pt x="1016" y="185753"/>
                  </a:lnTo>
                  <a:lnTo>
                    <a:pt x="1689" y="191014"/>
                  </a:lnTo>
                  <a:lnTo>
                    <a:pt x="2529" y="196251"/>
                  </a:lnTo>
                  <a:lnTo>
                    <a:pt x="3534" y="201459"/>
                  </a:lnTo>
                  <a:lnTo>
                    <a:pt x="4705" y="206633"/>
                  </a:lnTo>
                  <a:lnTo>
                    <a:pt x="6039" y="211766"/>
                  </a:lnTo>
                  <a:lnTo>
                    <a:pt x="7535" y="216855"/>
                  </a:lnTo>
                  <a:lnTo>
                    <a:pt x="9191" y="221894"/>
                  </a:lnTo>
                  <a:lnTo>
                    <a:pt x="11007" y="226877"/>
                  </a:lnTo>
                  <a:lnTo>
                    <a:pt x="12980" y="231801"/>
                  </a:lnTo>
                  <a:lnTo>
                    <a:pt x="15108" y="236660"/>
                  </a:lnTo>
                  <a:lnTo>
                    <a:pt x="17389" y="241448"/>
                  </a:lnTo>
                  <a:lnTo>
                    <a:pt x="19821" y="246162"/>
                  </a:lnTo>
                  <a:lnTo>
                    <a:pt x="22402" y="250796"/>
                  </a:lnTo>
                  <a:lnTo>
                    <a:pt x="25128" y="255346"/>
                  </a:lnTo>
                  <a:lnTo>
                    <a:pt x="27997" y="259807"/>
                  </a:lnTo>
                  <a:lnTo>
                    <a:pt x="31006" y="264175"/>
                  </a:lnTo>
                  <a:lnTo>
                    <a:pt x="34152" y="268446"/>
                  </a:lnTo>
                  <a:lnTo>
                    <a:pt x="37432" y="272614"/>
                  </a:lnTo>
                  <a:lnTo>
                    <a:pt x="40843" y="276676"/>
                  </a:lnTo>
                  <a:lnTo>
                    <a:pt x="44381" y="280628"/>
                  </a:lnTo>
                  <a:lnTo>
                    <a:pt x="48042" y="284466"/>
                  </a:lnTo>
                  <a:lnTo>
                    <a:pt x="51823" y="288185"/>
                  </a:lnTo>
                  <a:lnTo>
                    <a:pt x="55721" y="291783"/>
                  </a:lnTo>
                  <a:lnTo>
                    <a:pt x="59730" y="295255"/>
                  </a:lnTo>
                  <a:lnTo>
                    <a:pt x="63848" y="298599"/>
                  </a:lnTo>
                  <a:lnTo>
                    <a:pt x="68070" y="301810"/>
                  </a:lnTo>
                  <a:lnTo>
                    <a:pt x="72391" y="304885"/>
                  </a:lnTo>
                  <a:lnTo>
                    <a:pt x="76808" y="307822"/>
                  </a:lnTo>
                  <a:lnTo>
                    <a:pt x="81316" y="310617"/>
                  </a:lnTo>
                  <a:lnTo>
                    <a:pt x="85910" y="313268"/>
                  </a:lnTo>
                  <a:lnTo>
                    <a:pt x="90586" y="315772"/>
                  </a:lnTo>
                  <a:lnTo>
                    <a:pt x="95340" y="318126"/>
                  </a:lnTo>
                  <a:lnTo>
                    <a:pt x="100165" y="320328"/>
                  </a:lnTo>
                  <a:lnTo>
                    <a:pt x="105058" y="322376"/>
                  </a:lnTo>
                  <a:lnTo>
                    <a:pt x="110013" y="324268"/>
                  </a:lnTo>
                  <a:lnTo>
                    <a:pt x="115026" y="326001"/>
                  </a:lnTo>
                  <a:lnTo>
                    <a:pt x="120091" y="327575"/>
                  </a:lnTo>
                  <a:lnTo>
                    <a:pt x="125204" y="328987"/>
                  </a:lnTo>
                  <a:lnTo>
                    <a:pt x="130359" y="330236"/>
                  </a:lnTo>
                  <a:lnTo>
                    <a:pt x="135551" y="331321"/>
                  </a:lnTo>
                  <a:lnTo>
                    <a:pt x="140775" y="332241"/>
                  </a:lnTo>
                  <a:lnTo>
                    <a:pt x="146025" y="332995"/>
                  </a:lnTo>
                  <a:lnTo>
                    <a:pt x="151297" y="333581"/>
                  </a:lnTo>
                  <a:lnTo>
                    <a:pt x="156584" y="334000"/>
                  </a:lnTo>
                  <a:lnTo>
                    <a:pt x="161883" y="334251"/>
                  </a:lnTo>
                  <a:lnTo>
                    <a:pt x="167186" y="334334"/>
                  </a:lnTo>
                  <a:lnTo>
                    <a:pt x="172490" y="334249"/>
                  </a:lnTo>
                  <a:lnTo>
                    <a:pt x="177788" y="333995"/>
                  </a:lnTo>
                  <a:lnTo>
                    <a:pt x="183075" y="333574"/>
                  </a:lnTo>
                  <a:lnTo>
                    <a:pt x="188346" y="332985"/>
                  </a:lnTo>
                  <a:lnTo>
                    <a:pt x="193596" y="332229"/>
                  </a:lnTo>
                  <a:lnTo>
                    <a:pt x="198820" y="331306"/>
                  </a:lnTo>
                  <a:lnTo>
                    <a:pt x="204011" y="330219"/>
                  </a:lnTo>
                  <a:lnTo>
                    <a:pt x="209166" y="328967"/>
                  </a:lnTo>
                  <a:lnTo>
                    <a:pt x="214278" y="327553"/>
                  </a:lnTo>
                  <a:lnTo>
                    <a:pt x="219342" y="325977"/>
                  </a:lnTo>
                  <a:lnTo>
                    <a:pt x="224354" y="324241"/>
                  </a:lnTo>
                  <a:lnTo>
                    <a:pt x="229309" y="322347"/>
                  </a:lnTo>
                  <a:lnTo>
                    <a:pt x="234201" y="320297"/>
                  </a:lnTo>
                  <a:lnTo>
                    <a:pt x="239025" y="318092"/>
                  </a:lnTo>
                  <a:lnTo>
                    <a:pt x="243777" y="315736"/>
                  </a:lnTo>
                  <a:lnTo>
                    <a:pt x="248452" y="313230"/>
                  </a:lnTo>
                  <a:lnTo>
                    <a:pt x="253045" y="310577"/>
                  </a:lnTo>
                  <a:lnTo>
                    <a:pt x="257551" y="307780"/>
                  </a:lnTo>
                  <a:lnTo>
                    <a:pt x="261967" y="304841"/>
                  </a:lnTo>
                  <a:lnTo>
                    <a:pt x="266287" y="301763"/>
                  </a:lnTo>
                  <a:lnTo>
                    <a:pt x="270507" y="298550"/>
                  </a:lnTo>
                  <a:lnTo>
                    <a:pt x="274623" y="295205"/>
                  </a:lnTo>
                  <a:lnTo>
                    <a:pt x="278631" y="291731"/>
                  </a:lnTo>
                  <a:lnTo>
                    <a:pt x="282527" y="288131"/>
                  </a:lnTo>
                  <a:lnTo>
                    <a:pt x="286307" y="284410"/>
                  </a:lnTo>
                  <a:lnTo>
                    <a:pt x="289966" y="280570"/>
                  </a:lnTo>
                  <a:lnTo>
                    <a:pt x="293502" y="276617"/>
                  </a:lnTo>
                  <a:lnTo>
                    <a:pt x="296911" y="272553"/>
                  </a:lnTo>
                  <a:lnTo>
                    <a:pt x="300189" y="268383"/>
                  </a:lnTo>
                  <a:lnTo>
                    <a:pt x="303333" y="264111"/>
                  </a:lnTo>
                  <a:lnTo>
                    <a:pt x="306340" y="259742"/>
                  </a:lnTo>
                  <a:lnTo>
                    <a:pt x="309207" y="255279"/>
                  </a:lnTo>
                  <a:lnTo>
                    <a:pt x="311931" y="250728"/>
                  </a:lnTo>
                  <a:lnTo>
                    <a:pt x="314509" y="246093"/>
                  </a:lnTo>
                  <a:lnTo>
                    <a:pt x="316939" y="241378"/>
                  </a:lnTo>
                  <a:lnTo>
                    <a:pt x="319218" y="236588"/>
                  </a:lnTo>
                  <a:lnTo>
                    <a:pt x="321344" y="231729"/>
                  </a:lnTo>
                  <a:lnTo>
                    <a:pt x="323315" y="226804"/>
                  </a:lnTo>
                  <a:lnTo>
                    <a:pt x="325128" y="221820"/>
                  </a:lnTo>
                  <a:lnTo>
                    <a:pt x="326782" y="216780"/>
                  </a:lnTo>
                  <a:lnTo>
                    <a:pt x="328276" y="211691"/>
                  </a:lnTo>
                  <a:lnTo>
                    <a:pt x="329607" y="206556"/>
                  </a:lnTo>
                  <a:lnTo>
                    <a:pt x="330775" y="201382"/>
                  </a:lnTo>
                  <a:lnTo>
                    <a:pt x="331778" y="196174"/>
                  </a:lnTo>
                  <a:lnTo>
                    <a:pt x="332616" y="190936"/>
                  </a:lnTo>
                  <a:lnTo>
                    <a:pt x="333287" y="185675"/>
                  </a:lnTo>
                  <a:lnTo>
                    <a:pt x="333790" y="180394"/>
                  </a:lnTo>
                  <a:lnTo>
                    <a:pt x="334126" y="175101"/>
                  </a:lnTo>
                  <a:lnTo>
                    <a:pt x="334294" y="169799"/>
                  </a:lnTo>
                  <a:lnTo>
                    <a:pt x="334293" y="164495"/>
                  </a:lnTo>
                  <a:lnTo>
                    <a:pt x="334124" y="159194"/>
                  </a:lnTo>
                  <a:lnTo>
                    <a:pt x="333787" y="153900"/>
                  </a:lnTo>
                  <a:lnTo>
                    <a:pt x="333282" y="148620"/>
                  </a:lnTo>
                  <a:lnTo>
                    <a:pt x="332610" y="143359"/>
                  </a:lnTo>
                  <a:lnTo>
                    <a:pt x="331772" y="138121"/>
                  </a:lnTo>
                  <a:lnTo>
                    <a:pt x="330767" y="132913"/>
                  </a:lnTo>
                  <a:lnTo>
                    <a:pt x="329598" y="127740"/>
                  </a:lnTo>
                  <a:lnTo>
                    <a:pt x="328266" y="122606"/>
                  </a:lnTo>
                  <a:lnTo>
                    <a:pt x="326771" y="117516"/>
                  </a:lnTo>
                  <a:lnTo>
                    <a:pt x="325115" y="112477"/>
                  </a:lnTo>
                  <a:lnTo>
                    <a:pt x="323301" y="107493"/>
                  </a:lnTo>
                  <a:lnTo>
                    <a:pt x="321329" y="102569"/>
                  </a:lnTo>
                  <a:lnTo>
                    <a:pt x="319202" y="97710"/>
                  </a:lnTo>
                  <a:lnTo>
                    <a:pt x="316922" y="92921"/>
                  </a:lnTo>
                  <a:lnTo>
                    <a:pt x="314491" y="88207"/>
                  </a:lnTo>
                  <a:lnTo>
                    <a:pt x="311912" y="83572"/>
                  </a:lnTo>
                  <a:lnTo>
                    <a:pt x="309187" y="79021"/>
                  </a:lnTo>
                  <a:lnTo>
                    <a:pt x="306319" y="74559"/>
                  </a:lnTo>
                  <a:lnTo>
                    <a:pt x="303311" y="70191"/>
                  </a:lnTo>
                  <a:lnTo>
                    <a:pt x="300165" y="65920"/>
                  </a:lnTo>
                  <a:lnTo>
                    <a:pt x="296886" y="61750"/>
                  </a:lnTo>
                  <a:lnTo>
                    <a:pt x="293477" y="57687"/>
                  </a:lnTo>
                  <a:lnTo>
                    <a:pt x="289940" y="53735"/>
                  </a:lnTo>
                  <a:lnTo>
                    <a:pt x="286279" y="49896"/>
                  </a:lnTo>
                  <a:lnTo>
                    <a:pt x="282499" y="46176"/>
                  </a:lnTo>
                  <a:lnTo>
                    <a:pt x="278602" y="42577"/>
                  </a:lnTo>
                  <a:lnTo>
                    <a:pt x="274593" y="39104"/>
                  </a:lnTo>
                  <a:lnTo>
                    <a:pt x="270476" y="35759"/>
                  </a:lnTo>
                  <a:lnTo>
                    <a:pt x="266255" y="32547"/>
                  </a:lnTo>
                  <a:lnTo>
                    <a:pt x="261935" y="29471"/>
                  </a:lnTo>
                  <a:lnTo>
                    <a:pt x="257518" y="26533"/>
                  </a:lnTo>
                  <a:lnTo>
                    <a:pt x="253011" y="23737"/>
                  </a:lnTo>
                  <a:lnTo>
                    <a:pt x="248418" y="21085"/>
                  </a:lnTo>
                  <a:lnTo>
                    <a:pt x="243742" y="18580"/>
                  </a:lnTo>
                  <a:lnTo>
                    <a:pt x="238990" y="16225"/>
                  </a:lnTo>
                  <a:lnTo>
                    <a:pt x="234165" y="14021"/>
                  </a:lnTo>
                  <a:lnTo>
                    <a:pt x="229272" y="11972"/>
                  </a:lnTo>
                  <a:lnTo>
                    <a:pt x="224317" y="10079"/>
                  </a:lnTo>
                  <a:lnTo>
                    <a:pt x="219305" y="8345"/>
                  </a:lnTo>
                  <a:lnTo>
                    <a:pt x="214240" y="6770"/>
                  </a:lnTo>
                  <a:lnTo>
                    <a:pt x="209128" y="5357"/>
                  </a:lnTo>
                  <a:lnTo>
                    <a:pt x="203973" y="4106"/>
                  </a:lnTo>
                  <a:lnTo>
                    <a:pt x="198781" y="3020"/>
                  </a:lnTo>
                  <a:lnTo>
                    <a:pt x="193558" y="2099"/>
                  </a:lnTo>
                  <a:lnTo>
                    <a:pt x="188307" y="1344"/>
                  </a:lnTo>
                  <a:lnTo>
                    <a:pt x="183036" y="756"/>
                  </a:lnTo>
                  <a:lnTo>
                    <a:pt x="177748" y="336"/>
                  </a:lnTo>
                  <a:lnTo>
                    <a:pt x="172450" y="84"/>
                  </a:lnTo>
                  <a:lnTo>
                    <a:pt x="167147" y="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9685" y="5399291"/>
              <a:ext cx="6530" cy="167167"/>
            </a:xfrm>
            <a:custGeom>
              <a:avLst/>
              <a:pathLst>
                <a:path w="6530" h="167167">
                  <a:moveTo>
                    <a:pt x="6530" y="0"/>
                  </a:moveTo>
                  <a:lnTo>
                    <a:pt x="0" y="127"/>
                  </a:lnTo>
                  <a:lnTo>
                    <a:pt x="653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9685" y="5399419"/>
              <a:ext cx="6530" cy="167039"/>
            </a:xfrm>
            <a:custGeom>
              <a:avLst/>
              <a:pathLst>
                <a:path w="6530" h="167039">
                  <a:moveTo>
                    <a:pt x="0" y="0"/>
                  </a:moveTo>
                  <a:lnTo>
                    <a:pt x="6530" y="1670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9685" y="5399419"/>
              <a:ext cx="6530" cy="167039"/>
            </a:xfrm>
            <a:custGeom>
              <a:avLst/>
              <a:pathLst>
                <a:path w="6530" h="167039">
                  <a:moveTo>
                    <a:pt x="0" y="0"/>
                  </a:moveTo>
                  <a:lnTo>
                    <a:pt x="6530" y="1670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9685" y="5399419"/>
              <a:ext cx="6530" cy="167039"/>
            </a:xfrm>
            <a:custGeom>
              <a:avLst/>
              <a:pathLst>
                <a:path w="6530" h="167039">
                  <a:moveTo>
                    <a:pt x="0" y="0"/>
                  </a:moveTo>
                  <a:lnTo>
                    <a:pt x="6530" y="1670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9685" y="5399419"/>
              <a:ext cx="6530" cy="167039"/>
            </a:xfrm>
            <a:custGeom>
              <a:avLst/>
              <a:pathLst>
                <a:path w="6530" h="167039">
                  <a:moveTo>
                    <a:pt x="0" y="0"/>
                  </a:moveTo>
                  <a:lnTo>
                    <a:pt x="6530" y="1670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9685" y="5399419"/>
              <a:ext cx="6530" cy="167039"/>
            </a:xfrm>
            <a:custGeom>
              <a:avLst/>
              <a:pathLst>
                <a:path w="6530" h="167039">
                  <a:moveTo>
                    <a:pt x="0" y="0"/>
                  </a:moveTo>
                  <a:lnTo>
                    <a:pt x="6530" y="1670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79685" y="5399419"/>
              <a:ext cx="6530" cy="167039"/>
            </a:xfrm>
            <a:custGeom>
              <a:avLst/>
              <a:pathLst>
                <a:path w="6530" h="167039">
                  <a:moveTo>
                    <a:pt x="0" y="0"/>
                  </a:moveTo>
                  <a:lnTo>
                    <a:pt x="6530" y="1670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319056" y="5399419"/>
              <a:ext cx="334315" cy="334204"/>
            </a:xfrm>
            <a:custGeom>
              <a:avLst/>
              <a:pathLst>
                <a:path w="334315" h="334204">
                  <a:moveTo>
                    <a:pt x="160629" y="0"/>
                  </a:moveTo>
                  <a:lnTo>
                    <a:pt x="155336" y="291"/>
                  </a:lnTo>
                  <a:lnTo>
                    <a:pt x="150055" y="749"/>
                  </a:lnTo>
                  <a:lnTo>
                    <a:pt x="144791" y="1375"/>
                  </a:lnTo>
                  <a:lnTo>
                    <a:pt x="139550" y="2168"/>
                  </a:lnTo>
                  <a:lnTo>
                    <a:pt x="134336" y="3126"/>
                  </a:lnTo>
                  <a:lnTo>
                    <a:pt x="129156" y="4249"/>
                  </a:lnTo>
                  <a:lnTo>
                    <a:pt x="124013" y="5536"/>
                  </a:lnTo>
                  <a:lnTo>
                    <a:pt x="118914" y="6985"/>
                  </a:lnTo>
                  <a:lnTo>
                    <a:pt x="113864" y="8595"/>
                  </a:lnTo>
                  <a:lnTo>
                    <a:pt x="108867" y="10365"/>
                  </a:lnTo>
                  <a:lnTo>
                    <a:pt x="103928" y="12292"/>
                  </a:lnTo>
                  <a:lnTo>
                    <a:pt x="99054" y="14374"/>
                  </a:lnTo>
                  <a:lnTo>
                    <a:pt x="94247" y="16611"/>
                  </a:lnTo>
                  <a:lnTo>
                    <a:pt x="89514" y="18998"/>
                  </a:lnTo>
                  <a:lnTo>
                    <a:pt x="84860" y="21534"/>
                  </a:lnTo>
                  <a:lnTo>
                    <a:pt x="80288" y="24217"/>
                  </a:lnTo>
                  <a:lnTo>
                    <a:pt x="75803" y="27043"/>
                  </a:lnTo>
                  <a:lnTo>
                    <a:pt x="71410" y="30010"/>
                  </a:lnTo>
                  <a:lnTo>
                    <a:pt x="67113" y="33115"/>
                  </a:lnTo>
                  <a:lnTo>
                    <a:pt x="62917" y="36354"/>
                  </a:lnTo>
                  <a:lnTo>
                    <a:pt x="58826" y="39725"/>
                  </a:lnTo>
                  <a:lnTo>
                    <a:pt x="54844" y="43224"/>
                  </a:lnTo>
                  <a:lnTo>
                    <a:pt x="50975" y="46848"/>
                  </a:lnTo>
                  <a:lnTo>
                    <a:pt x="47222" y="50592"/>
                  </a:lnTo>
                  <a:lnTo>
                    <a:pt x="43590" y="54453"/>
                  </a:lnTo>
                  <a:lnTo>
                    <a:pt x="40083" y="58428"/>
                  </a:lnTo>
                  <a:lnTo>
                    <a:pt x="36703" y="62511"/>
                  </a:lnTo>
                  <a:lnTo>
                    <a:pt x="33454" y="66700"/>
                  </a:lnTo>
                  <a:lnTo>
                    <a:pt x="30340" y="70990"/>
                  </a:lnTo>
                  <a:lnTo>
                    <a:pt x="27363" y="75377"/>
                  </a:lnTo>
                  <a:lnTo>
                    <a:pt x="24527" y="79855"/>
                  </a:lnTo>
                  <a:lnTo>
                    <a:pt x="21835" y="84421"/>
                  </a:lnTo>
                  <a:lnTo>
                    <a:pt x="19288" y="89071"/>
                  </a:lnTo>
                  <a:lnTo>
                    <a:pt x="16891" y="93798"/>
                  </a:lnTo>
                  <a:lnTo>
                    <a:pt x="14644" y="98600"/>
                  </a:lnTo>
                  <a:lnTo>
                    <a:pt x="12551" y="103470"/>
                  </a:lnTo>
                  <a:lnTo>
                    <a:pt x="10613" y="108404"/>
                  </a:lnTo>
                  <a:lnTo>
                    <a:pt x="8832" y="113397"/>
                  </a:lnTo>
                  <a:lnTo>
                    <a:pt x="7211" y="118444"/>
                  </a:lnTo>
                  <a:lnTo>
                    <a:pt x="5751" y="123540"/>
                  </a:lnTo>
                  <a:lnTo>
                    <a:pt x="4453" y="128679"/>
                  </a:lnTo>
                  <a:lnTo>
                    <a:pt x="3318" y="133857"/>
                  </a:lnTo>
                  <a:lnTo>
                    <a:pt x="2348" y="139069"/>
                  </a:lnTo>
                  <a:lnTo>
                    <a:pt x="1544" y="144309"/>
                  </a:lnTo>
                  <a:lnTo>
                    <a:pt x="907" y="149571"/>
                  </a:lnTo>
                  <a:lnTo>
                    <a:pt x="437" y="154851"/>
                  </a:lnTo>
                  <a:lnTo>
                    <a:pt x="134" y="160144"/>
                  </a:lnTo>
                  <a:lnTo>
                    <a:pt x="0" y="165443"/>
                  </a:lnTo>
                  <a:lnTo>
                    <a:pt x="33" y="170744"/>
                  </a:lnTo>
                  <a:lnTo>
                    <a:pt x="234" y="176041"/>
                  </a:lnTo>
                  <a:lnTo>
                    <a:pt x="604" y="181329"/>
                  </a:lnTo>
                  <a:lnTo>
                    <a:pt x="1141" y="186603"/>
                  </a:lnTo>
                  <a:lnTo>
                    <a:pt x="1844" y="191857"/>
                  </a:lnTo>
                  <a:lnTo>
                    <a:pt x="2714" y="197086"/>
                  </a:lnTo>
                  <a:lnTo>
                    <a:pt x="3750" y="202285"/>
                  </a:lnTo>
                  <a:lnTo>
                    <a:pt x="4949" y="207448"/>
                  </a:lnTo>
                  <a:lnTo>
                    <a:pt x="6312" y="212571"/>
                  </a:lnTo>
                  <a:lnTo>
                    <a:pt x="7837" y="217648"/>
                  </a:lnTo>
                  <a:lnTo>
                    <a:pt x="9521" y="222674"/>
                  </a:lnTo>
                  <a:lnTo>
                    <a:pt x="11365" y="227644"/>
                  </a:lnTo>
                  <a:lnTo>
                    <a:pt x="13365" y="232554"/>
                  </a:lnTo>
                  <a:lnTo>
                    <a:pt x="15519" y="237397"/>
                  </a:lnTo>
                  <a:lnTo>
                    <a:pt x="17826" y="242170"/>
                  </a:lnTo>
                  <a:lnTo>
                    <a:pt x="20283" y="246867"/>
                  </a:lnTo>
                  <a:lnTo>
                    <a:pt x="22888" y="251484"/>
                  </a:lnTo>
                  <a:lnTo>
                    <a:pt x="25638" y="256015"/>
                  </a:lnTo>
                  <a:lnTo>
                    <a:pt x="28531" y="260458"/>
                  </a:lnTo>
                  <a:lnTo>
                    <a:pt x="31562" y="264806"/>
                  </a:lnTo>
                  <a:lnTo>
                    <a:pt x="34730" y="269057"/>
                  </a:lnTo>
                  <a:lnTo>
                    <a:pt x="38031" y="273204"/>
                  </a:lnTo>
                  <a:lnTo>
                    <a:pt x="41463" y="277245"/>
                  </a:lnTo>
                  <a:lnTo>
                    <a:pt x="45020" y="281175"/>
                  </a:lnTo>
                  <a:lnTo>
                    <a:pt x="48700" y="284990"/>
                  </a:lnTo>
                  <a:lnTo>
                    <a:pt x="52500" y="288687"/>
                  </a:lnTo>
                  <a:lnTo>
                    <a:pt x="56414" y="292261"/>
                  </a:lnTo>
                  <a:lnTo>
                    <a:pt x="60440" y="295710"/>
                  </a:lnTo>
                  <a:lnTo>
                    <a:pt x="64574" y="299029"/>
                  </a:lnTo>
                  <a:lnTo>
                    <a:pt x="68810" y="302215"/>
                  </a:lnTo>
                  <a:lnTo>
                    <a:pt x="73146" y="305265"/>
                  </a:lnTo>
                  <a:lnTo>
                    <a:pt x="77576" y="308177"/>
                  </a:lnTo>
                  <a:lnTo>
                    <a:pt x="82096" y="310946"/>
                  </a:lnTo>
                  <a:lnTo>
                    <a:pt x="86701" y="313571"/>
                  </a:lnTo>
                  <a:lnTo>
                    <a:pt x="91388" y="316048"/>
                  </a:lnTo>
                  <a:lnTo>
                    <a:pt x="96150" y="318376"/>
                  </a:lnTo>
                  <a:lnTo>
                    <a:pt x="100984" y="320551"/>
                  </a:lnTo>
                  <a:lnTo>
                    <a:pt x="105885" y="322572"/>
                  </a:lnTo>
                  <a:lnTo>
                    <a:pt x="110847" y="324437"/>
                  </a:lnTo>
                  <a:lnTo>
                    <a:pt x="115866" y="326143"/>
                  </a:lnTo>
                  <a:lnTo>
                    <a:pt x="120936" y="327689"/>
                  </a:lnTo>
                  <a:lnTo>
                    <a:pt x="126053" y="329074"/>
                  </a:lnTo>
                  <a:lnTo>
                    <a:pt x="131212" y="330296"/>
                  </a:lnTo>
                  <a:lnTo>
                    <a:pt x="136406" y="331354"/>
                  </a:lnTo>
                  <a:lnTo>
                    <a:pt x="141631" y="332246"/>
                  </a:lnTo>
                  <a:lnTo>
                    <a:pt x="146882" y="332972"/>
                  </a:lnTo>
                  <a:lnTo>
                    <a:pt x="152154" y="333532"/>
                  </a:lnTo>
                  <a:lnTo>
                    <a:pt x="157440" y="333924"/>
                  </a:lnTo>
                  <a:lnTo>
                    <a:pt x="162736" y="334148"/>
                  </a:lnTo>
                  <a:lnTo>
                    <a:pt x="168037" y="334204"/>
                  </a:lnTo>
                  <a:lnTo>
                    <a:pt x="173337" y="334093"/>
                  </a:lnTo>
                  <a:lnTo>
                    <a:pt x="178630" y="333813"/>
                  </a:lnTo>
                  <a:lnTo>
                    <a:pt x="183912" y="333365"/>
                  </a:lnTo>
                  <a:lnTo>
                    <a:pt x="189178" y="332750"/>
                  </a:lnTo>
                  <a:lnTo>
                    <a:pt x="194421" y="331969"/>
                  </a:lnTo>
                  <a:lnTo>
                    <a:pt x="199636" y="331022"/>
                  </a:lnTo>
                  <a:lnTo>
                    <a:pt x="204819" y="329909"/>
                  </a:lnTo>
                  <a:lnTo>
                    <a:pt x="209965" y="328633"/>
                  </a:lnTo>
                  <a:lnTo>
                    <a:pt x="215067" y="327195"/>
                  </a:lnTo>
                  <a:lnTo>
                    <a:pt x="220121" y="325596"/>
                  </a:lnTo>
                  <a:lnTo>
                    <a:pt x="225121" y="323837"/>
                  </a:lnTo>
                  <a:lnTo>
                    <a:pt x="230064" y="321920"/>
                  </a:lnTo>
                  <a:lnTo>
                    <a:pt x="234943" y="319848"/>
                  </a:lnTo>
                  <a:lnTo>
                    <a:pt x="239754" y="317622"/>
                  </a:lnTo>
                  <a:lnTo>
                    <a:pt x="244492" y="315244"/>
                  </a:lnTo>
                  <a:lnTo>
                    <a:pt x="249152" y="312718"/>
                  </a:lnTo>
                  <a:lnTo>
                    <a:pt x="253730" y="310045"/>
                  </a:lnTo>
                  <a:lnTo>
                    <a:pt x="258220" y="307228"/>
                  </a:lnTo>
                  <a:lnTo>
                    <a:pt x="262619" y="304270"/>
                  </a:lnTo>
                  <a:lnTo>
                    <a:pt x="266922" y="301175"/>
                  </a:lnTo>
                  <a:lnTo>
                    <a:pt x="271125" y="297944"/>
                  </a:lnTo>
                  <a:lnTo>
                    <a:pt x="275224" y="294582"/>
                  </a:lnTo>
                  <a:lnTo>
                    <a:pt x="279213" y="291091"/>
                  </a:lnTo>
                  <a:lnTo>
                    <a:pt x="283090" y="287476"/>
                  </a:lnTo>
                  <a:lnTo>
                    <a:pt x="286850" y="283740"/>
                  </a:lnTo>
                  <a:lnTo>
                    <a:pt x="290490" y="279886"/>
                  </a:lnTo>
                  <a:lnTo>
                    <a:pt x="294006" y="275919"/>
                  </a:lnTo>
                  <a:lnTo>
                    <a:pt x="297395" y="271842"/>
                  </a:lnTo>
                  <a:lnTo>
                    <a:pt x="300652" y="267660"/>
                  </a:lnTo>
                  <a:lnTo>
                    <a:pt x="303776" y="263377"/>
                  </a:lnTo>
                  <a:lnTo>
                    <a:pt x="306761" y="258997"/>
                  </a:lnTo>
                  <a:lnTo>
                    <a:pt x="309607" y="254524"/>
                  </a:lnTo>
                  <a:lnTo>
                    <a:pt x="312309" y="249964"/>
                  </a:lnTo>
                  <a:lnTo>
                    <a:pt x="314865" y="245320"/>
                  </a:lnTo>
                  <a:lnTo>
                    <a:pt x="317273" y="240597"/>
                  </a:lnTo>
                  <a:lnTo>
                    <a:pt x="319530" y="235801"/>
                  </a:lnTo>
                  <a:lnTo>
                    <a:pt x="321634" y="230935"/>
                  </a:lnTo>
                  <a:lnTo>
                    <a:pt x="323582" y="226005"/>
                  </a:lnTo>
                  <a:lnTo>
                    <a:pt x="325373" y="221016"/>
                  </a:lnTo>
                  <a:lnTo>
                    <a:pt x="327005" y="215972"/>
                  </a:lnTo>
                  <a:lnTo>
                    <a:pt x="328476" y="210879"/>
                  </a:lnTo>
                  <a:lnTo>
                    <a:pt x="329785" y="205743"/>
                  </a:lnTo>
                  <a:lnTo>
                    <a:pt x="330930" y="200567"/>
                  </a:lnTo>
                  <a:lnTo>
                    <a:pt x="331911" y="195357"/>
                  </a:lnTo>
                  <a:lnTo>
                    <a:pt x="332726" y="190119"/>
                  </a:lnTo>
                  <a:lnTo>
                    <a:pt x="333374" y="184858"/>
                  </a:lnTo>
                  <a:lnTo>
                    <a:pt x="333856" y="179579"/>
                  </a:lnTo>
                  <a:lnTo>
                    <a:pt x="334170" y="174288"/>
                  </a:lnTo>
                  <a:lnTo>
                    <a:pt x="334315" y="168989"/>
                  </a:lnTo>
                  <a:lnTo>
                    <a:pt x="334293" y="163688"/>
                  </a:lnTo>
                  <a:lnTo>
                    <a:pt x="334103" y="158390"/>
                  </a:lnTo>
                  <a:lnTo>
                    <a:pt x="333745" y="153101"/>
                  </a:lnTo>
                  <a:lnTo>
                    <a:pt x="333219" y="147826"/>
                  </a:lnTo>
                  <a:lnTo>
                    <a:pt x="332526" y="142571"/>
                  </a:lnTo>
                  <a:lnTo>
                    <a:pt x="331667" y="137340"/>
                  </a:lnTo>
                  <a:lnTo>
                    <a:pt x="330643" y="132139"/>
                  </a:lnTo>
                  <a:lnTo>
                    <a:pt x="329454" y="126973"/>
                  </a:lnTo>
                  <a:lnTo>
                    <a:pt x="328102" y="121847"/>
                  </a:lnTo>
                  <a:lnTo>
                    <a:pt x="326588" y="116767"/>
                  </a:lnTo>
                  <a:lnTo>
                    <a:pt x="324914" y="111737"/>
                  </a:lnTo>
                  <a:lnTo>
                    <a:pt x="323082" y="106763"/>
                  </a:lnTo>
                  <a:lnTo>
                    <a:pt x="321092" y="101850"/>
                  </a:lnTo>
                  <a:lnTo>
                    <a:pt x="318948" y="97002"/>
                  </a:lnTo>
                  <a:lnTo>
                    <a:pt x="316651" y="92224"/>
                  </a:lnTo>
                  <a:lnTo>
                    <a:pt x="314203" y="87522"/>
                  </a:lnTo>
                  <a:lnTo>
                    <a:pt x="311608" y="82900"/>
                  </a:lnTo>
                  <a:lnTo>
                    <a:pt x="308868" y="78362"/>
                  </a:lnTo>
                  <a:lnTo>
                    <a:pt x="305985" y="73914"/>
                  </a:lnTo>
                  <a:lnTo>
                    <a:pt x="302962" y="69559"/>
                  </a:lnTo>
                  <a:lnTo>
                    <a:pt x="299803" y="65302"/>
                  </a:lnTo>
                  <a:lnTo>
                    <a:pt x="296511" y="61147"/>
                  </a:lnTo>
                  <a:lnTo>
                    <a:pt x="293088" y="57099"/>
                  </a:lnTo>
                  <a:lnTo>
                    <a:pt x="289539" y="53162"/>
                  </a:lnTo>
                  <a:lnTo>
                    <a:pt x="285867" y="49339"/>
                  </a:lnTo>
                  <a:lnTo>
                    <a:pt x="282075" y="45634"/>
                  </a:lnTo>
                  <a:lnTo>
                    <a:pt x="278168" y="42052"/>
                  </a:lnTo>
                  <a:lnTo>
                    <a:pt x="274150" y="38595"/>
                  </a:lnTo>
                  <a:lnTo>
                    <a:pt x="270023" y="35267"/>
                  </a:lnTo>
                  <a:lnTo>
                    <a:pt x="265793" y="32072"/>
                  </a:lnTo>
                  <a:lnTo>
                    <a:pt x="261465" y="29012"/>
                  </a:lnTo>
                  <a:lnTo>
                    <a:pt x="257041" y="26092"/>
                  </a:lnTo>
                  <a:lnTo>
                    <a:pt x="252527" y="23313"/>
                  </a:lnTo>
                  <a:lnTo>
                    <a:pt x="247927" y="20678"/>
                  </a:lnTo>
                  <a:lnTo>
                    <a:pt x="243245" y="18191"/>
                  </a:lnTo>
                  <a:lnTo>
                    <a:pt x="238488" y="15853"/>
                  </a:lnTo>
                  <a:lnTo>
                    <a:pt x="233658" y="13668"/>
                  </a:lnTo>
                  <a:lnTo>
                    <a:pt x="228762" y="11636"/>
                  </a:lnTo>
                  <a:lnTo>
                    <a:pt x="223803" y="9761"/>
                  </a:lnTo>
                  <a:lnTo>
                    <a:pt x="218788" y="8044"/>
                  </a:lnTo>
                  <a:lnTo>
                    <a:pt x="213721" y="6487"/>
                  </a:lnTo>
                  <a:lnTo>
                    <a:pt x="208607" y="5092"/>
                  </a:lnTo>
                  <a:lnTo>
                    <a:pt x="203451" y="3859"/>
                  </a:lnTo>
                  <a:lnTo>
                    <a:pt x="167159" y="1670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486215" y="5399291"/>
              <a:ext cx="36292" cy="167167"/>
            </a:xfrm>
            <a:custGeom>
              <a:avLst/>
              <a:pathLst>
                <a:path w="36292" h="167167">
                  <a:moveTo>
                    <a:pt x="36292" y="3987"/>
                  </a:moveTo>
                  <a:lnTo>
                    <a:pt x="29117" y="2555"/>
                  </a:lnTo>
                  <a:lnTo>
                    <a:pt x="21887" y="1439"/>
                  </a:lnTo>
                  <a:lnTo>
                    <a:pt x="14614" y="640"/>
                  </a:lnTo>
                  <a:lnTo>
                    <a:pt x="7314" y="16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59682" y="5399291"/>
              <a:ext cx="63861" cy="167167"/>
            </a:xfrm>
            <a:custGeom>
              <a:avLst/>
              <a:pathLst>
                <a:path w="63861" h="167167">
                  <a:moveTo>
                    <a:pt x="63861" y="0"/>
                  </a:moveTo>
                  <a:lnTo>
                    <a:pt x="57905" y="106"/>
                  </a:lnTo>
                  <a:lnTo>
                    <a:pt x="51957" y="424"/>
                  </a:lnTo>
                  <a:lnTo>
                    <a:pt x="46024" y="954"/>
                  </a:lnTo>
                  <a:lnTo>
                    <a:pt x="40114" y="1695"/>
                  </a:lnTo>
                  <a:lnTo>
                    <a:pt x="34233" y="2646"/>
                  </a:lnTo>
                  <a:lnTo>
                    <a:pt x="28391" y="3806"/>
                  </a:lnTo>
                  <a:lnTo>
                    <a:pt x="22593" y="5173"/>
                  </a:lnTo>
                  <a:lnTo>
                    <a:pt x="16848" y="6746"/>
                  </a:lnTo>
                  <a:lnTo>
                    <a:pt x="11163" y="8523"/>
                  </a:lnTo>
                  <a:lnTo>
                    <a:pt x="5544" y="10501"/>
                  </a:lnTo>
                  <a:lnTo>
                    <a:pt x="0" y="12679"/>
                  </a:lnTo>
                  <a:lnTo>
                    <a:pt x="638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59682" y="5411970"/>
              <a:ext cx="63861" cy="154488"/>
            </a:xfrm>
            <a:custGeom>
              <a:avLst/>
              <a:pathLst>
                <a:path w="63861" h="154488">
                  <a:moveTo>
                    <a:pt x="0" y="0"/>
                  </a:moveTo>
                  <a:lnTo>
                    <a:pt x="63861" y="1544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59682" y="5411970"/>
              <a:ext cx="63861" cy="154488"/>
            </a:xfrm>
            <a:custGeom>
              <a:avLst/>
              <a:pathLst>
                <a:path w="63861" h="154488">
                  <a:moveTo>
                    <a:pt x="0" y="0"/>
                  </a:moveTo>
                  <a:lnTo>
                    <a:pt x="63861" y="1544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59682" y="5411970"/>
              <a:ext cx="63861" cy="154488"/>
            </a:xfrm>
            <a:custGeom>
              <a:avLst/>
              <a:pathLst>
                <a:path w="63861" h="154488">
                  <a:moveTo>
                    <a:pt x="0" y="0"/>
                  </a:moveTo>
                  <a:lnTo>
                    <a:pt x="63861" y="1544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59682" y="5411970"/>
              <a:ext cx="63861" cy="154488"/>
            </a:xfrm>
            <a:custGeom>
              <a:avLst/>
              <a:pathLst>
                <a:path w="63861" h="154488">
                  <a:moveTo>
                    <a:pt x="0" y="0"/>
                  </a:moveTo>
                  <a:lnTo>
                    <a:pt x="63861" y="1544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959682" y="5411970"/>
              <a:ext cx="63861" cy="154488"/>
            </a:xfrm>
            <a:custGeom>
              <a:avLst/>
              <a:pathLst>
                <a:path w="63861" h="154488">
                  <a:moveTo>
                    <a:pt x="0" y="0"/>
                  </a:moveTo>
                  <a:lnTo>
                    <a:pt x="63861" y="1544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856394" y="5411970"/>
              <a:ext cx="167149" cy="277424"/>
            </a:xfrm>
            <a:custGeom>
              <a:avLst/>
              <a:pathLst>
                <a:path w="167149" h="277424">
                  <a:moveTo>
                    <a:pt x="103288" y="0"/>
                  </a:moveTo>
                  <a:lnTo>
                    <a:pt x="98326" y="2145"/>
                  </a:lnTo>
                  <a:lnTo>
                    <a:pt x="93436" y="4450"/>
                  </a:lnTo>
                  <a:lnTo>
                    <a:pt x="88623" y="6912"/>
                  </a:lnTo>
                  <a:lnTo>
                    <a:pt x="83892" y="9528"/>
                  </a:lnTo>
                  <a:lnTo>
                    <a:pt x="79249" y="12296"/>
                  </a:lnTo>
                  <a:lnTo>
                    <a:pt x="74697" y="15213"/>
                  </a:lnTo>
                  <a:lnTo>
                    <a:pt x="70242" y="18275"/>
                  </a:lnTo>
                  <a:lnTo>
                    <a:pt x="65888" y="21480"/>
                  </a:lnTo>
                  <a:lnTo>
                    <a:pt x="61641" y="24823"/>
                  </a:lnTo>
                  <a:lnTo>
                    <a:pt x="57503" y="28303"/>
                  </a:lnTo>
                  <a:lnTo>
                    <a:pt x="53480" y="31914"/>
                  </a:lnTo>
                  <a:lnTo>
                    <a:pt x="49576" y="35654"/>
                  </a:lnTo>
                  <a:lnTo>
                    <a:pt x="45795" y="39517"/>
                  </a:lnTo>
                  <a:lnTo>
                    <a:pt x="42141" y="43501"/>
                  </a:lnTo>
                  <a:lnTo>
                    <a:pt x="38618" y="47601"/>
                  </a:lnTo>
                  <a:lnTo>
                    <a:pt x="35229" y="51813"/>
                  </a:lnTo>
                  <a:lnTo>
                    <a:pt x="31978" y="56132"/>
                  </a:lnTo>
                  <a:lnTo>
                    <a:pt x="28869" y="60555"/>
                  </a:lnTo>
                  <a:lnTo>
                    <a:pt x="25904" y="65075"/>
                  </a:lnTo>
                  <a:lnTo>
                    <a:pt x="23087" y="69689"/>
                  </a:lnTo>
                  <a:lnTo>
                    <a:pt x="20420" y="74391"/>
                  </a:lnTo>
                  <a:lnTo>
                    <a:pt x="17907" y="79178"/>
                  </a:lnTo>
                  <a:lnTo>
                    <a:pt x="15550" y="84043"/>
                  </a:lnTo>
                  <a:lnTo>
                    <a:pt x="13351" y="88981"/>
                  </a:lnTo>
                  <a:lnTo>
                    <a:pt x="11313" y="93988"/>
                  </a:lnTo>
                  <a:lnTo>
                    <a:pt x="9439" y="99059"/>
                  </a:lnTo>
                  <a:lnTo>
                    <a:pt x="7729" y="104187"/>
                  </a:lnTo>
                  <a:lnTo>
                    <a:pt x="6186" y="109368"/>
                  </a:lnTo>
                  <a:lnTo>
                    <a:pt x="4811" y="114597"/>
                  </a:lnTo>
                  <a:lnTo>
                    <a:pt x="3606" y="119867"/>
                  </a:lnTo>
                  <a:lnTo>
                    <a:pt x="2572" y="125173"/>
                  </a:lnTo>
                  <a:lnTo>
                    <a:pt x="1710" y="130510"/>
                  </a:lnTo>
                  <a:lnTo>
                    <a:pt x="1022" y="135871"/>
                  </a:lnTo>
                  <a:lnTo>
                    <a:pt x="506" y="141253"/>
                  </a:lnTo>
                  <a:lnTo>
                    <a:pt x="166" y="146648"/>
                  </a:lnTo>
                  <a:lnTo>
                    <a:pt x="0" y="152051"/>
                  </a:lnTo>
                  <a:lnTo>
                    <a:pt x="8" y="157457"/>
                  </a:lnTo>
                  <a:lnTo>
                    <a:pt x="192" y="162860"/>
                  </a:lnTo>
                  <a:lnTo>
                    <a:pt x="550" y="168254"/>
                  </a:lnTo>
                  <a:lnTo>
                    <a:pt x="1082" y="173634"/>
                  </a:lnTo>
                  <a:lnTo>
                    <a:pt x="1788" y="178994"/>
                  </a:lnTo>
                  <a:lnTo>
                    <a:pt x="2667" y="184328"/>
                  </a:lnTo>
                  <a:lnTo>
                    <a:pt x="3717" y="189631"/>
                  </a:lnTo>
                  <a:lnTo>
                    <a:pt x="4939" y="194897"/>
                  </a:lnTo>
                  <a:lnTo>
                    <a:pt x="6331" y="200120"/>
                  </a:lnTo>
                  <a:lnTo>
                    <a:pt x="7890" y="205297"/>
                  </a:lnTo>
                  <a:lnTo>
                    <a:pt x="9616" y="210419"/>
                  </a:lnTo>
                  <a:lnTo>
                    <a:pt x="11507" y="215484"/>
                  </a:lnTo>
                  <a:lnTo>
                    <a:pt x="13561" y="220485"/>
                  </a:lnTo>
                  <a:lnTo>
                    <a:pt x="15775" y="225416"/>
                  </a:lnTo>
                  <a:lnTo>
                    <a:pt x="18148" y="230274"/>
                  </a:lnTo>
                  <a:lnTo>
                    <a:pt x="20676" y="235052"/>
                  </a:lnTo>
                  <a:lnTo>
                    <a:pt x="23358" y="239746"/>
                  </a:lnTo>
                  <a:lnTo>
                    <a:pt x="26190" y="244351"/>
                  </a:lnTo>
                  <a:lnTo>
                    <a:pt x="29169" y="248862"/>
                  </a:lnTo>
                  <a:lnTo>
                    <a:pt x="32293" y="253274"/>
                  </a:lnTo>
                  <a:lnTo>
                    <a:pt x="35557" y="257583"/>
                  </a:lnTo>
                  <a:lnTo>
                    <a:pt x="38960" y="261784"/>
                  </a:lnTo>
                  <a:lnTo>
                    <a:pt x="42496" y="265873"/>
                  </a:lnTo>
                  <a:lnTo>
                    <a:pt x="46163" y="269845"/>
                  </a:lnTo>
                  <a:lnTo>
                    <a:pt x="49956" y="273697"/>
                  </a:lnTo>
                  <a:lnTo>
                    <a:pt x="53872" y="277424"/>
                  </a:lnTo>
                  <a:lnTo>
                    <a:pt x="167149" y="1544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910266" y="5399291"/>
              <a:ext cx="280436" cy="334323"/>
            </a:xfrm>
            <a:custGeom>
              <a:avLst/>
              <a:pathLst>
                <a:path w="280436" h="334323">
                  <a:moveTo>
                    <a:pt x="0" y="290103"/>
                  </a:moveTo>
                  <a:lnTo>
                    <a:pt x="3972" y="293648"/>
                  </a:lnTo>
                  <a:lnTo>
                    <a:pt x="8056" y="297065"/>
                  </a:lnTo>
                  <a:lnTo>
                    <a:pt x="12246" y="300350"/>
                  </a:lnTo>
                  <a:lnTo>
                    <a:pt x="16539" y="303500"/>
                  </a:lnTo>
                  <a:lnTo>
                    <a:pt x="20930" y="306512"/>
                  </a:lnTo>
                  <a:lnTo>
                    <a:pt x="25415" y="309382"/>
                  </a:lnTo>
                  <a:lnTo>
                    <a:pt x="29989" y="312108"/>
                  </a:lnTo>
                  <a:lnTo>
                    <a:pt x="34647" y="314687"/>
                  </a:lnTo>
                  <a:lnTo>
                    <a:pt x="39385" y="317117"/>
                  </a:lnTo>
                  <a:lnTo>
                    <a:pt x="44198" y="319394"/>
                  </a:lnTo>
                  <a:lnTo>
                    <a:pt x="49082" y="321517"/>
                  </a:lnTo>
                  <a:lnTo>
                    <a:pt x="54030" y="323483"/>
                  </a:lnTo>
                  <a:lnTo>
                    <a:pt x="59038" y="325291"/>
                  </a:lnTo>
                  <a:lnTo>
                    <a:pt x="64102" y="326938"/>
                  </a:lnTo>
                  <a:lnTo>
                    <a:pt x="69215" y="328423"/>
                  </a:lnTo>
                  <a:lnTo>
                    <a:pt x="74373" y="329744"/>
                  </a:lnTo>
                  <a:lnTo>
                    <a:pt x="79571" y="330901"/>
                  </a:lnTo>
                  <a:lnTo>
                    <a:pt x="84802" y="331891"/>
                  </a:lnTo>
                  <a:lnTo>
                    <a:pt x="90063" y="332715"/>
                  </a:lnTo>
                  <a:lnTo>
                    <a:pt x="95347" y="333370"/>
                  </a:lnTo>
                  <a:lnTo>
                    <a:pt x="100649" y="333857"/>
                  </a:lnTo>
                  <a:lnTo>
                    <a:pt x="105965" y="334174"/>
                  </a:lnTo>
                  <a:lnTo>
                    <a:pt x="111287" y="334323"/>
                  </a:lnTo>
                  <a:lnTo>
                    <a:pt x="116612" y="334301"/>
                  </a:lnTo>
                  <a:lnTo>
                    <a:pt x="121933" y="334110"/>
                  </a:lnTo>
                  <a:lnTo>
                    <a:pt x="127245" y="333750"/>
                  </a:lnTo>
                  <a:lnTo>
                    <a:pt x="132544" y="333220"/>
                  </a:lnTo>
                  <a:lnTo>
                    <a:pt x="137822" y="332523"/>
                  </a:lnTo>
                  <a:lnTo>
                    <a:pt x="143076" y="331657"/>
                  </a:lnTo>
                  <a:lnTo>
                    <a:pt x="148300" y="330624"/>
                  </a:lnTo>
                  <a:lnTo>
                    <a:pt x="153488" y="329426"/>
                  </a:lnTo>
                  <a:lnTo>
                    <a:pt x="158635" y="328063"/>
                  </a:lnTo>
                  <a:lnTo>
                    <a:pt x="163736" y="326537"/>
                  </a:lnTo>
                  <a:lnTo>
                    <a:pt x="168786" y="324849"/>
                  </a:lnTo>
                  <a:lnTo>
                    <a:pt x="173780" y="323001"/>
                  </a:lnTo>
                  <a:lnTo>
                    <a:pt x="178712" y="320995"/>
                  </a:lnTo>
                  <a:lnTo>
                    <a:pt x="183578" y="318833"/>
                  </a:lnTo>
                  <a:lnTo>
                    <a:pt x="188373" y="316517"/>
                  </a:lnTo>
                  <a:lnTo>
                    <a:pt x="193091" y="314050"/>
                  </a:lnTo>
                  <a:lnTo>
                    <a:pt x="197729" y="311433"/>
                  </a:lnTo>
                  <a:lnTo>
                    <a:pt x="202281" y="308671"/>
                  </a:lnTo>
                  <a:lnTo>
                    <a:pt x="206742" y="305764"/>
                  </a:lnTo>
                  <a:lnTo>
                    <a:pt x="211109" y="302717"/>
                  </a:lnTo>
                  <a:lnTo>
                    <a:pt x="215376" y="299533"/>
                  </a:lnTo>
                  <a:lnTo>
                    <a:pt x="219540" y="296214"/>
                  </a:lnTo>
                  <a:lnTo>
                    <a:pt x="223596" y="292764"/>
                  </a:lnTo>
                  <a:lnTo>
                    <a:pt x="227540" y="289187"/>
                  </a:lnTo>
                  <a:lnTo>
                    <a:pt x="231368" y="285486"/>
                  </a:lnTo>
                  <a:lnTo>
                    <a:pt x="235077" y="281665"/>
                  </a:lnTo>
                  <a:lnTo>
                    <a:pt x="238661" y="277728"/>
                  </a:lnTo>
                  <a:lnTo>
                    <a:pt x="242119" y="273679"/>
                  </a:lnTo>
                  <a:lnTo>
                    <a:pt x="245446" y="269521"/>
                  </a:lnTo>
                  <a:lnTo>
                    <a:pt x="248638" y="265260"/>
                  </a:lnTo>
                  <a:lnTo>
                    <a:pt x="251694" y="260899"/>
                  </a:lnTo>
                  <a:lnTo>
                    <a:pt x="254609" y="256443"/>
                  </a:lnTo>
                  <a:lnTo>
                    <a:pt x="257380" y="251897"/>
                  </a:lnTo>
                  <a:lnTo>
                    <a:pt x="260006" y="247264"/>
                  </a:lnTo>
                  <a:lnTo>
                    <a:pt x="262482" y="242551"/>
                  </a:lnTo>
                  <a:lnTo>
                    <a:pt x="264807" y="237761"/>
                  </a:lnTo>
                  <a:lnTo>
                    <a:pt x="266979" y="232899"/>
                  </a:lnTo>
                  <a:lnTo>
                    <a:pt x="268994" y="227970"/>
                  </a:lnTo>
                  <a:lnTo>
                    <a:pt x="270852" y="222980"/>
                  </a:lnTo>
                  <a:lnTo>
                    <a:pt x="272549" y="217933"/>
                  </a:lnTo>
                  <a:lnTo>
                    <a:pt x="274085" y="212835"/>
                  </a:lnTo>
                  <a:lnTo>
                    <a:pt x="275458" y="207691"/>
                  </a:lnTo>
                  <a:lnTo>
                    <a:pt x="276667" y="202505"/>
                  </a:lnTo>
                  <a:lnTo>
                    <a:pt x="277709" y="197283"/>
                  </a:lnTo>
                  <a:lnTo>
                    <a:pt x="278585" y="192031"/>
                  </a:lnTo>
                  <a:lnTo>
                    <a:pt x="279293" y="186754"/>
                  </a:lnTo>
                  <a:lnTo>
                    <a:pt x="279833" y="181457"/>
                  </a:lnTo>
                  <a:lnTo>
                    <a:pt x="280203" y="176145"/>
                  </a:lnTo>
                  <a:lnTo>
                    <a:pt x="280404" y="170824"/>
                  </a:lnTo>
                  <a:lnTo>
                    <a:pt x="280436" y="165499"/>
                  </a:lnTo>
                  <a:lnTo>
                    <a:pt x="280298" y="160177"/>
                  </a:lnTo>
                  <a:lnTo>
                    <a:pt x="279991" y="154861"/>
                  </a:lnTo>
                  <a:lnTo>
                    <a:pt x="279514" y="149558"/>
                  </a:lnTo>
                  <a:lnTo>
                    <a:pt x="278869" y="144272"/>
                  </a:lnTo>
                  <a:lnTo>
                    <a:pt x="278056" y="139010"/>
                  </a:lnTo>
                  <a:lnTo>
                    <a:pt x="277076" y="133776"/>
                  </a:lnTo>
                  <a:lnTo>
                    <a:pt x="275929" y="128577"/>
                  </a:lnTo>
                  <a:lnTo>
                    <a:pt x="274618" y="123416"/>
                  </a:lnTo>
                  <a:lnTo>
                    <a:pt x="273142" y="118300"/>
                  </a:lnTo>
                  <a:lnTo>
                    <a:pt x="271505" y="113233"/>
                  </a:lnTo>
                  <a:lnTo>
                    <a:pt x="269707" y="108221"/>
                  </a:lnTo>
                  <a:lnTo>
                    <a:pt x="267750" y="103269"/>
                  </a:lnTo>
                  <a:lnTo>
                    <a:pt x="265637" y="98382"/>
                  </a:lnTo>
                  <a:lnTo>
                    <a:pt x="263369" y="93564"/>
                  </a:lnTo>
                  <a:lnTo>
                    <a:pt x="260949" y="88822"/>
                  </a:lnTo>
                  <a:lnTo>
                    <a:pt x="258379" y="84158"/>
                  </a:lnTo>
                  <a:lnTo>
                    <a:pt x="255661" y="79579"/>
                  </a:lnTo>
                  <a:lnTo>
                    <a:pt x="252800" y="75089"/>
                  </a:lnTo>
                  <a:lnTo>
                    <a:pt x="249796" y="70692"/>
                  </a:lnTo>
                  <a:lnTo>
                    <a:pt x="246655" y="66393"/>
                  </a:lnTo>
                  <a:lnTo>
                    <a:pt x="243377" y="62196"/>
                  </a:lnTo>
                  <a:lnTo>
                    <a:pt x="239968" y="58106"/>
                  </a:lnTo>
                  <a:lnTo>
                    <a:pt x="236431" y="54127"/>
                  </a:lnTo>
                  <a:lnTo>
                    <a:pt x="232768" y="50262"/>
                  </a:lnTo>
                  <a:lnTo>
                    <a:pt x="228984" y="46516"/>
                  </a:lnTo>
                  <a:lnTo>
                    <a:pt x="225083" y="42892"/>
                  </a:lnTo>
                  <a:lnTo>
                    <a:pt x="221068" y="39394"/>
                  </a:lnTo>
                  <a:lnTo>
                    <a:pt x="216944" y="36026"/>
                  </a:lnTo>
                  <a:lnTo>
                    <a:pt x="212715" y="32791"/>
                  </a:lnTo>
                  <a:lnTo>
                    <a:pt x="208385" y="29692"/>
                  </a:lnTo>
                  <a:lnTo>
                    <a:pt x="203959" y="26733"/>
                  </a:lnTo>
                  <a:lnTo>
                    <a:pt x="199440" y="23916"/>
                  </a:lnTo>
                  <a:lnTo>
                    <a:pt x="194834" y="21244"/>
                  </a:lnTo>
                  <a:lnTo>
                    <a:pt x="190145" y="18721"/>
                  </a:lnTo>
                  <a:lnTo>
                    <a:pt x="185379" y="16348"/>
                  </a:lnTo>
                  <a:lnTo>
                    <a:pt x="180539" y="14128"/>
                  </a:lnTo>
                  <a:lnTo>
                    <a:pt x="175631" y="12064"/>
                  </a:lnTo>
                  <a:lnTo>
                    <a:pt x="170659" y="10157"/>
                  </a:lnTo>
                  <a:lnTo>
                    <a:pt x="165630" y="8409"/>
                  </a:lnTo>
                  <a:lnTo>
                    <a:pt x="160547" y="6822"/>
                  </a:lnTo>
                  <a:lnTo>
                    <a:pt x="155416" y="5398"/>
                  </a:lnTo>
                  <a:lnTo>
                    <a:pt x="150243" y="4138"/>
                  </a:lnTo>
                  <a:lnTo>
                    <a:pt x="145032" y="3043"/>
                  </a:lnTo>
                  <a:lnTo>
                    <a:pt x="139789" y="2115"/>
                  </a:lnTo>
                  <a:lnTo>
                    <a:pt x="134519" y="1355"/>
                  </a:lnTo>
                  <a:lnTo>
                    <a:pt x="129227" y="762"/>
                  </a:lnTo>
                  <a:lnTo>
                    <a:pt x="123919" y="339"/>
                  </a:lnTo>
                  <a:lnTo>
                    <a:pt x="118601" y="84"/>
                  </a:lnTo>
                  <a:lnTo>
                    <a:pt x="113277" y="0"/>
                  </a:lnTo>
                  <a:lnTo>
                    <a:pt x="11327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08937" y="5269756"/>
              <a:ext cx="36321" cy="167167"/>
            </a:xfrm>
            <a:custGeom>
              <a:avLst/>
              <a:pathLst>
                <a:path w="36321" h="167167">
                  <a:moveTo>
                    <a:pt x="36321" y="0"/>
                  </a:moveTo>
                  <a:lnTo>
                    <a:pt x="29001" y="160"/>
                  </a:lnTo>
                  <a:lnTo>
                    <a:pt x="21694" y="641"/>
                  </a:lnTo>
                  <a:lnTo>
                    <a:pt x="14416" y="1441"/>
                  </a:lnTo>
                  <a:lnTo>
                    <a:pt x="7180" y="2559"/>
                  </a:lnTo>
                  <a:lnTo>
                    <a:pt x="0" y="3993"/>
                  </a:lnTo>
                  <a:lnTo>
                    <a:pt x="3632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08937" y="5273749"/>
              <a:ext cx="36321" cy="163173"/>
            </a:xfrm>
            <a:custGeom>
              <a:avLst/>
              <a:pathLst>
                <a:path w="36321" h="163173">
                  <a:moveTo>
                    <a:pt x="0" y="0"/>
                  </a:moveTo>
                  <a:lnTo>
                    <a:pt x="36321" y="1631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08937" y="5273749"/>
              <a:ext cx="36321" cy="163173"/>
            </a:xfrm>
            <a:custGeom>
              <a:avLst/>
              <a:pathLst>
                <a:path w="36321" h="163173">
                  <a:moveTo>
                    <a:pt x="0" y="0"/>
                  </a:moveTo>
                  <a:lnTo>
                    <a:pt x="36321" y="1631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08937" y="5273749"/>
              <a:ext cx="36321" cy="163173"/>
            </a:xfrm>
            <a:custGeom>
              <a:avLst/>
              <a:pathLst>
                <a:path w="36321" h="163173">
                  <a:moveTo>
                    <a:pt x="0" y="0"/>
                  </a:moveTo>
                  <a:lnTo>
                    <a:pt x="36321" y="1631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508937" y="5273749"/>
              <a:ext cx="36321" cy="163173"/>
            </a:xfrm>
            <a:custGeom>
              <a:avLst/>
              <a:pathLst>
                <a:path w="36321" h="163173">
                  <a:moveTo>
                    <a:pt x="0" y="0"/>
                  </a:moveTo>
                  <a:lnTo>
                    <a:pt x="36321" y="1631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80403" y="5273749"/>
              <a:ext cx="164855" cy="163173"/>
            </a:xfrm>
            <a:custGeom>
              <a:avLst/>
              <a:pathLst>
                <a:path w="164855" h="163173">
                  <a:moveTo>
                    <a:pt x="128534" y="0"/>
                  </a:moveTo>
                  <a:lnTo>
                    <a:pt x="123182" y="1284"/>
                  </a:lnTo>
                  <a:lnTo>
                    <a:pt x="117875" y="2743"/>
                  </a:lnTo>
                  <a:lnTo>
                    <a:pt x="112620" y="4377"/>
                  </a:lnTo>
                  <a:lnTo>
                    <a:pt x="107421" y="6182"/>
                  </a:lnTo>
                  <a:lnTo>
                    <a:pt x="102284" y="8158"/>
                  </a:lnTo>
                  <a:lnTo>
                    <a:pt x="97215" y="10302"/>
                  </a:lnTo>
                  <a:lnTo>
                    <a:pt x="92220" y="12611"/>
                  </a:lnTo>
                  <a:lnTo>
                    <a:pt x="87303" y="15084"/>
                  </a:lnTo>
                  <a:lnTo>
                    <a:pt x="82470" y="17717"/>
                  </a:lnTo>
                  <a:lnTo>
                    <a:pt x="77726" y="20507"/>
                  </a:lnTo>
                  <a:lnTo>
                    <a:pt x="73077" y="23453"/>
                  </a:lnTo>
                  <a:lnTo>
                    <a:pt x="68528" y="26550"/>
                  </a:lnTo>
                  <a:lnTo>
                    <a:pt x="64082" y="29795"/>
                  </a:lnTo>
                  <a:lnTo>
                    <a:pt x="59747" y="33184"/>
                  </a:lnTo>
                  <a:lnTo>
                    <a:pt x="55524" y="36715"/>
                  </a:lnTo>
                  <a:lnTo>
                    <a:pt x="51421" y="40382"/>
                  </a:lnTo>
                  <a:lnTo>
                    <a:pt x="47440" y="44183"/>
                  </a:lnTo>
                  <a:lnTo>
                    <a:pt x="43587" y="48112"/>
                  </a:lnTo>
                  <a:lnTo>
                    <a:pt x="39865" y="52167"/>
                  </a:lnTo>
                  <a:lnTo>
                    <a:pt x="36279" y="56341"/>
                  </a:lnTo>
                  <a:lnTo>
                    <a:pt x="32832" y="60632"/>
                  </a:lnTo>
                  <a:lnTo>
                    <a:pt x="29528" y="65033"/>
                  </a:lnTo>
                  <a:lnTo>
                    <a:pt x="26371" y="69541"/>
                  </a:lnTo>
                  <a:lnTo>
                    <a:pt x="23363" y="74150"/>
                  </a:lnTo>
                  <a:lnTo>
                    <a:pt x="20510" y="78856"/>
                  </a:lnTo>
                  <a:lnTo>
                    <a:pt x="17812" y="83654"/>
                  </a:lnTo>
                  <a:lnTo>
                    <a:pt x="15274" y="88537"/>
                  </a:lnTo>
                  <a:lnTo>
                    <a:pt x="12899" y="93501"/>
                  </a:lnTo>
                  <a:lnTo>
                    <a:pt x="10687" y="98541"/>
                  </a:lnTo>
                  <a:lnTo>
                    <a:pt x="8643" y="103651"/>
                  </a:lnTo>
                  <a:lnTo>
                    <a:pt x="6769" y="108826"/>
                  </a:lnTo>
                  <a:lnTo>
                    <a:pt x="5065" y="114059"/>
                  </a:lnTo>
                  <a:lnTo>
                    <a:pt x="3535" y="119346"/>
                  </a:lnTo>
                  <a:lnTo>
                    <a:pt x="2180" y="124680"/>
                  </a:lnTo>
                  <a:lnTo>
                    <a:pt x="1001" y="130055"/>
                  </a:lnTo>
                  <a:lnTo>
                    <a:pt x="0" y="135467"/>
                  </a:lnTo>
                  <a:lnTo>
                    <a:pt x="164855" y="1631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378096" y="5269756"/>
              <a:ext cx="334314" cy="334332"/>
            </a:xfrm>
            <a:custGeom>
              <a:avLst/>
              <a:pathLst>
                <a:path w="334314" h="334332">
                  <a:moveTo>
                    <a:pt x="2306" y="139461"/>
                  </a:moveTo>
                  <a:lnTo>
                    <a:pt x="1511" y="144697"/>
                  </a:lnTo>
                  <a:lnTo>
                    <a:pt x="882" y="149955"/>
                  </a:lnTo>
                  <a:lnTo>
                    <a:pt x="421" y="155231"/>
                  </a:lnTo>
                  <a:lnTo>
                    <a:pt x="126" y="160518"/>
                  </a:lnTo>
                  <a:lnTo>
                    <a:pt x="0" y="165813"/>
                  </a:lnTo>
                  <a:lnTo>
                    <a:pt x="40" y="171108"/>
                  </a:lnTo>
                  <a:lnTo>
                    <a:pt x="249" y="176400"/>
                  </a:lnTo>
                  <a:lnTo>
                    <a:pt x="625" y="181682"/>
                  </a:lnTo>
                  <a:lnTo>
                    <a:pt x="1169" y="186950"/>
                  </a:lnTo>
                  <a:lnTo>
                    <a:pt x="1879" y="192198"/>
                  </a:lnTo>
                  <a:lnTo>
                    <a:pt x="2755" y="197421"/>
                  </a:lnTo>
                  <a:lnTo>
                    <a:pt x="3795" y="202614"/>
                  </a:lnTo>
                  <a:lnTo>
                    <a:pt x="5000" y="207771"/>
                  </a:lnTo>
                  <a:lnTo>
                    <a:pt x="6368" y="212887"/>
                  </a:lnTo>
                  <a:lnTo>
                    <a:pt x="7897" y="217957"/>
                  </a:lnTo>
                  <a:lnTo>
                    <a:pt x="9585" y="222977"/>
                  </a:lnTo>
                  <a:lnTo>
                    <a:pt x="11432" y="227940"/>
                  </a:lnTo>
                  <a:lnTo>
                    <a:pt x="13435" y="232842"/>
                  </a:lnTo>
                  <a:lnTo>
                    <a:pt x="15593" y="237679"/>
                  </a:lnTo>
                  <a:lnTo>
                    <a:pt x="17903" y="242445"/>
                  </a:lnTo>
                  <a:lnTo>
                    <a:pt x="20362" y="247135"/>
                  </a:lnTo>
                  <a:lnTo>
                    <a:pt x="22969" y="251745"/>
                  </a:lnTo>
                  <a:lnTo>
                    <a:pt x="25720" y="256270"/>
                  </a:lnTo>
                  <a:lnTo>
                    <a:pt x="28613" y="260705"/>
                  </a:lnTo>
                  <a:lnTo>
                    <a:pt x="31646" y="265047"/>
                  </a:lnTo>
                  <a:lnTo>
                    <a:pt x="34814" y="269290"/>
                  </a:lnTo>
                  <a:lnTo>
                    <a:pt x="38116" y="273431"/>
                  </a:lnTo>
                  <a:lnTo>
                    <a:pt x="41546" y="277466"/>
                  </a:lnTo>
                  <a:lnTo>
                    <a:pt x="45103" y="281389"/>
                  </a:lnTo>
                  <a:lnTo>
                    <a:pt x="48782" y="285198"/>
                  </a:lnTo>
                  <a:lnTo>
                    <a:pt x="52581" y="288889"/>
                  </a:lnTo>
                  <a:lnTo>
                    <a:pt x="56494" y="292457"/>
                  </a:lnTo>
                  <a:lnTo>
                    <a:pt x="60518" y="295900"/>
                  </a:lnTo>
                  <a:lnTo>
                    <a:pt x="64649" y="299213"/>
                  </a:lnTo>
                  <a:lnTo>
                    <a:pt x="68883" y="302394"/>
                  </a:lnTo>
                  <a:lnTo>
                    <a:pt x="73216" y="305439"/>
                  </a:lnTo>
                  <a:lnTo>
                    <a:pt x="77643" y="308346"/>
                  </a:lnTo>
                  <a:lnTo>
                    <a:pt x="82160" y="311110"/>
                  </a:lnTo>
                  <a:lnTo>
                    <a:pt x="86762" y="313731"/>
                  </a:lnTo>
                  <a:lnTo>
                    <a:pt x="91445" y="316204"/>
                  </a:lnTo>
                  <a:lnTo>
                    <a:pt x="96204" y="318527"/>
                  </a:lnTo>
                  <a:lnTo>
                    <a:pt x="101034" y="320699"/>
                  </a:lnTo>
                  <a:lnTo>
                    <a:pt x="105930" y="322717"/>
                  </a:lnTo>
                  <a:lnTo>
                    <a:pt x="110888" y="324578"/>
                  </a:lnTo>
                  <a:lnTo>
                    <a:pt x="115903" y="326282"/>
                  </a:lnTo>
                  <a:lnTo>
                    <a:pt x="120968" y="327825"/>
                  </a:lnTo>
                  <a:lnTo>
                    <a:pt x="126081" y="329208"/>
                  </a:lnTo>
                  <a:lnTo>
                    <a:pt x="131234" y="330428"/>
                  </a:lnTo>
                  <a:lnTo>
                    <a:pt x="136423" y="331484"/>
                  </a:lnTo>
                  <a:lnTo>
                    <a:pt x="141644" y="332375"/>
                  </a:lnTo>
                  <a:lnTo>
                    <a:pt x="146890" y="333101"/>
                  </a:lnTo>
                  <a:lnTo>
                    <a:pt x="152156" y="333660"/>
                  </a:lnTo>
                  <a:lnTo>
                    <a:pt x="157437" y="334051"/>
                  </a:lnTo>
                  <a:lnTo>
                    <a:pt x="162728" y="334276"/>
                  </a:lnTo>
                  <a:lnTo>
                    <a:pt x="168024" y="334332"/>
                  </a:lnTo>
                  <a:lnTo>
                    <a:pt x="173319" y="334221"/>
                  </a:lnTo>
                  <a:lnTo>
                    <a:pt x="178607" y="333942"/>
                  </a:lnTo>
                  <a:lnTo>
                    <a:pt x="183884" y="333496"/>
                  </a:lnTo>
                  <a:lnTo>
                    <a:pt x="189144" y="332883"/>
                  </a:lnTo>
                  <a:lnTo>
                    <a:pt x="194382" y="332103"/>
                  </a:lnTo>
                  <a:lnTo>
                    <a:pt x="199593" y="331158"/>
                  </a:lnTo>
                  <a:lnTo>
                    <a:pt x="204772" y="330049"/>
                  </a:lnTo>
                  <a:lnTo>
                    <a:pt x="209912" y="328776"/>
                  </a:lnTo>
                  <a:lnTo>
                    <a:pt x="215010" y="327340"/>
                  </a:lnTo>
                  <a:lnTo>
                    <a:pt x="220059" y="325744"/>
                  </a:lnTo>
                  <a:lnTo>
                    <a:pt x="225056" y="323989"/>
                  </a:lnTo>
                  <a:lnTo>
                    <a:pt x="229994" y="322077"/>
                  </a:lnTo>
                  <a:lnTo>
                    <a:pt x="234870" y="320009"/>
                  </a:lnTo>
                  <a:lnTo>
                    <a:pt x="239677" y="317787"/>
                  </a:lnTo>
                  <a:lnTo>
                    <a:pt x="244412" y="315415"/>
                  </a:lnTo>
                  <a:lnTo>
                    <a:pt x="249069" y="312893"/>
                  </a:lnTo>
                  <a:lnTo>
                    <a:pt x="253644" y="310226"/>
                  </a:lnTo>
                  <a:lnTo>
                    <a:pt x="258132" y="307414"/>
                  </a:lnTo>
                  <a:lnTo>
                    <a:pt x="262529" y="304462"/>
                  </a:lnTo>
                  <a:lnTo>
                    <a:pt x="266830" y="301373"/>
                  </a:lnTo>
                  <a:lnTo>
                    <a:pt x="271031" y="298148"/>
                  </a:lnTo>
                  <a:lnTo>
                    <a:pt x="275128" y="294792"/>
                  </a:lnTo>
                  <a:lnTo>
                    <a:pt x="279116" y="291308"/>
                  </a:lnTo>
                  <a:lnTo>
                    <a:pt x="282992" y="287700"/>
                  </a:lnTo>
                  <a:lnTo>
                    <a:pt x="286752" y="283970"/>
                  </a:lnTo>
                  <a:lnTo>
                    <a:pt x="290392" y="280124"/>
                  </a:lnTo>
                  <a:lnTo>
                    <a:pt x="293908" y="276164"/>
                  </a:lnTo>
                  <a:lnTo>
                    <a:pt x="297297" y="272094"/>
                  </a:lnTo>
                  <a:lnTo>
                    <a:pt x="300555" y="267919"/>
                  </a:lnTo>
                  <a:lnTo>
                    <a:pt x="303680" y="263643"/>
                  </a:lnTo>
                  <a:lnTo>
                    <a:pt x="306667" y="259271"/>
                  </a:lnTo>
                  <a:lnTo>
                    <a:pt x="309515" y="254805"/>
                  </a:lnTo>
                  <a:lnTo>
                    <a:pt x="312219" y="250252"/>
                  </a:lnTo>
                  <a:lnTo>
                    <a:pt x="314778" y="245616"/>
                  </a:lnTo>
                  <a:lnTo>
                    <a:pt x="317189" y="240900"/>
                  </a:lnTo>
                  <a:lnTo>
                    <a:pt x="319449" y="236111"/>
                  </a:lnTo>
                  <a:lnTo>
                    <a:pt x="321557" y="231253"/>
                  </a:lnTo>
                  <a:lnTo>
                    <a:pt x="323509" y="226330"/>
                  </a:lnTo>
                  <a:lnTo>
                    <a:pt x="325305" y="221348"/>
                  </a:lnTo>
                  <a:lnTo>
                    <a:pt x="326942" y="216311"/>
                  </a:lnTo>
                  <a:lnTo>
                    <a:pt x="328418" y="211225"/>
                  </a:lnTo>
                  <a:lnTo>
                    <a:pt x="329733" y="206095"/>
                  </a:lnTo>
                  <a:lnTo>
                    <a:pt x="330885" y="200926"/>
                  </a:lnTo>
                  <a:lnTo>
                    <a:pt x="331872" y="195723"/>
                  </a:lnTo>
                  <a:lnTo>
                    <a:pt x="332694" y="190492"/>
                  </a:lnTo>
                  <a:lnTo>
                    <a:pt x="333349" y="185237"/>
                  </a:lnTo>
                  <a:lnTo>
                    <a:pt x="333838" y="179963"/>
                  </a:lnTo>
                  <a:lnTo>
                    <a:pt x="334160" y="174677"/>
                  </a:lnTo>
                  <a:lnTo>
                    <a:pt x="334314" y="169384"/>
                  </a:lnTo>
                  <a:lnTo>
                    <a:pt x="334301" y="164088"/>
                  </a:lnTo>
                  <a:lnTo>
                    <a:pt x="334119" y="158795"/>
                  </a:lnTo>
                  <a:lnTo>
                    <a:pt x="333770" y="153511"/>
                  </a:lnTo>
                  <a:lnTo>
                    <a:pt x="333254" y="148240"/>
                  </a:lnTo>
                  <a:lnTo>
                    <a:pt x="332571" y="142989"/>
                  </a:lnTo>
                  <a:lnTo>
                    <a:pt x="331722" y="137761"/>
                  </a:lnTo>
                  <a:lnTo>
                    <a:pt x="330708" y="132563"/>
                  </a:lnTo>
                  <a:lnTo>
                    <a:pt x="329530" y="127400"/>
                  </a:lnTo>
                  <a:lnTo>
                    <a:pt x="328189" y="122277"/>
                  </a:lnTo>
                  <a:lnTo>
                    <a:pt x="326686" y="117199"/>
                  </a:lnTo>
                  <a:lnTo>
                    <a:pt x="325023" y="112171"/>
                  </a:lnTo>
                  <a:lnTo>
                    <a:pt x="323202" y="107198"/>
                  </a:lnTo>
                  <a:lnTo>
                    <a:pt x="321224" y="102285"/>
                  </a:lnTo>
                  <a:lnTo>
                    <a:pt x="319092" y="97438"/>
                  </a:lnTo>
                  <a:lnTo>
                    <a:pt x="316807" y="92660"/>
                  </a:lnTo>
                  <a:lnTo>
                    <a:pt x="314372" y="87958"/>
                  </a:lnTo>
                  <a:lnTo>
                    <a:pt x="311789" y="83334"/>
                  </a:lnTo>
                  <a:lnTo>
                    <a:pt x="309061" y="78795"/>
                  </a:lnTo>
                  <a:lnTo>
                    <a:pt x="306190" y="74345"/>
                  </a:lnTo>
                  <a:lnTo>
                    <a:pt x="303180" y="69988"/>
                  </a:lnTo>
                  <a:lnTo>
                    <a:pt x="300034" y="65728"/>
                  </a:lnTo>
                  <a:lnTo>
                    <a:pt x="296754" y="61570"/>
                  </a:lnTo>
                  <a:lnTo>
                    <a:pt x="293344" y="57518"/>
                  </a:lnTo>
                  <a:lnTo>
                    <a:pt x="289807" y="53576"/>
                  </a:lnTo>
                  <a:lnTo>
                    <a:pt x="286148" y="49748"/>
                  </a:lnTo>
                  <a:lnTo>
                    <a:pt x="282369" y="46038"/>
                  </a:lnTo>
                  <a:lnTo>
                    <a:pt x="278474" y="42449"/>
                  </a:lnTo>
                  <a:lnTo>
                    <a:pt x="274468" y="38986"/>
                  </a:lnTo>
                  <a:lnTo>
                    <a:pt x="270354" y="35651"/>
                  </a:lnTo>
                  <a:lnTo>
                    <a:pt x="266136" y="32449"/>
                  </a:lnTo>
                  <a:lnTo>
                    <a:pt x="261819" y="29381"/>
                  </a:lnTo>
                  <a:lnTo>
                    <a:pt x="257407" y="26452"/>
                  </a:lnTo>
                  <a:lnTo>
                    <a:pt x="252904" y="23664"/>
                  </a:lnTo>
                  <a:lnTo>
                    <a:pt x="248316" y="21020"/>
                  </a:lnTo>
                  <a:lnTo>
                    <a:pt x="243646" y="18523"/>
                  </a:lnTo>
                  <a:lnTo>
                    <a:pt x="238899" y="16175"/>
                  </a:lnTo>
                  <a:lnTo>
                    <a:pt x="234080" y="13978"/>
                  </a:lnTo>
                  <a:lnTo>
                    <a:pt x="229194" y="11935"/>
                  </a:lnTo>
                  <a:lnTo>
                    <a:pt x="224246" y="10048"/>
                  </a:lnTo>
                  <a:lnTo>
                    <a:pt x="219241" y="8319"/>
                  </a:lnTo>
                  <a:lnTo>
                    <a:pt x="214183" y="6749"/>
                  </a:lnTo>
                  <a:lnTo>
                    <a:pt x="209078" y="5340"/>
                  </a:lnTo>
                  <a:lnTo>
                    <a:pt x="203931" y="4093"/>
                  </a:lnTo>
                  <a:lnTo>
                    <a:pt x="198747" y="3011"/>
                  </a:lnTo>
                  <a:lnTo>
                    <a:pt x="193531" y="2092"/>
                  </a:lnTo>
                  <a:lnTo>
                    <a:pt x="188289" y="1340"/>
                  </a:lnTo>
                  <a:lnTo>
                    <a:pt x="183026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96114" y="5018213"/>
              <a:ext cx="24924" cy="167167"/>
            </a:xfrm>
            <a:custGeom>
              <a:avLst/>
              <a:pathLst>
                <a:path w="24924" h="167167">
                  <a:moveTo>
                    <a:pt x="24924" y="0"/>
                  </a:moveTo>
                  <a:lnTo>
                    <a:pt x="16588" y="207"/>
                  </a:lnTo>
                  <a:lnTo>
                    <a:pt x="8273" y="831"/>
                  </a:lnTo>
                  <a:lnTo>
                    <a:pt x="0" y="1868"/>
                  </a:lnTo>
                  <a:lnTo>
                    <a:pt x="2492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96114" y="5020081"/>
              <a:ext cx="24924" cy="165298"/>
            </a:xfrm>
            <a:custGeom>
              <a:avLst/>
              <a:pathLst>
                <a:path w="24924" h="165298">
                  <a:moveTo>
                    <a:pt x="0" y="0"/>
                  </a:moveTo>
                  <a:lnTo>
                    <a:pt x="24924" y="165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96114" y="5020081"/>
              <a:ext cx="24924" cy="165298"/>
            </a:xfrm>
            <a:custGeom>
              <a:avLst/>
              <a:pathLst>
                <a:path w="24924" h="165298">
                  <a:moveTo>
                    <a:pt x="0" y="0"/>
                  </a:moveTo>
                  <a:lnTo>
                    <a:pt x="24924" y="1652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996114" y="5020081"/>
              <a:ext cx="24924" cy="165298"/>
            </a:xfrm>
            <a:custGeom>
              <a:avLst/>
              <a:pathLst>
                <a:path w="24924" h="165298">
                  <a:moveTo>
                    <a:pt x="0" y="0"/>
                  </a:moveTo>
                  <a:lnTo>
                    <a:pt x="24924" y="1652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82420" y="5020081"/>
              <a:ext cx="138618" cy="165298"/>
            </a:xfrm>
            <a:custGeom>
              <a:avLst/>
              <a:pathLst>
                <a:path w="138618" h="165298">
                  <a:moveTo>
                    <a:pt x="113694" y="0"/>
                  </a:moveTo>
                  <a:lnTo>
                    <a:pt x="108233" y="916"/>
                  </a:lnTo>
                  <a:lnTo>
                    <a:pt x="102806" y="2012"/>
                  </a:lnTo>
                  <a:lnTo>
                    <a:pt x="97418" y="3288"/>
                  </a:lnTo>
                  <a:lnTo>
                    <a:pt x="92076" y="4741"/>
                  </a:lnTo>
                  <a:lnTo>
                    <a:pt x="86784" y="6370"/>
                  </a:lnTo>
                  <a:lnTo>
                    <a:pt x="81550" y="8174"/>
                  </a:lnTo>
                  <a:lnTo>
                    <a:pt x="76378" y="10150"/>
                  </a:lnTo>
                  <a:lnTo>
                    <a:pt x="71274" y="12296"/>
                  </a:lnTo>
                  <a:lnTo>
                    <a:pt x="66244" y="14610"/>
                  </a:lnTo>
                  <a:lnTo>
                    <a:pt x="61293" y="17090"/>
                  </a:lnTo>
                  <a:lnTo>
                    <a:pt x="56428" y="19732"/>
                  </a:lnTo>
                  <a:lnTo>
                    <a:pt x="51652" y="22533"/>
                  </a:lnTo>
                  <a:lnTo>
                    <a:pt x="46972" y="25492"/>
                  </a:lnTo>
                  <a:lnTo>
                    <a:pt x="42392" y="28603"/>
                  </a:lnTo>
                  <a:lnTo>
                    <a:pt x="37918" y="31865"/>
                  </a:lnTo>
                  <a:lnTo>
                    <a:pt x="33555" y="35273"/>
                  </a:lnTo>
                  <a:lnTo>
                    <a:pt x="29307" y="38824"/>
                  </a:lnTo>
                  <a:lnTo>
                    <a:pt x="25178" y="42513"/>
                  </a:lnTo>
                  <a:lnTo>
                    <a:pt x="21174" y="46337"/>
                  </a:lnTo>
                  <a:lnTo>
                    <a:pt x="17299" y="50292"/>
                  </a:lnTo>
                  <a:lnTo>
                    <a:pt x="13557" y="54372"/>
                  </a:lnTo>
                  <a:lnTo>
                    <a:pt x="9952" y="58575"/>
                  </a:lnTo>
                  <a:lnTo>
                    <a:pt x="6488" y="62894"/>
                  </a:lnTo>
                  <a:lnTo>
                    <a:pt x="3170" y="67326"/>
                  </a:lnTo>
                  <a:lnTo>
                    <a:pt x="0" y="71865"/>
                  </a:lnTo>
                  <a:lnTo>
                    <a:pt x="138618" y="1652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853880" y="5018213"/>
              <a:ext cx="334308" cy="334333"/>
            </a:xfrm>
            <a:custGeom>
              <a:avLst/>
              <a:pathLst>
                <a:path w="334308" h="334333">
                  <a:moveTo>
                    <a:pt x="28539" y="73734"/>
                  </a:moveTo>
                  <a:lnTo>
                    <a:pt x="25641" y="78184"/>
                  </a:lnTo>
                  <a:lnTo>
                    <a:pt x="22886" y="82724"/>
                  </a:lnTo>
                  <a:lnTo>
                    <a:pt x="20276" y="87349"/>
                  </a:lnTo>
                  <a:lnTo>
                    <a:pt x="17815" y="92055"/>
                  </a:lnTo>
                  <a:lnTo>
                    <a:pt x="15505" y="96837"/>
                  </a:lnTo>
                  <a:lnTo>
                    <a:pt x="13347" y="101689"/>
                  </a:lnTo>
                  <a:lnTo>
                    <a:pt x="11345" y="106608"/>
                  </a:lnTo>
                  <a:lnTo>
                    <a:pt x="9500" y="111588"/>
                  </a:lnTo>
                  <a:lnTo>
                    <a:pt x="7814" y="116624"/>
                  </a:lnTo>
                  <a:lnTo>
                    <a:pt x="6289" y="121711"/>
                  </a:lnTo>
                  <a:lnTo>
                    <a:pt x="4926" y="126843"/>
                  </a:lnTo>
                  <a:lnTo>
                    <a:pt x="3727" y="132017"/>
                  </a:lnTo>
                  <a:lnTo>
                    <a:pt x="2693" y="137226"/>
                  </a:lnTo>
                  <a:lnTo>
                    <a:pt x="1825" y="142465"/>
                  </a:lnTo>
                  <a:lnTo>
                    <a:pt x="1124" y="147729"/>
                  </a:lnTo>
                  <a:lnTo>
                    <a:pt x="591" y="153013"/>
                  </a:lnTo>
                  <a:lnTo>
                    <a:pt x="225" y="158311"/>
                  </a:lnTo>
                  <a:lnTo>
                    <a:pt x="28" y="163618"/>
                  </a:lnTo>
                  <a:lnTo>
                    <a:pt x="0" y="168928"/>
                  </a:lnTo>
                  <a:lnTo>
                    <a:pt x="140" y="174237"/>
                  </a:lnTo>
                  <a:lnTo>
                    <a:pt x="449" y="179538"/>
                  </a:lnTo>
                  <a:lnTo>
                    <a:pt x="926" y="184827"/>
                  </a:lnTo>
                  <a:lnTo>
                    <a:pt x="1571" y="190099"/>
                  </a:lnTo>
                  <a:lnTo>
                    <a:pt x="2383" y="195347"/>
                  </a:lnTo>
                  <a:lnTo>
                    <a:pt x="3361" y="200566"/>
                  </a:lnTo>
                  <a:lnTo>
                    <a:pt x="4504" y="205752"/>
                  </a:lnTo>
                  <a:lnTo>
                    <a:pt x="5812" y="210900"/>
                  </a:lnTo>
                  <a:lnTo>
                    <a:pt x="7283" y="216002"/>
                  </a:lnTo>
                  <a:lnTo>
                    <a:pt x="8914" y="221056"/>
                  </a:lnTo>
                  <a:lnTo>
                    <a:pt x="10706" y="226055"/>
                  </a:lnTo>
                  <a:lnTo>
                    <a:pt x="12655" y="230995"/>
                  </a:lnTo>
                  <a:lnTo>
                    <a:pt x="14761" y="235870"/>
                  </a:lnTo>
                  <a:lnTo>
                    <a:pt x="17020" y="240677"/>
                  </a:lnTo>
                  <a:lnTo>
                    <a:pt x="19431" y="245408"/>
                  </a:lnTo>
                  <a:lnTo>
                    <a:pt x="21991" y="250061"/>
                  </a:lnTo>
                  <a:lnTo>
                    <a:pt x="24697" y="254631"/>
                  </a:lnTo>
                  <a:lnTo>
                    <a:pt x="27547" y="259112"/>
                  </a:lnTo>
                  <a:lnTo>
                    <a:pt x="30538" y="263500"/>
                  </a:lnTo>
                  <a:lnTo>
                    <a:pt x="33667" y="267791"/>
                  </a:lnTo>
                  <a:lnTo>
                    <a:pt x="36930" y="271980"/>
                  </a:lnTo>
                  <a:lnTo>
                    <a:pt x="40325" y="276064"/>
                  </a:lnTo>
                  <a:lnTo>
                    <a:pt x="43848" y="280038"/>
                  </a:lnTo>
                  <a:lnTo>
                    <a:pt x="47496" y="283897"/>
                  </a:lnTo>
                  <a:lnTo>
                    <a:pt x="51264" y="287639"/>
                  </a:lnTo>
                  <a:lnTo>
                    <a:pt x="55149" y="291260"/>
                  </a:lnTo>
                  <a:lnTo>
                    <a:pt x="59147" y="294755"/>
                  </a:lnTo>
                  <a:lnTo>
                    <a:pt x="63255" y="298121"/>
                  </a:lnTo>
                  <a:lnTo>
                    <a:pt x="67467" y="301356"/>
                  </a:lnTo>
                  <a:lnTo>
                    <a:pt x="71779" y="304455"/>
                  </a:lnTo>
                  <a:lnTo>
                    <a:pt x="76188" y="307415"/>
                  </a:lnTo>
                  <a:lnTo>
                    <a:pt x="80689" y="310234"/>
                  </a:lnTo>
                  <a:lnTo>
                    <a:pt x="85277" y="312908"/>
                  </a:lnTo>
                  <a:lnTo>
                    <a:pt x="89948" y="315435"/>
                  </a:lnTo>
                  <a:lnTo>
                    <a:pt x="94696" y="317813"/>
                  </a:lnTo>
                  <a:lnTo>
                    <a:pt x="99518" y="320039"/>
                  </a:lnTo>
                  <a:lnTo>
                    <a:pt x="104408" y="322110"/>
                  </a:lnTo>
                  <a:lnTo>
                    <a:pt x="109361" y="324025"/>
                  </a:lnTo>
                  <a:lnTo>
                    <a:pt x="114373" y="325782"/>
                  </a:lnTo>
                  <a:lnTo>
                    <a:pt x="119437" y="327378"/>
                  </a:lnTo>
                  <a:lnTo>
                    <a:pt x="124551" y="328813"/>
                  </a:lnTo>
                  <a:lnTo>
                    <a:pt x="129707" y="330085"/>
                  </a:lnTo>
                  <a:lnTo>
                    <a:pt x="134900" y="331193"/>
                  </a:lnTo>
                  <a:lnTo>
                    <a:pt x="140127" y="332134"/>
                  </a:lnTo>
                  <a:lnTo>
                    <a:pt x="145380" y="332910"/>
                  </a:lnTo>
                  <a:lnTo>
                    <a:pt x="150656" y="333518"/>
                  </a:lnTo>
                  <a:lnTo>
                    <a:pt x="155948" y="333958"/>
                  </a:lnTo>
                  <a:lnTo>
                    <a:pt x="161252" y="334230"/>
                  </a:lnTo>
                  <a:lnTo>
                    <a:pt x="166561" y="334333"/>
                  </a:lnTo>
                  <a:lnTo>
                    <a:pt x="171872" y="334268"/>
                  </a:lnTo>
                  <a:lnTo>
                    <a:pt x="177177" y="334034"/>
                  </a:lnTo>
                  <a:lnTo>
                    <a:pt x="182472" y="333631"/>
                  </a:lnTo>
                  <a:lnTo>
                    <a:pt x="187752" y="333061"/>
                  </a:lnTo>
                  <a:lnTo>
                    <a:pt x="193011" y="332323"/>
                  </a:lnTo>
                  <a:lnTo>
                    <a:pt x="198244" y="331419"/>
                  </a:lnTo>
                  <a:lnTo>
                    <a:pt x="203446" y="330348"/>
                  </a:lnTo>
                  <a:lnTo>
                    <a:pt x="208611" y="329113"/>
                  </a:lnTo>
                  <a:lnTo>
                    <a:pt x="213734" y="327715"/>
                  </a:lnTo>
                  <a:lnTo>
                    <a:pt x="218810" y="326154"/>
                  </a:lnTo>
                  <a:lnTo>
                    <a:pt x="223834" y="324433"/>
                  </a:lnTo>
                  <a:lnTo>
                    <a:pt x="228801" y="322554"/>
                  </a:lnTo>
                  <a:lnTo>
                    <a:pt x="233705" y="320517"/>
                  </a:lnTo>
                  <a:lnTo>
                    <a:pt x="238543" y="318326"/>
                  </a:lnTo>
                  <a:lnTo>
                    <a:pt x="243308" y="315982"/>
                  </a:lnTo>
                  <a:lnTo>
                    <a:pt x="247997" y="313488"/>
                  </a:lnTo>
                  <a:lnTo>
                    <a:pt x="252604" y="310847"/>
                  </a:lnTo>
                  <a:lnTo>
                    <a:pt x="257124" y="308060"/>
                  </a:lnTo>
                  <a:lnTo>
                    <a:pt x="261554" y="305131"/>
                  </a:lnTo>
                  <a:lnTo>
                    <a:pt x="265889" y="302063"/>
                  </a:lnTo>
                  <a:lnTo>
                    <a:pt x="270124" y="298859"/>
                  </a:lnTo>
                  <a:lnTo>
                    <a:pt x="274255" y="295522"/>
                  </a:lnTo>
                  <a:lnTo>
                    <a:pt x="278278" y="292056"/>
                  </a:lnTo>
                  <a:lnTo>
                    <a:pt x="282189" y="288463"/>
                  </a:lnTo>
                  <a:lnTo>
                    <a:pt x="285984" y="284748"/>
                  </a:lnTo>
                  <a:lnTo>
                    <a:pt x="289659" y="280914"/>
                  </a:lnTo>
                  <a:lnTo>
                    <a:pt x="293210" y="276966"/>
                  </a:lnTo>
                  <a:lnTo>
                    <a:pt x="296634" y="272906"/>
                  </a:lnTo>
                  <a:lnTo>
                    <a:pt x="299927" y="268740"/>
                  </a:lnTo>
                  <a:lnTo>
                    <a:pt x="303087" y="264472"/>
                  </a:lnTo>
                  <a:lnTo>
                    <a:pt x="306109" y="260105"/>
                  </a:lnTo>
                  <a:lnTo>
                    <a:pt x="308991" y="255644"/>
                  </a:lnTo>
                  <a:lnTo>
                    <a:pt x="311730" y="251095"/>
                  </a:lnTo>
                  <a:lnTo>
                    <a:pt x="314323" y="246460"/>
                  </a:lnTo>
                  <a:lnTo>
                    <a:pt x="316767" y="241746"/>
                  </a:lnTo>
                  <a:lnTo>
                    <a:pt x="319061" y="236956"/>
                  </a:lnTo>
                  <a:lnTo>
                    <a:pt x="321201" y="232095"/>
                  </a:lnTo>
                  <a:lnTo>
                    <a:pt x="323185" y="227170"/>
                  </a:lnTo>
                  <a:lnTo>
                    <a:pt x="325012" y="222183"/>
                  </a:lnTo>
                  <a:lnTo>
                    <a:pt x="326680" y="217142"/>
                  </a:lnTo>
                  <a:lnTo>
                    <a:pt x="328187" y="212049"/>
                  </a:lnTo>
                  <a:lnTo>
                    <a:pt x="329532" y="206912"/>
                  </a:lnTo>
                  <a:lnTo>
                    <a:pt x="330712" y="201734"/>
                  </a:lnTo>
                  <a:lnTo>
                    <a:pt x="331728" y="196521"/>
                  </a:lnTo>
                  <a:lnTo>
                    <a:pt x="332577" y="191279"/>
                  </a:lnTo>
                  <a:lnTo>
                    <a:pt x="333259" y="186013"/>
                  </a:lnTo>
                  <a:lnTo>
                    <a:pt x="333774" y="180727"/>
                  </a:lnTo>
                  <a:lnTo>
                    <a:pt x="334121" y="175428"/>
                  </a:lnTo>
                  <a:lnTo>
                    <a:pt x="334299" y="170120"/>
                  </a:lnTo>
                  <a:lnTo>
                    <a:pt x="334308" y="164810"/>
                  </a:lnTo>
                  <a:lnTo>
                    <a:pt x="334149" y="159502"/>
                  </a:lnTo>
                  <a:lnTo>
                    <a:pt x="333822" y="154201"/>
                  </a:lnTo>
                  <a:lnTo>
                    <a:pt x="333326" y="148914"/>
                  </a:lnTo>
                  <a:lnTo>
                    <a:pt x="332662" y="143645"/>
                  </a:lnTo>
                  <a:lnTo>
                    <a:pt x="331831" y="138400"/>
                  </a:lnTo>
                  <a:lnTo>
                    <a:pt x="330834" y="133183"/>
                  </a:lnTo>
                  <a:lnTo>
                    <a:pt x="329672" y="128002"/>
                  </a:lnTo>
                  <a:lnTo>
                    <a:pt x="328346" y="122859"/>
                  </a:lnTo>
                  <a:lnTo>
                    <a:pt x="326858" y="117762"/>
                  </a:lnTo>
                  <a:lnTo>
                    <a:pt x="325208" y="112714"/>
                  </a:lnTo>
                  <a:lnTo>
                    <a:pt x="323398" y="107721"/>
                  </a:lnTo>
                  <a:lnTo>
                    <a:pt x="321431" y="102788"/>
                  </a:lnTo>
                  <a:lnTo>
                    <a:pt x="319308" y="97920"/>
                  </a:lnTo>
                  <a:lnTo>
                    <a:pt x="317032" y="93122"/>
                  </a:lnTo>
                  <a:lnTo>
                    <a:pt x="314605" y="88399"/>
                  </a:lnTo>
                  <a:lnTo>
                    <a:pt x="312028" y="83755"/>
                  </a:lnTo>
                  <a:lnTo>
                    <a:pt x="309306" y="79196"/>
                  </a:lnTo>
                  <a:lnTo>
                    <a:pt x="306440" y="74725"/>
                  </a:lnTo>
                  <a:lnTo>
                    <a:pt x="303433" y="70348"/>
                  </a:lnTo>
                  <a:lnTo>
                    <a:pt x="300289" y="66068"/>
                  </a:lnTo>
                  <a:lnTo>
                    <a:pt x="297010" y="61890"/>
                  </a:lnTo>
                  <a:lnTo>
                    <a:pt x="293601" y="57818"/>
                  </a:lnTo>
                  <a:lnTo>
                    <a:pt x="290064" y="53857"/>
                  </a:lnTo>
                  <a:lnTo>
                    <a:pt x="286402" y="50011"/>
                  </a:lnTo>
                  <a:lnTo>
                    <a:pt x="282621" y="46282"/>
                  </a:lnTo>
                  <a:lnTo>
                    <a:pt x="278723" y="42675"/>
                  </a:lnTo>
                  <a:lnTo>
                    <a:pt x="274712" y="39194"/>
                  </a:lnTo>
                  <a:lnTo>
                    <a:pt x="270593" y="35843"/>
                  </a:lnTo>
                  <a:lnTo>
                    <a:pt x="266370" y="32623"/>
                  </a:lnTo>
                  <a:lnTo>
                    <a:pt x="262046" y="29540"/>
                  </a:lnTo>
                  <a:lnTo>
                    <a:pt x="257626" y="26595"/>
                  </a:lnTo>
                  <a:lnTo>
                    <a:pt x="253116" y="23793"/>
                  </a:lnTo>
                  <a:lnTo>
                    <a:pt x="248518" y="21135"/>
                  </a:lnTo>
                  <a:lnTo>
                    <a:pt x="243838" y="18624"/>
                  </a:lnTo>
                  <a:lnTo>
                    <a:pt x="239081" y="16263"/>
                  </a:lnTo>
                  <a:lnTo>
                    <a:pt x="234252" y="14055"/>
                  </a:lnTo>
                  <a:lnTo>
                    <a:pt x="229355" y="12001"/>
                  </a:lnTo>
                  <a:lnTo>
                    <a:pt x="224395" y="10104"/>
                  </a:lnTo>
                  <a:lnTo>
                    <a:pt x="219377" y="8365"/>
                  </a:lnTo>
                  <a:lnTo>
                    <a:pt x="214306" y="6786"/>
                  </a:lnTo>
                  <a:lnTo>
                    <a:pt x="209188" y="5370"/>
                  </a:lnTo>
                  <a:lnTo>
                    <a:pt x="204028" y="4116"/>
                  </a:lnTo>
                  <a:lnTo>
                    <a:pt x="198830" y="3027"/>
                  </a:lnTo>
                  <a:lnTo>
                    <a:pt x="193600" y="2104"/>
                  </a:lnTo>
                  <a:lnTo>
                    <a:pt x="188344" y="1347"/>
                  </a:lnTo>
                  <a:lnTo>
                    <a:pt x="183066" y="758"/>
                  </a:lnTo>
                  <a:lnTo>
                    <a:pt x="177772" y="337"/>
                  </a:lnTo>
                  <a:lnTo>
                    <a:pt x="172468" y="84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284599" y="4659281"/>
              <a:ext cx="138635" cy="167167"/>
            </a:xfrm>
            <a:custGeom>
              <a:avLst/>
              <a:pathLst>
                <a:path w="138635" h="167167">
                  <a:moveTo>
                    <a:pt x="138635" y="0"/>
                  </a:moveTo>
                  <a:lnTo>
                    <a:pt x="133187" y="88"/>
                  </a:lnTo>
                  <a:lnTo>
                    <a:pt x="127745" y="355"/>
                  </a:lnTo>
                  <a:lnTo>
                    <a:pt x="122314" y="798"/>
                  </a:lnTo>
                  <a:lnTo>
                    <a:pt x="116901" y="1418"/>
                  </a:lnTo>
                  <a:lnTo>
                    <a:pt x="111510" y="2215"/>
                  </a:lnTo>
                  <a:lnTo>
                    <a:pt x="106149" y="3186"/>
                  </a:lnTo>
                  <a:lnTo>
                    <a:pt x="100822" y="4332"/>
                  </a:lnTo>
                  <a:lnTo>
                    <a:pt x="95535" y="5651"/>
                  </a:lnTo>
                  <a:lnTo>
                    <a:pt x="90294" y="7142"/>
                  </a:lnTo>
                  <a:lnTo>
                    <a:pt x="85104" y="8802"/>
                  </a:lnTo>
                  <a:lnTo>
                    <a:pt x="79972" y="10631"/>
                  </a:lnTo>
                  <a:lnTo>
                    <a:pt x="74901" y="12626"/>
                  </a:lnTo>
                  <a:lnTo>
                    <a:pt x="69898" y="14785"/>
                  </a:lnTo>
                  <a:lnTo>
                    <a:pt x="64969" y="17106"/>
                  </a:lnTo>
                  <a:lnTo>
                    <a:pt x="60117" y="19587"/>
                  </a:lnTo>
                  <a:lnTo>
                    <a:pt x="55349" y="22224"/>
                  </a:lnTo>
                  <a:lnTo>
                    <a:pt x="50670" y="25016"/>
                  </a:lnTo>
                  <a:lnTo>
                    <a:pt x="46084" y="27958"/>
                  </a:lnTo>
                  <a:lnTo>
                    <a:pt x="41596" y="31048"/>
                  </a:lnTo>
                  <a:lnTo>
                    <a:pt x="37211" y="34283"/>
                  </a:lnTo>
                  <a:lnTo>
                    <a:pt x="32934" y="37659"/>
                  </a:lnTo>
                  <a:lnTo>
                    <a:pt x="28770" y="41173"/>
                  </a:lnTo>
                  <a:lnTo>
                    <a:pt x="24722" y="44820"/>
                  </a:lnTo>
                  <a:lnTo>
                    <a:pt x="20795" y="48598"/>
                  </a:lnTo>
                  <a:lnTo>
                    <a:pt x="16993" y="52501"/>
                  </a:lnTo>
                  <a:lnTo>
                    <a:pt x="13321" y="56527"/>
                  </a:lnTo>
                  <a:lnTo>
                    <a:pt x="9782" y="60670"/>
                  </a:lnTo>
                  <a:lnTo>
                    <a:pt x="6379" y="64926"/>
                  </a:lnTo>
                  <a:lnTo>
                    <a:pt x="3117" y="69290"/>
                  </a:lnTo>
                  <a:lnTo>
                    <a:pt x="0" y="73759"/>
                  </a:lnTo>
                  <a:lnTo>
                    <a:pt x="13863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284599" y="4733041"/>
              <a:ext cx="138635" cy="93408"/>
            </a:xfrm>
            <a:custGeom>
              <a:avLst/>
              <a:pathLst>
                <a:path w="138635" h="93408">
                  <a:moveTo>
                    <a:pt x="0" y="0"/>
                  </a:moveTo>
                  <a:lnTo>
                    <a:pt x="138635" y="934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84599" y="4733041"/>
              <a:ext cx="138635" cy="93408"/>
            </a:xfrm>
            <a:custGeom>
              <a:avLst/>
              <a:pathLst>
                <a:path w="138635" h="93408">
                  <a:moveTo>
                    <a:pt x="0" y="0"/>
                  </a:moveTo>
                  <a:lnTo>
                    <a:pt x="138635" y="934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256076" y="4733041"/>
              <a:ext cx="334317" cy="260572"/>
            </a:xfrm>
            <a:custGeom>
              <a:avLst/>
              <a:pathLst>
                <a:path w="334317" h="260572">
                  <a:moveTo>
                    <a:pt x="28523" y="0"/>
                  </a:moveTo>
                  <a:lnTo>
                    <a:pt x="25629" y="4446"/>
                  </a:lnTo>
                  <a:lnTo>
                    <a:pt x="22877" y="8981"/>
                  </a:lnTo>
                  <a:lnTo>
                    <a:pt x="20271" y="13602"/>
                  </a:lnTo>
                  <a:lnTo>
                    <a:pt x="17812" y="18303"/>
                  </a:lnTo>
                  <a:lnTo>
                    <a:pt x="15504" y="23080"/>
                  </a:lnTo>
                  <a:lnTo>
                    <a:pt x="13349" y="27928"/>
                  </a:lnTo>
                  <a:lnTo>
                    <a:pt x="11349" y="32841"/>
                  </a:lnTo>
                  <a:lnTo>
                    <a:pt x="9505" y="37816"/>
                  </a:lnTo>
                  <a:lnTo>
                    <a:pt x="7821" y="42846"/>
                  </a:lnTo>
                  <a:lnTo>
                    <a:pt x="6297" y="47927"/>
                  </a:lnTo>
                  <a:lnTo>
                    <a:pt x="4935" y="53055"/>
                  </a:lnTo>
                  <a:lnTo>
                    <a:pt x="3736" y="58223"/>
                  </a:lnTo>
                  <a:lnTo>
                    <a:pt x="2702" y="63426"/>
                  </a:lnTo>
                  <a:lnTo>
                    <a:pt x="1833" y="68659"/>
                  </a:lnTo>
                  <a:lnTo>
                    <a:pt x="1131" y="73918"/>
                  </a:lnTo>
                  <a:lnTo>
                    <a:pt x="596" y="79196"/>
                  </a:lnTo>
                  <a:lnTo>
                    <a:pt x="229" y="84488"/>
                  </a:lnTo>
                  <a:lnTo>
                    <a:pt x="30" y="89790"/>
                  </a:lnTo>
                  <a:lnTo>
                    <a:pt x="0" y="95095"/>
                  </a:lnTo>
                  <a:lnTo>
                    <a:pt x="137" y="100398"/>
                  </a:lnTo>
                  <a:lnTo>
                    <a:pt x="443" y="105694"/>
                  </a:lnTo>
                  <a:lnTo>
                    <a:pt x="917" y="110978"/>
                  </a:lnTo>
                  <a:lnTo>
                    <a:pt x="1558" y="116244"/>
                  </a:lnTo>
                  <a:lnTo>
                    <a:pt x="2366" y="121488"/>
                  </a:lnTo>
                  <a:lnTo>
                    <a:pt x="3340" y="126702"/>
                  </a:lnTo>
                  <a:lnTo>
                    <a:pt x="4479" y="131884"/>
                  </a:lnTo>
                  <a:lnTo>
                    <a:pt x="5782" y="137026"/>
                  </a:lnTo>
                  <a:lnTo>
                    <a:pt x="7247" y="142125"/>
                  </a:lnTo>
                  <a:lnTo>
                    <a:pt x="8874" y="147175"/>
                  </a:lnTo>
                  <a:lnTo>
                    <a:pt x="10660" y="152170"/>
                  </a:lnTo>
                  <a:lnTo>
                    <a:pt x="12603" y="157107"/>
                  </a:lnTo>
                  <a:lnTo>
                    <a:pt x="14702" y="161979"/>
                  </a:lnTo>
                  <a:lnTo>
                    <a:pt x="16955" y="166782"/>
                  </a:lnTo>
                  <a:lnTo>
                    <a:pt x="19358" y="171511"/>
                  </a:lnTo>
                  <a:lnTo>
                    <a:pt x="21911" y="176162"/>
                  </a:lnTo>
                  <a:lnTo>
                    <a:pt x="24610" y="180729"/>
                  </a:lnTo>
                  <a:lnTo>
                    <a:pt x="27453" y="185208"/>
                  </a:lnTo>
                  <a:lnTo>
                    <a:pt x="30436" y="189595"/>
                  </a:lnTo>
                  <a:lnTo>
                    <a:pt x="33557" y="193885"/>
                  </a:lnTo>
                  <a:lnTo>
                    <a:pt x="36813" y="198073"/>
                  </a:lnTo>
                  <a:lnTo>
                    <a:pt x="40199" y="202157"/>
                  </a:lnTo>
                  <a:lnTo>
                    <a:pt x="43714" y="206131"/>
                  </a:lnTo>
                  <a:lnTo>
                    <a:pt x="47353" y="209991"/>
                  </a:lnTo>
                  <a:lnTo>
                    <a:pt x="51113" y="213734"/>
                  </a:lnTo>
                  <a:lnTo>
                    <a:pt x="54989" y="217355"/>
                  </a:lnTo>
                  <a:lnTo>
                    <a:pt x="58979" y="220852"/>
                  </a:lnTo>
                  <a:lnTo>
                    <a:pt x="63077" y="224221"/>
                  </a:lnTo>
                  <a:lnTo>
                    <a:pt x="67280" y="227457"/>
                  </a:lnTo>
                  <a:lnTo>
                    <a:pt x="71584" y="230559"/>
                  </a:lnTo>
                  <a:lnTo>
                    <a:pt x="75984" y="233523"/>
                  </a:lnTo>
                  <a:lnTo>
                    <a:pt x="80476" y="236345"/>
                  </a:lnTo>
                  <a:lnTo>
                    <a:pt x="85056" y="239024"/>
                  </a:lnTo>
                  <a:lnTo>
                    <a:pt x="89718" y="241556"/>
                  </a:lnTo>
                  <a:lnTo>
                    <a:pt x="94457" y="243938"/>
                  </a:lnTo>
                  <a:lnTo>
                    <a:pt x="99271" y="246170"/>
                  </a:lnTo>
                  <a:lnTo>
                    <a:pt x="104152" y="248247"/>
                  </a:lnTo>
                  <a:lnTo>
                    <a:pt x="109097" y="250168"/>
                  </a:lnTo>
                  <a:lnTo>
                    <a:pt x="114100" y="251932"/>
                  </a:lnTo>
                  <a:lnTo>
                    <a:pt x="119157" y="253535"/>
                  </a:lnTo>
                  <a:lnTo>
                    <a:pt x="124263" y="254978"/>
                  </a:lnTo>
                  <a:lnTo>
                    <a:pt x="129411" y="256258"/>
                  </a:lnTo>
                  <a:lnTo>
                    <a:pt x="134597" y="257373"/>
                  </a:lnTo>
                  <a:lnTo>
                    <a:pt x="139817" y="258324"/>
                  </a:lnTo>
                  <a:lnTo>
                    <a:pt x="145063" y="259109"/>
                  </a:lnTo>
                  <a:lnTo>
                    <a:pt x="150332" y="259726"/>
                  </a:lnTo>
                  <a:lnTo>
                    <a:pt x="155618" y="260176"/>
                  </a:lnTo>
                  <a:lnTo>
                    <a:pt x="160916" y="260459"/>
                  </a:lnTo>
                  <a:lnTo>
                    <a:pt x="166220" y="260572"/>
                  </a:lnTo>
                  <a:lnTo>
                    <a:pt x="171525" y="260518"/>
                  </a:lnTo>
                  <a:lnTo>
                    <a:pt x="176825" y="260295"/>
                  </a:lnTo>
                  <a:lnTo>
                    <a:pt x="182116" y="259905"/>
                  </a:lnTo>
                  <a:lnTo>
                    <a:pt x="187391" y="259346"/>
                  </a:lnTo>
                  <a:lnTo>
                    <a:pt x="192647" y="258621"/>
                  </a:lnTo>
                  <a:lnTo>
                    <a:pt x="197876" y="257729"/>
                  </a:lnTo>
                  <a:lnTo>
                    <a:pt x="203075" y="256671"/>
                  </a:lnTo>
                  <a:lnTo>
                    <a:pt x="208237" y="255449"/>
                  </a:lnTo>
                  <a:lnTo>
                    <a:pt x="213358" y="254064"/>
                  </a:lnTo>
                  <a:lnTo>
                    <a:pt x="218433" y="252517"/>
                  </a:lnTo>
                  <a:lnTo>
                    <a:pt x="223456" y="250810"/>
                  </a:lnTo>
                  <a:lnTo>
                    <a:pt x="228422" y="248945"/>
                  </a:lnTo>
                  <a:lnTo>
                    <a:pt x="233327" y="246922"/>
                  </a:lnTo>
                  <a:lnTo>
                    <a:pt x="238164" y="244745"/>
                  </a:lnTo>
                  <a:lnTo>
                    <a:pt x="242931" y="242416"/>
                  </a:lnTo>
                  <a:lnTo>
                    <a:pt x="247621" y="239937"/>
                  </a:lnTo>
                  <a:lnTo>
                    <a:pt x="252230" y="237310"/>
                  </a:lnTo>
                  <a:lnTo>
                    <a:pt x="256753" y="234538"/>
                  </a:lnTo>
                  <a:lnTo>
                    <a:pt x="261186" y="231624"/>
                  </a:lnTo>
                  <a:lnTo>
                    <a:pt x="265525" y="228571"/>
                  </a:lnTo>
                  <a:lnTo>
                    <a:pt x="269764" y="225381"/>
                  </a:lnTo>
                  <a:lnTo>
                    <a:pt x="273900" y="222059"/>
                  </a:lnTo>
                  <a:lnTo>
                    <a:pt x="277929" y="218607"/>
                  </a:lnTo>
                  <a:lnTo>
                    <a:pt x="281846" y="215029"/>
                  </a:lnTo>
                  <a:lnTo>
                    <a:pt x="285647" y="211329"/>
                  </a:lnTo>
                  <a:lnTo>
                    <a:pt x="289329" y="207510"/>
                  </a:lnTo>
                  <a:lnTo>
                    <a:pt x="292888" y="203576"/>
                  </a:lnTo>
                  <a:lnTo>
                    <a:pt x="296321" y="199531"/>
                  </a:lnTo>
                  <a:lnTo>
                    <a:pt x="299623" y="195379"/>
                  </a:lnTo>
                  <a:lnTo>
                    <a:pt x="302792" y="191124"/>
                  </a:lnTo>
                  <a:lnTo>
                    <a:pt x="305824" y="186771"/>
                  </a:lnTo>
                  <a:lnTo>
                    <a:pt x="308717" y="182324"/>
                  </a:lnTo>
                  <a:lnTo>
                    <a:pt x="311467" y="177787"/>
                  </a:lnTo>
                  <a:lnTo>
                    <a:pt x="314072" y="173166"/>
                  </a:lnTo>
                  <a:lnTo>
                    <a:pt x="316529" y="168464"/>
                  </a:lnTo>
                  <a:lnTo>
                    <a:pt x="318835" y="163686"/>
                  </a:lnTo>
                  <a:lnTo>
                    <a:pt x="320989" y="158838"/>
                  </a:lnTo>
                  <a:lnTo>
                    <a:pt x="322988" y="153924"/>
                  </a:lnTo>
                  <a:lnTo>
                    <a:pt x="324829" y="148949"/>
                  </a:lnTo>
                  <a:lnTo>
                    <a:pt x="326512" y="143918"/>
                  </a:lnTo>
                  <a:lnTo>
                    <a:pt x="328035" y="138836"/>
                  </a:lnTo>
                  <a:lnTo>
                    <a:pt x="329395" y="133708"/>
                  </a:lnTo>
                  <a:lnTo>
                    <a:pt x="330592" y="128540"/>
                  </a:lnTo>
                  <a:lnTo>
                    <a:pt x="331625" y="123336"/>
                  </a:lnTo>
                  <a:lnTo>
                    <a:pt x="332492" y="118103"/>
                  </a:lnTo>
                  <a:lnTo>
                    <a:pt x="333192" y="112844"/>
                  </a:lnTo>
                  <a:lnTo>
                    <a:pt x="333725" y="107566"/>
                  </a:lnTo>
                  <a:lnTo>
                    <a:pt x="334091" y="102273"/>
                  </a:lnTo>
                  <a:lnTo>
                    <a:pt x="334288" y="96972"/>
                  </a:lnTo>
                  <a:lnTo>
                    <a:pt x="334317" y="91667"/>
                  </a:lnTo>
                  <a:lnTo>
                    <a:pt x="334177" y="86363"/>
                  </a:lnTo>
                  <a:lnTo>
                    <a:pt x="333870" y="81067"/>
                  </a:lnTo>
                  <a:lnTo>
                    <a:pt x="333394" y="75784"/>
                  </a:lnTo>
                  <a:lnTo>
                    <a:pt x="332751" y="70518"/>
                  </a:lnTo>
                  <a:lnTo>
                    <a:pt x="331942" y="65275"/>
                  </a:lnTo>
                  <a:lnTo>
                    <a:pt x="330966" y="60060"/>
                  </a:lnTo>
                  <a:lnTo>
                    <a:pt x="329825" y="54879"/>
                  </a:lnTo>
                  <a:lnTo>
                    <a:pt x="328521" y="49737"/>
                  </a:lnTo>
                  <a:lnTo>
                    <a:pt x="327054" y="44639"/>
                  </a:lnTo>
                  <a:lnTo>
                    <a:pt x="325426" y="39589"/>
                  </a:lnTo>
                  <a:lnTo>
                    <a:pt x="323638" y="34595"/>
                  </a:lnTo>
                  <a:lnTo>
                    <a:pt x="321693" y="29659"/>
                  </a:lnTo>
                  <a:lnTo>
                    <a:pt x="319593" y="24787"/>
                  </a:lnTo>
                  <a:lnTo>
                    <a:pt x="167158" y="93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423235" y="4659281"/>
              <a:ext cx="152434" cy="167167"/>
            </a:xfrm>
            <a:custGeom>
              <a:avLst/>
              <a:pathLst>
                <a:path w="152434" h="167167">
                  <a:moveTo>
                    <a:pt x="152434" y="98547"/>
                  </a:moveTo>
                  <a:lnTo>
                    <a:pt x="150102" y="93585"/>
                  </a:lnTo>
                  <a:lnTo>
                    <a:pt x="147609" y="88703"/>
                  </a:lnTo>
                  <a:lnTo>
                    <a:pt x="144956" y="83906"/>
                  </a:lnTo>
                  <a:lnTo>
                    <a:pt x="142148" y="79198"/>
                  </a:lnTo>
                  <a:lnTo>
                    <a:pt x="139188" y="74584"/>
                  </a:lnTo>
                  <a:lnTo>
                    <a:pt x="136077" y="70070"/>
                  </a:lnTo>
                  <a:lnTo>
                    <a:pt x="132820" y="65660"/>
                  </a:lnTo>
                  <a:lnTo>
                    <a:pt x="129421" y="61360"/>
                  </a:lnTo>
                  <a:lnTo>
                    <a:pt x="125882" y="57173"/>
                  </a:lnTo>
                  <a:lnTo>
                    <a:pt x="122208" y="53105"/>
                  </a:lnTo>
                  <a:lnTo>
                    <a:pt x="118402" y="49159"/>
                  </a:lnTo>
                  <a:lnTo>
                    <a:pt x="114469" y="45340"/>
                  </a:lnTo>
                  <a:lnTo>
                    <a:pt x="110413" y="41653"/>
                  </a:lnTo>
                  <a:lnTo>
                    <a:pt x="106238" y="38100"/>
                  </a:lnTo>
                  <a:lnTo>
                    <a:pt x="101949" y="34686"/>
                  </a:lnTo>
                  <a:lnTo>
                    <a:pt x="97550" y="31414"/>
                  </a:lnTo>
                  <a:lnTo>
                    <a:pt x="93047" y="28289"/>
                  </a:lnTo>
                  <a:lnTo>
                    <a:pt x="88443" y="25312"/>
                  </a:lnTo>
                  <a:lnTo>
                    <a:pt x="83744" y="22489"/>
                  </a:lnTo>
                  <a:lnTo>
                    <a:pt x="78955" y="19821"/>
                  </a:lnTo>
                  <a:lnTo>
                    <a:pt x="74082" y="17311"/>
                  </a:lnTo>
                  <a:lnTo>
                    <a:pt x="69128" y="14963"/>
                  </a:lnTo>
                  <a:lnTo>
                    <a:pt x="64101" y="12778"/>
                  </a:lnTo>
                  <a:lnTo>
                    <a:pt x="59004" y="10759"/>
                  </a:lnTo>
                  <a:lnTo>
                    <a:pt x="53844" y="8908"/>
                  </a:lnTo>
                  <a:lnTo>
                    <a:pt x="48626" y="7228"/>
                  </a:lnTo>
                  <a:lnTo>
                    <a:pt x="43355" y="5720"/>
                  </a:lnTo>
                  <a:lnTo>
                    <a:pt x="38039" y="4385"/>
                  </a:lnTo>
                  <a:lnTo>
                    <a:pt x="32681" y="3225"/>
                  </a:lnTo>
                  <a:lnTo>
                    <a:pt x="27288" y="2242"/>
                  </a:lnTo>
                  <a:lnTo>
                    <a:pt x="21865" y="1436"/>
                  </a:lnTo>
                  <a:lnTo>
                    <a:pt x="16419" y="808"/>
                  </a:lnTo>
                  <a:lnTo>
                    <a:pt x="10956" y="359"/>
                  </a:lnTo>
                  <a:lnTo>
                    <a:pt x="5481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645260" y="4213821"/>
              <a:ext cx="83211" cy="167167"/>
            </a:xfrm>
            <a:custGeom>
              <a:avLst/>
              <a:pathLst>
                <a:path w="83211" h="167167">
                  <a:moveTo>
                    <a:pt x="83211" y="0"/>
                  </a:moveTo>
                  <a:lnTo>
                    <a:pt x="77406" y="100"/>
                  </a:lnTo>
                  <a:lnTo>
                    <a:pt x="71607" y="403"/>
                  </a:lnTo>
                  <a:lnTo>
                    <a:pt x="65823" y="906"/>
                  </a:lnTo>
                  <a:lnTo>
                    <a:pt x="60059" y="1610"/>
                  </a:lnTo>
                  <a:lnTo>
                    <a:pt x="54324" y="2514"/>
                  </a:lnTo>
                  <a:lnTo>
                    <a:pt x="48623" y="3617"/>
                  </a:lnTo>
                  <a:lnTo>
                    <a:pt x="42964" y="4917"/>
                  </a:lnTo>
                  <a:lnTo>
                    <a:pt x="37354" y="6412"/>
                  </a:lnTo>
                  <a:lnTo>
                    <a:pt x="31799" y="8102"/>
                  </a:lnTo>
                  <a:lnTo>
                    <a:pt x="26306" y="9983"/>
                  </a:lnTo>
                  <a:lnTo>
                    <a:pt x="20881" y="12054"/>
                  </a:lnTo>
                  <a:lnTo>
                    <a:pt x="15532" y="14312"/>
                  </a:lnTo>
                  <a:lnTo>
                    <a:pt x="10264" y="16755"/>
                  </a:lnTo>
                  <a:lnTo>
                    <a:pt x="5085" y="19379"/>
                  </a:lnTo>
                  <a:lnTo>
                    <a:pt x="0" y="22181"/>
                  </a:lnTo>
                  <a:lnTo>
                    <a:pt x="8321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645260" y="4236003"/>
              <a:ext cx="83211" cy="144985"/>
            </a:xfrm>
            <a:custGeom>
              <a:avLst/>
              <a:pathLst>
                <a:path w="83211" h="144985">
                  <a:moveTo>
                    <a:pt x="0" y="0"/>
                  </a:moveTo>
                  <a:lnTo>
                    <a:pt x="83211" y="1449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561316" y="4236003"/>
              <a:ext cx="167155" cy="300909"/>
            </a:xfrm>
            <a:custGeom>
              <a:avLst/>
              <a:pathLst>
                <a:path w="167155" h="300909">
                  <a:moveTo>
                    <a:pt x="83944" y="0"/>
                  </a:moveTo>
                  <a:lnTo>
                    <a:pt x="79324" y="2751"/>
                  </a:lnTo>
                  <a:lnTo>
                    <a:pt x="74795" y="5649"/>
                  </a:lnTo>
                  <a:lnTo>
                    <a:pt x="70361" y="8692"/>
                  </a:lnTo>
                  <a:lnTo>
                    <a:pt x="66028" y="11875"/>
                  </a:lnTo>
                  <a:lnTo>
                    <a:pt x="61799" y="15196"/>
                  </a:lnTo>
                  <a:lnTo>
                    <a:pt x="57680" y="18652"/>
                  </a:lnTo>
                  <a:lnTo>
                    <a:pt x="53673" y="22238"/>
                  </a:lnTo>
                  <a:lnTo>
                    <a:pt x="49784" y="25952"/>
                  </a:lnTo>
                  <a:lnTo>
                    <a:pt x="46017" y="29788"/>
                  </a:lnTo>
                  <a:lnTo>
                    <a:pt x="42374" y="33744"/>
                  </a:lnTo>
                  <a:lnTo>
                    <a:pt x="38861" y="37814"/>
                  </a:lnTo>
                  <a:lnTo>
                    <a:pt x="35481" y="41996"/>
                  </a:lnTo>
                  <a:lnTo>
                    <a:pt x="32237" y="46284"/>
                  </a:lnTo>
                  <a:lnTo>
                    <a:pt x="29132" y="50674"/>
                  </a:lnTo>
                  <a:lnTo>
                    <a:pt x="26170" y="55162"/>
                  </a:lnTo>
                  <a:lnTo>
                    <a:pt x="23354" y="59743"/>
                  </a:lnTo>
                  <a:lnTo>
                    <a:pt x="20687" y="64412"/>
                  </a:lnTo>
                  <a:lnTo>
                    <a:pt x="18172" y="69164"/>
                  </a:lnTo>
                  <a:lnTo>
                    <a:pt x="15810" y="73995"/>
                  </a:lnTo>
                  <a:lnTo>
                    <a:pt x="13605" y="78899"/>
                  </a:lnTo>
                  <a:lnTo>
                    <a:pt x="11559" y="83872"/>
                  </a:lnTo>
                  <a:lnTo>
                    <a:pt x="9674" y="88908"/>
                  </a:lnTo>
                  <a:lnTo>
                    <a:pt x="7952" y="94002"/>
                  </a:lnTo>
                  <a:lnTo>
                    <a:pt x="6395" y="99148"/>
                  </a:lnTo>
                  <a:lnTo>
                    <a:pt x="5004" y="104342"/>
                  </a:lnTo>
                  <a:lnTo>
                    <a:pt x="3781" y="109578"/>
                  </a:lnTo>
                  <a:lnTo>
                    <a:pt x="2726" y="114851"/>
                  </a:lnTo>
                  <a:lnTo>
                    <a:pt x="1842" y="120155"/>
                  </a:lnTo>
                  <a:lnTo>
                    <a:pt x="1129" y="125485"/>
                  </a:lnTo>
                  <a:lnTo>
                    <a:pt x="588" y="130834"/>
                  </a:lnTo>
                  <a:lnTo>
                    <a:pt x="219" y="136199"/>
                  </a:lnTo>
                  <a:lnTo>
                    <a:pt x="23" y="141572"/>
                  </a:lnTo>
                  <a:lnTo>
                    <a:pt x="0" y="146949"/>
                  </a:lnTo>
                  <a:lnTo>
                    <a:pt x="149" y="152324"/>
                  </a:lnTo>
                  <a:lnTo>
                    <a:pt x="472" y="157692"/>
                  </a:lnTo>
                  <a:lnTo>
                    <a:pt x="966" y="163046"/>
                  </a:lnTo>
                  <a:lnTo>
                    <a:pt x="1633" y="168381"/>
                  </a:lnTo>
                  <a:lnTo>
                    <a:pt x="2471" y="173693"/>
                  </a:lnTo>
                  <a:lnTo>
                    <a:pt x="3480" y="178974"/>
                  </a:lnTo>
                  <a:lnTo>
                    <a:pt x="4658" y="184221"/>
                  </a:lnTo>
                  <a:lnTo>
                    <a:pt x="6004" y="189427"/>
                  </a:lnTo>
                  <a:lnTo>
                    <a:pt x="7516" y="194587"/>
                  </a:lnTo>
                  <a:lnTo>
                    <a:pt x="9194" y="199695"/>
                  </a:lnTo>
                  <a:lnTo>
                    <a:pt x="11035" y="204747"/>
                  </a:lnTo>
                  <a:lnTo>
                    <a:pt x="13038" y="209737"/>
                  </a:lnTo>
                  <a:lnTo>
                    <a:pt x="15201" y="214661"/>
                  </a:lnTo>
                  <a:lnTo>
                    <a:pt x="17520" y="219512"/>
                  </a:lnTo>
                  <a:lnTo>
                    <a:pt x="19994" y="224286"/>
                  </a:lnTo>
                  <a:lnTo>
                    <a:pt x="22621" y="228977"/>
                  </a:lnTo>
                  <a:lnTo>
                    <a:pt x="25397" y="233583"/>
                  </a:lnTo>
                  <a:lnTo>
                    <a:pt x="28320" y="238096"/>
                  </a:lnTo>
                  <a:lnTo>
                    <a:pt x="31386" y="242513"/>
                  </a:lnTo>
                  <a:lnTo>
                    <a:pt x="34593" y="246829"/>
                  </a:lnTo>
                  <a:lnTo>
                    <a:pt x="37937" y="251040"/>
                  </a:lnTo>
                  <a:lnTo>
                    <a:pt x="41415" y="255141"/>
                  </a:lnTo>
                  <a:lnTo>
                    <a:pt x="45023" y="259128"/>
                  </a:lnTo>
                  <a:lnTo>
                    <a:pt x="48757" y="262997"/>
                  </a:lnTo>
                  <a:lnTo>
                    <a:pt x="52614" y="266744"/>
                  </a:lnTo>
                  <a:lnTo>
                    <a:pt x="56589" y="270364"/>
                  </a:lnTo>
                  <a:lnTo>
                    <a:pt x="60678" y="273856"/>
                  </a:lnTo>
                  <a:lnTo>
                    <a:pt x="64878" y="277213"/>
                  </a:lnTo>
                  <a:lnTo>
                    <a:pt x="69184" y="280434"/>
                  </a:lnTo>
                  <a:lnTo>
                    <a:pt x="73591" y="283515"/>
                  </a:lnTo>
                  <a:lnTo>
                    <a:pt x="78094" y="286453"/>
                  </a:lnTo>
                  <a:lnTo>
                    <a:pt x="82690" y="289244"/>
                  </a:lnTo>
                  <a:lnTo>
                    <a:pt x="87374" y="291886"/>
                  </a:lnTo>
                  <a:lnTo>
                    <a:pt x="92140" y="294376"/>
                  </a:lnTo>
                  <a:lnTo>
                    <a:pt x="96983" y="296711"/>
                  </a:lnTo>
                  <a:lnTo>
                    <a:pt x="101899" y="298889"/>
                  </a:lnTo>
                  <a:lnTo>
                    <a:pt x="106883" y="300909"/>
                  </a:lnTo>
                  <a:lnTo>
                    <a:pt x="167155" y="1449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668199" y="4213821"/>
              <a:ext cx="227436" cy="334318"/>
            </a:xfrm>
            <a:custGeom>
              <a:avLst/>
              <a:pathLst>
                <a:path w="227436" h="334318">
                  <a:moveTo>
                    <a:pt x="0" y="323090"/>
                  </a:moveTo>
                  <a:lnTo>
                    <a:pt x="5005" y="324934"/>
                  </a:lnTo>
                  <a:lnTo>
                    <a:pt x="10068" y="326617"/>
                  </a:lnTo>
                  <a:lnTo>
                    <a:pt x="15181" y="328138"/>
                  </a:lnTo>
                  <a:lnTo>
                    <a:pt x="20340" y="329495"/>
                  </a:lnTo>
                  <a:lnTo>
                    <a:pt x="25540" y="330686"/>
                  </a:lnTo>
                  <a:lnTo>
                    <a:pt x="30775" y="331711"/>
                  </a:lnTo>
                  <a:lnTo>
                    <a:pt x="36040" y="332569"/>
                  </a:lnTo>
                  <a:lnTo>
                    <a:pt x="41330" y="333258"/>
                  </a:lnTo>
                  <a:lnTo>
                    <a:pt x="46640" y="333778"/>
                  </a:lnTo>
                  <a:lnTo>
                    <a:pt x="51963" y="334128"/>
                  </a:lnTo>
                  <a:lnTo>
                    <a:pt x="57294" y="334308"/>
                  </a:lnTo>
                  <a:lnTo>
                    <a:pt x="62629" y="334318"/>
                  </a:lnTo>
                  <a:lnTo>
                    <a:pt x="67961" y="334157"/>
                  </a:lnTo>
                  <a:lnTo>
                    <a:pt x="73285" y="333827"/>
                  </a:lnTo>
                  <a:lnTo>
                    <a:pt x="78597" y="333327"/>
                  </a:lnTo>
                  <a:lnTo>
                    <a:pt x="83889" y="332658"/>
                  </a:lnTo>
                  <a:lnTo>
                    <a:pt x="89157" y="331820"/>
                  </a:lnTo>
                  <a:lnTo>
                    <a:pt x="94396" y="330814"/>
                  </a:lnTo>
                  <a:lnTo>
                    <a:pt x="99601" y="329642"/>
                  </a:lnTo>
                  <a:lnTo>
                    <a:pt x="104765" y="328305"/>
                  </a:lnTo>
                  <a:lnTo>
                    <a:pt x="109884" y="326803"/>
                  </a:lnTo>
                  <a:lnTo>
                    <a:pt x="114952" y="325139"/>
                  </a:lnTo>
                  <a:lnTo>
                    <a:pt x="119965" y="323313"/>
                  </a:lnTo>
                  <a:lnTo>
                    <a:pt x="124917" y="321329"/>
                  </a:lnTo>
                  <a:lnTo>
                    <a:pt x="129803" y="319188"/>
                  </a:lnTo>
                  <a:lnTo>
                    <a:pt x="134618" y="316892"/>
                  </a:lnTo>
                  <a:lnTo>
                    <a:pt x="139358" y="314444"/>
                  </a:lnTo>
                  <a:lnTo>
                    <a:pt x="144017" y="311845"/>
                  </a:lnTo>
                  <a:lnTo>
                    <a:pt x="148590" y="309100"/>
                  </a:lnTo>
                  <a:lnTo>
                    <a:pt x="153074" y="306209"/>
                  </a:lnTo>
                  <a:lnTo>
                    <a:pt x="157463" y="303177"/>
                  </a:lnTo>
                  <a:lnTo>
                    <a:pt x="161754" y="300007"/>
                  </a:lnTo>
                  <a:lnTo>
                    <a:pt x="165941" y="296701"/>
                  </a:lnTo>
                  <a:lnTo>
                    <a:pt x="170020" y="293264"/>
                  </a:lnTo>
                  <a:lnTo>
                    <a:pt x="173988" y="289698"/>
                  </a:lnTo>
                  <a:lnTo>
                    <a:pt x="177839" y="286007"/>
                  </a:lnTo>
                  <a:lnTo>
                    <a:pt x="181572" y="282195"/>
                  </a:lnTo>
                  <a:lnTo>
                    <a:pt x="185180" y="278266"/>
                  </a:lnTo>
                  <a:lnTo>
                    <a:pt x="188661" y="274224"/>
                  </a:lnTo>
                  <a:lnTo>
                    <a:pt x="192012" y="270073"/>
                  </a:lnTo>
                  <a:lnTo>
                    <a:pt x="195228" y="265817"/>
                  </a:lnTo>
                  <a:lnTo>
                    <a:pt x="198307" y="261461"/>
                  </a:lnTo>
                  <a:lnTo>
                    <a:pt x="201246" y="257008"/>
                  </a:lnTo>
                  <a:lnTo>
                    <a:pt x="204041" y="252464"/>
                  </a:lnTo>
                  <a:lnTo>
                    <a:pt x="206689" y="247833"/>
                  </a:lnTo>
                  <a:lnTo>
                    <a:pt x="209188" y="243121"/>
                  </a:lnTo>
                  <a:lnTo>
                    <a:pt x="211536" y="238330"/>
                  </a:lnTo>
                  <a:lnTo>
                    <a:pt x="213730" y="233468"/>
                  </a:lnTo>
                  <a:lnTo>
                    <a:pt x="215767" y="228537"/>
                  </a:lnTo>
                  <a:lnTo>
                    <a:pt x="217646" y="223545"/>
                  </a:lnTo>
                  <a:lnTo>
                    <a:pt x="219365" y="218494"/>
                  </a:lnTo>
                  <a:lnTo>
                    <a:pt x="220922" y="213392"/>
                  </a:lnTo>
                  <a:lnTo>
                    <a:pt x="222315" y="208242"/>
                  </a:lnTo>
                  <a:lnTo>
                    <a:pt x="223543" y="203051"/>
                  </a:lnTo>
                  <a:lnTo>
                    <a:pt x="224605" y="197823"/>
                  </a:lnTo>
                  <a:lnTo>
                    <a:pt x="225499" y="192564"/>
                  </a:lnTo>
                  <a:lnTo>
                    <a:pt x="226225" y="187279"/>
                  </a:lnTo>
                  <a:lnTo>
                    <a:pt x="226783" y="181974"/>
                  </a:lnTo>
                  <a:lnTo>
                    <a:pt x="227170" y="176653"/>
                  </a:lnTo>
                  <a:lnTo>
                    <a:pt x="227388" y="171323"/>
                  </a:lnTo>
                  <a:lnTo>
                    <a:pt x="227436" y="165989"/>
                  </a:lnTo>
                  <a:lnTo>
                    <a:pt x="227313" y="160655"/>
                  </a:lnTo>
                  <a:lnTo>
                    <a:pt x="227020" y="155329"/>
                  </a:lnTo>
                  <a:lnTo>
                    <a:pt x="226557" y="150014"/>
                  </a:lnTo>
                  <a:lnTo>
                    <a:pt x="225925" y="144717"/>
                  </a:lnTo>
                  <a:lnTo>
                    <a:pt x="225125" y="139443"/>
                  </a:lnTo>
                  <a:lnTo>
                    <a:pt x="224156" y="134197"/>
                  </a:lnTo>
                  <a:lnTo>
                    <a:pt x="223021" y="128985"/>
                  </a:lnTo>
                  <a:lnTo>
                    <a:pt x="221720" y="123811"/>
                  </a:lnTo>
                  <a:lnTo>
                    <a:pt x="220254" y="118682"/>
                  </a:lnTo>
                  <a:lnTo>
                    <a:pt x="218625" y="113602"/>
                  </a:lnTo>
                  <a:lnTo>
                    <a:pt x="216836" y="108576"/>
                  </a:lnTo>
                  <a:lnTo>
                    <a:pt x="214887" y="103611"/>
                  </a:lnTo>
                  <a:lnTo>
                    <a:pt x="212780" y="98710"/>
                  </a:lnTo>
                  <a:lnTo>
                    <a:pt x="210518" y="93878"/>
                  </a:lnTo>
                  <a:lnTo>
                    <a:pt x="208103" y="89122"/>
                  </a:lnTo>
                  <a:lnTo>
                    <a:pt x="205537" y="84444"/>
                  </a:lnTo>
                  <a:lnTo>
                    <a:pt x="202824" y="79851"/>
                  </a:lnTo>
                  <a:lnTo>
                    <a:pt x="199965" y="75347"/>
                  </a:lnTo>
                  <a:lnTo>
                    <a:pt x="196964" y="70937"/>
                  </a:lnTo>
                  <a:lnTo>
                    <a:pt x="193824" y="66624"/>
                  </a:lnTo>
                  <a:lnTo>
                    <a:pt x="190548" y="62414"/>
                  </a:lnTo>
                  <a:lnTo>
                    <a:pt x="187139" y="58311"/>
                  </a:lnTo>
                  <a:lnTo>
                    <a:pt x="183601" y="54318"/>
                  </a:lnTo>
                  <a:lnTo>
                    <a:pt x="179938" y="50440"/>
                  </a:lnTo>
                  <a:lnTo>
                    <a:pt x="176152" y="46682"/>
                  </a:lnTo>
                  <a:lnTo>
                    <a:pt x="172249" y="43045"/>
                  </a:lnTo>
                  <a:lnTo>
                    <a:pt x="168232" y="39536"/>
                  </a:lnTo>
                  <a:lnTo>
                    <a:pt x="164104" y="36156"/>
                  </a:lnTo>
                  <a:lnTo>
                    <a:pt x="159871" y="32910"/>
                  </a:lnTo>
                  <a:lnTo>
                    <a:pt x="155536" y="29800"/>
                  </a:lnTo>
                  <a:lnTo>
                    <a:pt x="151105" y="26830"/>
                  </a:lnTo>
                  <a:lnTo>
                    <a:pt x="146581" y="24003"/>
                  </a:lnTo>
                  <a:lnTo>
                    <a:pt x="141969" y="21322"/>
                  </a:lnTo>
                  <a:lnTo>
                    <a:pt x="137274" y="18790"/>
                  </a:lnTo>
                  <a:lnTo>
                    <a:pt x="132500" y="16409"/>
                  </a:lnTo>
                  <a:lnTo>
                    <a:pt x="127653" y="14181"/>
                  </a:lnTo>
                  <a:lnTo>
                    <a:pt x="122737" y="12109"/>
                  </a:lnTo>
                  <a:lnTo>
                    <a:pt x="117758" y="10194"/>
                  </a:lnTo>
                  <a:lnTo>
                    <a:pt x="112720" y="8440"/>
                  </a:lnTo>
                  <a:lnTo>
                    <a:pt x="107629" y="6847"/>
                  </a:lnTo>
                  <a:lnTo>
                    <a:pt x="102489" y="5418"/>
                  </a:lnTo>
                  <a:lnTo>
                    <a:pt x="97306" y="4153"/>
                  </a:lnTo>
                  <a:lnTo>
                    <a:pt x="92086" y="3055"/>
                  </a:lnTo>
                  <a:lnTo>
                    <a:pt x="86833" y="2123"/>
                  </a:lnTo>
                  <a:lnTo>
                    <a:pt x="81554" y="1360"/>
                  </a:lnTo>
                  <a:lnTo>
                    <a:pt x="76252" y="765"/>
                  </a:lnTo>
                  <a:lnTo>
                    <a:pt x="70935" y="340"/>
                  </a:lnTo>
                  <a:lnTo>
                    <a:pt x="65606" y="85"/>
                  </a:lnTo>
                  <a:lnTo>
                    <a:pt x="60272" y="0"/>
                  </a:lnTo>
                  <a:lnTo>
                    <a:pt x="602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2097" y="3707720"/>
              <a:ext cx="166914" cy="167167"/>
            </a:xfrm>
            <a:custGeom>
              <a:avLst/>
              <a:pathLst>
                <a:path w="166914" h="167167">
                  <a:moveTo>
                    <a:pt x="166914" y="0"/>
                  </a:moveTo>
                  <a:lnTo>
                    <a:pt x="161524" y="86"/>
                  </a:lnTo>
                  <a:lnTo>
                    <a:pt x="156139" y="347"/>
                  </a:lnTo>
                  <a:lnTo>
                    <a:pt x="150765" y="781"/>
                  </a:lnTo>
                  <a:lnTo>
                    <a:pt x="145409" y="1389"/>
                  </a:lnTo>
                  <a:lnTo>
                    <a:pt x="140074" y="2168"/>
                  </a:lnTo>
                  <a:lnTo>
                    <a:pt x="134768" y="3119"/>
                  </a:lnTo>
                  <a:lnTo>
                    <a:pt x="129495" y="4241"/>
                  </a:lnTo>
                  <a:lnTo>
                    <a:pt x="124261" y="5533"/>
                  </a:lnTo>
                  <a:lnTo>
                    <a:pt x="119071" y="6992"/>
                  </a:lnTo>
                  <a:lnTo>
                    <a:pt x="113931" y="8618"/>
                  </a:lnTo>
                  <a:lnTo>
                    <a:pt x="108847" y="10409"/>
                  </a:lnTo>
                  <a:lnTo>
                    <a:pt x="103822" y="12363"/>
                  </a:lnTo>
                  <a:lnTo>
                    <a:pt x="98863" y="14478"/>
                  </a:lnTo>
                  <a:lnTo>
                    <a:pt x="93975" y="16751"/>
                  </a:lnTo>
                  <a:lnTo>
                    <a:pt x="89163" y="19181"/>
                  </a:lnTo>
                  <a:lnTo>
                    <a:pt x="84432" y="21765"/>
                  </a:lnTo>
                  <a:lnTo>
                    <a:pt x="79786" y="24501"/>
                  </a:lnTo>
                  <a:lnTo>
                    <a:pt x="75231" y="27384"/>
                  </a:lnTo>
                  <a:lnTo>
                    <a:pt x="70772" y="30413"/>
                  </a:lnTo>
                  <a:lnTo>
                    <a:pt x="66412" y="33584"/>
                  </a:lnTo>
                  <a:lnTo>
                    <a:pt x="62157" y="36895"/>
                  </a:lnTo>
                  <a:lnTo>
                    <a:pt x="58011" y="40340"/>
                  </a:lnTo>
                  <a:lnTo>
                    <a:pt x="53978" y="43918"/>
                  </a:lnTo>
                  <a:lnTo>
                    <a:pt x="50062" y="47623"/>
                  </a:lnTo>
                  <a:lnTo>
                    <a:pt x="46268" y="51453"/>
                  </a:lnTo>
                  <a:lnTo>
                    <a:pt x="42600" y="55404"/>
                  </a:lnTo>
                  <a:lnTo>
                    <a:pt x="39061" y="59470"/>
                  </a:lnTo>
                  <a:lnTo>
                    <a:pt x="35655" y="63649"/>
                  </a:lnTo>
                  <a:lnTo>
                    <a:pt x="32385" y="67935"/>
                  </a:lnTo>
                  <a:lnTo>
                    <a:pt x="29255" y="72325"/>
                  </a:lnTo>
                  <a:lnTo>
                    <a:pt x="26269" y="76813"/>
                  </a:lnTo>
                  <a:lnTo>
                    <a:pt x="23428" y="81395"/>
                  </a:lnTo>
                  <a:lnTo>
                    <a:pt x="20737" y="86066"/>
                  </a:lnTo>
                  <a:lnTo>
                    <a:pt x="18198" y="90822"/>
                  </a:lnTo>
                  <a:lnTo>
                    <a:pt x="15814" y="95657"/>
                  </a:lnTo>
                  <a:lnTo>
                    <a:pt x="13587" y="100566"/>
                  </a:lnTo>
                  <a:lnTo>
                    <a:pt x="11519" y="105545"/>
                  </a:lnTo>
                  <a:lnTo>
                    <a:pt x="9613" y="110588"/>
                  </a:lnTo>
                  <a:lnTo>
                    <a:pt x="7870" y="115689"/>
                  </a:lnTo>
                  <a:lnTo>
                    <a:pt x="6293" y="120844"/>
                  </a:lnTo>
                  <a:lnTo>
                    <a:pt x="4883" y="126048"/>
                  </a:lnTo>
                  <a:lnTo>
                    <a:pt x="3641" y="131294"/>
                  </a:lnTo>
                  <a:lnTo>
                    <a:pt x="2569" y="136577"/>
                  </a:lnTo>
                  <a:lnTo>
                    <a:pt x="1668" y="141892"/>
                  </a:lnTo>
                  <a:lnTo>
                    <a:pt x="939" y="147234"/>
                  </a:lnTo>
                  <a:lnTo>
                    <a:pt x="383" y="152596"/>
                  </a:lnTo>
                  <a:lnTo>
                    <a:pt x="0" y="157973"/>
                  </a:lnTo>
                  <a:lnTo>
                    <a:pt x="16691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51849" y="3707728"/>
              <a:ext cx="334324" cy="334321"/>
            </a:xfrm>
            <a:custGeom>
              <a:avLst/>
              <a:pathLst>
                <a:path w="334324" h="334321">
                  <a:moveTo>
                    <a:pt x="247" y="157966"/>
                  </a:moveTo>
                  <a:lnTo>
                    <a:pt x="39" y="163264"/>
                  </a:lnTo>
                  <a:lnTo>
                    <a:pt x="0" y="168566"/>
                  </a:lnTo>
                  <a:lnTo>
                    <a:pt x="128" y="173867"/>
                  </a:lnTo>
                  <a:lnTo>
                    <a:pt x="425" y="179161"/>
                  </a:lnTo>
                  <a:lnTo>
                    <a:pt x="889" y="184442"/>
                  </a:lnTo>
                  <a:lnTo>
                    <a:pt x="1521" y="189707"/>
                  </a:lnTo>
                  <a:lnTo>
                    <a:pt x="2320" y="194949"/>
                  </a:lnTo>
                  <a:lnTo>
                    <a:pt x="3284" y="200163"/>
                  </a:lnTo>
                  <a:lnTo>
                    <a:pt x="4413" y="205343"/>
                  </a:lnTo>
                  <a:lnTo>
                    <a:pt x="5706" y="210485"/>
                  </a:lnTo>
                  <a:lnTo>
                    <a:pt x="7161" y="215584"/>
                  </a:lnTo>
                  <a:lnTo>
                    <a:pt x="8777" y="220634"/>
                  </a:lnTo>
                  <a:lnTo>
                    <a:pt x="10553" y="225630"/>
                  </a:lnTo>
                  <a:lnTo>
                    <a:pt x="12486" y="230567"/>
                  </a:lnTo>
                  <a:lnTo>
                    <a:pt x="14575" y="235441"/>
                  </a:lnTo>
                  <a:lnTo>
                    <a:pt x="16817" y="240246"/>
                  </a:lnTo>
                  <a:lnTo>
                    <a:pt x="19210" y="244977"/>
                  </a:lnTo>
                  <a:lnTo>
                    <a:pt x="21753" y="249630"/>
                  </a:lnTo>
                  <a:lnTo>
                    <a:pt x="24441" y="254200"/>
                  </a:lnTo>
                  <a:lnTo>
                    <a:pt x="27273" y="258682"/>
                  </a:lnTo>
                  <a:lnTo>
                    <a:pt x="30246" y="263073"/>
                  </a:lnTo>
                  <a:lnTo>
                    <a:pt x="33357" y="267366"/>
                  </a:lnTo>
                  <a:lnTo>
                    <a:pt x="36602" y="271560"/>
                  </a:lnTo>
                  <a:lnTo>
                    <a:pt x="39979" y="275648"/>
                  </a:lnTo>
                  <a:lnTo>
                    <a:pt x="43484" y="279626"/>
                  </a:lnTo>
                  <a:lnTo>
                    <a:pt x="47113" y="283492"/>
                  </a:lnTo>
                  <a:lnTo>
                    <a:pt x="50862" y="287241"/>
                  </a:lnTo>
                  <a:lnTo>
                    <a:pt x="54729" y="290869"/>
                  </a:lnTo>
                  <a:lnTo>
                    <a:pt x="58709" y="294372"/>
                  </a:lnTo>
                  <a:lnTo>
                    <a:pt x="62798" y="297748"/>
                  </a:lnTo>
                  <a:lnTo>
                    <a:pt x="66992" y="300992"/>
                  </a:lnTo>
                  <a:lnTo>
                    <a:pt x="71287" y="304101"/>
                  </a:lnTo>
                  <a:lnTo>
                    <a:pt x="75678" y="307073"/>
                  </a:lnTo>
                  <a:lnTo>
                    <a:pt x="80161" y="309904"/>
                  </a:lnTo>
                  <a:lnTo>
                    <a:pt x="84732" y="312591"/>
                  </a:lnTo>
                  <a:lnTo>
                    <a:pt x="89386" y="315132"/>
                  </a:lnTo>
                  <a:lnTo>
                    <a:pt x="94118" y="317524"/>
                  </a:lnTo>
                  <a:lnTo>
                    <a:pt x="98923" y="319765"/>
                  </a:lnTo>
                  <a:lnTo>
                    <a:pt x="103797" y="321853"/>
                  </a:lnTo>
                  <a:lnTo>
                    <a:pt x="108735" y="323784"/>
                  </a:lnTo>
                  <a:lnTo>
                    <a:pt x="113732" y="325558"/>
                  </a:lnTo>
                  <a:lnTo>
                    <a:pt x="118782" y="327173"/>
                  </a:lnTo>
                  <a:lnTo>
                    <a:pt x="123881" y="328627"/>
                  </a:lnTo>
                  <a:lnTo>
                    <a:pt x="129024" y="329918"/>
                  </a:lnTo>
                  <a:lnTo>
                    <a:pt x="134205" y="331046"/>
                  </a:lnTo>
                  <a:lnTo>
                    <a:pt x="139419" y="332009"/>
                  </a:lnTo>
                  <a:lnTo>
                    <a:pt x="144661" y="332806"/>
                  </a:lnTo>
                  <a:lnTo>
                    <a:pt x="149925" y="333436"/>
                  </a:lnTo>
                  <a:lnTo>
                    <a:pt x="155207" y="333899"/>
                  </a:lnTo>
                  <a:lnTo>
                    <a:pt x="160501" y="334194"/>
                  </a:lnTo>
                  <a:lnTo>
                    <a:pt x="165802" y="334321"/>
                  </a:lnTo>
                  <a:lnTo>
                    <a:pt x="171104" y="334280"/>
                  </a:lnTo>
                  <a:lnTo>
                    <a:pt x="176402" y="334071"/>
                  </a:lnTo>
                  <a:lnTo>
                    <a:pt x="181691" y="333694"/>
                  </a:lnTo>
                  <a:lnTo>
                    <a:pt x="186965" y="333150"/>
                  </a:lnTo>
                  <a:lnTo>
                    <a:pt x="192219" y="332438"/>
                  </a:lnTo>
                  <a:lnTo>
                    <a:pt x="197448" y="331560"/>
                  </a:lnTo>
                  <a:lnTo>
                    <a:pt x="202647" y="330517"/>
                  </a:lnTo>
                  <a:lnTo>
                    <a:pt x="207810" y="329309"/>
                  </a:lnTo>
                  <a:lnTo>
                    <a:pt x="212932" y="327939"/>
                  </a:lnTo>
                  <a:lnTo>
                    <a:pt x="218008" y="326406"/>
                  </a:lnTo>
                  <a:lnTo>
                    <a:pt x="223033" y="324714"/>
                  </a:lnTo>
                  <a:lnTo>
                    <a:pt x="228001" y="322862"/>
                  </a:lnTo>
                  <a:lnTo>
                    <a:pt x="232909" y="320855"/>
                  </a:lnTo>
                  <a:lnTo>
                    <a:pt x="237750" y="318692"/>
                  </a:lnTo>
                  <a:lnTo>
                    <a:pt x="242520" y="316377"/>
                  </a:lnTo>
                  <a:lnTo>
                    <a:pt x="247215" y="313912"/>
                  </a:lnTo>
                  <a:lnTo>
                    <a:pt x="251828" y="311300"/>
                  </a:lnTo>
                  <a:lnTo>
                    <a:pt x="256357" y="308542"/>
                  </a:lnTo>
                  <a:lnTo>
                    <a:pt x="260796" y="305642"/>
                  </a:lnTo>
                  <a:lnTo>
                    <a:pt x="265141" y="302603"/>
                  </a:lnTo>
                  <a:lnTo>
                    <a:pt x="269387" y="299427"/>
                  </a:lnTo>
                  <a:lnTo>
                    <a:pt x="273530" y="296119"/>
                  </a:lnTo>
                  <a:lnTo>
                    <a:pt x="277567" y="292681"/>
                  </a:lnTo>
                  <a:lnTo>
                    <a:pt x="281492" y="289116"/>
                  </a:lnTo>
                  <a:lnTo>
                    <a:pt x="285302" y="285429"/>
                  </a:lnTo>
                  <a:lnTo>
                    <a:pt x="288993" y="281623"/>
                  </a:lnTo>
                  <a:lnTo>
                    <a:pt x="292562" y="277701"/>
                  </a:lnTo>
                  <a:lnTo>
                    <a:pt x="296005" y="273669"/>
                  </a:lnTo>
                  <a:lnTo>
                    <a:pt x="299318" y="269529"/>
                  </a:lnTo>
                  <a:lnTo>
                    <a:pt x="302498" y="265286"/>
                  </a:lnTo>
                  <a:lnTo>
                    <a:pt x="305542" y="260945"/>
                  </a:lnTo>
                  <a:lnTo>
                    <a:pt x="308447" y="256509"/>
                  </a:lnTo>
                  <a:lnTo>
                    <a:pt x="311209" y="251983"/>
                  </a:lnTo>
                  <a:lnTo>
                    <a:pt x="313827" y="247372"/>
                  </a:lnTo>
                  <a:lnTo>
                    <a:pt x="316297" y="242680"/>
                  </a:lnTo>
                  <a:lnTo>
                    <a:pt x="318617" y="237913"/>
                  </a:lnTo>
                  <a:lnTo>
                    <a:pt x="320785" y="233074"/>
                  </a:lnTo>
                  <a:lnTo>
                    <a:pt x="322798" y="228169"/>
                  </a:lnTo>
                  <a:lnTo>
                    <a:pt x="324654" y="223202"/>
                  </a:lnTo>
                  <a:lnTo>
                    <a:pt x="326353" y="218179"/>
                  </a:lnTo>
                  <a:lnTo>
                    <a:pt x="327891" y="213105"/>
                  </a:lnTo>
                  <a:lnTo>
                    <a:pt x="329267" y="207984"/>
                  </a:lnTo>
                  <a:lnTo>
                    <a:pt x="330480" y="202823"/>
                  </a:lnTo>
                  <a:lnTo>
                    <a:pt x="331529" y="197625"/>
                  </a:lnTo>
                  <a:lnTo>
                    <a:pt x="332412" y="192397"/>
                  </a:lnTo>
                  <a:lnTo>
                    <a:pt x="333130" y="187144"/>
                  </a:lnTo>
                  <a:lnTo>
                    <a:pt x="333680" y="181870"/>
                  </a:lnTo>
                  <a:lnTo>
                    <a:pt x="334063" y="176582"/>
                  </a:lnTo>
                  <a:lnTo>
                    <a:pt x="334278" y="171284"/>
                  </a:lnTo>
                  <a:lnTo>
                    <a:pt x="334324" y="165982"/>
                  </a:lnTo>
                  <a:lnTo>
                    <a:pt x="334203" y="160681"/>
                  </a:lnTo>
                  <a:lnTo>
                    <a:pt x="333913" y="155387"/>
                  </a:lnTo>
                  <a:lnTo>
                    <a:pt x="333456" y="150104"/>
                  </a:lnTo>
                  <a:lnTo>
                    <a:pt x="332832" y="144839"/>
                  </a:lnTo>
                  <a:lnTo>
                    <a:pt x="332040" y="139596"/>
                  </a:lnTo>
                  <a:lnTo>
                    <a:pt x="331083" y="134381"/>
                  </a:lnTo>
                  <a:lnTo>
                    <a:pt x="329961" y="129199"/>
                  </a:lnTo>
                  <a:lnTo>
                    <a:pt x="328676" y="124055"/>
                  </a:lnTo>
                  <a:lnTo>
                    <a:pt x="327227" y="118954"/>
                  </a:lnTo>
                  <a:lnTo>
                    <a:pt x="325618" y="113902"/>
                  </a:lnTo>
                  <a:lnTo>
                    <a:pt x="323849" y="108903"/>
                  </a:lnTo>
                  <a:lnTo>
                    <a:pt x="321923" y="103963"/>
                  </a:lnTo>
                  <a:lnTo>
                    <a:pt x="319841" y="99087"/>
                  </a:lnTo>
                  <a:lnTo>
                    <a:pt x="317605" y="94279"/>
                  </a:lnTo>
                  <a:lnTo>
                    <a:pt x="315218" y="89545"/>
                  </a:lnTo>
                  <a:lnTo>
                    <a:pt x="312682" y="84888"/>
                  </a:lnTo>
                  <a:lnTo>
                    <a:pt x="310000" y="80315"/>
                  </a:lnTo>
                  <a:lnTo>
                    <a:pt x="307174" y="75828"/>
                  </a:lnTo>
                  <a:lnTo>
                    <a:pt x="304207" y="71434"/>
                  </a:lnTo>
                  <a:lnTo>
                    <a:pt x="301102" y="67136"/>
                  </a:lnTo>
                  <a:lnTo>
                    <a:pt x="297863" y="62938"/>
                  </a:lnTo>
                  <a:lnTo>
                    <a:pt x="294491" y="58845"/>
                  </a:lnTo>
                  <a:lnTo>
                    <a:pt x="290992" y="54862"/>
                  </a:lnTo>
                  <a:lnTo>
                    <a:pt x="287369" y="50991"/>
                  </a:lnTo>
                  <a:lnTo>
                    <a:pt x="283624" y="47237"/>
                  </a:lnTo>
                  <a:lnTo>
                    <a:pt x="279762" y="43604"/>
                  </a:lnTo>
                  <a:lnTo>
                    <a:pt x="275787" y="40095"/>
                  </a:lnTo>
                  <a:lnTo>
                    <a:pt x="271703" y="36714"/>
                  </a:lnTo>
                  <a:lnTo>
                    <a:pt x="267513" y="33464"/>
                  </a:lnTo>
                  <a:lnTo>
                    <a:pt x="263223" y="30349"/>
                  </a:lnTo>
                  <a:lnTo>
                    <a:pt x="258836" y="27371"/>
                  </a:lnTo>
                  <a:lnTo>
                    <a:pt x="254356" y="24534"/>
                  </a:lnTo>
                  <a:lnTo>
                    <a:pt x="249789" y="21841"/>
                  </a:lnTo>
                  <a:lnTo>
                    <a:pt x="245139" y="19293"/>
                  </a:lnTo>
                  <a:lnTo>
                    <a:pt x="240410" y="16895"/>
                  </a:lnTo>
                  <a:lnTo>
                    <a:pt x="235608" y="14647"/>
                  </a:lnTo>
                  <a:lnTo>
                    <a:pt x="230737" y="12553"/>
                  </a:lnTo>
                  <a:lnTo>
                    <a:pt x="225801" y="10615"/>
                  </a:lnTo>
                  <a:lnTo>
                    <a:pt x="220807" y="8834"/>
                  </a:lnTo>
                  <a:lnTo>
                    <a:pt x="215759" y="7212"/>
                  </a:lnTo>
                  <a:lnTo>
                    <a:pt x="210662" y="5751"/>
                  </a:lnTo>
                  <a:lnTo>
                    <a:pt x="205521" y="4453"/>
                  </a:lnTo>
                  <a:lnTo>
                    <a:pt x="200342" y="3318"/>
                  </a:lnTo>
                  <a:lnTo>
                    <a:pt x="195129" y="2348"/>
                  </a:lnTo>
                  <a:lnTo>
                    <a:pt x="189888" y="1544"/>
                  </a:lnTo>
                  <a:lnTo>
                    <a:pt x="184624" y="907"/>
                  </a:lnTo>
                  <a:lnTo>
                    <a:pt x="179343" y="436"/>
                  </a:lnTo>
                  <a:lnTo>
                    <a:pt x="174050" y="134"/>
                  </a:lnTo>
                  <a:lnTo>
                    <a:pt x="168749" y="0"/>
                  </a:lnTo>
                  <a:lnTo>
                    <a:pt x="167161" y="16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919011" y="3707720"/>
              <a:ext cx="1587" cy="167167"/>
            </a:xfrm>
            <a:custGeom>
              <a:avLst/>
              <a:pathLst>
                <a:path w="1587" h="167167">
                  <a:moveTo>
                    <a:pt x="1587" y="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tx76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2025-06-05T16:22:52Z</dcterms:modified>
  <cp:category/>
</cp:coreProperties>
</file>