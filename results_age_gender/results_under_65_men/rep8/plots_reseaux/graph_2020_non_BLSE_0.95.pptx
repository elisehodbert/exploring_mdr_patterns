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12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4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80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46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5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21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24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75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163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7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41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56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28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62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099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72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49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68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55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868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82037" y="3170392"/>
              <a:ext cx="1741" cy="167167"/>
            </a:xfrm>
            <a:custGeom>
              <a:avLst/>
              <a:pathLst>
                <a:path w="1741" h="167167">
                  <a:moveTo>
                    <a:pt x="1741" y="0"/>
                  </a:moveTo>
                  <a:lnTo>
                    <a:pt x="0" y="9"/>
                  </a:lnTo>
                  <a:lnTo>
                    <a:pt x="174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037" y="3170401"/>
              <a:ext cx="1741" cy="167158"/>
            </a:xfrm>
            <a:custGeom>
              <a:avLst/>
              <a:pathLst>
                <a:path w="1741" h="167158">
                  <a:moveTo>
                    <a:pt x="0" y="0"/>
                  </a:moveTo>
                  <a:lnTo>
                    <a:pt x="1741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816624" y="3170401"/>
              <a:ext cx="334319" cy="334324"/>
            </a:xfrm>
            <a:custGeom>
              <a:avLst/>
              <a:pathLst>
                <a:path w="334319" h="334324">
                  <a:moveTo>
                    <a:pt x="165413" y="0"/>
                  </a:moveTo>
                  <a:lnTo>
                    <a:pt x="160133" y="138"/>
                  </a:lnTo>
                  <a:lnTo>
                    <a:pt x="154861" y="443"/>
                  </a:lnTo>
                  <a:lnTo>
                    <a:pt x="149601" y="915"/>
                  </a:lnTo>
                  <a:lnTo>
                    <a:pt x="144358" y="1552"/>
                  </a:lnTo>
                  <a:lnTo>
                    <a:pt x="139138" y="2355"/>
                  </a:lnTo>
                  <a:lnTo>
                    <a:pt x="133946" y="3322"/>
                  </a:lnTo>
                  <a:lnTo>
                    <a:pt x="128787" y="4453"/>
                  </a:lnTo>
                  <a:lnTo>
                    <a:pt x="123667" y="5746"/>
                  </a:lnTo>
                  <a:lnTo>
                    <a:pt x="118590" y="7200"/>
                  </a:lnTo>
                  <a:lnTo>
                    <a:pt x="113561" y="8814"/>
                  </a:lnTo>
                  <a:lnTo>
                    <a:pt x="108586" y="10586"/>
                  </a:lnTo>
                  <a:lnTo>
                    <a:pt x="103669" y="12515"/>
                  </a:lnTo>
                  <a:lnTo>
                    <a:pt x="98816" y="14597"/>
                  </a:lnTo>
                  <a:lnTo>
                    <a:pt x="94031" y="16832"/>
                  </a:lnTo>
                  <a:lnTo>
                    <a:pt x="89318" y="19217"/>
                  </a:lnTo>
                  <a:lnTo>
                    <a:pt x="84684" y="21750"/>
                  </a:lnTo>
                  <a:lnTo>
                    <a:pt x="80132" y="24427"/>
                  </a:lnTo>
                  <a:lnTo>
                    <a:pt x="75666" y="27247"/>
                  </a:lnTo>
                  <a:lnTo>
                    <a:pt x="71293" y="30207"/>
                  </a:lnTo>
                  <a:lnTo>
                    <a:pt x="67014" y="33304"/>
                  </a:lnTo>
                  <a:lnTo>
                    <a:pt x="62836" y="36534"/>
                  </a:lnTo>
                  <a:lnTo>
                    <a:pt x="58762" y="39894"/>
                  </a:lnTo>
                  <a:lnTo>
                    <a:pt x="54796" y="43382"/>
                  </a:lnTo>
                  <a:lnTo>
                    <a:pt x="50942" y="46993"/>
                  </a:lnTo>
                  <a:lnTo>
                    <a:pt x="47204" y="50724"/>
                  </a:lnTo>
                  <a:lnTo>
                    <a:pt x="43586" y="54571"/>
                  </a:lnTo>
                  <a:lnTo>
                    <a:pt x="40091" y="58531"/>
                  </a:lnTo>
                  <a:lnTo>
                    <a:pt x="36723" y="62599"/>
                  </a:lnTo>
                  <a:lnTo>
                    <a:pt x="33485" y="66771"/>
                  </a:lnTo>
                  <a:lnTo>
                    <a:pt x="30381" y="71044"/>
                  </a:lnTo>
                  <a:lnTo>
                    <a:pt x="27413" y="75412"/>
                  </a:lnTo>
                  <a:lnTo>
                    <a:pt x="24584" y="79873"/>
                  </a:lnTo>
                  <a:lnTo>
                    <a:pt x="21898" y="84420"/>
                  </a:lnTo>
                  <a:lnTo>
                    <a:pt x="19357" y="89050"/>
                  </a:lnTo>
                  <a:lnTo>
                    <a:pt x="16963" y="93757"/>
                  </a:lnTo>
                  <a:lnTo>
                    <a:pt x="14720" y="98538"/>
                  </a:lnTo>
                  <a:lnTo>
                    <a:pt x="12628" y="103388"/>
                  </a:lnTo>
                  <a:lnTo>
                    <a:pt x="10691" y="108301"/>
                  </a:lnTo>
                  <a:lnTo>
                    <a:pt x="8910" y="113273"/>
                  </a:lnTo>
                  <a:lnTo>
                    <a:pt x="7287" y="118299"/>
                  </a:lnTo>
                  <a:lnTo>
                    <a:pt x="5823" y="123373"/>
                  </a:lnTo>
                  <a:lnTo>
                    <a:pt x="4520" y="128491"/>
                  </a:lnTo>
                  <a:lnTo>
                    <a:pt x="3380" y="133648"/>
                  </a:lnTo>
                  <a:lnTo>
                    <a:pt x="2403" y="138838"/>
                  </a:lnTo>
                  <a:lnTo>
                    <a:pt x="1591" y="144057"/>
                  </a:lnTo>
                  <a:lnTo>
                    <a:pt x="944" y="149298"/>
                  </a:lnTo>
                  <a:lnTo>
                    <a:pt x="463" y="154557"/>
                  </a:lnTo>
                  <a:lnTo>
                    <a:pt x="148" y="159829"/>
                  </a:lnTo>
                  <a:lnTo>
                    <a:pt x="0" y="165109"/>
                  </a:lnTo>
                  <a:lnTo>
                    <a:pt x="18" y="170390"/>
                  </a:lnTo>
                  <a:lnTo>
                    <a:pt x="204" y="175668"/>
                  </a:lnTo>
                  <a:lnTo>
                    <a:pt x="556" y="180937"/>
                  </a:lnTo>
                  <a:lnTo>
                    <a:pt x="1074" y="186193"/>
                  </a:lnTo>
                  <a:lnTo>
                    <a:pt x="1758" y="191430"/>
                  </a:lnTo>
                  <a:lnTo>
                    <a:pt x="2608" y="196643"/>
                  </a:lnTo>
                  <a:lnTo>
                    <a:pt x="3621" y="201826"/>
                  </a:lnTo>
                  <a:lnTo>
                    <a:pt x="4798" y="206974"/>
                  </a:lnTo>
                  <a:lnTo>
                    <a:pt x="6137" y="212083"/>
                  </a:lnTo>
                  <a:lnTo>
                    <a:pt x="7636" y="217147"/>
                  </a:lnTo>
                  <a:lnTo>
                    <a:pt x="9295" y="222161"/>
                  </a:lnTo>
                  <a:lnTo>
                    <a:pt x="11111" y="227120"/>
                  </a:lnTo>
                  <a:lnTo>
                    <a:pt x="13083" y="232020"/>
                  </a:lnTo>
                  <a:lnTo>
                    <a:pt x="15209" y="236854"/>
                  </a:lnTo>
                  <a:lnTo>
                    <a:pt x="17487" y="241619"/>
                  </a:lnTo>
                  <a:lnTo>
                    <a:pt x="19913" y="246310"/>
                  </a:lnTo>
                  <a:lnTo>
                    <a:pt x="22487" y="250922"/>
                  </a:lnTo>
                  <a:lnTo>
                    <a:pt x="25205" y="255450"/>
                  </a:lnTo>
                  <a:lnTo>
                    <a:pt x="28065" y="259890"/>
                  </a:lnTo>
                  <a:lnTo>
                    <a:pt x="31064" y="264237"/>
                  </a:lnTo>
                  <a:lnTo>
                    <a:pt x="34199" y="268488"/>
                  </a:lnTo>
                  <a:lnTo>
                    <a:pt x="37466" y="272637"/>
                  </a:lnTo>
                  <a:lnTo>
                    <a:pt x="40863" y="276681"/>
                  </a:lnTo>
                  <a:lnTo>
                    <a:pt x="44385" y="280616"/>
                  </a:lnTo>
                  <a:lnTo>
                    <a:pt x="48031" y="284437"/>
                  </a:lnTo>
                  <a:lnTo>
                    <a:pt x="51795" y="288142"/>
                  </a:lnTo>
                  <a:lnTo>
                    <a:pt x="55674" y="291726"/>
                  </a:lnTo>
                  <a:lnTo>
                    <a:pt x="59665" y="295185"/>
                  </a:lnTo>
                  <a:lnTo>
                    <a:pt x="63763" y="298517"/>
                  </a:lnTo>
                  <a:lnTo>
                    <a:pt x="67964" y="301717"/>
                  </a:lnTo>
                  <a:lnTo>
                    <a:pt x="72264" y="304783"/>
                  </a:lnTo>
                  <a:lnTo>
                    <a:pt x="76659" y="307712"/>
                  </a:lnTo>
                  <a:lnTo>
                    <a:pt x="81144" y="310501"/>
                  </a:lnTo>
                  <a:lnTo>
                    <a:pt x="85715" y="313146"/>
                  </a:lnTo>
                  <a:lnTo>
                    <a:pt x="90367" y="315646"/>
                  </a:lnTo>
                  <a:lnTo>
                    <a:pt x="95096" y="317997"/>
                  </a:lnTo>
                  <a:lnTo>
                    <a:pt x="99897" y="320198"/>
                  </a:lnTo>
                  <a:lnTo>
                    <a:pt x="104765" y="322247"/>
                  </a:lnTo>
                  <a:lnTo>
                    <a:pt x="109695" y="324140"/>
                  </a:lnTo>
                  <a:lnTo>
                    <a:pt x="114683" y="325877"/>
                  </a:lnTo>
                  <a:lnTo>
                    <a:pt x="119723" y="327455"/>
                  </a:lnTo>
                  <a:lnTo>
                    <a:pt x="124810" y="328873"/>
                  </a:lnTo>
                  <a:lnTo>
                    <a:pt x="129939" y="330130"/>
                  </a:lnTo>
                  <a:lnTo>
                    <a:pt x="135106" y="331225"/>
                  </a:lnTo>
                  <a:lnTo>
                    <a:pt x="140305" y="332155"/>
                  </a:lnTo>
                  <a:lnTo>
                    <a:pt x="145530" y="332921"/>
                  </a:lnTo>
                  <a:lnTo>
                    <a:pt x="150777" y="333521"/>
                  </a:lnTo>
                  <a:lnTo>
                    <a:pt x="156041" y="333955"/>
                  </a:lnTo>
                  <a:lnTo>
                    <a:pt x="161315" y="334223"/>
                  </a:lnTo>
                  <a:lnTo>
                    <a:pt x="166596" y="334324"/>
                  </a:lnTo>
                  <a:lnTo>
                    <a:pt x="171877" y="334259"/>
                  </a:lnTo>
                  <a:lnTo>
                    <a:pt x="177153" y="334026"/>
                  </a:lnTo>
                  <a:lnTo>
                    <a:pt x="182419" y="333627"/>
                  </a:lnTo>
                  <a:lnTo>
                    <a:pt x="187670" y="333062"/>
                  </a:lnTo>
                  <a:lnTo>
                    <a:pt x="192901" y="332331"/>
                  </a:lnTo>
                  <a:lnTo>
                    <a:pt x="198105" y="331435"/>
                  </a:lnTo>
                  <a:lnTo>
                    <a:pt x="203279" y="330375"/>
                  </a:lnTo>
                  <a:lnTo>
                    <a:pt x="208417" y="329153"/>
                  </a:lnTo>
                  <a:lnTo>
                    <a:pt x="213514" y="327768"/>
                  </a:lnTo>
                  <a:lnTo>
                    <a:pt x="218564" y="326224"/>
                  </a:lnTo>
                  <a:lnTo>
                    <a:pt x="223563" y="324521"/>
                  </a:lnTo>
                  <a:lnTo>
                    <a:pt x="228506" y="322660"/>
                  </a:lnTo>
                  <a:lnTo>
                    <a:pt x="233388" y="320644"/>
                  </a:lnTo>
                  <a:lnTo>
                    <a:pt x="238203" y="318476"/>
                  </a:lnTo>
                  <a:lnTo>
                    <a:pt x="242947" y="316156"/>
                  </a:lnTo>
                  <a:lnTo>
                    <a:pt x="247616" y="313687"/>
                  </a:lnTo>
                  <a:lnTo>
                    <a:pt x="252205" y="311072"/>
                  </a:lnTo>
                  <a:lnTo>
                    <a:pt x="256709" y="308314"/>
                  </a:lnTo>
                  <a:lnTo>
                    <a:pt x="261123" y="305414"/>
                  </a:lnTo>
                  <a:lnTo>
                    <a:pt x="265443" y="302377"/>
                  </a:lnTo>
                  <a:lnTo>
                    <a:pt x="269666" y="299205"/>
                  </a:lnTo>
                  <a:lnTo>
                    <a:pt x="273786" y="295901"/>
                  </a:lnTo>
                  <a:lnTo>
                    <a:pt x="277799" y="292468"/>
                  </a:lnTo>
                  <a:lnTo>
                    <a:pt x="281703" y="288910"/>
                  </a:lnTo>
                  <a:lnTo>
                    <a:pt x="285492" y="285231"/>
                  </a:lnTo>
                  <a:lnTo>
                    <a:pt x="289162" y="281434"/>
                  </a:lnTo>
                  <a:lnTo>
                    <a:pt x="292711" y="277523"/>
                  </a:lnTo>
                  <a:lnTo>
                    <a:pt x="296135" y="273501"/>
                  </a:lnTo>
                  <a:lnTo>
                    <a:pt x="299430" y="269374"/>
                  </a:lnTo>
                  <a:lnTo>
                    <a:pt x="302593" y="265145"/>
                  </a:lnTo>
                  <a:lnTo>
                    <a:pt x="305620" y="260817"/>
                  </a:lnTo>
                  <a:lnTo>
                    <a:pt x="308510" y="256397"/>
                  </a:lnTo>
                  <a:lnTo>
                    <a:pt x="311258" y="251887"/>
                  </a:lnTo>
                  <a:lnTo>
                    <a:pt x="313863" y="247292"/>
                  </a:lnTo>
                  <a:lnTo>
                    <a:pt x="316321" y="242618"/>
                  </a:lnTo>
                  <a:lnTo>
                    <a:pt x="318630" y="237868"/>
                  </a:lnTo>
                  <a:lnTo>
                    <a:pt x="320788" y="233048"/>
                  </a:lnTo>
                  <a:lnTo>
                    <a:pt x="322793" y="228162"/>
                  </a:lnTo>
                  <a:lnTo>
                    <a:pt x="324643" y="223215"/>
                  </a:lnTo>
                  <a:lnTo>
                    <a:pt x="326335" y="218212"/>
                  </a:lnTo>
                  <a:lnTo>
                    <a:pt x="327868" y="213158"/>
                  </a:lnTo>
                  <a:lnTo>
                    <a:pt x="329241" y="208059"/>
                  </a:lnTo>
                  <a:lnTo>
                    <a:pt x="330452" y="202918"/>
                  </a:lnTo>
                  <a:lnTo>
                    <a:pt x="331500" y="197742"/>
                  </a:lnTo>
                  <a:lnTo>
                    <a:pt x="332384" y="192535"/>
                  </a:lnTo>
                  <a:lnTo>
                    <a:pt x="333104" y="187303"/>
                  </a:lnTo>
                  <a:lnTo>
                    <a:pt x="333657" y="182051"/>
                  </a:lnTo>
                  <a:lnTo>
                    <a:pt x="334044" y="176784"/>
                  </a:lnTo>
                  <a:lnTo>
                    <a:pt x="334265" y="171507"/>
                  </a:lnTo>
                  <a:lnTo>
                    <a:pt x="334319" y="166226"/>
                  </a:lnTo>
                  <a:lnTo>
                    <a:pt x="334206" y="160946"/>
                  </a:lnTo>
                  <a:lnTo>
                    <a:pt x="333927" y="155672"/>
                  </a:lnTo>
                  <a:lnTo>
                    <a:pt x="333481" y="150409"/>
                  </a:lnTo>
                  <a:lnTo>
                    <a:pt x="332869" y="145164"/>
                  </a:lnTo>
                  <a:lnTo>
                    <a:pt x="332091" y="139940"/>
                  </a:lnTo>
                  <a:lnTo>
                    <a:pt x="331149" y="134743"/>
                  </a:lnTo>
                  <a:lnTo>
                    <a:pt x="330043" y="129579"/>
                  </a:lnTo>
                  <a:lnTo>
                    <a:pt x="328775" y="124452"/>
                  </a:lnTo>
                  <a:lnTo>
                    <a:pt x="327345" y="119368"/>
                  </a:lnTo>
                  <a:lnTo>
                    <a:pt x="325756" y="114332"/>
                  </a:lnTo>
                  <a:lnTo>
                    <a:pt x="324008" y="109348"/>
                  </a:lnTo>
                  <a:lnTo>
                    <a:pt x="322103" y="104422"/>
                  </a:lnTo>
                  <a:lnTo>
                    <a:pt x="320044" y="99559"/>
                  </a:lnTo>
                  <a:lnTo>
                    <a:pt x="317833" y="94763"/>
                  </a:lnTo>
                  <a:lnTo>
                    <a:pt x="315470" y="90039"/>
                  </a:lnTo>
                  <a:lnTo>
                    <a:pt x="312960" y="85392"/>
                  </a:lnTo>
                  <a:lnTo>
                    <a:pt x="310305" y="80827"/>
                  </a:lnTo>
                  <a:lnTo>
                    <a:pt x="307506" y="76348"/>
                  </a:lnTo>
                  <a:lnTo>
                    <a:pt x="304567" y="71960"/>
                  </a:lnTo>
                  <a:lnTo>
                    <a:pt x="301492" y="67667"/>
                  </a:lnTo>
                  <a:lnTo>
                    <a:pt x="298282" y="63473"/>
                  </a:lnTo>
                  <a:lnTo>
                    <a:pt x="294941" y="59383"/>
                  </a:lnTo>
                  <a:lnTo>
                    <a:pt x="291473" y="55400"/>
                  </a:lnTo>
                  <a:lnTo>
                    <a:pt x="287880" y="51528"/>
                  </a:lnTo>
                  <a:lnTo>
                    <a:pt x="284168" y="47773"/>
                  </a:lnTo>
                  <a:lnTo>
                    <a:pt x="280338" y="44136"/>
                  </a:lnTo>
                  <a:lnTo>
                    <a:pt x="276395" y="40622"/>
                  </a:lnTo>
                  <a:lnTo>
                    <a:pt x="272344" y="37234"/>
                  </a:lnTo>
                  <a:lnTo>
                    <a:pt x="268187" y="33976"/>
                  </a:lnTo>
                  <a:lnTo>
                    <a:pt x="263929" y="30851"/>
                  </a:lnTo>
                  <a:lnTo>
                    <a:pt x="259575" y="27862"/>
                  </a:lnTo>
                  <a:lnTo>
                    <a:pt x="255129" y="25012"/>
                  </a:lnTo>
                  <a:lnTo>
                    <a:pt x="250595" y="22304"/>
                  </a:lnTo>
                  <a:lnTo>
                    <a:pt x="245977" y="19741"/>
                  </a:lnTo>
                  <a:lnTo>
                    <a:pt x="241281" y="17324"/>
                  </a:lnTo>
                  <a:lnTo>
                    <a:pt x="236511" y="15057"/>
                  </a:lnTo>
                  <a:lnTo>
                    <a:pt x="231672" y="12942"/>
                  </a:lnTo>
                  <a:lnTo>
                    <a:pt x="226768" y="10981"/>
                  </a:lnTo>
                  <a:lnTo>
                    <a:pt x="221805" y="9176"/>
                  </a:lnTo>
                  <a:lnTo>
                    <a:pt x="216787" y="7529"/>
                  </a:lnTo>
                  <a:lnTo>
                    <a:pt x="211720" y="6040"/>
                  </a:lnTo>
                  <a:lnTo>
                    <a:pt x="206608" y="4713"/>
                  </a:lnTo>
                  <a:lnTo>
                    <a:pt x="201457" y="3548"/>
                  </a:lnTo>
                  <a:lnTo>
                    <a:pt x="196272" y="2546"/>
                  </a:lnTo>
                  <a:lnTo>
                    <a:pt x="191057" y="1708"/>
                  </a:lnTo>
                  <a:lnTo>
                    <a:pt x="185819" y="1036"/>
                  </a:lnTo>
                  <a:lnTo>
                    <a:pt x="180562" y="529"/>
                  </a:lnTo>
                  <a:lnTo>
                    <a:pt x="175291" y="189"/>
                  </a:lnTo>
                  <a:lnTo>
                    <a:pt x="167154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3779" y="3170392"/>
              <a:ext cx="8137" cy="167167"/>
            </a:xfrm>
            <a:custGeom>
              <a:avLst/>
              <a:pathLst>
                <a:path w="8137" h="167167">
                  <a:moveTo>
                    <a:pt x="8137" y="19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91476" y="2633064"/>
              <a:ext cx="27534" cy="167167"/>
            </a:xfrm>
            <a:custGeom>
              <a:avLst/>
              <a:pathLst>
                <a:path w="27534" h="167167">
                  <a:moveTo>
                    <a:pt x="27534" y="0"/>
                  </a:moveTo>
                  <a:lnTo>
                    <a:pt x="20621" y="143"/>
                  </a:lnTo>
                  <a:lnTo>
                    <a:pt x="13720" y="571"/>
                  </a:lnTo>
                  <a:lnTo>
                    <a:pt x="6842" y="1285"/>
                  </a:lnTo>
                  <a:lnTo>
                    <a:pt x="0" y="2283"/>
                  </a:lnTo>
                  <a:lnTo>
                    <a:pt x="2753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1476" y="2635347"/>
              <a:ext cx="27534" cy="164884"/>
            </a:xfrm>
            <a:custGeom>
              <a:avLst/>
              <a:pathLst>
                <a:path w="27534" h="164884">
                  <a:moveTo>
                    <a:pt x="0" y="0"/>
                  </a:moveTo>
                  <a:lnTo>
                    <a:pt x="27534" y="1648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751850" y="2635347"/>
              <a:ext cx="334321" cy="332047"/>
            </a:xfrm>
            <a:custGeom>
              <a:avLst/>
              <a:pathLst>
                <a:path w="334321" h="332047">
                  <a:moveTo>
                    <a:pt x="139625" y="0"/>
                  </a:moveTo>
                  <a:lnTo>
                    <a:pt x="134407" y="956"/>
                  </a:lnTo>
                  <a:lnTo>
                    <a:pt x="129222" y="2078"/>
                  </a:lnTo>
                  <a:lnTo>
                    <a:pt x="124076" y="3364"/>
                  </a:lnTo>
                  <a:lnTo>
                    <a:pt x="118972" y="4812"/>
                  </a:lnTo>
                  <a:lnTo>
                    <a:pt x="113918" y="6422"/>
                  </a:lnTo>
                  <a:lnTo>
                    <a:pt x="108916" y="8191"/>
                  </a:lnTo>
                  <a:lnTo>
                    <a:pt x="103974" y="10118"/>
                  </a:lnTo>
                  <a:lnTo>
                    <a:pt x="99095" y="12201"/>
                  </a:lnTo>
                  <a:lnTo>
                    <a:pt x="94284" y="14437"/>
                  </a:lnTo>
                  <a:lnTo>
                    <a:pt x="89547" y="16826"/>
                  </a:lnTo>
                  <a:lnTo>
                    <a:pt x="84889" y="19363"/>
                  </a:lnTo>
                  <a:lnTo>
                    <a:pt x="80313" y="22047"/>
                  </a:lnTo>
                  <a:lnTo>
                    <a:pt x="75824" y="24874"/>
                  </a:lnTo>
                  <a:lnTo>
                    <a:pt x="71427" y="27843"/>
                  </a:lnTo>
                  <a:lnTo>
                    <a:pt x="67127" y="30949"/>
                  </a:lnTo>
                  <a:lnTo>
                    <a:pt x="62928" y="34191"/>
                  </a:lnTo>
                  <a:lnTo>
                    <a:pt x="58834" y="37564"/>
                  </a:lnTo>
                  <a:lnTo>
                    <a:pt x="54848" y="41065"/>
                  </a:lnTo>
                  <a:lnTo>
                    <a:pt x="50976" y="44691"/>
                  </a:lnTo>
                  <a:lnTo>
                    <a:pt x="47221" y="48439"/>
                  </a:lnTo>
                  <a:lnTo>
                    <a:pt x="43586" y="52303"/>
                  </a:lnTo>
                  <a:lnTo>
                    <a:pt x="40076" y="56281"/>
                  </a:lnTo>
                  <a:lnTo>
                    <a:pt x="36694" y="60368"/>
                  </a:lnTo>
                  <a:lnTo>
                    <a:pt x="33444" y="64560"/>
                  </a:lnTo>
                  <a:lnTo>
                    <a:pt x="30328" y="68853"/>
                  </a:lnTo>
                  <a:lnTo>
                    <a:pt x="27350" y="73243"/>
                  </a:lnTo>
                  <a:lnTo>
                    <a:pt x="24512" y="77726"/>
                  </a:lnTo>
                  <a:lnTo>
                    <a:pt x="21818" y="82296"/>
                  </a:lnTo>
                  <a:lnTo>
                    <a:pt x="19271" y="86949"/>
                  </a:lnTo>
                  <a:lnTo>
                    <a:pt x="16873" y="91681"/>
                  </a:lnTo>
                  <a:lnTo>
                    <a:pt x="14626" y="96487"/>
                  </a:lnTo>
                  <a:lnTo>
                    <a:pt x="12532" y="101361"/>
                  </a:lnTo>
                  <a:lnTo>
                    <a:pt x="10594" y="106299"/>
                  </a:lnTo>
                  <a:lnTo>
                    <a:pt x="8814" y="111297"/>
                  </a:lnTo>
                  <a:lnTo>
                    <a:pt x="7194" y="116348"/>
                  </a:lnTo>
                  <a:lnTo>
                    <a:pt x="5734" y="121448"/>
                  </a:lnTo>
                  <a:lnTo>
                    <a:pt x="4437" y="126592"/>
                  </a:lnTo>
                  <a:lnTo>
                    <a:pt x="3304" y="131775"/>
                  </a:lnTo>
                  <a:lnTo>
                    <a:pt x="2336" y="136991"/>
                  </a:lnTo>
                  <a:lnTo>
                    <a:pt x="1534" y="142235"/>
                  </a:lnTo>
                  <a:lnTo>
                    <a:pt x="899" y="147501"/>
                  </a:lnTo>
                  <a:lnTo>
                    <a:pt x="431" y="152786"/>
                  </a:lnTo>
                  <a:lnTo>
                    <a:pt x="131" y="158082"/>
                  </a:lnTo>
                  <a:lnTo>
                    <a:pt x="0" y="163385"/>
                  </a:lnTo>
                  <a:lnTo>
                    <a:pt x="36" y="168690"/>
                  </a:lnTo>
                  <a:lnTo>
                    <a:pt x="241" y="173991"/>
                  </a:lnTo>
                  <a:lnTo>
                    <a:pt x="614" y="179283"/>
                  </a:lnTo>
                  <a:lnTo>
                    <a:pt x="1155" y="184560"/>
                  </a:lnTo>
                  <a:lnTo>
                    <a:pt x="1863" y="189818"/>
                  </a:lnTo>
                  <a:lnTo>
                    <a:pt x="2737" y="195050"/>
                  </a:lnTo>
                  <a:lnTo>
                    <a:pt x="3777" y="200252"/>
                  </a:lnTo>
                  <a:lnTo>
                    <a:pt x="4982" y="205418"/>
                  </a:lnTo>
                  <a:lnTo>
                    <a:pt x="6350" y="210544"/>
                  </a:lnTo>
                  <a:lnTo>
                    <a:pt x="7879" y="215624"/>
                  </a:lnTo>
                  <a:lnTo>
                    <a:pt x="9569" y="220652"/>
                  </a:lnTo>
                  <a:lnTo>
                    <a:pt x="11418" y="225624"/>
                  </a:lnTo>
                  <a:lnTo>
                    <a:pt x="13424" y="230535"/>
                  </a:lnTo>
                  <a:lnTo>
                    <a:pt x="15585" y="235381"/>
                  </a:lnTo>
                  <a:lnTo>
                    <a:pt x="17898" y="240155"/>
                  </a:lnTo>
                  <a:lnTo>
                    <a:pt x="20361" y="244853"/>
                  </a:lnTo>
                  <a:lnTo>
                    <a:pt x="22973" y="249470"/>
                  </a:lnTo>
                  <a:lnTo>
                    <a:pt x="25729" y="254003"/>
                  </a:lnTo>
                  <a:lnTo>
                    <a:pt x="28628" y="258446"/>
                  </a:lnTo>
                  <a:lnTo>
                    <a:pt x="31667" y="262794"/>
                  </a:lnTo>
                  <a:lnTo>
                    <a:pt x="34842" y="267044"/>
                  </a:lnTo>
                  <a:lnTo>
                    <a:pt x="38150" y="271191"/>
                  </a:lnTo>
                  <a:lnTo>
                    <a:pt x="41588" y="275231"/>
                  </a:lnTo>
                  <a:lnTo>
                    <a:pt x="45153" y="279160"/>
                  </a:lnTo>
                  <a:lnTo>
                    <a:pt x="48840" y="282974"/>
                  </a:lnTo>
                  <a:lnTo>
                    <a:pt x="52647" y="286669"/>
                  </a:lnTo>
                  <a:lnTo>
                    <a:pt x="56569" y="290241"/>
                  </a:lnTo>
                  <a:lnTo>
                    <a:pt x="60602" y="293687"/>
                  </a:lnTo>
                  <a:lnTo>
                    <a:pt x="64743" y="297003"/>
                  </a:lnTo>
                  <a:lnTo>
                    <a:pt x="68986" y="300186"/>
                  </a:lnTo>
                  <a:lnTo>
                    <a:pt x="73329" y="303233"/>
                  </a:lnTo>
                  <a:lnTo>
                    <a:pt x="77766" y="306141"/>
                  </a:lnTo>
                  <a:lnTo>
                    <a:pt x="82293" y="308906"/>
                  </a:lnTo>
                  <a:lnTo>
                    <a:pt x="86906" y="311527"/>
                  </a:lnTo>
                  <a:lnTo>
                    <a:pt x="91599" y="313999"/>
                  </a:lnTo>
                  <a:lnTo>
                    <a:pt x="96369" y="316322"/>
                  </a:lnTo>
                  <a:lnTo>
                    <a:pt x="101210" y="318492"/>
                  </a:lnTo>
                  <a:lnTo>
                    <a:pt x="106117" y="320507"/>
                  </a:lnTo>
                  <a:lnTo>
                    <a:pt x="111086" y="322366"/>
                  </a:lnTo>
                  <a:lnTo>
                    <a:pt x="116111" y="324066"/>
                  </a:lnTo>
                  <a:lnTo>
                    <a:pt x="121187" y="325605"/>
                  </a:lnTo>
                  <a:lnTo>
                    <a:pt x="126310" y="326983"/>
                  </a:lnTo>
                  <a:lnTo>
                    <a:pt x="131474" y="328198"/>
                  </a:lnTo>
                  <a:lnTo>
                    <a:pt x="136674" y="329248"/>
                  </a:lnTo>
                  <a:lnTo>
                    <a:pt x="141905" y="330132"/>
                  </a:lnTo>
                  <a:lnTo>
                    <a:pt x="147161" y="330850"/>
                  </a:lnTo>
                  <a:lnTo>
                    <a:pt x="152437" y="331401"/>
                  </a:lnTo>
                  <a:lnTo>
                    <a:pt x="157728" y="331785"/>
                  </a:lnTo>
                  <a:lnTo>
                    <a:pt x="163029" y="332000"/>
                  </a:lnTo>
                  <a:lnTo>
                    <a:pt x="168334" y="332047"/>
                  </a:lnTo>
                  <a:lnTo>
                    <a:pt x="173637" y="331926"/>
                  </a:lnTo>
                  <a:lnTo>
                    <a:pt x="178934" y="331636"/>
                  </a:lnTo>
                  <a:lnTo>
                    <a:pt x="184219" y="331178"/>
                  </a:lnTo>
                  <a:lnTo>
                    <a:pt x="189487" y="330553"/>
                  </a:lnTo>
                  <a:lnTo>
                    <a:pt x="194733" y="329762"/>
                  </a:lnTo>
                  <a:lnTo>
                    <a:pt x="199950" y="328804"/>
                  </a:lnTo>
                  <a:lnTo>
                    <a:pt x="205135" y="327681"/>
                  </a:lnTo>
                  <a:lnTo>
                    <a:pt x="210282" y="326394"/>
                  </a:lnTo>
                  <a:lnTo>
                    <a:pt x="215385" y="324944"/>
                  </a:lnTo>
                  <a:lnTo>
                    <a:pt x="220439" y="323333"/>
                  </a:lnTo>
                  <a:lnTo>
                    <a:pt x="225440" y="321563"/>
                  </a:lnTo>
                  <a:lnTo>
                    <a:pt x="230382" y="319635"/>
                  </a:lnTo>
                  <a:lnTo>
                    <a:pt x="235261" y="317551"/>
                  </a:lnTo>
                  <a:lnTo>
                    <a:pt x="240070" y="315313"/>
                  </a:lnTo>
                  <a:lnTo>
                    <a:pt x="244807" y="312924"/>
                  </a:lnTo>
                  <a:lnTo>
                    <a:pt x="249465" y="310386"/>
                  </a:lnTo>
                  <a:lnTo>
                    <a:pt x="254041" y="307701"/>
                  </a:lnTo>
                  <a:lnTo>
                    <a:pt x="258528" y="304872"/>
                  </a:lnTo>
                  <a:lnTo>
                    <a:pt x="262924" y="301903"/>
                  </a:lnTo>
                  <a:lnTo>
                    <a:pt x="267224" y="298795"/>
                  </a:lnTo>
                  <a:lnTo>
                    <a:pt x="271422" y="295553"/>
                  </a:lnTo>
                  <a:lnTo>
                    <a:pt x="275516" y="292178"/>
                  </a:lnTo>
                  <a:lnTo>
                    <a:pt x="279501" y="288676"/>
                  </a:lnTo>
                  <a:lnTo>
                    <a:pt x="283372" y="285049"/>
                  </a:lnTo>
                  <a:lnTo>
                    <a:pt x="287126" y="281301"/>
                  </a:lnTo>
                  <a:lnTo>
                    <a:pt x="290760" y="277436"/>
                  </a:lnTo>
                  <a:lnTo>
                    <a:pt x="294269" y="273458"/>
                  </a:lnTo>
                  <a:lnTo>
                    <a:pt x="297650" y="269370"/>
                  </a:lnTo>
                  <a:lnTo>
                    <a:pt x="300900" y="265177"/>
                  </a:lnTo>
                  <a:lnTo>
                    <a:pt x="304015" y="260883"/>
                  </a:lnTo>
                  <a:lnTo>
                    <a:pt x="306992" y="256492"/>
                  </a:lnTo>
                  <a:lnTo>
                    <a:pt x="309828" y="252009"/>
                  </a:lnTo>
                  <a:lnTo>
                    <a:pt x="312521" y="247438"/>
                  </a:lnTo>
                  <a:lnTo>
                    <a:pt x="315067" y="242784"/>
                  </a:lnTo>
                  <a:lnTo>
                    <a:pt x="317464" y="238052"/>
                  </a:lnTo>
                  <a:lnTo>
                    <a:pt x="319710" y="233246"/>
                  </a:lnTo>
                  <a:lnTo>
                    <a:pt x="321803" y="228371"/>
                  </a:lnTo>
                  <a:lnTo>
                    <a:pt x="323739" y="223432"/>
                  </a:lnTo>
                  <a:lnTo>
                    <a:pt x="325518" y="218434"/>
                  </a:lnTo>
                  <a:lnTo>
                    <a:pt x="327138" y="213383"/>
                  </a:lnTo>
                  <a:lnTo>
                    <a:pt x="328596" y="208282"/>
                  </a:lnTo>
                  <a:lnTo>
                    <a:pt x="329892" y="203138"/>
                  </a:lnTo>
                  <a:lnTo>
                    <a:pt x="331024" y="197955"/>
                  </a:lnTo>
                  <a:lnTo>
                    <a:pt x="331991" y="192739"/>
                  </a:lnTo>
                  <a:lnTo>
                    <a:pt x="332791" y="187495"/>
                  </a:lnTo>
                  <a:lnTo>
                    <a:pt x="333425" y="182228"/>
                  </a:lnTo>
                  <a:lnTo>
                    <a:pt x="333892" y="176944"/>
                  </a:lnTo>
                  <a:lnTo>
                    <a:pt x="334191" y="171647"/>
                  </a:lnTo>
                  <a:lnTo>
                    <a:pt x="334321" y="166344"/>
                  </a:lnTo>
                  <a:lnTo>
                    <a:pt x="334283" y="161039"/>
                  </a:lnTo>
                  <a:lnTo>
                    <a:pt x="334077" y="155738"/>
                  </a:lnTo>
                  <a:lnTo>
                    <a:pt x="333703" y="150446"/>
                  </a:lnTo>
                  <a:lnTo>
                    <a:pt x="333161" y="145169"/>
                  </a:lnTo>
                  <a:lnTo>
                    <a:pt x="332452" y="139912"/>
                  </a:lnTo>
                  <a:lnTo>
                    <a:pt x="331576" y="134680"/>
                  </a:lnTo>
                  <a:lnTo>
                    <a:pt x="330535" y="129478"/>
                  </a:lnTo>
                  <a:lnTo>
                    <a:pt x="329330" y="124312"/>
                  </a:lnTo>
                  <a:lnTo>
                    <a:pt x="327961" y="119187"/>
                  </a:lnTo>
                  <a:lnTo>
                    <a:pt x="326430" y="114107"/>
                  </a:lnTo>
                  <a:lnTo>
                    <a:pt x="324738" y="109079"/>
                  </a:lnTo>
                  <a:lnTo>
                    <a:pt x="322888" y="104107"/>
                  </a:lnTo>
                  <a:lnTo>
                    <a:pt x="320881" y="99197"/>
                  </a:lnTo>
                  <a:lnTo>
                    <a:pt x="318720" y="94352"/>
                  </a:lnTo>
                  <a:lnTo>
                    <a:pt x="316405" y="89579"/>
                  </a:lnTo>
                  <a:lnTo>
                    <a:pt x="313941" y="84881"/>
                  </a:lnTo>
                  <a:lnTo>
                    <a:pt x="311328" y="80264"/>
                  </a:lnTo>
                  <a:lnTo>
                    <a:pt x="308571" y="75732"/>
                  </a:lnTo>
                  <a:lnTo>
                    <a:pt x="305671" y="71290"/>
                  </a:lnTo>
                  <a:lnTo>
                    <a:pt x="302631" y="66942"/>
                  </a:lnTo>
                  <a:lnTo>
                    <a:pt x="299455" y="62693"/>
                  </a:lnTo>
                  <a:lnTo>
                    <a:pt x="296146" y="58547"/>
                  </a:lnTo>
                  <a:lnTo>
                    <a:pt x="292707" y="54507"/>
                  </a:lnTo>
                  <a:lnTo>
                    <a:pt x="289142" y="50579"/>
                  </a:lnTo>
                  <a:lnTo>
                    <a:pt x="285453" y="46766"/>
                  </a:lnTo>
                  <a:lnTo>
                    <a:pt x="281646" y="43072"/>
                  </a:lnTo>
                  <a:lnTo>
                    <a:pt x="277723" y="39501"/>
                  </a:lnTo>
                  <a:lnTo>
                    <a:pt x="273689" y="36056"/>
                  </a:lnTo>
                  <a:lnTo>
                    <a:pt x="269548" y="32741"/>
                  </a:lnTo>
                  <a:lnTo>
                    <a:pt x="265303" y="29558"/>
                  </a:lnTo>
                  <a:lnTo>
                    <a:pt x="260960" y="26512"/>
                  </a:lnTo>
                  <a:lnTo>
                    <a:pt x="256522" y="23606"/>
                  </a:lnTo>
                  <a:lnTo>
                    <a:pt x="251994" y="20842"/>
                  </a:lnTo>
                  <a:lnTo>
                    <a:pt x="247381" y="18222"/>
                  </a:lnTo>
                  <a:lnTo>
                    <a:pt x="242687" y="15751"/>
                  </a:lnTo>
                  <a:lnTo>
                    <a:pt x="167160" y="1648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19011" y="2633064"/>
              <a:ext cx="75526" cy="167167"/>
            </a:xfrm>
            <a:custGeom>
              <a:avLst/>
              <a:pathLst>
                <a:path w="75526" h="167167">
                  <a:moveTo>
                    <a:pt x="75526" y="18034"/>
                  </a:moveTo>
                  <a:lnTo>
                    <a:pt x="70101" y="15408"/>
                  </a:lnTo>
                  <a:lnTo>
                    <a:pt x="64584" y="12979"/>
                  </a:lnTo>
                  <a:lnTo>
                    <a:pt x="58983" y="10751"/>
                  </a:lnTo>
                  <a:lnTo>
                    <a:pt x="53305" y="8726"/>
                  </a:lnTo>
                  <a:lnTo>
                    <a:pt x="47558" y="6907"/>
                  </a:lnTo>
                  <a:lnTo>
                    <a:pt x="41750" y="5297"/>
                  </a:lnTo>
                  <a:lnTo>
                    <a:pt x="35887" y="3897"/>
                  </a:lnTo>
                  <a:lnTo>
                    <a:pt x="29977" y="2709"/>
                  </a:lnTo>
                  <a:lnTo>
                    <a:pt x="24029" y="1736"/>
                  </a:lnTo>
                  <a:lnTo>
                    <a:pt x="18049" y="977"/>
                  </a:lnTo>
                  <a:lnTo>
                    <a:pt x="12045" y="434"/>
                  </a:lnTo>
                  <a:lnTo>
                    <a:pt x="6026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3005" y="2126963"/>
              <a:ext cx="5466" cy="167167"/>
            </a:xfrm>
            <a:custGeom>
              <a:avLst/>
              <a:pathLst>
                <a:path w="5466" h="167167">
                  <a:moveTo>
                    <a:pt x="5466" y="0"/>
                  </a:moveTo>
                  <a:lnTo>
                    <a:pt x="0" y="89"/>
                  </a:lnTo>
                  <a:lnTo>
                    <a:pt x="54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005" y="2127053"/>
              <a:ext cx="5466" cy="167078"/>
            </a:xfrm>
            <a:custGeom>
              <a:avLst/>
              <a:pathLst>
                <a:path w="5466" h="167078">
                  <a:moveTo>
                    <a:pt x="0" y="0"/>
                  </a:moveTo>
                  <a:lnTo>
                    <a:pt x="5466" y="1670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561311" y="2127053"/>
              <a:ext cx="326128" cy="334229"/>
            </a:xfrm>
            <a:custGeom>
              <a:avLst/>
              <a:pathLst>
                <a:path w="326128" h="334229">
                  <a:moveTo>
                    <a:pt x="161694" y="0"/>
                  </a:moveTo>
                  <a:lnTo>
                    <a:pt x="156374" y="258"/>
                  </a:lnTo>
                  <a:lnTo>
                    <a:pt x="151065" y="687"/>
                  </a:lnTo>
                  <a:lnTo>
                    <a:pt x="145773" y="1284"/>
                  </a:lnTo>
                  <a:lnTo>
                    <a:pt x="140502" y="2049"/>
                  </a:lnTo>
                  <a:lnTo>
                    <a:pt x="135258" y="2982"/>
                  </a:lnTo>
                  <a:lnTo>
                    <a:pt x="130047" y="4082"/>
                  </a:lnTo>
                  <a:lnTo>
                    <a:pt x="124873" y="5347"/>
                  </a:lnTo>
                  <a:lnTo>
                    <a:pt x="119742" y="6776"/>
                  </a:lnTo>
                  <a:lnTo>
                    <a:pt x="114660" y="8368"/>
                  </a:lnTo>
                  <a:lnTo>
                    <a:pt x="109630" y="10121"/>
                  </a:lnTo>
                  <a:lnTo>
                    <a:pt x="104659" y="12034"/>
                  </a:lnTo>
                  <a:lnTo>
                    <a:pt x="99752" y="14104"/>
                  </a:lnTo>
                  <a:lnTo>
                    <a:pt x="94913" y="16329"/>
                  </a:lnTo>
                  <a:lnTo>
                    <a:pt x="90147" y="18707"/>
                  </a:lnTo>
                  <a:lnTo>
                    <a:pt x="85459" y="21236"/>
                  </a:lnTo>
                  <a:lnTo>
                    <a:pt x="80855" y="23912"/>
                  </a:lnTo>
                  <a:lnTo>
                    <a:pt x="76338" y="26735"/>
                  </a:lnTo>
                  <a:lnTo>
                    <a:pt x="71913" y="29699"/>
                  </a:lnTo>
                  <a:lnTo>
                    <a:pt x="67585" y="32803"/>
                  </a:lnTo>
                  <a:lnTo>
                    <a:pt x="63358" y="36043"/>
                  </a:lnTo>
                  <a:lnTo>
                    <a:pt x="59236" y="39417"/>
                  </a:lnTo>
                  <a:lnTo>
                    <a:pt x="55224" y="42920"/>
                  </a:lnTo>
                  <a:lnTo>
                    <a:pt x="51326" y="46549"/>
                  </a:lnTo>
                  <a:lnTo>
                    <a:pt x="47545" y="50300"/>
                  </a:lnTo>
                  <a:lnTo>
                    <a:pt x="43885" y="54170"/>
                  </a:lnTo>
                  <a:lnTo>
                    <a:pt x="40351" y="58155"/>
                  </a:lnTo>
                  <a:lnTo>
                    <a:pt x="36945" y="62250"/>
                  </a:lnTo>
                  <a:lnTo>
                    <a:pt x="33672" y="66451"/>
                  </a:lnTo>
                  <a:lnTo>
                    <a:pt x="30534" y="70755"/>
                  </a:lnTo>
                  <a:lnTo>
                    <a:pt x="27535" y="75156"/>
                  </a:lnTo>
                  <a:lnTo>
                    <a:pt x="24677" y="79651"/>
                  </a:lnTo>
                  <a:lnTo>
                    <a:pt x="21964" y="84234"/>
                  </a:lnTo>
                  <a:lnTo>
                    <a:pt x="19399" y="88902"/>
                  </a:lnTo>
                  <a:lnTo>
                    <a:pt x="16983" y="93649"/>
                  </a:lnTo>
                  <a:lnTo>
                    <a:pt x="14720" y="98470"/>
                  </a:lnTo>
                  <a:lnTo>
                    <a:pt x="12612" y="103362"/>
                  </a:lnTo>
                  <a:lnTo>
                    <a:pt x="10661" y="108317"/>
                  </a:lnTo>
                  <a:lnTo>
                    <a:pt x="8868" y="113333"/>
                  </a:lnTo>
                  <a:lnTo>
                    <a:pt x="7237" y="118403"/>
                  </a:lnTo>
                  <a:lnTo>
                    <a:pt x="5767" y="123522"/>
                  </a:lnTo>
                  <a:lnTo>
                    <a:pt x="4461" y="128686"/>
                  </a:lnTo>
                  <a:lnTo>
                    <a:pt x="3321" y="133888"/>
                  </a:lnTo>
                  <a:lnTo>
                    <a:pt x="2347" y="139125"/>
                  </a:lnTo>
                  <a:lnTo>
                    <a:pt x="1540" y="144389"/>
                  </a:lnTo>
                  <a:lnTo>
                    <a:pt x="901" y="149677"/>
                  </a:lnTo>
                  <a:lnTo>
                    <a:pt x="431" y="154983"/>
                  </a:lnTo>
                  <a:lnTo>
                    <a:pt x="131" y="160300"/>
                  </a:lnTo>
                  <a:lnTo>
                    <a:pt x="0" y="165625"/>
                  </a:lnTo>
                  <a:lnTo>
                    <a:pt x="38" y="170951"/>
                  </a:lnTo>
                  <a:lnTo>
                    <a:pt x="246" y="176273"/>
                  </a:lnTo>
                  <a:lnTo>
                    <a:pt x="624" y="181586"/>
                  </a:lnTo>
                  <a:lnTo>
                    <a:pt x="1171" y="186884"/>
                  </a:lnTo>
                  <a:lnTo>
                    <a:pt x="1886" y="192161"/>
                  </a:lnTo>
                  <a:lnTo>
                    <a:pt x="2769" y="197414"/>
                  </a:lnTo>
                  <a:lnTo>
                    <a:pt x="3819" y="202636"/>
                  </a:lnTo>
                  <a:lnTo>
                    <a:pt x="5034" y="207821"/>
                  </a:lnTo>
                  <a:lnTo>
                    <a:pt x="6415" y="212965"/>
                  </a:lnTo>
                  <a:lnTo>
                    <a:pt x="7958" y="218063"/>
                  </a:lnTo>
                  <a:lnTo>
                    <a:pt x="9663" y="223109"/>
                  </a:lnTo>
                  <a:lnTo>
                    <a:pt x="11528" y="228098"/>
                  </a:lnTo>
                  <a:lnTo>
                    <a:pt x="13551" y="233025"/>
                  </a:lnTo>
                  <a:lnTo>
                    <a:pt x="15730" y="237885"/>
                  </a:lnTo>
                  <a:lnTo>
                    <a:pt x="18062" y="242673"/>
                  </a:lnTo>
                  <a:lnTo>
                    <a:pt x="20546" y="247384"/>
                  </a:lnTo>
                  <a:lnTo>
                    <a:pt x="23179" y="252014"/>
                  </a:lnTo>
                  <a:lnTo>
                    <a:pt x="25958" y="256558"/>
                  </a:lnTo>
                  <a:lnTo>
                    <a:pt x="28880" y="261011"/>
                  </a:lnTo>
                  <a:lnTo>
                    <a:pt x="31943" y="265369"/>
                  </a:lnTo>
                  <a:lnTo>
                    <a:pt x="35143" y="269626"/>
                  </a:lnTo>
                  <a:lnTo>
                    <a:pt x="38477" y="273780"/>
                  </a:lnTo>
                  <a:lnTo>
                    <a:pt x="41941" y="277825"/>
                  </a:lnTo>
                  <a:lnTo>
                    <a:pt x="45533" y="281758"/>
                  </a:lnTo>
                  <a:lnTo>
                    <a:pt x="49248" y="285575"/>
                  </a:lnTo>
                  <a:lnTo>
                    <a:pt x="53083" y="289271"/>
                  </a:lnTo>
                  <a:lnTo>
                    <a:pt x="57034" y="292843"/>
                  </a:lnTo>
                  <a:lnTo>
                    <a:pt x="61096" y="296288"/>
                  </a:lnTo>
                  <a:lnTo>
                    <a:pt x="65266" y="299601"/>
                  </a:lnTo>
                  <a:lnTo>
                    <a:pt x="69540" y="302780"/>
                  </a:lnTo>
                  <a:lnTo>
                    <a:pt x="73912" y="305821"/>
                  </a:lnTo>
                  <a:lnTo>
                    <a:pt x="78379" y="308721"/>
                  </a:lnTo>
                  <a:lnTo>
                    <a:pt x="82937" y="311477"/>
                  </a:lnTo>
                  <a:lnTo>
                    <a:pt x="87580" y="314087"/>
                  </a:lnTo>
                  <a:lnTo>
                    <a:pt x="92303" y="316548"/>
                  </a:lnTo>
                  <a:lnTo>
                    <a:pt x="97103" y="318857"/>
                  </a:lnTo>
                  <a:lnTo>
                    <a:pt x="101974" y="321011"/>
                  </a:lnTo>
                  <a:lnTo>
                    <a:pt x="106911" y="323010"/>
                  </a:lnTo>
                  <a:lnTo>
                    <a:pt x="111909" y="324850"/>
                  </a:lnTo>
                  <a:lnTo>
                    <a:pt x="116963" y="326530"/>
                  </a:lnTo>
                  <a:lnTo>
                    <a:pt x="122068" y="328049"/>
                  </a:lnTo>
                  <a:lnTo>
                    <a:pt x="127219" y="329403"/>
                  </a:lnTo>
                  <a:lnTo>
                    <a:pt x="132411" y="330593"/>
                  </a:lnTo>
                  <a:lnTo>
                    <a:pt x="137638" y="331617"/>
                  </a:lnTo>
                  <a:lnTo>
                    <a:pt x="142894" y="332474"/>
                  </a:lnTo>
                  <a:lnTo>
                    <a:pt x="148176" y="333163"/>
                  </a:lnTo>
                  <a:lnTo>
                    <a:pt x="153476" y="333684"/>
                  </a:lnTo>
                  <a:lnTo>
                    <a:pt x="158791" y="334035"/>
                  </a:lnTo>
                  <a:lnTo>
                    <a:pt x="164114" y="334217"/>
                  </a:lnTo>
                  <a:lnTo>
                    <a:pt x="169440" y="334229"/>
                  </a:lnTo>
                  <a:lnTo>
                    <a:pt x="174764" y="334072"/>
                  </a:lnTo>
                  <a:lnTo>
                    <a:pt x="180080" y="333745"/>
                  </a:lnTo>
                  <a:lnTo>
                    <a:pt x="185383" y="333249"/>
                  </a:lnTo>
                  <a:lnTo>
                    <a:pt x="190668" y="332584"/>
                  </a:lnTo>
                  <a:lnTo>
                    <a:pt x="195928" y="331751"/>
                  </a:lnTo>
                  <a:lnTo>
                    <a:pt x="201160" y="330751"/>
                  </a:lnTo>
                  <a:lnTo>
                    <a:pt x="206357" y="329585"/>
                  </a:lnTo>
                  <a:lnTo>
                    <a:pt x="211514" y="328254"/>
                  </a:lnTo>
                  <a:lnTo>
                    <a:pt x="216626" y="326759"/>
                  </a:lnTo>
                  <a:lnTo>
                    <a:pt x="221688" y="325102"/>
                  </a:lnTo>
                  <a:lnTo>
                    <a:pt x="226694" y="323285"/>
                  </a:lnTo>
                  <a:lnTo>
                    <a:pt x="231640" y="321309"/>
                  </a:lnTo>
                  <a:lnTo>
                    <a:pt x="236521" y="319177"/>
                  </a:lnTo>
                  <a:lnTo>
                    <a:pt x="241331" y="316890"/>
                  </a:lnTo>
                  <a:lnTo>
                    <a:pt x="246066" y="314451"/>
                  </a:lnTo>
                  <a:lnTo>
                    <a:pt x="250721" y="311862"/>
                  </a:lnTo>
                  <a:lnTo>
                    <a:pt x="255291" y="309127"/>
                  </a:lnTo>
                  <a:lnTo>
                    <a:pt x="259771" y="306247"/>
                  </a:lnTo>
                  <a:lnTo>
                    <a:pt x="264158" y="303226"/>
                  </a:lnTo>
                  <a:lnTo>
                    <a:pt x="268446" y="300067"/>
                  </a:lnTo>
                  <a:lnTo>
                    <a:pt x="272631" y="296773"/>
                  </a:lnTo>
                  <a:lnTo>
                    <a:pt x="276709" y="293347"/>
                  </a:lnTo>
                  <a:lnTo>
                    <a:pt x="280676" y="289793"/>
                  </a:lnTo>
                  <a:lnTo>
                    <a:pt x="284528" y="286115"/>
                  </a:lnTo>
                  <a:lnTo>
                    <a:pt x="288261" y="282315"/>
                  </a:lnTo>
                  <a:lnTo>
                    <a:pt x="291870" y="278399"/>
                  </a:lnTo>
                  <a:lnTo>
                    <a:pt x="295354" y="274369"/>
                  </a:lnTo>
                  <a:lnTo>
                    <a:pt x="298706" y="270231"/>
                  </a:lnTo>
                  <a:lnTo>
                    <a:pt x="301926" y="265988"/>
                  </a:lnTo>
                  <a:lnTo>
                    <a:pt x="305008" y="261645"/>
                  </a:lnTo>
                  <a:lnTo>
                    <a:pt x="307951" y="257205"/>
                  </a:lnTo>
                  <a:lnTo>
                    <a:pt x="310751" y="252674"/>
                  </a:lnTo>
                  <a:lnTo>
                    <a:pt x="313405" y="248056"/>
                  </a:lnTo>
                  <a:lnTo>
                    <a:pt x="315910" y="243356"/>
                  </a:lnTo>
                  <a:lnTo>
                    <a:pt x="318265" y="238579"/>
                  </a:lnTo>
                  <a:lnTo>
                    <a:pt x="320466" y="233729"/>
                  </a:lnTo>
                  <a:lnTo>
                    <a:pt x="322512" y="228811"/>
                  </a:lnTo>
                  <a:lnTo>
                    <a:pt x="324399" y="223831"/>
                  </a:lnTo>
                  <a:lnTo>
                    <a:pt x="326128" y="218793"/>
                  </a:lnTo>
                  <a:lnTo>
                    <a:pt x="167161" y="1670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8472" y="2126963"/>
              <a:ext cx="167165" cy="218882"/>
            </a:xfrm>
            <a:custGeom>
              <a:avLst/>
              <a:pathLst>
                <a:path w="167165" h="218882">
                  <a:moveTo>
                    <a:pt x="158966" y="218882"/>
                  </a:moveTo>
                  <a:lnTo>
                    <a:pt x="160538" y="213777"/>
                  </a:lnTo>
                  <a:lnTo>
                    <a:pt x="161945" y="208624"/>
                  </a:lnTo>
                  <a:lnTo>
                    <a:pt x="163187" y="203429"/>
                  </a:lnTo>
                  <a:lnTo>
                    <a:pt x="164262" y="198197"/>
                  </a:lnTo>
                  <a:lnTo>
                    <a:pt x="165169" y="192933"/>
                  </a:lnTo>
                  <a:lnTo>
                    <a:pt x="165908" y="187643"/>
                  </a:lnTo>
                  <a:lnTo>
                    <a:pt x="166478" y="182332"/>
                  </a:lnTo>
                  <a:lnTo>
                    <a:pt x="166877" y="177005"/>
                  </a:lnTo>
                  <a:lnTo>
                    <a:pt x="167106" y="171668"/>
                  </a:lnTo>
                  <a:lnTo>
                    <a:pt x="167165" y="166327"/>
                  </a:lnTo>
                  <a:lnTo>
                    <a:pt x="167053" y="160987"/>
                  </a:lnTo>
                  <a:lnTo>
                    <a:pt x="166770" y="155653"/>
                  </a:lnTo>
                  <a:lnTo>
                    <a:pt x="166317" y="150331"/>
                  </a:lnTo>
                  <a:lnTo>
                    <a:pt x="165694" y="145025"/>
                  </a:lnTo>
                  <a:lnTo>
                    <a:pt x="164902" y="139743"/>
                  </a:lnTo>
                  <a:lnTo>
                    <a:pt x="163942" y="134488"/>
                  </a:lnTo>
                  <a:lnTo>
                    <a:pt x="162814" y="129267"/>
                  </a:lnTo>
                  <a:lnTo>
                    <a:pt x="161520" y="124085"/>
                  </a:lnTo>
                  <a:lnTo>
                    <a:pt x="160061" y="118946"/>
                  </a:lnTo>
                  <a:lnTo>
                    <a:pt x="158439" y="113857"/>
                  </a:lnTo>
                  <a:lnTo>
                    <a:pt x="156655" y="108822"/>
                  </a:lnTo>
                  <a:lnTo>
                    <a:pt x="154711" y="103847"/>
                  </a:lnTo>
                  <a:lnTo>
                    <a:pt x="152609" y="98937"/>
                  </a:lnTo>
                  <a:lnTo>
                    <a:pt x="150351" y="94096"/>
                  </a:lnTo>
                  <a:lnTo>
                    <a:pt x="147940" y="89330"/>
                  </a:lnTo>
                  <a:lnTo>
                    <a:pt x="145377" y="84643"/>
                  </a:lnTo>
                  <a:lnTo>
                    <a:pt x="142666" y="80040"/>
                  </a:lnTo>
                  <a:lnTo>
                    <a:pt x="139810" y="75527"/>
                  </a:lnTo>
                  <a:lnTo>
                    <a:pt x="136811" y="71106"/>
                  </a:lnTo>
                  <a:lnTo>
                    <a:pt x="133672" y="66785"/>
                  </a:lnTo>
                  <a:lnTo>
                    <a:pt x="130397" y="62565"/>
                  </a:lnTo>
                  <a:lnTo>
                    <a:pt x="126988" y="58452"/>
                  </a:lnTo>
                  <a:lnTo>
                    <a:pt x="123450" y="54451"/>
                  </a:lnTo>
                  <a:lnTo>
                    <a:pt x="119786" y="50564"/>
                  </a:lnTo>
                  <a:lnTo>
                    <a:pt x="115999" y="46797"/>
                  </a:lnTo>
                  <a:lnTo>
                    <a:pt x="112094" y="43152"/>
                  </a:lnTo>
                  <a:lnTo>
                    <a:pt x="108075" y="39634"/>
                  </a:lnTo>
                  <a:lnTo>
                    <a:pt x="103945" y="36246"/>
                  </a:lnTo>
                  <a:lnTo>
                    <a:pt x="99709" y="32992"/>
                  </a:lnTo>
                  <a:lnTo>
                    <a:pt x="95372" y="29875"/>
                  </a:lnTo>
                  <a:lnTo>
                    <a:pt x="90937" y="26898"/>
                  </a:lnTo>
                  <a:lnTo>
                    <a:pt x="86409" y="24064"/>
                  </a:lnTo>
                  <a:lnTo>
                    <a:pt x="81792" y="21376"/>
                  </a:lnTo>
                  <a:lnTo>
                    <a:pt x="77093" y="18838"/>
                  </a:lnTo>
                  <a:lnTo>
                    <a:pt x="72315" y="16450"/>
                  </a:lnTo>
                  <a:lnTo>
                    <a:pt x="67462" y="14217"/>
                  </a:lnTo>
                  <a:lnTo>
                    <a:pt x="62541" y="12140"/>
                  </a:lnTo>
                  <a:lnTo>
                    <a:pt x="57556" y="10221"/>
                  </a:lnTo>
                  <a:lnTo>
                    <a:pt x="52513" y="8462"/>
                  </a:lnTo>
                  <a:lnTo>
                    <a:pt x="47415" y="6865"/>
                  </a:lnTo>
                  <a:lnTo>
                    <a:pt x="42270" y="5432"/>
                  </a:lnTo>
                  <a:lnTo>
                    <a:pt x="37081" y="4164"/>
                  </a:lnTo>
                  <a:lnTo>
                    <a:pt x="31854" y="3063"/>
                  </a:lnTo>
                  <a:lnTo>
                    <a:pt x="26595" y="2129"/>
                  </a:lnTo>
                  <a:lnTo>
                    <a:pt x="21308" y="1363"/>
                  </a:lnTo>
                  <a:lnTo>
                    <a:pt x="16000" y="767"/>
                  </a:lnTo>
                  <a:lnTo>
                    <a:pt x="10676" y="341"/>
                  </a:lnTo>
                  <a:lnTo>
                    <a:pt x="534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11338" y="1681503"/>
              <a:ext cx="11896" cy="167167"/>
            </a:xfrm>
            <a:custGeom>
              <a:avLst/>
              <a:pathLst>
                <a:path w="11896" h="167167">
                  <a:moveTo>
                    <a:pt x="11896" y="0"/>
                  </a:moveTo>
                  <a:lnTo>
                    <a:pt x="0" y="423"/>
                  </a:lnTo>
                  <a:lnTo>
                    <a:pt x="1189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1338" y="1681927"/>
              <a:ext cx="11896" cy="166743"/>
            </a:xfrm>
            <a:custGeom>
              <a:avLst/>
              <a:pathLst>
                <a:path w="11896" h="166743">
                  <a:moveTo>
                    <a:pt x="0" y="0"/>
                  </a:moveTo>
                  <a:lnTo>
                    <a:pt x="11896" y="1667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256074" y="1681927"/>
              <a:ext cx="334317" cy="333908"/>
            </a:xfrm>
            <a:custGeom>
              <a:avLst/>
              <a:pathLst>
                <a:path w="334317" h="333908">
                  <a:moveTo>
                    <a:pt x="155263" y="0"/>
                  </a:moveTo>
                  <a:lnTo>
                    <a:pt x="149982" y="461"/>
                  </a:lnTo>
                  <a:lnTo>
                    <a:pt x="144719" y="1089"/>
                  </a:lnTo>
                  <a:lnTo>
                    <a:pt x="139478" y="1884"/>
                  </a:lnTo>
                  <a:lnTo>
                    <a:pt x="134265" y="2844"/>
                  </a:lnTo>
                  <a:lnTo>
                    <a:pt x="129085" y="3970"/>
                  </a:lnTo>
                  <a:lnTo>
                    <a:pt x="123943" y="5259"/>
                  </a:lnTo>
                  <a:lnTo>
                    <a:pt x="118845" y="6710"/>
                  </a:lnTo>
                  <a:lnTo>
                    <a:pt x="113795" y="8322"/>
                  </a:lnTo>
                  <a:lnTo>
                    <a:pt x="108799" y="10094"/>
                  </a:lnTo>
                  <a:lnTo>
                    <a:pt x="103861" y="12023"/>
                  </a:lnTo>
                  <a:lnTo>
                    <a:pt x="98988" y="14108"/>
                  </a:lnTo>
                  <a:lnTo>
                    <a:pt x="94182" y="16346"/>
                  </a:lnTo>
                  <a:lnTo>
                    <a:pt x="89450" y="18736"/>
                  </a:lnTo>
                  <a:lnTo>
                    <a:pt x="84797" y="21274"/>
                  </a:lnTo>
                  <a:lnTo>
                    <a:pt x="80226" y="23959"/>
                  </a:lnTo>
                  <a:lnTo>
                    <a:pt x="75742" y="26787"/>
                  </a:lnTo>
                  <a:lnTo>
                    <a:pt x="71351" y="29756"/>
                  </a:lnTo>
                  <a:lnTo>
                    <a:pt x="67056" y="32862"/>
                  </a:lnTo>
                  <a:lnTo>
                    <a:pt x="62861" y="36103"/>
                  </a:lnTo>
                  <a:lnTo>
                    <a:pt x="58772" y="39476"/>
                  </a:lnTo>
                  <a:lnTo>
                    <a:pt x="54791" y="42977"/>
                  </a:lnTo>
                  <a:lnTo>
                    <a:pt x="50923" y="46602"/>
                  </a:lnTo>
                  <a:lnTo>
                    <a:pt x="47172" y="50347"/>
                  </a:lnTo>
                  <a:lnTo>
                    <a:pt x="43542" y="54210"/>
                  </a:lnTo>
                  <a:lnTo>
                    <a:pt x="40036" y="58186"/>
                  </a:lnTo>
                  <a:lnTo>
                    <a:pt x="36658" y="62272"/>
                  </a:lnTo>
                  <a:lnTo>
                    <a:pt x="33412" y="66462"/>
                  </a:lnTo>
                  <a:lnTo>
                    <a:pt x="30299" y="70753"/>
                  </a:lnTo>
                  <a:lnTo>
                    <a:pt x="27325" y="75140"/>
                  </a:lnTo>
                  <a:lnTo>
                    <a:pt x="24491" y="79620"/>
                  </a:lnTo>
                  <a:lnTo>
                    <a:pt x="21800" y="84187"/>
                  </a:lnTo>
                  <a:lnTo>
                    <a:pt x="19256" y="88838"/>
                  </a:lnTo>
                  <a:lnTo>
                    <a:pt x="16860" y="93566"/>
                  </a:lnTo>
                  <a:lnTo>
                    <a:pt x="14615" y="98369"/>
                  </a:lnTo>
                  <a:lnTo>
                    <a:pt x="12524" y="103240"/>
                  </a:lnTo>
                  <a:lnTo>
                    <a:pt x="10588" y="108175"/>
                  </a:lnTo>
                  <a:lnTo>
                    <a:pt x="8810" y="113168"/>
                  </a:lnTo>
                  <a:lnTo>
                    <a:pt x="7191" y="118216"/>
                  </a:lnTo>
                  <a:lnTo>
                    <a:pt x="5733" y="123312"/>
                  </a:lnTo>
                  <a:lnTo>
                    <a:pt x="4437" y="128452"/>
                  </a:lnTo>
                  <a:lnTo>
                    <a:pt x="3305" y="133631"/>
                  </a:lnTo>
                  <a:lnTo>
                    <a:pt x="2337" y="138843"/>
                  </a:lnTo>
                  <a:lnTo>
                    <a:pt x="1536" y="144083"/>
                  </a:lnTo>
                  <a:lnTo>
                    <a:pt x="900" y="149346"/>
                  </a:lnTo>
                  <a:lnTo>
                    <a:pt x="432" y="154626"/>
                  </a:lnTo>
                  <a:lnTo>
                    <a:pt x="132" y="159918"/>
                  </a:lnTo>
                  <a:lnTo>
                    <a:pt x="0" y="165217"/>
                  </a:lnTo>
                  <a:lnTo>
                    <a:pt x="35" y="170518"/>
                  </a:lnTo>
                  <a:lnTo>
                    <a:pt x="239" y="175815"/>
                  </a:lnTo>
                  <a:lnTo>
                    <a:pt x="610" y="181103"/>
                  </a:lnTo>
                  <a:lnTo>
                    <a:pt x="1149" y="186377"/>
                  </a:lnTo>
                  <a:lnTo>
                    <a:pt x="1855" y="191630"/>
                  </a:lnTo>
                  <a:lnTo>
                    <a:pt x="2728" y="196859"/>
                  </a:lnTo>
                  <a:lnTo>
                    <a:pt x="3765" y="202057"/>
                  </a:lnTo>
                  <a:lnTo>
                    <a:pt x="4967" y="207220"/>
                  </a:lnTo>
                  <a:lnTo>
                    <a:pt x="6332" y="212342"/>
                  </a:lnTo>
                  <a:lnTo>
                    <a:pt x="7859" y="217419"/>
                  </a:lnTo>
                  <a:lnTo>
                    <a:pt x="9545" y="222444"/>
                  </a:lnTo>
                  <a:lnTo>
                    <a:pt x="11391" y="227413"/>
                  </a:lnTo>
                  <a:lnTo>
                    <a:pt x="13393" y="232322"/>
                  </a:lnTo>
                  <a:lnTo>
                    <a:pt x="15549" y="237164"/>
                  </a:lnTo>
                  <a:lnTo>
                    <a:pt x="17858" y="241936"/>
                  </a:lnTo>
                  <a:lnTo>
                    <a:pt x="20317" y="246632"/>
                  </a:lnTo>
                  <a:lnTo>
                    <a:pt x="22924" y="251247"/>
                  </a:lnTo>
                  <a:lnTo>
                    <a:pt x="25676" y="255778"/>
                  </a:lnTo>
                  <a:lnTo>
                    <a:pt x="28570" y="260219"/>
                  </a:lnTo>
                  <a:lnTo>
                    <a:pt x="31604" y="264566"/>
                  </a:lnTo>
                  <a:lnTo>
                    <a:pt x="34773" y="268815"/>
                  </a:lnTo>
                  <a:lnTo>
                    <a:pt x="38076" y="272961"/>
                  </a:lnTo>
                  <a:lnTo>
                    <a:pt x="41509" y="277001"/>
                  </a:lnTo>
                  <a:lnTo>
                    <a:pt x="45068" y="280929"/>
                  </a:lnTo>
                  <a:lnTo>
                    <a:pt x="48750" y="284743"/>
                  </a:lnTo>
                  <a:lnTo>
                    <a:pt x="52551" y="288438"/>
                  </a:lnTo>
                  <a:lnTo>
                    <a:pt x="56467" y="292011"/>
                  </a:lnTo>
                  <a:lnTo>
                    <a:pt x="60494" y="295457"/>
                  </a:lnTo>
                  <a:lnTo>
                    <a:pt x="64629" y="298775"/>
                  </a:lnTo>
                  <a:lnTo>
                    <a:pt x="68867" y="301959"/>
                  </a:lnTo>
                  <a:lnTo>
                    <a:pt x="73203" y="305008"/>
                  </a:lnTo>
                  <a:lnTo>
                    <a:pt x="77634" y="307917"/>
                  </a:lnTo>
                  <a:lnTo>
                    <a:pt x="82155" y="310685"/>
                  </a:lnTo>
                  <a:lnTo>
                    <a:pt x="86762" y="313307"/>
                  </a:lnTo>
                  <a:lnTo>
                    <a:pt x="91449" y="315783"/>
                  </a:lnTo>
                  <a:lnTo>
                    <a:pt x="96213" y="318108"/>
                  </a:lnTo>
                  <a:lnTo>
                    <a:pt x="101048" y="320282"/>
                  </a:lnTo>
                  <a:lnTo>
                    <a:pt x="105949" y="322301"/>
                  </a:lnTo>
                  <a:lnTo>
                    <a:pt x="110912" y="324163"/>
                  </a:lnTo>
                  <a:lnTo>
                    <a:pt x="115932" y="325868"/>
                  </a:lnTo>
                  <a:lnTo>
                    <a:pt x="121003" y="327412"/>
                  </a:lnTo>
                  <a:lnTo>
                    <a:pt x="126120" y="328795"/>
                  </a:lnTo>
                  <a:lnTo>
                    <a:pt x="131279" y="330014"/>
                  </a:lnTo>
                  <a:lnTo>
                    <a:pt x="136474" y="331070"/>
                  </a:lnTo>
                  <a:lnTo>
                    <a:pt x="141699" y="331960"/>
                  </a:lnTo>
                  <a:lnTo>
                    <a:pt x="146950" y="332684"/>
                  </a:lnTo>
                  <a:lnTo>
                    <a:pt x="152222" y="333242"/>
                  </a:lnTo>
                  <a:lnTo>
                    <a:pt x="157508" y="333632"/>
                  </a:lnTo>
                  <a:lnTo>
                    <a:pt x="162805" y="333854"/>
                  </a:lnTo>
                  <a:lnTo>
                    <a:pt x="168105" y="333908"/>
                  </a:lnTo>
                  <a:lnTo>
                    <a:pt x="173405" y="333794"/>
                  </a:lnTo>
                  <a:lnTo>
                    <a:pt x="178698" y="333512"/>
                  </a:lnTo>
                  <a:lnTo>
                    <a:pt x="183980" y="333062"/>
                  </a:lnTo>
                  <a:lnTo>
                    <a:pt x="189245" y="332445"/>
                  </a:lnTo>
                  <a:lnTo>
                    <a:pt x="194488" y="331662"/>
                  </a:lnTo>
                  <a:lnTo>
                    <a:pt x="199703" y="330712"/>
                  </a:lnTo>
                  <a:lnTo>
                    <a:pt x="204886" y="329598"/>
                  </a:lnTo>
                  <a:lnTo>
                    <a:pt x="210030" y="328320"/>
                  </a:lnTo>
                  <a:lnTo>
                    <a:pt x="215132" y="326880"/>
                  </a:lnTo>
                  <a:lnTo>
                    <a:pt x="220185" y="325278"/>
                  </a:lnTo>
                  <a:lnTo>
                    <a:pt x="225185" y="323517"/>
                  </a:lnTo>
                  <a:lnTo>
                    <a:pt x="230126" y="321599"/>
                  </a:lnTo>
                  <a:lnTo>
                    <a:pt x="235004" y="319524"/>
                  </a:lnTo>
                  <a:lnTo>
                    <a:pt x="239814" y="317296"/>
                  </a:lnTo>
                  <a:lnTo>
                    <a:pt x="244551" y="314917"/>
                  </a:lnTo>
                  <a:lnTo>
                    <a:pt x="249210" y="312389"/>
                  </a:lnTo>
                  <a:lnTo>
                    <a:pt x="253787" y="309714"/>
                  </a:lnTo>
                  <a:lnTo>
                    <a:pt x="258277" y="306896"/>
                  </a:lnTo>
                  <a:lnTo>
                    <a:pt x="262675" y="303936"/>
                  </a:lnTo>
                  <a:lnTo>
                    <a:pt x="266976" y="300839"/>
                  </a:lnTo>
                  <a:lnTo>
                    <a:pt x="271178" y="297606"/>
                  </a:lnTo>
                  <a:lnTo>
                    <a:pt x="275275" y="294243"/>
                  </a:lnTo>
                  <a:lnTo>
                    <a:pt x="279263" y="290751"/>
                  </a:lnTo>
                  <a:lnTo>
                    <a:pt x="283138" y="287134"/>
                  </a:lnTo>
                  <a:lnTo>
                    <a:pt x="286897" y="283396"/>
                  </a:lnTo>
                  <a:lnTo>
                    <a:pt x="290536" y="279541"/>
                  </a:lnTo>
                  <a:lnTo>
                    <a:pt x="294050" y="275573"/>
                  </a:lnTo>
                  <a:lnTo>
                    <a:pt x="297437" y="271495"/>
                  </a:lnTo>
                  <a:lnTo>
                    <a:pt x="300693" y="267311"/>
                  </a:lnTo>
                  <a:lnTo>
                    <a:pt x="303814" y="263027"/>
                  </a:lnTo>
                  <a:lnTo>
                    <a:pt x="306798" y="258646"/>
                  </a:lnTo>
                  <a:lnTo>
                    <a:pt x="309642" y="254172"/>
                  </a:lnTo>
                  <a:lnTo>
                    <a:pt x="312342" y="249611"/>
                  </a:lnTo>
                  <a:lnTo>
                    <a:pt x="314897" y="244966"/>
                  </a:lnTo>
                  <a:lnTo>
                    <a:pt x="317303" y="240242"/>
                  </a:lnTo>
                  <a:lnTo>
                    <a:pt x="319558" y="235445"/>
                  </a:lnTo>
                  <a:lnTo>
                    <a:pt x="321659" y="230578"/>
                  </a:lnTo>
                  <a:lnTo>
                    <a:pt x="323605" y="225648"/>
                  </a:lnTo>
                  <a:lnTo>
                    <a:pt x="325394" y="220658"/>
                  </a:lnTo>
                  <a:lnTo>
                    <a:pt x="327024" y="215614"/>
                  </a:lnTo>
                  <a:lnTo>
                    <a:pt x="328493" y="210520"/>
                  </a:lnTo>
                  <a:lnTo>
                    <a:pt x="329800" y="205383"/>
                  </a:lnTo>
                  <a:lnTo>
                    <a:pt x="330944" y="200207"/>
                  </a:lnTo>
                  <a:lnTo>
                    <a:pt x="331922" y="194997"/>
                  </a:lnTo>
                  <a:lnTo>
                    <a:pt x="332735" y="189759"/>
                  </a:lnTo>
                  <a:lnTo>
                    <a:pt x="333382" y="184498"/>
                  </a:lnTo>
                  <a:lnTo>
                    <a:pt x="333861" y="179219"/>
                  </a:lnTo>
                  <a:lnTo>
                    <a:pt x="334173" y="173927"/>
                  </a:lnTo>
                  <a:lnTo>
                    <a:pt x="334317" y="168628"/>
                  </a:lnTo>
                  <a:lnTo>
                    <a:pt x="334293" y="163327"/>
                  </a:lnTo>
                  <a:lnTo>
                    <a:pt x="334100" y="158029"/>
                  </a:lnTo>
                  <a:lnTo>
                    <a:pt x="333740" y="152741"/>
                  </a:lnTo>
                  <a:lnTo>
                    <a:pt x="333212" y="147466"/>
                  </a:lnTo>
                  <a:lnTo>
                    <a:pt x="332518" y="142211"/>
                  </a:lnTo>
                  <a:lnTo>
                    <a:pt x="331657" y="136981"/>
                  </a:lnTo>
                  <a:lnTo>
                    <a:pt x="330630" y="131780"/>
                  </a:lnTo>
                  <a:lnTo>
                    <a:pt x="329440" y="126614"/>
                  </a:lnTo>
                  <a:lnTo>
                    <a:pt x="328086" y="121489"/>
                  </a:lnTo>
                  <a:lnTo>
                    <a:pt x="326570" y="116410"/>
                  </a:lnTo>
                  <a:lnTo>
                    <a:pt x="324894" y="111381"/>
                  </a:lnTo>
                  <a:lnTo>
                    <a:pt x="323059" y="106407"/>
                  </a:lnTo>
                  <a:lnTo>
                    <a:pt x="321068" y="101495"/>
                  </a:lnTo>
                  <a:lnTo>
                    <a:pt x="318922" y="96648"/>
                  </a:lnTo>
                  <a:lnTo>
                    <a:pt x="316623" y="91871"/>
                  </a:lnTo>
                  <a:lnTo>
                    <a:pt x="314174" y="87170"/>
                  </a:lnTo>
                  <a:lnTo>
                    <a:pt x="311577" y="82549"/>
                  </a:lnTo>
                  <a:lnTo>
                    <a:pt x="308835" y="78012"/>
                  </a:lnTo>
                  <a:lnTo>
                    <a:pt x="305950" y="73565"/>
                  </a:lnTo>
                  <a:lnTo>
                    <a:pt x="302926" y="69211"/>
                  </a:lnTo>
                  <a:lnTo>
                    <a:pt x="299766" y="64955"/>
                  </a:lnTo>
                  <a:lnTo>
                    <a:pt x="296472" y="60802"/>
                  </a:lnTo>
                  <a:lnTo>
                    <a:pt x="293048" y="56756"/>
                  </a:lnTo>
                  <a:lnTo>
                    <a:pt x="289497" y="52819"/>
                  </a:lnTo>
                  <a:lnTo>
                    <a:pt x="285823" y="48998"/>
                  </a:lnTo>
                  <a:lnTo>
                    <a:pt x="282030" y="45295"/>
                  </a:lnTo>
                  <a:lnTo>
                    <a:pt x="278122" y="41714"/>
                  </a:lnTo>
                  <a:lnTo>
                    <a:pt x="274102" y="38258"/>
                  </a:lnTo>
                  <a:lnTo>
                    <a:pt x="269975" y="34932"/>
                  </a:lnTo>
                  <a:lnTo>
                    <a:pt x="265744" y="31739"/>
                  </a:lnTo>
                  <a:lnTo>
                    <a:pt x="261414" y="28681"/>
                  </a:lnTo>
                  <a:lnTo>
                    <a:pt x="256989" y="25762"/>
                  </a:lnTo>
                  <a:lnTo>
                    <a:pt x="252474" y="22984"/>
                  </a:lnTo>
                  <a:lnTo>
                    <a:pt x="247873" y="20352"/>
                  </a:lnTo>
                  <a:lnTo>
                    <a:pt x="243191" y="17866"/>
                  </a:lnTo>
                  <a:lnTo>
                    <a:pt x="238432" y="15530"/>
                  </a:lnTo>
                  <a:lnTo>
                    <a:pt x="233602" y="13347"/>
                  </a:lnTo>
                  <a:lnTo>
                    <a:pt x="228705" y="11317"/>
                  </a:lnTo>
                  <a:lnTo>
                    <a:pt x="223746" y="9444"/>
                  </a:lnTo>
                  <a:lnTo>
                    <a:pt x="218730" y="7729"/>
                  </a:lnTo>
                  <a:lnTo>
                    <a:pt x="213662" y="6174"/>
                  </a:lnTo>
                  <a:lnTo>
                    <a:pt x="208548" y="4780"/>
                  </a:lnTo>
                  <a:lnTo>
                    <a:pt x="203392" y="3549"/>
                  </a:lnTo>
                  <a:lnTo>
                    <a:pt x="198199" y="2483"/>
                  </a:lnTo>
                  <a:lnTo>
                    <a:pt x="192976" y="1581"/>
                  </a:lnTo>
                  <a:lnTo>
                    <a:pt x="167160" y="1667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23235" y="1681503"/>
              <a:ext cx="25815" cy="167167"/>
            </a:xfrm>
            <a:custGeom>
              <a:avLst/>
              <a:pathLst>
                <a:path w="25815" h="167167">
                  <a:moveTo>
                    <a:pt x="25815" y="2005"/>
                  </a:moveTo>
                  <a:lnTo>
                    <a:pt x="17248" y="892"/>
                  </a:lnTo>
                  <a:lnTo>
                    <a:pt x="8635" y="2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5853871" y="1322571"/>
              <a:ext cx="167167" cy="319841"/>
            </a:xfrm>
            <a:custGeom>
              <a:avLst/>
              <a:pathLst>
                <a:path w="167167" h="319841">
                  <a:moveTo>
                    <a:pt x="167167" y="0"/>
                  </a:moveTo>
                  <a:lnTo>
                    <a:pt x="161814" y="85"/>
                  </a:lnTo>
                  <a:lnTo>
                    <a:pt x="156467" y="342"/>
                  </a:lnTo>
                  <a:lnTo>
                    <a:pt x="151131" y="770"/>
                  </a:lnTo>
                  <a:lnTo>
                    <a:pt x="145811" y="1369"/>
                  </a:lnTo>
                  <a:lnTo>
                    <a:pt x="140513" y="2138"/>
                  </a:lnTo>
                  <a:lnTo>
                    <a:pt x="135243" y="3076"/>
                  </a:lnTo>
                  <a:lnTo>
                    <a:pt x="130005" y="4182"/>
                  </a:lnTo>
                  <a:lnTo>
                    <a:pt x="124806" y="5456"/>
                  </a:lnTo>
                  <a:lnTo>
                    <a:pt x="119650" y="6895"/>
                  </a:lnTo>
                  <a:lnTo>
                    <a:pt x="114542" y="8499"/>
                  </a:lnTo>
                  <a:lnTo>
                    <a:pt x="109489" y="10265"/>
                  </a:lnTo>
                  <a:lnTo>
                    <a:pt x="104494" y="12192"/>
                  </a:lnTo>
                  <a:lnTo>
                    <a:pt x="99564" y="14279"/>
                  </a:lnTo>
                  <a:lnTo>
                    <a:pt x="94704" y="16522"/>
                  </a:lnTo>
                  <a:lnTo>
                    <a:pt x="89917" y="18919"/>
                  </a:lnTo>
                  <a:lnTo>
                    <a:pt x="85210" y="21468"/>
                  </a:lnTo>
                  <a:lnTo>
                    <a:pt x="80587" y="24167"/>
                  </a:lnTo>
                  <a:lnTo>
                    <a:pt x="76052" y="27013"/>
                  </a:lnTo>
                  <a:lnTo>
                    <a:pt x="71612" y="30002"/>
                  </a:lnTo>
                  <a:lnTo>
                    <a:pt x="67269" y="33132"/>
                  </a:lnTo>
                  <a:lnTo>
                    <a:pt x="63028" y="36400"/>
                  </a:lnTo>
                  <a:lnTo>
                    <a:pt x="58894" y="39801"/>
                  </a:lnTo>
                  <a:lnTo>
                    <a:pt x="54872" y="43333"/>
                  </a:lnTo>
                  <a:lnTo>
                    <a:pt x="50964" y="46992"/>
                  </a:lnTo>
                  <a:lnTo>
                    <a:pt x="47176" y="50775"/>
                  </a:lnTo>
                  <a:lnTo>
                    <a:pt x="43511" y="54676"/>
                  </a:lnTo>
                  <a:lnTo>
                    <a:pt x="39972" y="58693"/>
                  </a:lnTo>
                  <a:lnTo>
                    <a:pt x="36564" y="62822"/>
                  </a:lnTo>
                  <a:lnTo>
                    <a:pt x="33290" y="67057"/>
                  </a:lnTo>
                  <a:lnTo>
                    <a:pt x="30153" y="71395"/>
                  </a:lnTo>
                  <a:lnTo>
                    <a:pt x="27157" y="75831"/>
                  </a:lnTo>
                  <a:lnTo>
                    <a:pt x="24304" y="80361"/>
                  </a:lnTo>
                  <a:lnTo>
                    <a:pt x="21598" y="84980"/>
                  </a:lnTo>
                  <a:lnTo>
                    <a:pt x="19041" y="89683"/>
                  </a:lnTo>
                  <a:lnTo>
                    <a:pt x="16636" y="94466"/>
                  </a:lnTo>
                  <a:lnTo>
                    <a:pt x="14385" y="99323"/>
                  </a:lnTo>
                  <a:lnTo>
                    <a:pt x="12291" y="104250"/>
                  </a:lnTo>
                  <a:lnTo>
                    <a:pt x="10356" y="109241"/>
                  </a:lnTo>
                  <a:lnTo>
                    <a:pt x="8582" y="114291"/>
                  </a:lnTo>
                  <a:lnTo>
                    <a:pt x="6970" y="119396"/>
                  </a:lnTo>
                  <a:lnTo>
                    <a:pt x="5523" y="124550"/>
                  </a:lnTo>
                  <a:lnTo>
                    <a:pt x="4241" y="129748"/>
                  </a:lnTo>
                  <a:lnTo>
                    <a:pt x="3126" y="134984"/>
                  </a:lnTo>
                  <a:lnTo>
                    <a:pt x="2180" y="140253"/>
                  </a:lnTo>
                  <a:lnTo>
                    <a:pt x="1403" y="145549"/>
                  </a:lnTo>
                  <a:lnTo>
                    <a:pt x="796" y="150868"/>
                  </a:lnTo>
                  <a:lnTo>
                    <a:pt x="359" y="156203"/>
                  </a:lnTo>
                  <a:lnTo>
                    <a:pt x="94" y="161550"/>
                  </a:lnTo>
                  <a:lnTo>
                    <a:pt x="0" y="166903"/>
                  </a:lnTo>
                  <a:lnTo>
                    <a:pt x="77" y="172255"/>
                  </a:lnTo>
                  <a:lnTo>
                    <a:pt x="325" y="177603"/>
                  </a:lnTo>
                  <a:lnTo>
                    <a:pt x="745" y="182940"/>
                  </a:lnTo>
                  <a:lnTo>
                    <a:pt x="1335" y="188260"/>
                  </a:lnTo>
                  <a:lnTo>
                    <a:pt x="2096" y="193559"/>
                  </a:lnTo>
                  <a:lnTo>
                    <a:pt x="3026" y="198831"/>
                  </a:lnTo>
                  <a:lnTo>
                    <a:pt x="4124" y="204071"/>
                  </a:lnTo>
                  <a:lnTo>
                    <a:pt x="5389" y="209272"/>
                  </a:lnTo>
                  <a:lnTo>
                    <a:pt x="6820" y="214431"/>
                  </a:lnTo>
                  <a:lnTo>
                    <a:pt x="8416" y="219541"/>
                  </a:lnTo>
                  <a:lnTo>
                    <a:pt x="10174" y="224597"/>
                  </a:lnTo>
                  <a:lnTo>
                    <a:pt x="12093" y="229594"/>
                  </a:lnTo>
                  <a:lnTo>
                    <a:pt x="14172" y="234528"/>
                  </a:lnTo>
                  <a:lnTo>
                    <a:pt x="16407" y="239392"/>
                  </a:lnTo>
                  <a:lnTo>
                    <a:pt x="18797" y="244182"/>
                  </a:lnTo>
                  <a:lnTo>
                    <a:pt x="21339" y="248893"/>
                  </a:lnTo>
                  <a:lnTo>
                    <a:pt x="24030" y="253521"/>
                  </a:lnTo>
                  <a:lnTo>
                    <a:pt x="26869" y="258060"/>
                  </a:lnTo>
                  <a:lnTo>
                    <a:pt x="29851" y="262505"/>
                  </a:lnTo>
                  <a:lnTo>
                    <a:pt x="32974" y="266853"/>
                  </a:lnTo>
                  <a:lnTo>
                    <a:pt x="36235" y="271099"/>
                  </a:lnTo>
                  <a:lnTo>
                    <a:pt x="39630" y="275238"/>
                  </a:lnTo>
                  <a:lnTo>
                    <a:pt x="43156" y="279266"/>
                  </a:lnTo>
                  <a:lnTo>
                    <a:pt x="46808" y="283179"/>
                  </a:lnTo>
                  <a:lnTo>
                    <a:pt x="50585" y="286974"/>
                  </a:lnTo>
                  <a:lnTo>
                    <a:pt x="54481" y="290645"/>
                  </a:lnTo>
                  <a:lnTo>
                    <a:pt x="58492" y="294190"/>
                  </a:lnTo>
                  <a:lnTo>
                    <a:pt x="62615" y="297604"/>
                  </a:lnTo>
                  <a:lnTo>
                    <a:pt x="66845" y="300885"/>
                  </a:lnTo>
                  <a:lnTo>
                    <a:pt x="71178" y="304029"/>
                  </a:lnTo>
                  <a:lnTo>
                    <a:pt x="75610" y="307032"/>
                  </a:lnTo>
                  <a:lnTo>
                    <a:pt x="80135" y="309892"/>
                  </a:lnTo>
                  <a:lnTo>
                    <a:pt x="84750" y="312605"/>
                  </a:lnTo>
                  <a:lnTo>
                    <a:pt x="89449" y="315170"/>
                  </a:lnTo>
                  <a:lnTo>
                    <a:pt x="94228" y="317582"/>
                  </a:lnTo>
                  <a:lnTo>
                    <a:pt x="99081" y="31984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2953" y="1489739"/>
              <a:ext cx="68085" cy="152673"/>
            </a:xfrm>
            <a:custGeom>
              <a:avLst/>
              <a:pathLst>
                <a:path w="68085" h="152673">
                  <a:moveTo>
                    <a:pt x="0" y="152673"/>
                  </a:moveTo>
                  <a:lnTo>
                    <a:pt x="680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2953" y="1325360"/>
              <a:ext cx="235235" cy="331544"/>
            </a:xfrm>
            <a:custGeom>
              <a:avLst/>
              <a:pathLst>
                <a:path w="235235" h="331544">
                  <a:moveTo>
                    <a:pt x="0" y="317052"/>
                  </a:moveTo>
                  <a:lnTo>
                    <a:pt x="4899" y="319144"/>
                  </a:lnTo>
                  <a:lnTo>
                    <a:pt x="9862" y="321079"/>
                  </a:lnTo>
                  <a:lnTo>
                    <a:pt x="14885" y="322855"/>
                  </a:lnTo>
                  <a:lnTo>
                    <a:pt x="19962" y="324469"/>
                  </a:lnTo>
                  <a:lnTo>
                    <a:pt x="25087" y="325921"/>
                  </a:lnTo>
                  <a:lnTo>
                    <a:pt x="30257" y="327209"/>
                  </a:lnTo>
                  <a:lnTo>
                    <a:pt x="35464" y="328332"/>
                  </a:lnTo>
                  <a:lnTo>
                    <a:pt x="40705" y="329288"/>
                  </a:lnTo>
                  <a:lnTo>
                    <a:pt x="45974" y="330077"/>
                  </a:lnTo>
                  <a:lnTo>
                    <a:pt x="51265" y="330697"/>
                  </a:lnTo>
                  <a:lnTo>
                    <a:pt x="56573" y="331149"/>
                  </a:lnTo>
                  <a:lnTo>
                    <a:pt x="61893" y="331431"/>
                  </a:lnTo>
                  <a:lnTo>
                    <a:pt x="67219" y="331544"/>
                  </a:lnTo>
                  <a:lnTo>
                    <a:pt x="72546" y="331486"/>
                  </a:lnTo>
                  <a:lnTo>
                    <a:pt x="77868" y="331259"/>
                  </a:lnTo>
                  <a:lnTo>
                    <a:pt x="83181" y="330863"/>
                  </a:lnTo>
                  <a:lnTo>
                    <a:pt x="88478" y="330297"/>
                  </a:lnTo>
                  <a:lnTo>
                    <a:pt x="93755" y="329563"/>
                  </a:lnTo>
                  <a:lnTo>
                    <a:pt x="99005" y="328661"/>
                  </a:lnTo>
                  <a:lnTo>
                    <a:pt x="104224" y="327593"/>
                  </a:lnTo>
                  <a:lnTo>
                    <a:pt x="109406" y="326358"/>
                  </a:lnTo>
                  <a:lnTo>
                    <a:pt x="114547" y="324959"/>
                  </a:lnTo>
                  <a:lnTo>
                    <a:pt x="119640" y="323397"/>
                  </a:lnTo>
                  <a:lnTo>
                    <a:pt x="124681" y="321674"/>
                  </a:lnTo>
                  <a:lnTo>
                    <a:pt x="129664" y="319791"/>
                  </a:lnTo>
                  <a:lnTo>
                    <a:pt x="134585" y="317749"/>
                  </a:lnTo>
                  <a:lnTo>
                    <a:pt x="139438" y="315553"/>
                  </a:lnTo>
                  <a:lnTo>
                    <a:pt x="144219" y="313202"/>
                  </a:lnTo>
                  <a:lnTo>
                    <a:pt x="148923" y="310701"/>
                  </a:lnTo>
                  <a:lnTo>
                    <a:pt x="153544" y="308051"/>
                  </a:lnTo>
                  <a:lnTo>
                    <a:pt x="158079" y="305255"/>
                  </a:lnTo>
                  <a:lnTo>
                    <a:pt x="162522" y="302316"/>
                  </a:lnTo>
                  <a:lnTo>
                    <a:pt x="166869" y="299236"/>
                  </a:lnTo>
                  <a:lnTo>
                    <a:pt x="171116" y="296020"/>
                  </a:lnTo>
                  <a:lnTo>
                    <a:pt x="175258" y="292670"/>
                  </a:lnTo>
                  <a:lnTo>
                    <a:pt x="179292" y="289190"/>
                  </a:lnTo>
                  <a:lnTo>
                    <a:pt x="183212" y="285583"/>
                  </a:lnTo>
                  <a:lnTo>
                    <a:pt x="187016" y="281853"/>
                  </a:lnTo>
                  <a:lnTo>
                    <a:pt x="190699" y="278004"/>
                  </a:lnTo>
                  <a:lnTo>
                    <a:pt x="194257" y="274039"/>
                  </a:lnTo>
                  <a:lnTo>
                    <a:pt x="197687" y="269963"/>
                  </a:lnTo>
                  <a:lnTo>
                    <a:pt x="200986" y="265780"/>
                  </a:lnTo>
                  <a:lnTo>
                    <a:pt x="204149" y="261494"/>
                  </a:lnTo>
                  <a:lnTo>
                    <a:pt x="207175" y="257109"/>
                  </a:lnTo>
                  <a:lnTo>
                    <a:pt x="210059" y="252630"/>
                  </a:lnTo>
                  <a:lnTo>
                    <a:pt x="212799" y="248061"/>
                  </a:lnTo>
                  <a:lnTo>
                    <a:pt x="215392" y="243408"/>
                  </a:lnTo>
                  <a:lnTo>
                    <a:pt x="217835" y="238674"/>
                  </a:lnTo>
                  <a:lnTo>
                    <a:pt x="220127" y="233864"/>
                  </a:lnTo>
                  <a:lnTo>
                    <a:pt x="222264" y="228984"/>
                  </a:lnTo>
                  <a:lnTo>
                    <a:pt x="224244" y="224039"/>
                  </a:lnTo>
                  <a:lnTo>
                    <a:pt x="226066" y="219033"/>
                  </a:lnTo>
                  <a:lnTo>
                    <a:pt x="227727" y="213971"/>
                  </a:lnTo>
                  <a:lnTo>
                    <a:pt x="229226" y="208859"/>
                  </a:lnTo>
                  <a:lnTo>
                    <a:pt x="230562" y="203702"/>
                  </a:lnTo>
                  <a:lnTo>
                    <a:pt x="231732" y="198505"/>
                  </a:lnTo>
                  <a:lnTo>
                    <a:pt x="232736" y="193273"/>
                  </a:lnTo>
                  <a:lnTo>
                    <a:pt x="233574" y="188012"/>
                  </a:lnTo>
                  <a:lnTo>
                    <a:pt x="234243" y="182727"/>
                  </a:lnTo>
                  <a:lnTo>
                    <a:pt x="234743" y="177423"/>
                  </a:lnTo>
                  <a:lnTo>
                    <a:pt x="235074" y="172106"/>
                  </a:lnTo>
                  <a:lnTo>
                    <a:pt x="235235" y="166781"/>
                  </a:lnTo>
                  <a:lnTo>
                    <a:pt x="235227" y="161454"/>
                  </a:lnTo>
                  <a:lnTo>
                    <a:pt x="235049" y="156129"/>
                  </a:lnTo>
                  <a:lnTo>
                    <a:pt x="234701" y="150813"/>
                  </a:lnTo>
                  <a:lnTo>
                    <a:pt x="234184" y="145511"/>
                  </a:lnTo>
                  <a:lnTo>
                    <a:pt x="233499" y="140228"/>
                  </a:lnTo>
                  <a:lnTo>
                    <a:pt x="232645" y="134970"/>
                  </a:lnTo>
                  <a:lnTo>
                    <a:pt x="231625" y="129741"/>
                  </a:lnTo>
                  <a:lnTo>
                    <a:pt x="230438" y="124547"/>
                  </a:lnTo>
                  <a:lnTo>
                    <a:pt x="229086" y="119394"/>
                  </a:lnTo>
                  <a:lnTo>
                    <a:pt x="227571" y="114287"/>
                  </a:lnTo>
                  <a:lnTo>
                    <a:pt x="225894" y="109231"/>
                  </a:lnTo>
                  <a:lnTo>
                    <a:pt x="224057" y="104230"/>
                  </a:lnTo>
                  <a:lnTo>
                    <a:pt x="222061" y="99291"/>
                  </a:lnTo>
                  <a:lnTo>
                    <a:pt x="219909" y="94418"/>
                  </a:lnTo>
                  <a:lnTo>
                    <a:pt x="217603" y="89615"/>
                  </a:lnTo>
                  <a:lnTo>
                    <a:pt x="215144" y="84889"/>
                  </a:lnTo>
                  <a:lnTo>
                    <a:pt x="212537" y="80244"/>
                  </a:lnTo>
                  <a:lnTo>
                    <a:pt x="209783" y="75684"/>
                  </a:lnTo>
                  <a:lnTo>
                    <a:pt x="206884" y="71213"/>
                  </a:lnTo>
                  <a:lnTo>
                    <a:pt x="203845" y="66838"/>
                  </a:lnTo>
                  <a:lnTo>
                    <a:pt x="200668" y="62562"/>
                  </a:lnTo>
                  <a:lnTo>
                    <a:pt x="197357" y="58389"/>
                  </a:lnTo>
                  <a:lnTo>
                    <a:pt x="193914" y="54323"/>
                  </a:lnTo>
                  <a:lnTo>
                    <a:pt x="190343" y="50370"/>
                  </a:lnTo>
                  <a:lnTo>
                    <a:pt x="186648" y="46532"/>
                  </a:lnTo>
                  <a:lnTo>
                    <a:pt x="182833" y="42814"/>
                  </a:lnTo>
                  <a:lnTo>
                    <a:pt x="178901" y="39220"/>
                  </a:lnTo>
                  <a:lnTo>
                    <a:pt x="174857" y="35752"/>
                  </a:lnTo>
                  <a:lnTo>
                    <a:pt x="170704" y="32415"/>
                  </a:lnTo>
                  <a:lnTo>
                    <a:pt x="166447" y="29212"/>
                  </a:lnTo>
                  <a:lnTo>
                    <a:pt x="162090" y="26147"/>
                  </a:lnTo>
                  <a:lnTo>
                    <a:pt x="157638" y="23221"/>
                  </a:lnTo>
                  <a:lnTo>
                    <a:pt x="153095" y="20440"/>
                  </a:lnTo>
                  <a:lnTo>
                    <a:pt x="148465" y="17804"/>
                  </a:lnTo>
                  <a:lnTo>
                    <a:pt x="143754" y="15317"/>
                  </a:lnTo>
                  <a:lnTo>
                    <a:pt x="138966" y="12982"/>
                  </a:lnTo>
                  <a:lnTo>
                    <a:pt x="134105" y="10800"/>
                  </a:lnTo>
                  <a:lnTo>
                    <a:pt x="129178" y="8774"/>
                  </a:lnTo>
                  <a:lnTo>
                    <a:pt x="124189" y="6907"/>
                  </a:lnTo>
                  <a:lnTo>
                    <a:pt x="119143" y="5199"/>
                  </a:lnTo>
                  <a:lnTo>
                    <a:pt x="114045" y="3653"/>
                  </a:lnTo>
                  <a:lnTo>
                    <a:pt x="108900" y="2270"/>
                  </a:lnTo>
                  <a:lnTo>
                    <a:pt x="103714" y="1052"/>
                  </a:lnTo>
                  <a:lnTo>
                    <a:pt x="98492" y="0"/>
                  </a:lnTo>
                  <a:lnTo>
                    <a:pt x="68085" y="1643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021039" y="1322571"/>
              <a:ext cx="30406" cy="167167"/>
            </a:xfrm>
            <a:custGeom>
              <a:avLst/>
              <a:pathLst>
                <a:path w="30406" h="167167">
                  <a:moveTo>
                    <a:pt x="30406" y="2788"/>
                  </a:moveTo>
                  <a:lnTo>
                    <a:pt x="22860" y="1570"/>
                  </a:lnTo>
                  <a:lnTo>
                    <a:pt x="15267" y="698"/>
                  </a:lnTo>
                  <a:lnTo>
                    <a:pt x="7641" y="17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378091" y="1071028"/>
              <a:ext cx="167166" cy="291322"/>
            </a:xfrm>
            <a:custGeom>
              <a:avLst/>
              <a:pathLst>
                <a:path w="167166" h="291322">
                  <a:moveTo>
                    <a:pt x="167166" y="0"/>
                  </a:moveTo>
                  <a:lnTo>
                    <a:pt x="161800" y="86"/>
                  </a:lnTo>
                  <a:lnTo>
                    <a:pt x="156440" y="344"/>
                  </a:lnTo>
                  <a:lnTo>
                    <a:pt x="151091" y="774"/>
                  </a:lnTo>
                  <a:lnTo>
                    <a:pt x="145758" y="1376"/>
                  </a:lnTo>
                  <a:lnTo>
                    <a:pt x="140447" y="2149"/>
                  </a:lnTo>
                  <a:lnTo>
                    <a:pt x="135164" y="3091"/>
                  </a:lnTo>
                  <a:lnTo>
                    <a:pt x="129913" y="4203"/>
                  </a:lnTo>
                  <a:lnTo>
                    <a:pt x="124701" y="5483"/>
                  </a:lnTo>
                  <a:lnTo>
                    <a:pt x="119533" y="6929"/>
                  </a:lnTo>
                  <a:lnTo>
                    <a:pt x="114414" y="8541"/>
                  </a:lnTo>
                  <a:lnTo>
                    <a:pt x="109350" y="10316"/>
                  </a:lnTo>
                  <a:lnTo>
                    <a:pt x="104345" y="12253"/>
                  </a:lnTo>
                  <a:lnTo>
                    <a:pt x="99404" y="14349"/>
                  </a:lnTo>
                  <a:lnTo>
                    <a:pt x="94534" y="16603"/>
                  </a:lnTo>
                  <a:lnTo>
                    <a:pt x="89738" y="19012"/>
                  </a:lnTo>
                  <a:lnTo>
                    <a:pt x="85022" y="21574"/>
                  </a:lnTo>
                  <a:lnTo>
                    <a:pt x="80391" y="24286"/>
                  </a:lnTo>
                  <a:lnTo>
                    <a:pt x="75850" y="27145"/>
                  </a:lnTo>
                  <a:lnTo>
                    <a:pt x="71402" y="30148"/>
                  </a:lnTo>
                  <a:lnTo>
                    <a:pt x="67053" y="33293"/>
                  </a:lnTo>
                  <a:lnTo>
                    <a:pt x="62807" y="36576"/>
                  </a:lnTo>
                  <a:lnTo>
                    <a:pt x="58669" y="39993"/>
                  </a:lnTo>
                  <a:lnTo>
                    <a:pt x="54643" y="43541"/>
                  </a:lnTo>
                  <a:lnTo>
                    <a:pt x="50732" y="47217"/>
                  </a:lnTo>
                  <a:lnTo>
                    <a:pt x="46942" y="51016"/>
                  </a:lnTo>
                  <a:lnTo>
                    <a:pt x="43276" y="54935"/>
                  </a:lnTo>
                  <a:lnTo>
                    <a:pt x="39737" y="58970"/>
                  </a:lnTo>
                  <a:lnTo>
                    <a:pt x="36329" y="63116"/>
                  </a:lnTo>
                  <a:lnTo>
                    <a:pt x="33057" y="67369"/>
                  </a:lnTo>
                  <a:lnTo>
                    <a:pt x="29922" y="71726"/>
                  </a:lnTo>
                  <a:lnTo>
                    <a:pt x="26930" y="76180"/>
                  </a:lnTo>
                  <a:lnTo>
                    <a:pt x="24081" y="80729"/>
                  </a:lnTo>
                  <a:lnTo>
                    <a:pt x="21380" y="85366"/>
                  </a:lnTo>
                  <a:lnTo>
                    <a:pt x="18830" y="90088"/>
                  </a:lnTo>
                  <a:lnTo>
                    <a:pt x="16432" y="94889"/>
                  </a:lnTo>
                  <a:lnTo>
                    <a:pt x="14189" y="99765"/>
                  </a:lnTo>
                  <a:lnTo>
                    <a:pt x="12105" y="104710"/>
                  </a:lnTo>
                  <a:lnTo>
                    <a:pt x="10180" y="109720"/>
                  </a:lnTo>
                  <a:lnTo>
                    <a:pt x="8417" y="114789"/>
                  </a:lnTo>
                  <a:lnTo>
                    <a:pt x="6817" y="119912"/>
                  </a:lnTo>
                  <a:lnTo>
                    <a:pt x="5383" y="125083"/>
                  </a:lnTo>
                  <a:lnTo>
                    <a:pt x="4115" y="130298"/>
                  </a:lnTo>
                  <a:lnTo>
                    <a:pt x="3016" y="135551"/>
                  </a:lnTo>
                  <a:lnTo>
                    <a:pt x="2086" y="140836"/>
                  </a:lnTo>
                  <a:lnTo>
                    <a:pt x="1326" y="146149"/>
                  </a:lnTo>
                  <a:lnTo>
                    <a:pt x="736" y="151483"/>
                  </a:lnTo>
                  <a:lnTo>
                    <a:pt x="319" y="156834"/>
                  </a:lnTo>
                  <a:lnTo>
                    <a:pt x="73" y="162195"/>
                  </a:lnTo>
                  <a:lnTo>
                    <a:pt x="0" y="167561"/>
                  </a:lnTo>
                  <a:lnTo>
                    <a:pt x="98" y="172927"/>
                  </a:lnTo>
                  <a:lnTo>
                    <a:pt x="369" y="178287"/>
                  </a:lnTo>
                  <a:lnTo>
                    <a:pt x="812" y="183635"/>
                  </a:lnTo>
                  <a:lnTo>
                    <a:pt x="1427" y="188966"/>
                  </a:lnTo>
                  <a:lnTo>
                    <a:pt x="2212" y="194275"/>
                  </a:lnTo>
                  <a:lnTo>
                    <a:pt x="3167" y="199556"/>
                  </a:lnTo>
                  <a:lnTo>
                    <a:pt x="4291" y="204804"/>
                  </a:lnTo>
                  <a:lnTo>
                    <a:pt x="5583" y="210013"/>
                  </a:lnTo>
                  <a:lnTo>
                    <a:pt x="7042" y="215178"/>
                  </a:lnTo>
                  <a:lnTo>
                    <a:pt x="8665" y="220293"/>
                  </a:lnTo>
                  <a:lnTo>
                    <a:pt x="10452" y="225353"/>
                  </a:lnTo>
                  <a:lnTo>
                    <a:pt x="12401" y="230354"/>
                  </a:lnTo>
                  <a:lnTo>
                    <a:pt x="14509" y="235289"/>
                  </a:lnTo>
                  <a:lnTo>
                    <a:pt x="16774" y="240154"/>
                  </a:lnTo>
                  <a:lnTo>
                    <a:pt x="19195" y="244944"/>
                  </a:lnTo>
                  <a:lnTo>
                    <a:pt x="21768" y="249654"/>
                  </a:lnTo>
                  <a:lnTo>
                    <a:pt x="24490" y="254279"/>
                  </a:lnTo>
                  <a:lnTo>
                    <a:pt x="27360" y="258814"/>
                  </a:lnTo>
                  <a:lnTo>
                    <a:pt x="30374" y="263254"/>
                  </a:lnTo>
                  <a:lnTo>
                    <a:pt x="33529" y="267596"/>
                  </a:lnTo>
                  <a:lnTo>
                    <a:pt x="36821" y="271834"/>
                  </a:lnTo>
                  <a:lnTo>
                    <a:pt x="40248" y="275964"/>
                  </a:lnTo>
                  <a:lnTo>
                    <a:pt x="43806" y="279982"/>
                  </a:lnTo>
                  <a:lnTo>
                    <a:pt x="47491" y="283883"/>
                  </a:lnTo>
                  <a:lnTo>
                    <a:pt x="51299" y="287665"/>
                  </a:lnTo>
                  <a:lnTo>
                    <a:pt x="55227" y="29132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3318" y="1238196"/>
              <a:ext cx="111939" cy="124155"/>
            </a:xfrm>
            <a:custGeom>
              <a:avLst/>
              <a:pathLst>
                <a:path w="111939" h="124155">
                  <a:moveTo>
                    <a:pt x="0" y="124155"/>
                  </a:moveTo>
                  <a:lnTo>
                    <a:pt x="11193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3318" y="1109991"/>
              <a:ext cx="279086" cy="295371"/>
            </a:xfrm>
            <a:custGeom>
              <a:avLst/>
              <a:pathLst>
                <a:path w="279086" h="295371">
                  <a:moveTo>
                    <a:pt x="0" y="252360"/>
                  </a:moveTo>
                  <a:lnTo>
                    <a:pt x="4002" y="255854"/>
                  </a:lnTo>
                  <a:lnTo>
                    <a:pt x="8113" y="259220"/>
                  </a:lnTo>
                  <a:lnTo>
                    <a:pt x="12329" y="262454"/>
                  </a:lnTo>
                  <a:lnTo>
                    <a:pt x="16646" y="265551"/>
                  </a:lnTo>
                  <a:lnTo>
                    <a:pt x="21059" y="268510"/>
                  </a:lnTo>
                  <a:lnTo>
                    <a:pt x="25564" y="271328"/>
                  </a:lnTo>
                  <a:lnTo>
                    <a:pt x="30156" y="274000"/>
                  </a:lnTo>
                  <a:lnTo>
                    <a:pt x="34830" y="276526"/>
                  </a:lnTo>
                  <a:lnTo>
                    <a:pt x="39583" y="278901"/>
                  </a:lnTo>
                  <a:lnTo>
                    <a:pt x="44409" y="281125"/>
                  </a:lnTo>
                  <a:lnTo>
                    <a:pt x="49303" y="283194"/>
                  </a:lnTo>
                  <a:lnTo>
                    <a:pt x="54260" y="285106"/>
                  </a:lnTo>
                  <a:lnTo>
                    <a:pt x="59275" y="286860"/>
                  </a:lnTo>
                  <a:lnTo>
                    <a:pt x="64344" y="288453"/>
                  </a:lnTo>
                  <a:lnTo>
                    <a:pt x="69461" y="289885"/>
                  </a:lnTo>
                  <a:lnTo>
                    <a:pt x="74620" y="291153"/>
                  </a:lnTo>
                  <a:lnTo>
                    <a:pt x="79818" y="292257"/>
                  </a:lnTo>
                  <a:lnTo>
                    <a:pt x="85048" y="293195"/>
                  </a:lnTo>
                  <a:lnTo>
                    <a:pt x="90305" y="293966"/>
                  </a:lnTo>
                  <a:lnTo>
                    <a:pt x="95583" y="294570"/>
                  </a:lnTo>
                  <a:lnTo>
                    <a:pt x="100879" y="295006"/>
                  </a:lnTo>
                  <a:lnTo>
                    <a:pt x="106185" y="295273"/>
                  </a:lnTo>
                  <a:lnTo>
                    <a:pt x="111498" y="295371"/>
                  </a:lnTo>
                  <a:lnTo>
                    <a:pt x="116810" y="295301"/>
                  </a:lnTo>
                  <a:lnTo>
                    <a:pt x="122118" y="295062"/>
                  </a:lnTo>
                  <a:lnTo>
                    <a:pt x="127416" y="294654"/>
                  </a:lnTo>
                  <a:lnTo>
                    <a:pt x="132698" y="294078"/>
                  </a:lnTo>
                  <a:lnTo>
                    <a:pt x="137959" y="293335"/>
                  </a:lnTo>
                  <a:lnTo>
                    <a:pt x="143194" y="292424"/>
                  </a:lnTo>
                  <a:lnTo>
                    <a:pt x="148397" y="291348"/>
                  </a:lnTo>
                  <a:lnTo>
                    <a:pt x="153563" y="290107"/>
                  </a:lnTo>
                  <a:lnTo>
                    <a:pt x="158687" y="288702"/>
                  </a:lnTo>
                  <a:lnTo>
                    <a:pt x="163764" y="287136"/>
                  </a:lnTo>
                  <a:lnTo>
                    <a:pt x="168789" y="285408"/>
                  </a:lnTo>
                  <a:lnTo>
                    <a:pt x="173756" y="283522"/>
                  </a:lnTo>
                  <a:lnTo>
                    <a:pt x="178661" y="281479"/>
                  </a:lnTo>
                  <a:lnTo>
                    <a:pt x="183498" y="279282"/>
                  </a:lnTo>
                  <a:lnTo>
                    <a:pt x="188263" y="276931"/>
                  </a:lnTo>
                  <a:lnTo>
                    <a:pt x="192951" y="274430"/>
                  </a:lnTo>
                  <a:lnTo>
                    <a:pt x="197557" y="271782"/>
                  </a:lnTo>
                  <a:lnTo>
                    <a:pt x="202077" y="268988"/>
                  </a:lnTo>
                  <a:lnTo>
                    <a:pt x="206506" y="266053"/>
                  </a:lnTo>
                  <a:lnTo>
                    <a:pt x="210839" y="262978"/>
                  </a:lnTo>
                  <a:lnTo>
                    <a:pt x="215072" y="259767"/>
                  </a:lnTo>
                  <a:lnTo>
                    <a:pt x="219201" y="256423"/>
                  </a:lnTo>
                  <a:lnTo>
                    <a:pt x="223221" y="252949"/>
                  </a:lnTo>
                  <a:lnTo>
                    <a:pt x="227130" y="249350"/>
                  </a:lnTo>
                  <a:lnTo>
                    <a:pt x="230921" y="245628"/>
                  </a:lnTo>
                  <a:lnTo>
                    <a:pt x="234593" y="241787"/>
                  </a:lnTo>
                  <a:lnTo>
                    <a:pt x="238141" y="237832"/>
                  </a:lnTo>
                  <a:lnTo>
                    <a:pt x="241561" y="233766"/>
                  </a:lnTo>
                  <a:lnTo>
                    <a:pt x="244850" y="229593"/>
                  </a:lnTo>
                  <a:lnTo>
                    <a:pt x="248005" y="225318"/>
                  </a:lnTo>
                  <a:lnTo>
                    <a:pt x="251023" y="220945"/>
                  </a:lnTo>
                  <a:lnTo>
                    <a:pt x="253900" y="216478"/>
                  </a:lnTo>
                  <a:lnTo>
                    <a:pt x="256633" y="211922"/>
                  </a:lnTo>
                  <a:lnTo>
                    <a:pt x="259221" y="207281"/>
                  </a:lnTo>
                  <a:lnTo>
                    <a:pt x="261659" y="202560"/>
                  </a:lnTo>
                  <a:lnTo>
                    <a:pt x="263947" y="197765"/>
                  </a:lnTo>
                  <a:lnTo>
                    <a:pt x="266081" y="192899"/>
                  </a:lnTo>
                  <a:lnTo>
                    <a:pt x="268059" y="187967"/>
                  </a:lnTo>
                  <a:lnTo>
                    <a:pt x="269879" y="182976"/>
                  </a:lnTo>
                  <a:lnTo>
                    <a:pt x="271540" y="177929"/>
                  </a:lnTo>
                  <a:lnTo>
                    <a:pt x="273040" y="172831"/>
                  </a:lnTo>
                  <a:lnTo>
                    <a:pt x="274377" y="167689"/>
                  </a:lnTo>
                  <a:lnTo>
                    <a:pt x="275549" y="162507"/>
                  </a:lnTo>
                  <a:lnTo>
                    <a:pt x="276557" y="157290"/>
                  </a:lnTo>
                  <a:lnTo>
                    <a:pt x="277398" y="152044"/>
                  </a:lnTo>
                  <a:lnTo>
                    <a:pt x="278072" y="146773"/>
                  </a:lnTo>
                  <a:lnTo>
                    <a:pt x="278578" y="141484"/>
                  </a:lnTo>
                  <a:lnTo>
                    <a:pt x="278916" y="136182"/>
                  </a:lnTo>
                  <a:lnTo>
                    <a:pt x="279085" y="130871"/>
                  </a:lnTo>
                  <a:lnTo>
                    <a:pt x="279086" y="125558"/>
                  </a:lnTo>
                  <a:lnTo>
                    <a:pt x="278917" y="120247"/>
                  </a:lnTo>
                  <a:lnTo>
                    <a:pt x="278580" y="114945"/>
                  </a:lnTo>
                  <a:lnTo>
                    <a:pt x="278074" y="109656"/>
                  </a:lnTo>
                  <a:lnTo>
                    <a:pt x="277401" y="104385"/>
                  </a:lnTo>
                  <a:lnTo>
                    <a:pt x="276560" y="99139"/>
                  </a:lnTo>
                  <a:lnTo>
                    <a:pt x="275553" y="93922"/>
                  </a:lnTo>
                  <a:lnTo>
                    <a:pt x="274381" y="88740"/>
                  </a:lnTo>
                  <a:lnTo>
                    <a:pt x="273045" y="83597"/>
                  </a:lnTo>
                  <a:lnTo>
                    <a:pt x="271546" y="78500"/>
                  </a:lnTo>
                  <a:lnTo>
                    <a:pt x="269886" y="73453"/>
                  </a:lnTo>
                  <a:lnTo>
                    <a:pt x="268066" y="68461"/>
                  </a:lnTo>
                  <a:lnTo>
                    <a:pt x="266089" y="63529"/>
                  </a:lnTo>
                  <a:lnTo>
                    <a:pt x="263955" y="58663"/>
                  </a:lnTo>
                  <a:lnTo>
                    <a:pt x="261668" y="53867"/>
                  </a:lnTo>
                  <a:lnTo>
                    <a:pt x="259230" y="49146"/>
                  </a:lnTo>
                  <a:lnTo>
                    <a:pt x="256643" y="44505"/>
                  </a:lnTo>
                  <a:lnTo>
                    <a:pt x="253910" y="39949"/>
                  </a:lnTo>
                  <a:lnTo>
                    <a:pt x="251034" y="35481"/>
                  </a:lnTo>
                  <a:lnTo>
                    <a:pt x="248017" y="31108"/>
                  </a:lnTo>
                  <a:lnTo>
                    <a:pt x="244862" y="26832"/>
                  </a:lnTo>
                  <a:lnTo>
                    <a:pt x="241574" y="22659"/>
                  </a:lnTo>
                  <a:lnTo>
                    <a:pt x="238154" y="18593"/>
                  </a:lnTo>
                  <a:lnTo>
                    <a:pt x="234607" y="14637"/>
                  </a:lnTo>
                  <a:lnTo>
                    <a:pt x="230936" y="10796"/>
                  </a:lnTo>
                  <a:lnTo>
                    <a:pt x="227144" y="7074"/>
                  </a:lnTo>
                  <a:lnTo>
                    <a:pt x="223237" y="3474"/>
                  </a:lnTo>
                  <a:lnTo>
                    <a:pt x="219216" y="0"/>
                  </a:lnTo>
                  <a:lnTo>
                    <a:pt x="111939" y="1282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45258" y="1071028"/>
              <a:ext cx="107277" cy="167167"/>
            </a:xfrm>
            <a:custGeom>
              <a:avLst/>
              <a:pathLst>
                <a:path w="107277" h="167167">
                  <a:moveTo>
                    <a:pt x="107277" y="38962"/>
                  </a:moveTo>
                  <a:lnTo>
                    <a:pt x="102965" y="35474"/>
                  </a:lnTo>
                  <a:lnTo>
                    <a:pt x="98539" y="32131"/>
                  </a:lnTo>
                  <a:lnTo>
                    <a:pt x="94006" y="28936"/>
                  </a:lnTo>
                  <a:lnTo>
                    <a:pt x="89368" y="25894"/>
                  </a:lnTo>
                  <a:lnTo>
                    <a:pt x="84633" y="23007"/>
                  </a:lnTo>
                  <a:lnTo>
                    <a:pt x="79804" y="20279"/>
                  </a:lnTo>
                  <a:lnTo>
                    <a:pt x="74887" y="17712"/>
                  </a:lnTo>
                  <a:lnTo>
                    <a:pt x="69888" y="15310"/>
                  </a:lnTo>
                  <a:lnTo>
                    <a:pt x="64812" y="13075"/>
                  </a:lnTo>
                  <a:lnTo>
                    <a:pt x="59665" y="11010"/>
                  </a:lnTo>
                  <a:lnTo>
                    <a:pt x="54452" y="9117"/>
                  </a:lnTo>
                  <a:lnTo>
                    <a:pt x="49179" y="7397"/>
                  </a:lnTo>
                  <a:lnTo>
                    <a:pt x="43852" y="5854"/>
                  </a:lnTo>
                  <a:lnTo>
                    <a:pt x="38477" y="4488"/>
                  </a:lnTo>
                  <a:lnTo>
                    <a:pt x="33059" y="3301"/>
                  </a:lnTo>
                  <a:lnTo>
                    <a:pt x="27605" y="2295"/>
                  </a:lnTo>
                  <a:lnTo>
                    <a:pt x="22120" y="1470"/>
                  </a:lnTo>
                  <a:lnTo>
                    <a:pt x="16611" y="827"/>
                  </a:lnTo>
                  <a:lnTo>
                    <a:pt x="11084" y="367"/>
                  </a:lnTo>
                  <a:lnTo>
                    <a:pt x="554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43571" y="941493"/>
              <a:ext cx="79972" cy="167167"/>
            </a:xfrm>
            <a:custGeom>
              <a:avLst/>
              <a:pathLst>
                <a:path w="79972" h="167167">
                  <a:moveTo>
                    <a:pt x="79972" y="0"/>
                  </a:moveTo>
                  <a:lnTo>
                    <a:pt x="74017" y="106"/>
                  </a:lnTo>
                  <a:lnTo>
                    <a:pt x="68069" y="424"/>
                  </a:lnTo>
                  <a:lnTo>
                    <a:pt x="62137" y="954"/>
                  </a:lnTo>
                  <a:lnTo>
                    <a:pt x="56227" y="1694"/>
                  </a:lnTo>
                  <a:lnTo>
                    <a:pt x="50348" y="2645"/>
                  </a:lnTo>
                  <a:lnTo>
                    <a:pt x="44506" y="3805"/>
                  </a:lnTo>
                  <a:lnTo>
                    <a:pt x="38709" y="5172"/>
                  </a:lnTo>
                  <a:lnTo>
                    <a:pt x="32964" y="6745"/>
                  </a:lnTo>
                  <a:lnTo>
                    <a:pt x="27279" y="8521"/>
                  </a:lnTo>
                  <a:lnTo>
                    <a:pt x="21661" y="10499"/>
                  </a:lnTo>
                  <a:lnTo>
                    <a:pt x="16117" y="12676"/>
                  </a:lnTo>
                  <a:lnTo>
                    <a:pt x="10655" y="15048"/>
                  </a:lnTo>
                  <a:lnTo>
                    <a:pt x="5280" y="17614"/>
                  </a:lnTo>
                  <a:lnTo>
                    <a:pt x="0" y="20370"/>
                  </a:lnTo>
                  <a:lnTo>
                    <a:pt x="7997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3571" y="961863"/>
              <a:ext cx="79972" cy="146797"/>
            </a:xfrm>
            <a:custGeom>
              <a:avLst/>
              <a:pathLst>
                <a:path w="79972" h="146797">
                  <a:moveTo>
                    <a:pt x="0" y="0"/>
                  </a:moveTo>
                  <a:lnTo>
                    <a:pt x="79972" y="1467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856381" y="948519"/>
              <a:ext cx="334322" cy="327304"/>
            </a:xfrm>
            <a:custGeom>
              <a:avLst/>
              <a:pathLst>
                <a:path w="334322" h="327304">
                  <a:moveTo>
                    <a:pt x="87190" y="13343"/>
                  </a:moveTo>
                  <a:lnTo>
                    <a:pt x="82570" y="15956"/>
                  </a:lnTo>
                  <a:lnTo>
                    <a:pt x="78035" y="18715"/>
                  </a:lnTo>
                  <a:lnTo>
                    <a:pt x="73589" y="21616"/>
                  </a:lnTo>
                  <a:lnTo>
                    <a:pt x="69239" y="24656"/>
                  </a:lnTo>
                  <a:lnTo>
                    <a:pt x="64987" y="27834"/>
                  </a:lnTo>
                  <a:lnTo>
                    <a:pt x="60838" y="31144"/>
                  </a:lnTo>
                  <a:lnTo>
                    <a:pt x="56796" y="34585"/>
                  </a:lnTo>
                  <a:lnTo>
                    <a:pt x="52865" y="38152"/>
                  </a:lnTo>
                  <a:lnTo>
                    <a:pt x="49050" y="41842"/>
                  </a:lnTo>
                  <a:lnTo>
                    <a:pt x="45354" y="45652"/>
                  </a:lnTo>
                  <a:lnTo>
                    <a:pt x="41780" y="49577"/>
                  </a:lnTo>
                  <a:lnTo>
                    <a:pt x="38333" y="53613"/>
                  </a:lnTo>
                  <a:lnTo>
                    <a:pt x="35016" y="57757"/>
                  </a:lnTo>
                  <a:lnTo>
                    <a:pt x="31832" y="62004"/>
                  </a:lnTo>
                  <a:lnTo>
                    <a:pt x="28785" y="66350"/>
                  </a:lnTo>
                  <a:lnTo>
                    <a:pt x="25877" y="70791"/>
                  </a:lnTo>
                  <a:lnTo>
                    <a:pt x="23111" y="75321"/>
                  </a:lnTo>
                  <a:lnTo>
                    <a:pt x="20491" y="79937"/>
                  </a:lnTo>
                  <a:lnTo>
                    <a:pt x="18019" y="84634"/>
                  </a:lnTo>
                  <a:lnTo>
                    <a:pt x="15697" y="89407"/>
                  </a:lnTo>
                  <a:lnTo>
                    <a:pt x="13527" y="94252"/>
                  </a:lnTo>
                  <a:lnTo>
                    <a:pt x="11513" y="99163"/>
                  </a:lnTo>
                  <a:lnTo>
                    <a:pt x="9655" y="104135"/>
                  </a:lnTo>
                  <a:lnTo>
                    <a:pt x="7957" y="109164"/>
                  </a:lnTo>
                  <a:lnTo>
                    <a:pt x="6419" y="114244"/>
                  </a:lnTo>
                  <a:lnTo>
                    <a:pt x="5042" y="119371"/>
                  </a:lnTo>
                  <a:lnTo>
                    <a:pt x="3830" y="124538"/>
                  </a:lnTo>
                  <a:lnTo>
                    <a:pt x="2782" y="129742"/>
                  </a:lnTo>
                  <a:lnTo>
                    <a:pt x="1900" y="134976"/>
                  </a:lnTo>
                  <a:lnTo>
                    <a:pt x="1184" y="140235"/>
                  </a:lnTo>
                  <a:lnTo>
                    <a:pt x="636" y="145515"/>
                  </a:lnTo>
                  <a:lnTo>
                    <a:pt x="255" y="150809"/>
                  </a:lnTo>
                  <a:lnTo>
                    <a:pt x="43" y="156113"/>
                  </a:lnTo>
                  <a:lnTo>
                    <a:pt x="0" y="161421"/>
                  </a:lnTo>
                  <a:lnTo>
                    <a:pt x="124" y="166727"/>
                  </a:lnTo>
                  <a:lnTo>
                    <a:pt x="418" y="172027"/>
                  </a:lnTo>
                  <a:lnTo>
                    <a:pt x="879" y="177315"/>
                  </a:lnTo>
                  <a:lnTo>
                    <a:pt x="1508" y="182585"/>
                  </a:lnTo>
                  <a:lnTo>
                    <a:pt x="2304" y="187833"/>
                  </a:lnTo>
                  <a:lnTo>
                    <a:pt x="3267" y="193053"/>
                  </a:lnTo>
                  <a:lnTo>
                    <a:pt x="4394" y="198240"/>
                  </a:lnTo>
                  <a:lnTo>
                    <a:pt x="5686" y="203389"/>
                  </a:lnTo>
                  <a:lnTo>
                    <a:pt x="7140" y="208493"/>
                  </a:lnTo>
                  <a:lnTo>
                    <a:pt x="8756" y="213550"/>
                  </a:lnTo>
                  <a:lnTo>
                    <a:pt x="10532" y="218552"/>
                  </a:lnTo>
                  <a:lnTo>
                    <a:pt x="12465" y="223495"/>
                  </a:lnTo>
                  <a:lnTo>
                    <a:pt x="14554" y="228375"/>
                  </a:lnTo>
                  <a:lnTo>
                    <a:pt x="16798" y="233185"/>
                  </a:lnTo>
                  <a:lnTo>
                    <a:pt x="19193" y="237922"/>
                  </a:lnTo>
                  <a:lnTo>
                    <a:pt x="21737" y="242581"/>
                  </a:lnTo>
                  <a:lnTo>
                    <a:pt x="24427" y="247156"/>
                  </a:lnTo>
                  <a:lnTo>
                    <a:pt x="27262" y="251644"/>
                  </a:lnTo>
                  <a:lnTo>
                    <a:pt x="30237" y="256039"/>
                  </a:lnTo>
                  <a:lnTo>
                    <a:pt x="33351" y="260338"/>
                  </a:lnTo>
                  <a:lnTo>
                    <a:pt x="36600" y="264536"/>
                  </a:lnTo>
                  <a:lnTo>
                    <a:pt x="39980" y="268629"/>
                  </a:lnTo>
                  <a:lnTo>
                    <a:pt x="43488" y="272612"/>
                  </a:lnTo>
                  <a:lnTo>
                    <a:pt x="47121" y="276481"/>
                  </a:lnTo>
                  <a:lnTo>
                    <a:pt x="50875" y="280234"/>
                  </a:lnTo>
                  <a:lnTo>
                    <a:pt x="54747" y="283865"/>
                  </a:lnTo>
                  <a:lnTo>
                    <a:pt x="58732" y="287372"/>
                  </a:lnTo>
                  <a:lnTo>
                    <a:pt x="62826" y="290750"/>
                  </a:lnTo>
                  <a:lnTo>
                    <a:pt x="67025" y="293997"/>
                  </a:lnTo>
                  <a:lnTo>
                    <a:pt x="71325" y="297109"/>
                  </a:lnTo>
                  <a:lnTo>
                    <a:pt x="75722" y="300082"/>
                  </a:lnTo>
                  <a:lnTo>
                    <a:pt x="80211" y="302915"/>
                  </a:lnTo>
                  <a:lnTo>
                    <a:pt x="84788" y="305603"/>
                  </a:lnTo>
                  <a:lnTo>
                    <a:pt x="89447" y="308145"/>
                  </a:lnTo>
                  <a:lnTo>
                    <a:pt x="94185" y="310538"/>
                  </a:lnTo>
                  <a:lnTo>
                    <a:pt x="98997" y="312779"/>
                  </a:lnTo>
                  <a:lnTo>
                    <a:pt x="103878" y="314866"/>
                  </a:lnTo>
                  <a:lnTo>
                    <a:pt x="108822" y="316797"/>
                  </a:lnTo>
                  <a:lnTo>
                    <a:pt x="113825" y="318571"/>
                  </a:lnTo>
                  <a:lnTo>
                    <a:pt x="118882" y="320184"/>
                  </a:lnTo>
                  <a:lnTo>
                    <a:pt x="123987" y="321636"/>
                  </a:lnTo>
                  <a:lnTo>
                    <a:pt x="129136" y="322926"/>
                  </a:lnTo>
                  <a:lnTo>
                    <a:pt x="134323" y="324051"/>
                  </a:lnTo>
                  <a:lnTo>
                    <a:pt x="139544" y="325011"/>
                  </a:lnTo>
                  <a:lnTo>
                    <a:pt x="144792" y="325805"/>
                  </a:lnTo>
                  <a:lnTo>
                    <a:pt x="150063" y="326431"/>
                  </a:lnTo>
                  <a:lnTo>
                    <a:pt x="155351" y="326890"/>
                  </a:lnTo>
                  <a:lnTo>
                    <a:pt x="160651" y="327181"/>
                  </a:lnTo>
                  <a:lnTo>
                    <a:pt x="165957" y="327304"/>
                  </a:lnTo>
                  <a:lnTo>
                    <a:pt x="171265" y="327258"/>
                  </a:lnTo>
                  <a:lnTo>
                    <a:pt x="176569" y="327043"/>
                  </a:lnTo>
                  <a:lnTo>
                    <a:pt x="181863" y="326660"/>
                  </a:lnTo>
                  <a:lnTo>
                    <a:pt x="187142" y="326110"/>
                  </a:lnTo>
                  <a:lnTo>
                    <a:pt x="192402" y="325392"/>
                  </a:lnTo>
                  <a:lnTo>
                    <a:pt x="197635" y="324507"/>
                  </a:lnTo>
                  <a:lnTo>
                    <a:pt x="202838" y="323457"/>
                  </a:lnTo>
                  <a:lnTo>
                    <a:pt x="208005" y="322242"/>
                  </a:lnTo>
                  <a:lnTo>
                    <a:pt x="213131" y="320863"/>
                  </a:lnTo>
                  <a:lnTo>
                    <a:pt x="218211" y="319323"/>
                  </a:lnTo>
                  <a:lnTo>
                    <a:pt x="223239" y="317622"/>
                  </a:lnTo>
                  <a:lnTo>
                    <a:pt x="228210" y="315762"/>
                  </a:lnTo>
                  <a:lnTo>
                    <a:pt x="233120" y="313746"/>
                  </a:lnTo>
                  <a:lnTo>
                    <a:pt x="237964" y="311574"/>
                  </a:lnTo>
                  <a:lnTo>
                    <a:pt x="242736" y="309250"/>
                  </a:lnTo>
                  <a:lnTo>
                    <a:pt x="247432" y="306775"/>
                  </a:lnTo>
                  <a:lnTo>
                    <a:pt x="252047" y="304153"/>
                  </a:lnTo>
                  <a:lnTo>
                    <a:pt x="256576" y="301385"/>
                  </a:lnTo>
                  <a:lnTo>
                    <a:pt x="261015" y="298475"/>
                  </a:lnTo>
                  <a:lnTo>
                    <a:pt x="265360" y="295426"/>
                  </a:lnTo>
                  <a:lnTo>
                    <a:pt x="269605" y="292240"/>
                  </a:lnTo>
                  <a:lnTo>
                    <a:pt x="273748" y="288921"/>
                  </a:lnTo>
                  <a:lnTo>
                    <a:pt x="277783" y="285472"/>
                  </a:lnTo>
                  <a:lnTo>
                    <a:pt x="281706" y="281897"/>
                  </a:lnTo>
                  <a:lnTo>
                    <a:pt x="285514" y="278199"/>
                  </a:lnTo>
                  <a:lnTo>
                    <a:pt x="289202" y="274382"/>
                  </a:lnTo>
                  <a:lnTo>
                    <a:pt x="292768" y="270450"/>
                  </a:lnTo>
                  <a:lnTo>
                    <a:pt x="296207" y="266407"/>
                  </a:lnTo>
                  <a:lnTo>
                    <a:pt x="299515" y="262256"/>
                  </a:lnTo>
                  <a:lnTo>
                    <a:pt x="302691" y="258003"/>
                  </a:lnTo>
                  <a:lnTo>
                    <a:pt x="305729" y="253651"/>
                  </a:lnTo>
                  <a:lnTo>
                    <a:pt x="308628" y="249204"/>
                  </a:lnTo>
                  <a:lnTo>
                    <a:pt x="311384" y="244668"/>
                  </a:lnTo>
                  <a:lnTo>
                    <a:pt x="313995" y="240046"/>
                  </a:lnTo>
                  <a:lnTo>
                    <a:pt x="316458" y="235344"/>
                  </a:lnTo>
                  <a:lnTo>
                    <a:pt x="318771" y="230567"/>
                  </a:lnTo>
                  <a:lnTo>
                    <a:pt x="320930" y="225718"/>
                  </a:lnTo>
                  <a:lnTo>
                    <a:pt x="322934" y="220803"/>
                  </a:lnTo>
                  <a:lnTo>
                    <a:pt x="324782" y="215827"/>
                  </a:lnTo>
                  <a:lnTo>
                    <a:pt x="326470" y="210795"/>
                  </a:lnTo>
                  <a:lnTo>
                    <a:pt x="327998" y="205711"/>
                  </a:lnTo>
                  <a:lnTo>
                    <a:pt x="329364" y="200582"/>
                  </a:lnTo>
                  <a:lnTo>
                    <a:pt x="330566" y="195412"/>
                  </a:lnTo>
                  <a:lnTo>
                    <a:pt x="331604" y="190206"/>
                  </a:lnTo>
                  <a:lnTo>
                    <a:pt x="332475" y="184970"/>
                  </a:lnTo>
                  <a:lnTo>
                    <a:pt x="333180" y="179709"/>
                  </a:lnTo>
                  <a:lnTo>
                    <a:pt x="333718" y="174429"/>
                  </a:lnTo>
                  <a:lnTo>
                    <a:pt x="334087" y="169134"/>
                  </a:lnTo>
                  <a:lnTo>
                    <a:pt x="334289" y="163830"/>
                  </a:lnTo>
                  <a:lnTo>
                    <a:pt x="334322" y="158522"/>
                  </a:lnTo>
                  <a:lnTo>
                    <a:pt x="334186" y="153215"/>
                  </a:lnTo>
                  <a:lnTo>
                    <a:pt x="333882" y="147916"/>
                  </a:lnTo>
                  <a:lnTo>
                    <a:pt x="333410" y="142629"/>
                  </a:lnTo>
                  <a:lnTo>
                    <a:pt x="332770" y="137360"/>
                  </a:lnTo>
                  <a:lnTo>
                    <a:pt x="331963" y="132114"/>
                  </a:lnTo>
                  <a:lnTo>
                    <a:pt x="330990" y="126896"/>
                  </a:lnTo>
                  <a:lnTo>
                    <a:pt x="329852" y="121711"/>
                  </a:lnTo>
                  <a:lnTo>
                    <a:pt x="328550" y="116565"/>
                  </a:lnTo>
                  <a:lnTo>
                    <a:pt x="327085" y="111463"/>
                  </a:lnTo>
                  <a:lnTo>
                    <a:pt x="325459" y="106411"/>
                  </a:lnTo>
                  <a:lnTo>
                    <a:pt x="323674" y="101412"/>
                  </a:lnTo>
                  <a:lnTo>
                    <a:pt x="321730" y="96473"/>
                  </a:lnTo>
                  <a:lnTo>
                    <a:pt x="319631" y="91598"/>
                  </a:lnTo>
                  <a:lnTo>
                    <a:pt x="317378" y="86791"/>
                  </a:lnTo>
                  <a:lnTo>
                    <a:pt x="314974" y="82059"/>
                  </a:lnTo>
                  <a:lnTo>
                    <a:pt x="312420" y="77406"/>
                  </a:lnTo>
                  <a:lnTo>
                    <a:pt x="309720" y="72836"/>
                  </a:lnTo>
                  <a:lnTo>
                    <a:pt x="306877" y="68354"/>
                  </a:lnTo>
                  <a:lnTo>
                    <a:pt x="303892" y="63964"/>
                  </a:lnTo>
                  <a:lnTo>
                    <a:pt x="300770" y="59672"/>
                  </a:lnTo>
                  <a:lnTo>
                    <a:pt x="297513" y="55481"/>
                  </a:lnTo>
                  <a:lnTo>
                    <a:pt x="294124" y="51395"/>
                  </a:lnTo>
                  <a:lnTo>
                    <a:pt x="290608" y="47419"/>
                  </a:lnTo>
                  <a:lnTo>
                    <a:pt x="286967" y="43557"/>
                  </a:lnTo>
                  <a:lnTo>
                    <a:pt x="283205" y="39812"/>
                  </a:lnTo>
                  <a:lnTo>
                    <a:pt x="279326" y="36188"/>
                  </a:lnTo>
                  <a:lnTo>
                    <a:pt x="275334" y="32690"/>
                  </a:lnTo>
                  <a:lnTo>
                    <a:pt x="271233" y="29320"/>
                  </a:lnTo>
                  <a:lnTo>
                    <a:pt x="267028" y="26082"/>
                  </a:lnTo>
                  <a:lnTo>
                    <a:pt x="262721" y="22979"/>
                  </a:lnTo>
                  <a:lnTo>
                    <a:pt x="258318" y="20014"/>
                  </a:lnTo>
                  <a:lnTo>
                    <a:pt x="253824" y="17190"/>
                  </a:lnTo>
                  <a:lnTo>
                    <a:pt x="249241" y="14511"/>
                  </a:lnTo>
                  <a:lnTo>
                    <a:pt x="244577" y="11979"/>
                  </a:lnTo>
                  <a:lnTo>
                    <a:pt x="239834" y="9596"/>
                  </a:lnTo>
                  <a:lnTo>
                    <a:pt x="235017" y="7364"/>
                  </a:lnTo>
                  <a:lnTo>
                    <a:pt x="230133" y="5287"/>
                  </a:lnTo>
                  <a:lnTo>
                    <a:pt x="225185" y="3366"/>
                  </a:lnTo>
                  <a:lnTo>
                    <a:pt x="220178" y="1603"/>
                  </a:lnTo>
                  <a:lnTo>
                    <a:pt x="215118" y="0"/>
                  </a:lnTo>
                  <a:lnTo>
                    <a:pt x="167162" y="160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023544" y="941493"/>
              <a:ext cx="47956" cy="167167"/>
            </a:xfrm>
            <a:custGeom>
              <a:avLst/>
              <a:pathLst>
                <a:path w="47956" h="167167">
                  <a:moveTo>
                    <a:pt x="47956" y="7026"/>
                  </a:moveTo>
                  <a:lnTo>
                    <a:pt x="42101" y="5388"/>
                  </a:lnTo>
                  <a:lnTo>
                    <a:pt x="36190" y="3964"/>
                  </a:lnTo>
                  <a:lnTo>
                    <a:pt x="30232" y="2756"/>
                  </a:lnTo>
                  <a:lnTo>
                    <a:pt x="24234" y="1765"/>
                  </a:lnTo>
                  <a:lnTo>
                    <a:pt x="18203" y="994"/>
                  </a:lnTo>
                  <a:lnTo>
                    <a:pt x="12149" y="442"/>
                  </a:lnTo>
                  <a:lnTo>
                    <a:pt x="6078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43835" y="941493"/>
              <a:ext cx="42380" cy="167167"/>
            </a:xfrm>
            <a:custGeom>
              <a:avLst/>
              <a:pathLst>
                <a:path w="42380" h="167167">
                  <a:moveTo>
                    <a:pt x="42380" y="0"/>
                  </a:moveTo>
                  <a:lnTo>
                    <a:pt x="36260" y="112"/>
                  </a:lnTo>
                  <a:lnTo>
                    <a:pt x="30149" y="448"/>
                  </a:lnTo>
                  <a:lnTo>
                    <a:pt x="24053" y="1007"/>
                  </a:lnTo>
                  <a:lnTo>
                    <a:pt x="17983" y="1789"/>
                  </a:lnTo>
                  <a:lnTo>
                    <a:pt x="11945" y="2793"/>
                  </a:lnTo>
                  <a:lnTo>
                    <a:pt x="5948" y="4018"/>
                  </a:lnTo>
                  <a:lnTo>
                    <a:pt x="0" y="5461"/>
                  </a:lnTo>
                  <a:lnTo>
                    <a:pt x="4238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3835" y="946954"/>
              <a:ext cx="42380" cy="161706"/>
            </a:xfrm>
            <a:custGeom>
              <a:avLst/>
              <a:pathLst>
                <a:path w="42380" h="161706">
                  <a:moveTo>
                    <a:pt x="0" y="0"/>
                  </a:moveTo>
                  <a:lnTo>
                    <a:pt x="42380" y="1617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054" y="946954"/>
              <a:ext cx="195833" cy="328859"/>
            </a:xfrm>
            <a:custGeom>
              <a:avLst/>
              <a:pathLst>
                <a:path w="195833" h="328859">
                  <a:moveTo>
                    <a:pt x="124780" y="0"/>
                  </a:moveTo>
                  <a:lnTo>
                    <a:pt x="119652" y="1431"/>
                  </a:lnTo>
                  <a:lnTo>
                    <a:pt x="114572" y="3025"/>
                  </a:lnTo>
                  <a:lnTo>
                    <a:pt x="109546" y="4780"/>
                  </a:lnTo>
                  <a:lnTo>
                    <a:pt x="104578" y="6695"/>
                  </a:lnTo>
                  <a:lnTo>
                    <a:pt x="99673" y="8766"/>
                  </a:lnTo>
                  <a:lnTo>
                    <a:pt x="94837" y="10993"/>
                  </a:lnTo>
                  <a:lnTo>
                    <a:pt x="90074" y="13373"/>
                  </a:lnTo>
                  <a:lnTo>
                    <a:pt x="85390" y="15903"/>
                  </a:lnTo>
                  <a:lnTo>
                    <a:pt x="80788" y="18581"/>
                  </a:lnTo>
                  <a:lnTo>
                    <a:pt x="76274" y="21404"/>
                  </a:lnTo>
                  <a:lnTo>
                    <a:pt x="71852" y="24369"/>
                  </a:lnTo>
                  <a:lnTo>
                    <a:pt x="67527" y="27474"/>
                  </a:lnTo>
                  <a:lnTo>
                    <a:pt x="63303" y="30715"/>
                  </a:lnTo>
                  <a:lnTo>
                    <a:pt x="59184" y="34089"/>
                  </a:lnTo>
                  <a:lnTo>
                    <a:pt x="55175" y="37592"/>
                  </a:lnTo>
                  <a:lnTo>
                    <a:pt x="51279" y="41221"/>
                  </a:lnTo>
                  <a:lnTo>
                    <a:pt x="47501" y="44973"/>
                  </a:lnTo>
                  <a:lnTo>
                    <a:pt x="43845" y="48842"/>
                  </a:lnTo>
                  <a:lnTo>
                    <a:pt x="40313" y="52827"/>
                  </a:lnTo>
                  <a:lnTo>
                    <a:pt x="36910" y="56921"/>
                  </a:lnTo>
                  <a:lnTo>
                    <a:pt x="33639" y="61122"/>
                  </a:lnTo>
                  <a:lnTo>
                    <a:pt x="30504" y="65425"/>
                  </a:lnTo>
                  <a:lnTo>
                    <a:pt x="27507" y="69826"/>
                  </a:lnTo>
                  <a:lnTo>
                    <a:pt x="24652" y="74320"/>
                  </a:lnTo>
                  <a:lnTo>
                    <a:pt x="21942" y="78902"/>
                  </a:lnTo>
                  <a:lnTo>
                    <a:pt x="19378" y="83569"/>
                  </a:lnTo>
                  <a:lnTo>
                    <a:pt x="16965" y="88315"/>
                  </a:lnTo>
                  <a:lnTo>
                    <a:pt x="14704" y="93135"/>
                  </a:lnTo>
                  <a:lnTo>
                    <a:pt x="12598" y="98025"/>
                  </a:lnTo>
                  <a:lnTo>
                    <a:pt x="10648" y="102979"/>
                  </a:lnTo>
                  <a:lnTo>
                    <a:pt x="8858" y="107993"/>
                  </a:lnTo>
                  <a:lnTo>
                    <a:pt x="7227" y="113061"/>
                  </a:lnTo>
                  <a:lnTo>
                    <a:pt x="5759" y="118179"/>
                  </a:lnTo>
                  <a:lnTo>
                    <a:pt x="4455" y="123341"/>
                  </a:lnTo>
                  <a:lnTo>
                    <a:pt x="3316" y="128542"/>
                  </a:lnTo>
                  <a:lnTo>
                    <a:pt x="2343" y="133776"/>
                  </a:lnTo>
                  <a:lnTo>
                    <a:pt x="1537" y="139039"/>
                  </a:lnTo>
                  <a:lnTo>
                    <a:pt x="899" y="144325"/>
                  </a:lnTo>
                  <a:lnTo>
                    <a:pt x="430" y="149628"/>
                  </a:lnTo>
                  <a:lnTo>
                    <a:pt x="130" y="154944"/>
                  </a:lnTo>
                  <a:lnTo>
                    <a:pt x="0" y="160267"/>
                  </a:lnTo>
                  <a:lnTo>
                    <a:pt x="38" y="165591"/>
                  </a:lnTo>
                  <a:lnTo>
                    <a:pt x="247" y="170911"/>
                  </a:lnTo>
                  <a:lnTo>
                    <a:pt x="625" y="176221"/>
                  </a:lnTo>
                  <a:lnTo>
                    <a:pt x="1171" y="181517"/>
                  </a:lnTo>
                  <a:lnTo>
                    <a:pt x="1887" y="186793"/>
                  </a:lnTo>
                  <a:lnTo>
                    <a:pt x="2769" y="192044"/>
                  </a:lnTo>
                  <a:lnTo>
                    <a:pt x="3819" y="197263"/>
                  </a:lnTo>
                  <a:lnTo>
                    <a:pt x="5034" y="202447"/>
                  </a:lnTo>
                  <a:lnTo>
                    <a:pt x="6414" y="207589"/>
                  </a:lnTo>
                  <a:lnTo>
                    <a:pt x="7956" y="212685"/>
                  </a:lnTo>
                  <a:lnTo>
                    <a:pt x="9661" y="217729"/>
                  </a:lnTo>
                  <a:lnTo>
                    <a:pt x="11524" y="222716"/>
                  </a:lnTo>
                  <a:lnTo>
                    <a:pt x="13546" y="227642"/>
                  </a:lnTo>
                  <a:lnTo>
                    <a:pt x="15724" y="232500"/>
                  </a:lnTo>
                  <a:lnTo>
                    <a:pt x="18055" y="237287"/>
                  </a:lnTo>
                  <a:lnTo>
                    <a:pt x="20538" y="241997"/>
                  </a:lnTo>
                  <a:lnTo>
                    <a:pt x="23169" y="246625"/>
                  </a:lnTo>
                  <a:lnTo>
                    <a:pt x="25946" y="251167"/>
                  </a:lnTo>
                  <a:lnTo>
                    <a:pt x="28867" y="255619"/>
                  </a:lnTo>
                  <a:lnTo>
                    <a:pt x="31928" y="259975"/>
                  </a:lnTo>
                  <a:lnTo>
                    <a:pt x="35126" y="264232"/>
                  </a:lnTo>
                  <a:lnTo>
                    <a:pt x="38458" y="268385"/>
                  </a:lnTo>
                  <a:lnTo>
                    <a:pt x="41920" y="272429"/>
                  </a:lnTo>
                  <a:lnTo>
                    <a:pt x="45510" y="276361"/>
                  </a:lnTo>
                  <a:lnTo>
                    <a:pt x="49223" y="280177"/>
                  </a:lnTo>
                  <a:lnTo>
                    <a:pt x="53055" y="283873"/>
                  </a:lnTo>
                  <a:lnTo>
                    <a:pt x="57003" y="287445"/>
                  </a:lnTo>
                  <a:lnTo>
                    <a:pt x="61063" y="290889"/>
                  </a:lnTo>
                  <a:lnTo>
                    <a:pt x="65231" y="294202"/>
                  </a:lnTo>
                  <a:lnTo>
                    <a:pt x="69502" y="297381"/>
                  </a:lnTo>
                  <a:lnTo>
                    <a:pt x="73872" y="300422"/>
                  </a:lnTo>
                  <a:lnTo>
                    <a:pt x="78337" y="303322"/>
                  </a:lnTo>
                  <a:lnTo>
                    <a:pt x="82892" y="306079"/>
                  </a:lnTo>
                  <a:lnTo>
                    <a:pt x="87532" y="308689"/>
                  </a:lnTo>
                  <a:lnTo>
                    <a:pt x="92253" y="311151"/>
                  </a:lnTo>
                  <a:lnTo>
                    <a:pt x="97050" y="313460"/>
                  </a:lnTo>
                  <a:lnTo>
                    <a:pt x="101919" y="315616"/>
                  </a:lnTo>
                  <a:lnTo>
                    <a:pt x="106853" y="317616"/>
                  </a:lnTo>
                  <a:lnTo>
                    <a:pt x="111849" y="319457"/>
                  </a:lnTo>
                  <a:lnTo>
                    <a:pt x="116900" y="321138"/>
                  </a:lnTo>
                  <a:lnTo>
                    <a:pt x="122003" y="322658"/>
                  </a:lnTo>
                  <a:lnTo>
                    <a:pt x="127151" y="324015"/>
                  </a:lnTo>
                  <a:lnTo>
                    <a:pt x="132340" y="325206"/>
                  </a:lnTo>
                  <a:lnTo>
                    <a:pt x="137565" y="326232"/>
                  </a:lnTo>
                  <a:lnTo>
                    <a:pt x="142819" y="327091"/>
                  </a:lnTo>
                  <a:lnTo>
                    <a:pt x="148098" y="327783"/>
                  </a:lnTo>
                  <a:lnTo>
                    <a:pt x="153397" y="328305"/>
                  </a:lnTo>
                  <a:lnTo>
                    <a:pt x="158709" y="328659"/>
                  </a:lnTo>
                  <a:lnTo>
                    <a:pt x="164030" y="328844"/>
                  </a:lnTo>
                  <a:lnTo>
                    <a:pt x="169354" y="328859"/>
                  </a:lnTo>
                  <a:lnTo>
                    <a:pt x="174676" y="328704"/>
                  </a:lnTo>
                  <a:lnTo>
                    <a:pt x="179990" y="328380"/>
                  </a:lnTo>
                  <a:lnTo>
                    <a:pt x="185291" y="327887"/>
                  </a:lnTo>
                  <a:lnTo>
                    <a:pt x="190574" y="327225"/>
                  </a:lnTo>
                  <a:lnTo>
                    <a:pt x="195833" y="326396"/>
                  </a:lnTo>
                  <a:lnTo>
                    <a:pt x="167161" y="1617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86215" y="941493"/>
              <a:ext cx="167164" cy="331857"/>
            </a:xfrm>
            <a:custGeom>
              <a:avLst/>
              <a:pathLst>
                <a:path w="167164" h="331857">
                  <a:moveTo>
                    <a:pt x="28672" y="331857"/>
                  </a:moveTo>
                  <a:lnTo>
                    <a:pt x="33915" y="330858"/>
                  </a:lnTo>
                  <a:lnTo>
                    <a:pt x="39123" y="329692"/>
                  </a:lnTo>
                  <a:lnTo>
                    <a:pt x="44291" y="328360"/>
                  </a:lnTo>
                  <a:lnTo>
                    <a:pt x="49414" y="326864"/>
                  </a:lnTo>
                  <a:lnTo>
                    <a:pt x="54486" y="325205"/>
                  </a:lnTo>
                  <a:lnTo>
                    <a:pt x="59504" y="323385"/>
                  </a:lnTo>
                  <a:lnTo>
                    <a:pt x="64460" y="321406"/>
                  </a:lnTo>
                  <a:lnTo>
                    <a:pt x="69351" y="319270"/>
                  </a:lnTo>
                  <a:lnTo>
                    <a:pt x="74171" y="316979"/>
                  </a:lnTo>
                  <a:lnTo>
                    <a:pt x="78915" y="314535"/>
                  </a:lnTo>
                  <a:lnTo>
                    <a:pt x="83579" y="311941"/>
                  </a:lnTo>
                  <a:lnTo>
                    <a:pt x="88158" y="309199"/>
                  </a:lnTo>
                  <a:lnTo>
                    <a:pt x="92647" y="306312"/>
                  </a:lnTo>
                  <a:lnTo>
                    <a:pt x="97041" y="303284"/>
                  </a:lnTo>
                  <a:lnTo>
                    <a:pt x="101337" y="300117"/>
                  </a:lnTo>
                  <a:lnTo>
                    <a:pt x="105529" y="296814"/>
                  </a:lnTo>
                  <a:lnTo>
                    <a:pt x="109614" y="293379"/>
                  </a:lnTo>
                  <a:lnTo>
                    <a:pt x="113587" y="289816"/>
                  </a:lnTo>
                  <a:lnTo>
                    <a:pt x="117445" y="286128"/>
                  </a:lnTo>
                  <a:lnTo>
                    <a:pt x="121182" y="282318"/>
                  </a:lnTo>
                  <a:lnTo>
                    <a:pt x="124796" y="278391"/>
                  </a:lnTo>
                  <a:lnTo>
                    <a:pt x="128283" y="274350"/>
                  </a:lnTo>
                  <a:lnTo>
                    <a:pt x="131639" y="270201"/>
                  </a:lnTo>
                  <a:lnTo>
                    <a:pt x="134861" y="265946"/>
                  </a:lnTo>
                  <a:lnTo>
                    <a:pt x="137945" y="261591"/>
                  </a:lnTo>
                  <a:lnTo>
                    <a:pt x="140889" y="257139"/>
                  </a:lnTo>
                  <a:lnTo>
                    <a:pt x="143690" y="252596"/>
                  </a:lnTo>
                  <a:lnTo>
                    <a:pt x="146343" y="247966"/>
                  </a:lnTo>
                  <a:lnTo>
                    <a:pt x="148848" y="243253"/>
                  </a:lnTo>
                  <a:lnTo>
                    <a:pt x="151201" y="238463"/>
                  </a:lnTo>
                  <a:lnTo>
                    <a:pt x="153400" y="233600"/>
                  </a:lnTo>
                  <a:lnTo>
                    <a:pt x="155442" y="228669"/>
                  </a:lnTo>
                  <a:lnTo>
                    <a:pt x="157326" y="223676"/>
                  </a:lnTo>
                  <a:lnTo>
                    <a:pt x="159050" y="218625"/>
                  </a:lnTo>
                  <a:lnTo>
                    <a:pt x="160612" y="213521"/>
                  </a:lnTo>
                  <a:lnTo>
                    <a:pt x="162009" y="208371"/>
                  </a:lnTo>
                  <a:lnTo>
                    <a:pt x="163242" y="203178"/>
                  </a:lnTo>
                  <a:lnTo>
                    <a:pt x="164308" y="197949"/>
                  </a:lnTo>
                  <a:lnTo>
                    <a:pt x="165207" y="192688"/>
                  </a:lnTo>
                  <a:lnTo>
                    <a:pt x="165938" y="187401"/>
                  </a:lnTo>
                  <a:lnTo>
                    <a:pt x="166499" y="182094"/>
                  </a:lnTo>
                  <a:lnTo>
                    <a:pt x="166891" y="176771"/>
                  </a:lnTo>
                  <a:lnTo>
                    <a:pt x="167112" y="171439"/>
                  </a:lnTo>
                  <a:lnTo>
                    <a:pt x="167164" y="166102"/>
                  </a:lnTo>
                  <a:lnTo>
                    <a:pt x="167044" y="160767"/>
                  </a:lnTo>
                  <a:lnTo>
                    <a:pt x="166755" y="155438"/>
                  </a:lnTo>
                  <a:lnTo>
                    <a:pt x="166296" y="150120"/>
                  </a:lnTo>
                  <a:lnTo>
                    <a:pt x="165667" y="144821"/>
                  </a:lnTo>
                  <a:lnTo>
                    <a:pt x="164869" y="139544"/>
                  </a:lnTo>
                  <a:lnTo>
                    <a:pt x="163903" y="134295"/>
                  </a:lnTo>
                  <a:lnTo>
                    <a:pt x="162770" y="129080"/>
                  </a:lnTo>
                  <a:lnTo>
                    <a:pt x="161471" y="123903"/>
                  </a:lnTo>
                  <a:lnTo>
                    <a:pt x="160008" y="118771"/>
                  </a:lnTo>
                  <a:lnTo>
                    <a:pt x="158382" y="113688"/>
                  </a:lnTo>
                  <a:lnTo>
                    <a:pt x="156594" y="108659"/>
                  </a:lnTo>
                  <a:lnTo>
                    <a:pt x="154646" y="103690"/>
                  </a:lnTo>
                  <a:lnTo>
                    <a:pt x="152541" y="98786"/>
                  </a:lnTo>
                  <a:lnTo>
                    <a:pt x="150281" y="93951"/>
                  </a:lnTo>
                  <a:lnTo>
                    <a:pt x="147867" y="89191"/>
                  </a:lnTo>
                  <a:lnTo>
                    <a:pt x="145302" y="84511"/>
                  </a:lnTo>
                  <a:lnTo>
                    <a:pt x="142590" y="79915"/>
                  </a:lnTo>
                  <a:lnTo>
                    <a:pt x="139732" y="75408"/>
                  </a:lnTo>
                  <a:lnTo>
                    <a:pt x="136732" y="70994"/>
                  </a:lnTo>
                  <a:lnTo>
                    <a:pt x="133592" y="66678"/>
                  </a:lnTo>
                  <a:lnTo>
                    <a:pt x="130316" y="62465"/>
                  </a:lnTo>
                  <a:lnTo>
                    <a:pt x="126907" y="58358"/>
                  </a:lnTo>
                  <a:lnTo>
                    <a:pt x="123369" y="54363"/>
                  </a:lnTo>
                  <a:lnTo>
                    <a:pt x="119706" y="50482"/>
                  </a:lnTo>
                  <a:lnTo>
                    <a:pt x="115920" y="46720"/>
                  </a:lnTo>
                  <a:lnTo>
                    <a:pt x="112016" y="43081"/>
                  </a:lnTo>
                  <a:lnTo>
                    <a:pt x="107998" y="39569"/>
                  </a:lnTo>
                  <a:lnTo>
                    <a:pt x="103870" y="36186"/>
                  </a:lnTo>
                  <a:lnTo>
                    <a:pt x="99636" y="32937"/>
                  </a:lnTo>
                  <a:lnTo>
                    <a:pt x="95300" y="29825"/>
                  </a:lnTo>
                  <a:lnTo>
                    <a:pt x="90867" y="26853"/>
                  </a:lnTo>
                  <a:lnTo>
                    <a:pt x="86342" y="24024"/>
                  </a:lnTo>
                  <a:lnTo>
                    <a:pt x="81728" y="21341"/>
                  </a:lnTo>
                  <a:lnTo>
                    <a:pt x="77032" y="18806"/>
                  </a:lnTo>
                  <a:lnTo>
                    <a:pt x="72257" y="16423"/>
                  </a:lnTo>
                  <a:lnTo>
                    <a:pt x="67408" y="14193"/>
                  </a:lnTo>
                  <a:lnTo>
                    <a:pt x="62490" y="12119"/>
                  </a:lnTo>
                  <a:lnTo>
                    <a:pt x="57509" y="10203"/>
                  </a:lnTo>
                  <a:lnTo>
                    <a:pt x="52469" y="8447"/>
                  </a:lnTo>
                  <a:lnTo>
                    <a:pt x="47376" y="6853"/>
                  </a:lnTo>
                  <a:lnTo>
                    <a:pt x="42234" y="5423"/>
                  </a:lnTo>
                  <a:lnTo>
                    <a:pt x="37049" y="4157"/>
                  </a:lnTo>
                  <a:lnTo>
                    <a:pt x="31827" y="3057"/>
                  </a:lnTo>
                  <a:lnTo>
                    <a:pt x="26572" y="2125"/>
                  </a:lnTo>
                  <a:lnTo>
                    <a:pt x="21290" y="1361"/>
                  </a:lnTo>
                  <a:lnTo>
                    <a:pt x="15987" y="766"/>
                  </a:lnTo>
                  <a:lnTo>
                    <a:pt x="10667" y="340"/>
                  </a:lnTo>
                  <a:lnTo>
                    <a:pt x="533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801099" y="1071028"/>
              <a:ext cx="163402" cy="167167"/>
            </a:xfrm>
            <a:custGeom>
              <a:avLst/>
              <a:pathLst>
                <a:path w="163402" h="167167">
                  <a:moveTo>
                    <a:pt x="163402" y="0"/>
                  </a:moveTo>
                  <a:lnTo>
                    <a:pt x="157997" y="87"/>
                  </a:lnTo>
                  <a:lnTo>
                    <a:pt x="152598" y="349"/>
                  </a:lnTo>
                  <a:lnTo>
                    <a:pt x="147210" y="785"/>
                  </a:lnTo>
                  <a:lnTo>
                    <a:pt x="141839" y="1396"/>
                  </a:lnTo>
                  <a:lnTo>
                    <a:pt x="136491" y="2180"/>
                  </a:lnTo>
                  <a:lnTo>
                    <a:pt x="131171" y="3136"/>
                  </a:lnTo>
                  <a:lnTo>
                    <a:pt x="125884" y="4264"/>
                  </a:lnTo>
                  <a:lnTo>
                    <a:pt x="120637" y="5562"/>
                  </a:lnTo>
                  <a:lnTo>
                    <a:pt x="115434" y="7029"/>
                  </a:lnTo>
                  <a:lnTo>
                    <a:pt x="110282" y="8664"/>
                  </a:lnTo>
                  <a:lnTo>
                    <a:pt x="105185" y="10464"/>
                  </a:lnTo>
                  <a:lnTo>
                    <a:pt x="100149" y="12428"/>
                  </a:lnTo>
                  <a:lnTo>
                    <a:pt x="95179" y="14554"/>
                  </a:lnTo>
                  <a:lnTo>
                    <a:pt x="90281" y="16840"/>
                  </a:lnTo>
                  <a:lnTo>
                    <a:pt x="85459" y="19282"/>
                  </a:lnTo>
                  <a:lnTo>
                    <a:pt x="80718" y="21879"/>
                  </a:lnTo>
                  <a:lnTo>
                    <a:pt x="76064" y="24629"/>
                  </a:lnTo>
                  <a:lnTo>
                    <a:pt x="71502" y="27527"/>
                  </a:lnTo>
                  <a:lnTo>
                    <a:pt x="67035" y="30571"/>
                  </a:lnTo>
                  <a:lnTo>
                    <a:pt x="62669" y="33758"/>
                  </a:lnTo>
                  <a:lnTo>
                    <a:pt x="58408" y="37085"/>
                  </a:lnTo>
                  <a:lnTo>
                    <a:pt x="54257" y="40547"/>
                  </a:lnTo>
                  <a:lnTo>
                    <a:pt x="50221" y="44142"/>
                  </a:lnTo>
                  <a:lnTo>
                    <a:pt x="46302" y="47866"/>
                  </a:lnTo>
                  <a:lnTo>
                    <a:pt x="42506" y="51714"/>
                  </a:lnTo>
                  <a:lnTo>
                    <a:pt x="38837" y="55683"/>
                  </a:lnTo>
                  <a:lnTo>
                    <a:pt x="35298" y="59769"/>
                  </a:lnTo>
                  <a:lnTo>
                    <a:pt x="31892" y="63967"/>
                  </a:lnTo>
                  <a:lnTo>
                    <a:pt x="28624" y="68273"/>
                  </a:lnTo>
                  <a:lnTo>
                    <a:pt x="25498" y="72682"/>
                  </a:lnTo>
                  <a:lnTo>
                    <a:pt x="22515" y="77190"/>
                  </a:lnTo>
                  <a:lnTo>
                    <a:pt x="19679" y="81792"/>
                  </a:lnTo>
                  <a:lnTo>
                    <a:pt x="16994" y="86483"/>
                  </a:lnTo>
                  <a:lnTo>
                    <a:pt x="14462" y="91259"/>
                  </a:lnTo>
                  <a:lnTo>
                    <a:pt x="12086" y="96114"/>
                  </a:lnTo>
                  <a:lnTo>
                    <a:pt x="9868" y="101043"/>
                  </a:lnTo>
                  <a:lnTo>
                    <a:pt x="7810" y="106042"/>
                  </a:lnTo>
                  <a:lnTo>
                    <a:pt x="5915" y="111104"/>
                  </a:lnTo>
                  <a:lnTo>
                    <a:pt x="4185" y="116225"/>
                  </a:lnTo>
                  <a:lnTo>
                    <a:pt x="2621" y="121399"/>
                  </a:lnTo>
                  <a:lnTo>
                    <a:pt x="1226" y="126622"/>
                  </a:lnTo>
                  <a:lnTo>
                    <a:pt x="0" y="131886"/>
                  </a:lnTo>
                  <a:lnTo>
                    <a:pt x="16340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801099" y="1202915"/>
              <a:ext cx="163402" cy="35280"/>
            </a:xfrm>
            <a:custGeom>
              <a:avLst/>
              <a:pathLst>
                <a:path w="163402" h="35280">
                  <a:moveTo>
                    <a:pt x="0" y="0"/>
                  </a:moveTo>
                  <a:lnTo>
                    <a:pt x="163402" y="352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41" y="1075272"/>
              <a:ext cx="334316" cy="330089"/>
            </a:xfrm>
            <a:custGeom>
              <a:avLst/>
              <a:pathLst>
                <a:path w="334316" h="330089">
                  <a:moveTo>
                    <a:pt x="3757" y="127643"/>
                  </a:moveTo>
                  <a:lnTo>
                    <a:pt x="2720" y="132848"/>
                  </a:lnTo>
                  <a:lnTo>
                    <a:pt x="1848" y="138084"/>
                  </a:lnTo>
                  <a:lnTo>
                    <a:pt x="1142" y="143344"/>
                  </a:lnTo>
                  <a:lnTo>
                    <a:pt x="604" y="148625"/>
                  </a:lnTo>
                  <a:lnTo>
                    <a:pt x="234" y="153919"/>
                  </a:lnTo>
                  <a:lnTo>
                    <a:pt x="33" y="159223"/>
                  </a:lnTo>
                  <a:lnTo>
                    <a:pt x="0" y="164531"/>
                  </a:lnTo>
                  <a:lnTo>
                    <a:pt x="135" y="169836"/>
                  </a:lnTo>
                  <a:lnTo>
                    <a:pt x="438" y="175135"/>
                  </a:lnTo>
                  <a:lnTo>
                    <a:pt x="910" y="180422"/>
                  </a:lnTo>
                  <a:lnTo>
                    <a:pt x="1549" y="185691"/>
                  </a:lnTo>
                  <a:lnTo>
                    <a:pt x="2356" y="190937"/>
                  </a:lnTo>
                  <a:lnTo>
                    <a:pt x="3328" y="196155"/>
                  </a:lnTo>
                  <a:lnTo>
                    <a:pt x="4466" y="201339"/>
                  </a:lnTo>
                  <a:lnTo>
                    <a:pt x="5767" y="206485"/>
                  </a:lnTo>
                  <a:lnTo>
                    <a:pt x="7231" y="211586"/>
                  </a:lnTo>
                  <a:lnTo>
                    <a:pt x="8857" y="216639"/>
                  </a:lnTo>
                  <a:lnTo>
                    <a:pt x="10642" y="221637"/>
                  </a:lnTo>
                  <a:lnTo>
                    <a:pt x="12585" y="226577"/>
                  </a:lnTo>
                  <a:lnTo>
                    <a:pt x="14683" y="231452"/>
                  </a:lnTo>
                  <a:lnTo>
                    <a:pt x="16936" y="236258"/>
                  </a:lnTo>
                  <a:lnTo>
                    <a:pt x="19340" y="240990"/>
                  </a:lnTo>
                  <a:lnTo>
                    <a:pt x="21892" y="245643"/>
                  </a:lnTo>
                  <a:lnTo>
                    <a:pt x="24592" y="250213"/>
                  </a:lnTo>
                  <a:lnTo>
                    <a:pt x="27435" y="254695"/>
                  </a:lnTo>
                  <a:lnTo>
                    <a:pt x="30418" y="259085"/>
                  </a:lnTo>
                  <a:lnTo>
                    <a:pt x="33540" y="263377"/>
                  </a:lnTo>
                  <a:lnTo>
                    <a:pt x="36796" y="267568"/>
                  </a:lnTo>
                  <a:lnTo>
                    <a:pt x="40184" y="271654"/>
                  </a:lnTo>
                  <a:lnTo>
                    <a:pt x="43700" y="275630"/>
                  </a:lnTo>
                  <a:lnTo>
                    <a:pt x="47340" y="279493"/>
                  </a:lnTo>
                  <a:lnTo>
                    <a:pt x="51101" y="283238"/>
                  </a:lnTo>
                  <a:lnTo>
                    <a:pt x="54979" y="286862"/>
                  </a:lnTo>
                  <a:lnTo>
                    <a:pt x="58971" y="290361"/>
                  </a:lnTo>
                  <a:lnTo>
                    <a:pt x="63071" y="293731"/>
                  </a:lnTo>
                  <a:lnTo>
                    <a:pt x="67276" y="296969"/>
                  </a:lnTo>
                  <a:lnTo>
                    <a:pt x="71582" y="300073"/>
                  </a:lnTo>
                  <a:lnTo>
                    <a:pt x="75984" y="303038"/>
                  </a:lnTo>
                  <a:lnTo>
                    <a:pt x="80478" y="305862"/>
                  </a:lnTo>
                  <a:lnTo>
                    <a:pt x="85059" y="308542"/>
                  </a:lnTo>
                  <a:lnTo>
                    <a:pt x="89724" y="311075"/>
                  </a:lnTo>
                  <a:lnTo>
                    <a:pt x="94466" y="313458"/>
                  </a:lnTo>
                  <a:lnTo>
                    <a:pt x="99281" y="315690"/>
                  </a:lnTo>
                  <a:lnTo>
                    <a:pt x="104165" y="317768"/>
                  </a:lnTo>
                  <a:lnTo>
                    <a:pt x="109113" y="319690"/>
                  </a:lnTo>
                  <a:lnTo>
                    <a:pt x="114119" y="321453"/>
                  </a:lnTo>
                  <a:lnTo>
                    <a:pt x="119178" y="323057"/>
                  </a:lnTo>
                  <a:lnTo>
                    <a:pt x="124286" y="324500"/>
                  </a:lnTo>
                  <a:lnTo>
                    <a:pt x="129437" y="325780"/>
                  </a:lnTo>
                  <a:lnTo>
                    <a:pt x="134626" y="326895"/>
                  </a:lnTo>
                  <a:lnTo>
                    <a:pt x="139848" y="327845"/>
                  </a:lnTo>
                  <a:lnTo>
                    <a:pt x="145098" y="328629"/>
                  </a:lnTo>
                  <a:lnTo>
                    <a:pt x="150369" y="329246"/>
                  </a:lnTo>
                  <a:lnTo>
                    <a:pt x="155658" y="329695"/>
                  </a:lnTo>
                  <a:lnTo>
                    <a:pt x="160958" y="329976"/>
                  </a:lnTo>
                  <a:lnTo>
                    <a:pt x="166264" y="330089"/>
                  </a:lnTo>
                  <a:lnTo>
                    <a:pt x="171572" y="330033"/>
                  </a:lnTo>
                  <a:lnTo>
                    <a:pt x="176875" y="329809"/>
                  </a:lnTo>
                  <a:lnTo>
                    <a:pt x="182168" y="329416"/>
                  </a:lnTo>
                  <a:lnTo>
                    <a:pt x="187446" y="328856"/>
                  </a:lnTo>
                  <a:lnTo>
                    <a:pt x="192703" y="328128"/>
                  </a:lnTo>
                  <a:lnTo>
                    <a:pt x="197935" y="327234"/>
                  </a:lnTo>
                  <a:lnTo>
                    <a:pt x="203136" y="326174"/>
                  </a:lnTo>
                  <a:lnTo>
                    <a:pt x="208300" y="324950"/>
                  </a:lnTo>
                  <a:lnTo>
                    <a:pt x="213423" y="323562"/>
                  </a:lnTo>
                  <a:lnTo>
                    <a:pt x="218499" y="322012"/>
                  </a:lnTo>
                  <a:lnTo>
                    <a:pt x="223524" y="320302"/>
                  </a:lnTo>
                  <a:lnTo>
                    <a:pt x="228492" y="318433"/>
                  </a:lnTo>
                  <a:lnTo>
                    <a:pt x="233398" y="316408"/>
                  </a:lnTo>
                  <a:lnTo>
                    <a:pt x="238237" y="314228"/>
                  </a:lnTo>
                  <a:lnTo>
                    <a:pt x="243004" y="311895"/>
                  </a:lnTo>
                  <a:lnTo>
                    <a:pt x="247696" y="309412"/>
                  </a:lnTo>
                  <a:lnTo>
                    <a:pt x="252305" y="306782"/>
                  </a:lnTo>
                  <a:lnTo>
                    <a:pt x="256829" y="304006"/>
                  </a:lnTo>
                  <a:lnTo>
                    <a:pt x="261263" y="301088"/>
                  </a:lnTo>
                  <a:lnTo>
                    <a:pt x="265602" y="298031"/>
                  </a:lnTo>
                  <a:lnTo>
                    <a:pt x="269841" y="294838"/>
                  </a:lnTo>
                  <a:lnTo>
                    <a:pt x="273977" y="291512"/>
                  </a:lnTo>
                  <a:lnTo>
                    <a:pt x="278006" y="288056"/>
                  </a:lnTo>
                  <a:lnTo>
                    <a:pt x="281922" y="284474"/>
                  </a:lnTo>
                  <a:lnTo>
                    <a:pt x="285723" y="280769"/>
                  </a:lnTo>
                  <a:lnTo>
                    <a:pt x="289405" y="276946"/>
                  </a:lnTo>
                  <a:lnTo>
                    <a:pt x="292963" y="273007"/>
                  </a:lnTo>
                  <a:lnTo>
                    <a:pt x="296394" y="268958"/>
                  </a:lnTo>
                  <a:lnTo>
                    <a:pt x="299695" y="264802"/>
                  </a:lnTo>
                  <a:lnTo>
                    <a:pt x="302863" y="260543"/>
                  </a:lnTo>
                  <a:lnTo>
                    <a:pt x="305893" y="256186"/>
                  </a:lnTo>
                  <a:lnTo>
                    <a:pt x="308784" y="251734"/>
                  </a:lnTo>
                  <a:lnTo>
                    <a:pt x="311532" y="247194"/>
                  </a:lnTo>
                  <a:lnTo>
                    <a:pt x="314135" y="242568"/>
                  </a:lnTo>
                  <a:lnTo>
                    <a:pt x="316589" y="237862"/>
                  </a:lnTo>
                  <a:lnTo>
                    <a:pt x="318893" y="233080"/>
                  </a:lnTo>
                  <a:lnTo>
                    <a:pt x="321043" y="228228"/>
                  </a:lnTo>
                  <a:lnTo>
                    <a:pt x="323039" y="223310"/>
                  </a:lnTo>
                  <a:lnTo>
                    <a:pt x="324877" y="218330"/>
                  </a:lnTo>
                  <a:lnTo>
                    <a:pt x="326557" y="213296"/>
                  </a:lnTo>
                  <a:lnTo>
                    <a:pt x="328076" y="208210"/>
                  </a:lnTo>
                  <a:lnTo>
                    <a:pt x="329432" y="203079"/>
                  </a:lnTo>
                  <a:lnTo>
                    <a:pt x="330625" y="197907"/>
                  </a:lnTo>
                  <a:lnTo>
                    <a:pt x="331653" y="192700"/>
                  </a:lnTo>
                  <a:lnTo>
                    <a:pt x="332516" y="187463"/>
                  </a:lnTo>
                  <a:lnTo>
                    <a:pt x="333211" y="182201"/>
                  </a:lnTo>
                  <a:lnTo>
                    <a:pt x="333740" y="176919"/>
                  </a:lnTo>
                  <a:lnTo>
                    <a:pt x="334100" y="171624"/>
                  </a:lnTo>
                  <a:lnTo>
                    <a:pt x="334292" y="166320"/>
                  </a:lnTo>
                  <a:lnTo>
                    <a:pt x="334316" y="161012"/>
                  </a:lnTo>
                  <a:lnTo>
                    <a:pt x="334171" y="155707"/>
                  </a:lnTo>
                  <a:lnTo>
                    <a:pt x="333858" y="150408"/>
                  </a:lnTo>
                  <a:lnTo>
                    <a:pt x="333376" y="145123"/>
                  </a:lnTo>
                  <a:lnTo>
                    <a:pt x="332727" y="139855"/>
                  </a:lnTo>
                  <a:lnTo>
                    <a:pt x="331911" y="134610"/>
                  </a:lnTo>
                  <a:lnTo>
                    <a:pt x="330930" y="129394"/>
                  </a:lnTo>
                  <a:lnTo>
                    <a:pt x="329783" y="124212"/>
                  </a:lnTo>
                  <a:lnTo>
                    <a:pt x="328472" y="119069"/>
                  </a:lnTo>
                  <a:lnTo>
                    <a:pt x="326998" y="113970"/>
                  </a:lnTo>
                  <a:lnTo>
                    <a:pt x="325363" y="108920"/>
                  </a:lnTo>
                  <a:lnTo>
                    <a:pt x="323569" y="103925"/>
                  </a:lnTo>
                  <a:lnTo>
                    <a:pt x="321617" y="98989"/>
                  </a:lnTo>
                  <a:lnTo>
                    <a:pt x="319510" y="94118"/>
                  </a:lnTo>
                  <a:lnTo>
                    <a:pt x="317249" y="89316"/>
                  </a:lnTo>
                  <a:lnTo>
                    <a:pt x="314836" y="84589"/>
                  </a:lnTo>
                  <a:lnTo>
                    <a:pt x="312275" y="79940"/>
                  </a:lnTo>
                  <a:lnTo>
                    <a:pt x="309568" y="75375"/>
                  </a:lnTo>
                  <a:lnTo>
                    <a:pt x="306716" y="70898"/>
                  </a:lnTo>
                  <a:lnTo>
                    <a:pt x="303725" y="66514"/>
                  </a:lnTo>
                  <a:lnTo>
                    <a:pt x="300595" y="62227"/>
                  </a:lnTo>
                  <a:lnTo>
                    <a:pt x="297331" y="58042"/>
                  </a:lnTo>
                  <a:lnTo>
                    <a:pt x="293936" y="53962"/>
                  </a:lnTo>
                  <a:lnTo>
                    <a:pt x="290413" y="49992"/>
                  </a:lnTo>
                  <a:lnTo>
                    <a:pt x="286766" y="46136"/>
                  </a:lnTo>
                  <a:lnTo>
                    <a:pt x="282998" y="42398"/>
                  </a:lnTo>
                  <a:lnTo>
                    <a:pt x="279113" y="38781"/>
                  </a:lnTo>
                  <a:lnTo>
                    <a:pt x="275116" y="35290"/>
                  </a:lnTo>
                  <a:lnTo>
                    <a:pt x="271009" y="31927"/>
                  </a:lnTo>
                  <a:lnTo>
                    <a:pt x="266798" y="28696"/>
                  </a:lnTo>
                  <a:lnTo>
                    <a:pt x="262487" y="25601"/>
                  </a:lnTo>
                  <a:lnTo>
                    <a:pt x="258079" y="22644"/>
                  </a:lnTo>
                  <a:lnTo>
                    <a:pt x="253580" y="19828"/>
                  </a:lnTo>
                  <a:lnTo>
                    <a:pt x="248994" y="17157"/>
                  </a:lnTo>
                  <a:lnTo>
                    <a:pt x="244325" y="14632"/>
                  </a:lnTo>
                  <a:lnTo>
                    <a:pt x="239578" y="12257"/>
                  </a:lnTo>
                  <a:lnTo>
                    <a:pt x="234759" y="10034"/>
                  </a:lnTo>
                  <a:lnTo>
                    <a:pt x="229871" y="7965"/>
                  </a:lnTo>
                  <a:lnTo>
                    <a:pt x="224920" y="6052"/>
                  </a:lnTo>
                  <a:lnTo>
                    <a:pt x="219911" y="4298"/>
                  </a:lnTo>
                  <a:lnTo>
                    <a:pt x="214848" y="2703"/>
                  </a:lnTo>
                  <a:lnTo>
                    <a:pt x="209738" y="1270"/>
                  </a:lnTo>
                  <a:lnTo>
                    <a:pt x="204584" y="0"/>
                  </a:lnTo>
                  <a:lnTo>
                    <a:pt x="167159" y="1629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964501" y="1071028"/>
              <a:ext cx="37425" cy="167167"/>
            </a:xfrm>
            <a:custGeom>
              <a:avLst/>
              <a:pathLst>
                <a:path w="37425" h="167167">
                  <a:moveTo>
                    <a:pt x="37425" y="4243"/>
                  </a:moveTo>
                  <a:lnTo>
                    <a:pt x="31269" y="2950"/>
                  </a:lnTo>
                  <a:lnTo>
                    <a:pt x="25068" y="1890"/>
                  </a:lnTo>
                  <a:lnTo>
                    <a:pt x="18832" y="1064"/>
                  </a:lnTo>
                  <a:lnTo>
                    <a:pt x="12569" y="473"/>
                  </a:lnTo>
                  <a:lnTo>
                    <a:pt x="6289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31273" y="1322571"/>
              <a:ext cx="57447" cy="167167"/>
            </a:xfrm>
            <a:custGeom>
              <a:avLst/>
              <a:pathLst>
                <a:path w="57447" h="167167">
                  <a:moveTo>
                    <a:pt x="57447" y="0"/>
                  </a:moveTo>
                  <a:lnTo>
                    <a:pt x="51584" y="102"/>
                  </a:lnTo>
                  <a:lnTo>
                    <a:pt x="45728" y="411"/>
                  </a:lnTo>
                  <a:lnTo>
                    <a:pt x="39886" y="924"/>
                  </a:lnTo>
                  <a:lnTo>
                    <a:pt x="34067" y="1643"/>
                  </a:lnTo>
                  <a:lnTo>
                    <a:pt x="28276" y="2564"/>
                  </a:lnTo>
                  <a:lnTo>
                    <a:pt x="22520" y="3689"/>
                  </a:lnTo>
                  <a:lnTo>
                    <a:pt x="16808" y="5014"/>
                  </a:lnTo>
                  <a:lnTo>
                    <a:pt x="11146" y="6539"/>
                  </a:lnTo>
                  <a:lnTo>
                    <a:pt x="5541" y="8262"/>
                  </a:lnTo>
                  <a:lnTo>
                    <a:pt x="0" y="10180"/>
                  </a:lnTo>
                  <a:lnTo>
                    <a:pt x="574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321572" y="1332752"/>
              <a:ext cx="334298" cy="324153"/>
            </a:xfrm>
            <a:custGeom>
              <a:avLst/>
              <a:pathLst>
                <a:path w="334298" h="324153">
                  <a:moveTo>
                    <a:pt x="109701" y="0"/>
                  </a:moveTo>
                  <a:lnTo>
                    <a:pt x="104753" y="1900"/>
                  </a:lnTo>
                  <a:lnTo>
                    <a:pt x="99867" y="3956"/>
                  </a:lnTo>
                  <a:lnTo>
                    <a:pt x="95049" y="6166"/>
                  </a:lnTo>
                  <a:lnTo>
                    <a:pt x="90304" y="8527"/>
                  </a:lnTo>
                  <a:lnTo>
                    <a:pt x="85636" y="11038"/>
                  </a:lnTo>
                  <a:lnTo>
                    <a:pt x="81050" y="13696"/>
                  </a:lnTo>
                  <a:lnTo>
                    <a:pt x="76550" y="16498"/>
                  </a:lnTo>
                  <a:lnTo>
                    <a:pt x="72142" y="19441"/>
                  </a:lnTo>
                  <a:lnTo>
                    <a:pt x="67829" y="22522"/>
                  </a:lnTo>
                  <a:lnTo>
                    <a:pt x="63615" y="25738"/>
                  </a:lnTo>
                  <a:lnTo>
                    <a:pt x="59506" y="29087"/>
                  </a:lnTo>
                  <a:lnTo>
                    <a:pt x="55506" y="32564"/>
                  </a:lnTo>
                  <a:lnTo>
                    <a:pt x="51617" y="36166"/>
                  </a:lnTo>
                  <a:lnTo>
                    <a:pt x="47845" y="39889"/>
                  </a:lnTo>
                  <a:lnTo>
                    <a:pt x="44192" y="43730"/>
                  </a:lnTo>
                  <a:lnTo>
                    <a:pt x="40663" y="47686"/>
                  </a:lnTo>
                  <a:lnTo>
                    <a:pt x="37262" y="51751"/>
                  </a:lnTo>
                  <a:lnTo>
                    <a:pt x="33991" y="55921"/>
                  </a:lnTo>
                  <a:lnTo>
                    <a:pt x="30853" y="60194"/>
                  </a:lnTo>
                  <a:lnTo>
                    <a:pt x="27853" y="64563"/>
                  </a:lnTo>
                  <a:lnTo>
                    <a:pt x="24993" y="69026"/>
                  </a:lnTo>
                  <a:lnTo>
                    <a:pt x="22276" y="73577"/>
                  </a:lnTo>
                  <a:lnTo>
                    <a:pt x="19704" y="78212"/>
                  </a:lnTo>
                  <a:lnTo>
                    <a:pt x="17281" y="82926"/>
                  </a:lnTo>
                  <a:lnTo>
                    <a:pt x="15008" y="87715"/>
                  </a:lnTo>
                  <a:lnTo>
                    <a:pt x="12889" y="92573"/>
                  </a:lnTo>
                  <a:lnTo>
                    <a:pt x="10924" y="97496"/>
                  </a:lnTo>
                  <a:lnTo>
                    <a:pt x="9117" y="102479"/>
                  </a:lnTo>
                  <a:lnTo>
                    <a:pt x="7468" y="107517"/>
                  </a:lnTo>
                  <a:lnTo>
                    <a:pt x="5980" y="112604"/>
                  </a:lnTo>
                  <a:lnTo>
                    <a:pt x="4654" y="117736"/>
                  </a:lnTo>
                  <a:lnTo>
                    <a:pt x="3491" y="122907"/>
                  </a:lnTo>
                  <a:lnTo>
                    <a:pt x="2493" y="128113"/>
                  </a:lnTo>
                  <a:lnTo>
                    <a:pt x="1660" y="133348"/>
                  </a:lnTo>
                  <a:lnTo>
                    <a:pt x="994" y="138606"/>
                  </a:lnTo>
                  <a:lnTo>
                    <a:pt x="495" y="143883"/>
                  </a:lnTo>
                  <a:lnTo>
                    <a:pt x="163" y="149173"/>
                  </a:lnTo>
                  <a:lnTo>
                    <a:pt x="0" y="154471"/>
                  </a:lnTo>
                  <a:lnTo>
                    <a:pt x="4" y="159772"/>
                  </a:lnTo>
                  <a:lnTo>
                    <a:pt x="176" y="165070"/>
                  </a:lnTo>
                  <a:lnTo>
                    <a:pt x="516" y="170359"/>
                  </a:lnTo>
                  <a:lnTo>
                    <a:pt x="1024" y="175635"/>
                  </a:lnTo>
                  <a:lnTo>
                    <a:pt x="1699" y="180893"/>
                  </a:lnTo>
                  <a:lnTo>
                    <a:pt x="2540" y="186126"/>
                  </a:lnTo>
                  <a:lnTo>
                    <a:pt x="3547" y="191330"/>
                  </a:lnTo>
                  <a:lnTo>
                    <a:pt x="4718" y="196500"/>
                  </a:lnTo>
                  <a:lnTo>
                    <a:pt x="6052" y="201630"/>
                  </a:lnTo>
                  <a:lnTo>
                    <a:pt x="7548" y="206715"/>
                  </a:lnTo>
                  <a:lnTo>
                    <a:pt x="9205" y="211749"/>
                  </a:lnTo>
                  <a:lnTo>
                    <a:pt x="11021" y="216729"/>
                  </a:lnTo>
                  <a:lnTo>
                    <a:pt x="12993" y="221649"/>
                  </a:lnTo>
                  <a:lnTo>
                    <a:pt x="15121" y="226504"/>
                  </a:lnTo>
                  <a:lnTo>
                    <a:pt x="17401" y="231289"/>
                  </a:lnTo>
                  <a:lnTo>
                    <a:pt x="19832" y="235999"/>
                  </a:lnTo>
                  <a:lnTo>
                    <a:pt x="22412" y="240630"/>
                  </a:lnTo>
                  <a:lnTo>
                    <a:pt x="25136" y="245177"/>
                  </a:lnTo>
                  <a:lnTo>
                    <a:pt x="28003" y="249635"/>
                  </a:lnTo>
                  <a:lnTo>
                    <a:pt x="31011" y="253999"/>
                  </a:lnTo>
                  <a:lnTo>
                    <a:pt x="34155" y="258267"/>
                  </a:lnTo>
                  <a:lnTo>
                    <a:pt x="37433" y="262432"/>
                  </a:lnTo>
                  <a:lnTo>
                    <a:pt x="40841" y="266492"/>
                  </a:lnTo>
                  <a:lnTo>
                    <a:pt x="44376" y="270441"/>
                  </a:lnTo>
                  <a:lnTo>
                    <a:pt x="48035" y="274276"/>
                  </a:lnTo>
                  <a:lnTo>
                    <a:pt x="51813" y="277994"/>
                  </a:lnTo>
                  <a:lnTo>
                    <a:pt x="55708" y="281589"/>
                  </a:lnTo>
                  <a:lnTo>
                    <a:pt x="59714" y="285060"/>
                  </a:lnTo>
                  <a:lnTo>
                    <a:pt x="63829" y="288402"/>
                  </a:lnTo>
                  <a:lnTo>
                    <a:pt x="68047" y="291611"/>
                  </a:lnTo>
                  <a:lnTo>
                    <a:pt x="72365" y="294685"/>
                  </a:lnTo>
                  <a:lnTo>
                    <a:pt x="76778" y="297621"/>
                  </a:lnTo>
                  <a:lnTo>
                    <a:pt x="81282" y="300416"/>
                  </a:lnTo>
                  <a:lnTo>
                    <a:pt x="85873" y="303066"/>
                  </a:lnTo>
                  <a:lnTo>
                    <a:pt x="90545" y="305569"/>
                  </a:lnTo>
                  <a:lnTo>
                    <a:pt x="95294" y="307923"/>
                  </a:lnTo>
                  <a:lnTo>
                    <a:pt x="100116" y="310125"/>
                  </a:lnTo>
                  <a:lnTo>
                    <a:pt x="105004" y="312173"/>
                  </a:lnTo>
                  <a:lnTo>
                    <a:pt x="109956" y="314066"/>
                  </a:lnTo>
                  <a:lnTo>
                    <a:pt x="114964" y="315800"/>
                  </a:lnTo>
                  <a:lnTo>
                    <a:pt x="120026" y="317374"/>
                  </a:lnTo>
                  <a:lnTo>
                    <a:pt x="125134" y="318788"/>
                  </a:lnTo>
                  <a:lnTo>
                    <a:pt x="130285" y="320038"/>
                  </a:lnTo>
                  <a:lnTo>
                    <a:pt x="135473" y="321125"/>
                  </a:lnTo>
                  <a:lnTo>
                    <a:pt x="140693" y="322047"/>
                  </a:lnTo>
                  <a:lnTo>
                    <a:pt x="145939" y="322803"/>
                  </a:lnTo>
                  <a:lnTo>
                    <a:pt x="151207" y="323392"/>
                  </a:lnTo>
                  <a:lnTo>
                    <a:pt x="156491" y="323813"/>
                  </a:lnTo>
                  <a:lnTo>
                    <a:pt x="161785" y="324067"/>
                  </a:lnTo>
                  <a:lnTo>
                    <a:pt x="167085" y="324153"/>
                  </a:lnTo>
                  <a:lnTo>
                    <a:pt x="172385" y="324071"/>
                  </a:lnTo>
                  <a:lnTo>
                    <a:pt x="177679" y="323821"/>
                  </a:lnTo>
                  <a:lnTo>
                    <a:pt x="182964" y="323404"/>
                  </a:lnTo>
                  <a:lnTo>
                    <a:pt x="188232" y="322819"/>
                  </a:lnTo>
                  <a:lnTo>
                    <a:pt x="193479" y="322067"/>
                  </a:lnTo>
                  <a:lnTo>
                    <a:pt x="198699" y="321149"/>
                  </a:lnTo>
                  <a:lnTo>
                    <a:pt x="203888" y="320066"/>
                  </a:lnTo>
                  <a:lnTo>
                    <a:pt x="209040" y="318819"/>
                  </a:lnTo>
                  <a:lnTo>
                    <a:pt x="214149" y="317410"/>
                  </a:lnTo>
                  <a:lnTo>
                    <a:pt x="219212" y="315839"/>
                  </a:lnTo>
                  <a:lnTo>
                    <a:pt x="224222" y="314109"/>
                  </a:lnTo>
                  <a:lnTo>
                    <a:pt x="229175" y="312220"/>
                  </a:lnTo>
                  <a:lnTo>
                    <a:pt x="234065" y="310176"/>
                  </a:lnTo>
                  <a:lnTo>
                    <a:pt x="238888" y="307977"/>
                  </a:lnTo>
                  <a:lnTo>
                    <a:pt x="243639" y="305627"/>
                  </a:lnTo>
                  <a:lnTo>
                    <a:pt x="248313" y="303127"/>
                  </a:lnTo>
                  <a:lnTo>
                    <a:pt x="252905" y="300480"/>
                  </a:lnTo>
                  <a:lnTo>
                    <a:pt x="257412" y="297689"/>
                  </a:lnTo>
                  <a:lnTo>
                    <a:pt x="261827" y="294757"/>
                  </a:lnTo>
                  <a:lnTo>
                    <a:pt x="266147" y="291686"/>
                  </a:lnTo>
                  <a:lnTo>
                    <a:pt x="270368" y="288480"/>
                  </a:lnTo>
                  <a:lnTo>
                    <a:pt x="274485" y="285141"/>
                  </a:lnTo>
                  <a:lnTo>
                    <a:pt x="278494" y="281674"/>
                  </a:lnTo>
                  <a:lnTo>
                    <a:pt x="282391" y="278081"/>
                  </a:lnTo>
                  <a:lnTo>
                    <a:pt x="286173" y="274366"/>
                  </a:lnTo>
                  <a:lnTo>
                    <a:pt x="289834" y="270534"/>
                  </a:lnTo>
                  <a:lnTo>
                    <a:pt x="293372" y="266587"/>
                  </a:lnTo>
                  <a:lnTo>
                    <a:pt x="296784" y="262530"/>
                  </a:lnTo>
                  <a:lnTo>
                    <a:pt x="300065" y="258367"/>
                  </a:lnTo>
                  <a:lnTo>
                    <a:pt x="303212" y="254102"/>
                  </a:lnTo>
                  <a:lnTo>
                    <a:pt x="306223" y="249739"/>
                  </a:lnTo>
                  <a:lnTo>
                    <a:pt x="309093" y="245284"/>
                  </a:lnTo>
                  <a:lnTo>
                    <a:pt x="311821" y="240739"/>
                  </a:lnTo>
                  <a:lnTo>
                    <a:pt x="314404" y="236110"/>
                  </a:lnTo>
                  <a:lnTo>
                    <a:pt x="316838" y="231402"/>
                  </a:lnTo>
                  <a:lnTo>
                    <a:pt x="319123" y="226619"/>
                  </a:lnTo>
                  <a:lnTo>
                    <a:pt x="321254" y="221765"/>
                  </a:lnTo>
                  <a:lnTo>
                    <a:pt x="323230" y="216847"/>
                  </a:lnTo>
                  <a:lnTo>
                    <a:pt x="325049" y="211869"/>
                  </a:lnTo>
                  <a:lnTo>
                    <a:pt x="326710" y="206835"/>
                  </a:lnTo>
                  <a:lnTo>
                    <a:pt x="328210" y="201751"/>
                  </a:lnTo>
                  <a:lnTo>
                    <a:pt x="329549" y="196622"/>
                  </a:lnTo>
                  <a:lnTo>
                    <a:pt x="330723" y="191454"/>
                  </a:lnTo>
                  <a:lnTo>
                    <a:pt x="331734" y="186250"/>
                  </a:lnTo>
                  <a:lnTo>
                    <a:pt x="332579" y="181018"/>
                  </a:lnTo>
                  <a:lnTo>
                    <a:pt x="333258" y="175761"/>
                  </a:lnTo>
                  <a:lnTo>
                    <a:pt x="333770" y="170485"/>
                  </a:lnTo>
                  <a:lnTo>
                    <a:pt x="334114" y="165196"/>
                  </a:lnTo>
                  <a:lnTo>
                    <a:pt x="334290" y="159898"/>
                  </a:lnTo>
                  <a:lnTo>
                    <a:pt x="334298" y="154598"/>
                  </a:lnTo>
                  <a:lnTo>
                    <a:pt x="334139" y="149299"/>
                  </a:lnTo>
                  <a:lnTo>
                    <a:pt x="333811" y="144009"/>
                  </a:lnTo>
                  <a:lnTo>
                    <a:pt x="333316" y="138732"/>
                  </a:lnTo>
                  <a:lnTo>
                    <a:pt x="332654" y="133473"/>
                  </a:lnTo>
                  <a:lnTo>
                    <a:pt x="331825" y="128237"/>
                  </a:lnTo>
                  <a:lnTo>
                    <a:pt x="330831" y="123031"/>
                  </a:lnTo>
                  <a:lnTo>
                    <a:pt x="329672" y="117859"/>
                  </a:lnTo>
                  <a:lnTo>
                    <a:pt x="328350" y="112726"/>
                  </a:lnTo>
                  <a:lnTo>
                    <a:pt x="326865" y="107637"/>
                  </a:lnTo>
                  <a:lnTo>
                    <a:pt x="325221" y="102598"/>
                  </a:lnTo>
                  <a:lnTo>
                    <a:pt x="323417" y="97614"/>
                  </a:lnTo>
                  <a:lnTo>
                    <a:pt x="321456" y="92690"/>
                  </a:lnTo>
                  <a:lnTo>
                    <a:pt x="319340" y="87830"/>
                  </a:lnTo>
                  <a:lnTo>
                    <a:pt x="317071" y="83039"/>
                  </a:lnTo>
                  <a:lnTo>
                    <a:pt x="314651" y="78323"/>
                  </a:lnTo>
                  <a:lnTo>
                    <a:pt x="312083" y="73687"/>
                  </a:lnTo>
                  <a:lnTo>
                    <a:pt x="309369" y="69133"/>
                  </a:lnTo>
                  <a:lnTo>
                    <a:pt x="306512" y="64669"/>
                  </a:lnTo>
                  <a:lnTo>
                    <a:pt x="303516" y="60297"/>
                  </a:lnTo>
                  <a:lnTo>
                    <a:pt x="300382" y="56022"/>
                  </a:lnTo>
                  <a:lnTo>
                    <a:pt x="297114" y="51849"/>
                  </a:lnTo>
                  <a:lnTo>
                    <a:pt x="293715" y="47781"/>
                  </a:lnTo>
                  <a:lnTo>
                    <a:pt x="290189" y="43823"/>
                  </a:lnTo>
                  <a:lnTo>
                    <a:pt x="286540" y="39979"/>
                  </a:lnTo>
                  <a:lnTo>
                    <a:pt x="282770" y="36253"/>
                  </a:lnTo>
                  <a:lnTo>
                    <a:pt x="278884" y="32648"/>
                  </a:lnTo>
                  <a:lnTo>
                    <a:pt x="274886" y="29168"/>
                  </a:lnTo>
                  <a:lnTo>
                    <a:pt x="270780" y="25816"/>
                  </a:lnTo>
                  <a:lnTo>
                    <a:pt x="266569" y="22597"/>
                  </a:lnTo>
                  <a:lnTo>
                    <a:pt x="262258" y="19512"/>
                  </a:lnTo>
                  <a:lnTo>
                    <a:pt x="257852" y="16566"/>
                  </a:lnTo>
                  <a:lnTo>
                    <a:pt x="253354" y="13761"/>
                  </a:lnTo>
                  <a:lnTo>
                    <a:pt x="248770" y="11100"/>
                  </a:lnTo>
                  <a:lnTo>
                    <a:pt x="244104" y="8586"/>
                  </a:lnTo>
                  <a:lnTo>
                    <a:pt x="239361" y="6220"/>
                  </a:lnTo>
                  <a:lnTo>
                    <a:pt x="234544" y="4007"/>
                  </a:lnTo>
                  <a:lnTo>
                    <a:pt x="229661" y="1947"/>
                  </a:lnTo>
                  <a:lnTo>
                    <a:pt x="167148" y="1569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88720" y="1322571"/>
              <a:ext cx="62512" cy="167167"/>
            </a:xfrm>
            <a:custGeom>
              <a:avLst/>
              <a:pathLst>
                <a:path w="62512" h="167167">
                  <a:moveTo>
                    <a:pt x="62512" y="12128"/>
                  </a:moveTo>
                  <a:lnTo>
                    <a:pt x="57073" y="10044"/>
                  </a:lnTo>
                  <a:lnTo>
                    <a:pt x="51565" y="8151"/>
                  </a:lnTo>
                  <a:lnTo>
                    <a:pt x="45995" y="6452"/>
                  </a:lnTo>
                  <a:lnTo>
                    <a:pt x="40368" y="4947"/>
                  </a:lnTo>
                  <a:lnTo>
                    <a:pt x="34693" y="3639"/>
                  </a:lnTo>
                  <a:lnTo>
                    <a:pt x="28975" y="2530"/>
                  </a:lnTo>
                  <a:lnTo>
                    <a:pt x="23222" y="1620"/>
                  </a:lnTo>
                  <a:lnTo>
                    <a:pt x="17441" y="912"/>
                  </a:lnTo>
                  <a:lnTo>
                    <a:pt x="11639" y="405"/>
                  </a:lnTo>
                  <a:lnTo>
                    <a:pt x="5823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79075" y="1681503"/>
              <a:ext cx="7449" cy="167167"/>
            </a:xfrm>
            <a:custGeom>
              <a:avLst/>
              <a:pathLst>
                <a:path w="7449" h="167167">
                  <a:moveTo>
                    <a:pt x="7449" y="0"/>
                  </a:moveTo>
                  <a:lnTo>
                    <a:pt x="0" y="166"/>
                  </a:lnTo>
                  <a:lnTo>
                    <a:pt x="744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9075" y="1681669"/>
              <a:ext cx="7449" cy="167001"/>
            </a:xfrm>
            <a:custGeom>
              <a:avLst/>
              <a:pathLst>
                <a:path w="7449" h="167001">
                  <a:moveTo>
                    <a:pt x="0" y="0"/>
                  </a:moveTo>
                  <a:lnTo>
                    <a:pt x="7449" y="167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951528" y="1681669"/>
              <a:ext cx="134996" cy="167001"/>
            </a:xfrm>
            <a:custGeom>
              <a:avLst/>
              <a:pathLst>
                <a:path w="134996" h="167001">
                  <a:moveTo>
                    <a:pt x="127547" y="0"/>
                  </a:moveTo>
                  <a:lnTo>
                    <a:pt x="122014" y="338"/>
                  </a:lnTo>
                  <a:lnTo>
                    <a:pt x="116495" y="860"/>
                  </a:lnTo>
                  <a:lnTo>
                    <a:pt x="110996" y="1565"/>
                  </a:lnTo>
                  <a:lnTo>
                    <a:pt x="105524" y="2452"/>
                  </a:lnTo>
                  <a:lnTo>
                    <a:pt x="100084" y="3520"/>
                  </a:lnTo>
                  <a:lnTo>
                    <a:pt x="94683" y="4767"/>
                  </a:lnTo>
                  <a:lnTo>
                    <a:pt x="89326" y="6193"/>
                  </a:lnTo>
                  <a:lnTo>
                    <a:pt x="84019" y="7796"/>
                  </a:lnTo>
                  <a:lnTo>
                    <a:pt x="78768" y="9574"/>
                  </a:lnTo>
                  <a:lnTo>
                    <a:pt x="73579" y="11525"/>
                  </a:lnTo>
                  <a:lnTo>
                    <a:pt x="68457" y="13647"/>
                  </a:lnTo>
                  <a:lnTo>
                    <a:pt x="63409" y="15937"/>
                  </a:lnTo>
                  <a:lnTo>
                    <a:pt x="58440" y="18394"/>
                  </a:lnTo>
                  <a:lnTo>
                    <a:pt x="53554" y="21014"/>
                  </a:lnTo>
                  <a:lnTo>
                    <a:pt x="48759" y="23795"/>
                  </a:lnTo>
                  <a:lnTo>
                    <a:pt x="44058" y="26733"/>
                  </a:lnTo>
                  <a:lnTo>
                    <a:pt x="39457" y="29825"/>
                  </a:lnTo>
                  <a:lnTo>
                    <a:pt x="34961" y="33069"/>
                  </a:lnTo>
                  <a:lnTo>
                    <a:pt x="30575" y="36459"/>
                  </a:lnTo>
                  <a:lnTo>
                    <a:pt x="26304" y="39993"/>
                  </a:lnTo>
                  <a:lnTo>
                    <a:pt x="22152" y="43667"/>
                  </a:lnTo>
                  <a:lnTo>
                    <a:pt x="18125" y="47477"/>
                  </a:lnTo>
                  <a:lnTo>
                    <a:pt x="14226" y="51418"/>
                  </a:lnTo>
                  <a:lnTo>
                    <a:pt x="10460" y="55486"/>
                  </a:lnTo>
                  <a:lnTo>
                    <a:pt x="6831" y="59676"/>
                  </a:lnTo>
                  <a:lnTo>
                    <a:pt x="3343" y="63985"/>
                  </a:lnTo>
                  <a:lnTo>
                    <a:pt x="0" y="68407"/>
                  </a:lnTo>
                  <a:lnTo>
                    <a:pt x="134996" y="1670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19357" y="1681503"/>
              <a:ext cx="334326" cy="334323"/>
            </a:xfrm>
            <a:custGeom>
              <a:avLst/>
              <a:pathLst>
                <a:path w="334326" h="334323">
                  <a:moveTo>
                    <a:pt x="32170" y="68573"/>
                  </a:moveTo>
                  <a:lnTo>
                    <a:pt x="29121" y="72890"/>
                  </a:lnTo>
                  <a:lnTo>
                    <a:pt x="26209" y="77300"/>
                  </a:lnTo>
                  <a:lnTo>
                    <a:pt x="23439" y="81801"/>
                  </a:lnTo>
                  <a:lnTo>
                    <a:pt x="20812" y="86387"/>
                  </a:lnTo>
                  <a:lnTo>
                    <a:pt x="18332" y="91054"/>
                  </a:lnTo>
                  <a:lnTo>
                    <a:pt x="16000" y="95797"/>
                  </a:lnTo>
                  <a:lnTo>
                    <a:pt x="13820" y="100611"/>
                  </a:lnTo>
                  <a:lnTo>
                    <a:pt x="11793" y="105492"/>
                  </a:lnTo>
                  <a:lnTo>
                    <a:pt x="9921" y="110434"/>
                  </a:lnTo>
                  <a:lnTo>
                    <a:pt x="8206" y="115433"/>
                  </a:lnTo>
                  <a:lnTo>
                    <a:pt x="6650" y="120484"/>
                  </a:lnTo>
                  <a:lnTo>
                    <a:pt x="5254" y="125582"/>
                  </a:lnTo>
                  <a:lnTo>
                    <a:pt x="4021" y="130721"/>
                  </a:lnTo>
                  <a:lnTo>
                    <a:pt x="2950" y="135896"/>
                  </a:lnTo>
                  <a:lnTo>
                    <a:pt x="2044" y="141103"/>
                  </a:lnTo>
                  <a:lnTo>
                    <a:pt x="1302" y="146336"/>
                  </a:lnTo>
                  <a:lnTo>
                    <a:pt x="727" y="151589"/>
                  </a:lnTo>
                  <a:lnTo>
                    <a:pt x="317" y="156858"/>
                  </a:lnTo>
                  <a:lnTo>
                    <a:pt x="75" y="162138"/>
                  </a:lnTo>
                  <a:lnTo>
                    <a:pt x="0" y="167422"/>
                  </a:lnTo>
                  <a:lnTo>
                    <a:pt x="91" y="172707"/>
                  </a:lnTo>
                  <a:lnTo>
                    <a:pt x="350" y="177985"/>
                  </a:lnTo>
                  <a:lnTo>
                    <a:pt x="775" y="183253"/>
                  </a:lnTo>
                  <a:lnTo>
                    <a:pt x="1367" y="188505"/>
                  </a:lnTo>
                  <a:lnTo>
                    <a:pt x="2124" y="193736"/>
                  </a:lnTo>
                  <a:lnTo>
                    <a:pt x="3046" y="198939"/>
                  </a:lnTo>
                  <a:lnTo>
                    <a:pt x="4133" y="204112"/>
                  </a:lnTo>
                  <a:lnTo>
                    <a:pt x="5382" y="209247"/>
                  </a:lnTo>
                  <a:lnTo>
                    <a:pt x="6793" y="214340"/>
                  </a:lnTo>
                  <a:lnTo>
                    <a:pt x="8365" y="219386"/>
                  </a:lnTo>
                  <a:lnTo>
                    <a:pt x="10095" y="224380"/>
                  </a:lnTo>
                  <a:lnTo>
                    <a:pt x="11982" y="229317"/>
                  </a:lnTo>
                  <a:lnTo>
                    <a:pt x="14024" y="234191"/>
                  </a:lnTo>
                  <a:lnTo>
                    <a:pt x="16219" y="238999"/>
                  </a:lnTo>
                  <a:lnTo>
                    <a:pt x="18565" y="243734"/>
                  </a:lnTo>
                  <a:lnTo>
                    <a:pt x="21060" y="248394"/>
                  </a:lnTo>
                  <a:lnTo>
                    <a:pt x="23701" y="252972"/>
                  </a:lnTo>
                  <a:lnTo>
                    <a:pt x="26485" y="257464"/>
                  </a:lnTo>
                  <a:lnTo>
                    <a:pt x="29409" y="261866"/>
                  </a:lnTo>
                  <a:lnTo>
                    <a:pt x="32472" y="266173"/>
                  </a:lnTo>
                  <a:lnTo>
                    <a:pt x="35669" y="270382"/>
                  </a:lnTo>
                  <a:lnTo>
                    <a:pt x="38997" y="274487"/>
                  </a:lnTo>
                  <a:lnTo>
                    <a:pt x="42454" y="278485"/>
                  </a:lnTo>
                  <a:lnTo>
                    <a:pt x="46035" y="282372"/>
                  </a:lnTo>
                  <a:lnTo>
                    <a:pt x="49737" y="286143"/>
                  </a:lnTo>
                  <a:lnTo>
                    <a:pt x="53557" y="289796"/>
                  </a:lnTo>
                  <a:lnTo>
                    <a:pt x="57490" y="293326"/>
                  </a:lnTo>
                  <a:lnTo>
                    <a:pt x="61533" y="296730"/>
                  </a:lnTo>
                  <a:lnTo>
                    <a:pt x="65682" y="300004"/>
                  </a:lnTo>
                  <a:lnTo>
                    <a:pt x="69932" y="303146"/>
                  </a:lnTo>
                  <a:lnTo>
                    <a:pt x="74279" y="306152"/>
                  </a:lnTo>
                  <a:lnTo>
                    <a:pt x="78718" y="309018"/>
                  </a:lnTo>
                  <a:lnTo>
                    <a:pt x="83247" y="311744"/>
                  </a:lnTo>
                  <a:lnTo>
                    <a:pt x="87859" y="314324"/>
                  </a:lnTo>
                  <a:lnTo>
                    <a:pt x="92550" y="316758"/>
                  </a:lnTo>
                  <a:lnTo>
                    <a:pt x="97316" y="319042"/>
                  </a:lnTo>
                  <a:lnTo>
                    <a:pt x="102152" y="321174"/>
                  </a:lnTo>
                  <a:lnTo>
                    <a:pt x="107053" y="323152"/>
                  </a:lnTo>
                  <a:lnTo>
                    <a:pt x="112014" y="324974"/>
                  </a:lnTo>
                  <a:lnTo>
                    <a:pt x="117030" y="326639"/>
                  </a:lnTo>
                  <a:lnTo>
                    <a:pt x="122096" y="328144"/>
                  </a:lnTo>
                  <a:lnTo>
                    <a:pt x="127207" y="329488"/>
                  </a:lnTo>
                  <a:lnTo>
                    <a:pt x="132359" y="330670"/>
                  </a:lnTo>
                  <a:lnTo>
                    <a:pt x="137545" y="331689"/>
                  </a:lnTo>
                  <a:lnTo>
                    <a:pt x="142760" y="332543"/>
                  </a:lnTo>
                  <a:lnTo>
                    <a:pt x="148000" y="333232"/>
                  </a:lnTo>
                  <a:lnTo>
                    <a:pt x="153259" y="333755"/>
                  </a:lnTo>
                  <a:lnTo>
                    <a:pt x="158532" y="334111"/>
                  </a:lnTo>
                  <a:lnTo>
                    <a:pt x="163814" y="334301"/>
                  </a:lnTo>
                  <a:lnTo>
                    <a:pt x="169099" y="334323"/>
                  </a:lnTo>
                  <a:lnTo>
                    <a:pt x="174382" y="334179"/>
                  </a:lnTo>
                  <a:lnTo>
                    <a:pt x="179658" y="333867"/>
                  </a:lnTo>
                  <a:lnTo>
                    <a:pt x="184921" y="333389"/>
                  </a:lnTo>
                  <a:lnTo>
                    <a:pt x="190167" y="332745"/>
                  </a:lnTo>
                  <a:lnTo>
                    <a:pt x="195389" y="331935"/>
                  </a:lnTo>
                  <a:lnTo>
                    <a:pt x="200584" y="330960"/>
                  </a:lnTo>
                  <a:lnTo>
                    <a:pt x="205745" y="329822"/>
                  </a:lnTo>
                  <a:lnTo>
                    <a:pt x="210867" y="328521"/>
                  </a:lnTo>
                  <a:lnTo>
                    <a:pt x="215946" y="327059"/>
                  </a:lnTo>
                  <a:lnTo>
                    <a:pt x="220976" y="325437"/>
                  </a:lnTo>
                  <a:lnTo>
                    <a:pt x="225952" y="323657"/>
                  </a:lnTo>
                  <a:lnTo>
                    <a:pt x="230870" y="321721"/>
                  </a:lnTo>
                  <a:lnTo>
                    <a:pt x="235723" y="319630"/>
                  </a:lnTo>
                  <a:lnTo>
                    <a:pt x="240509" y="317386"/>
                  </a:lnTo>
                  <a:lnTo>
                    <a:pt x="245221" y="314993"/>
                  </a:lnTo>
                  <a:lnTo>
                    <a:pt x="249855" y="312452"/>
                  </a:lnTo>
                  <a:lnTo>
                    <a:pt x="254406" y="309765"/>
                  </a:lnTo>
                  <a:lnTo>
                    <a:pt x="258870" y="306936"/>
                  </a:lnTo>
                  <a:lnTo>
                    <a:pt x="263243" y="303968"/>
                  </a:lnTo>
                  <a:lnTo>
                    <a:pt x="267519" y="300862"/>
                  </a:lnTo>
                  <a:lnTo>
                    <a:pt x="271695" y="297623"/>
                  </a:lnTo>
                  <a:lnTo>
                    <a:pt x="275767" y="294254"/>
                  </a:lnTo>
                  <a:lnTo>
                    <a:pt x="279730" y="290757"/>
                  </a:lnTo>
                  <a:lnTo>
                    <a:pt x="283580" y="287137"/>
                  </a:lnTo>
                  <a:lnTo>
                    <a:pt x="287315" y="283397"/>
                  </a:lnTo>
                  <a:lnTo>
                    <a:pt x="290929" y="279541"/>
                  </a:lnTo>
                  <a:lnTo>
                    <a:pt x="294419" y="275573"/>
                  </a:lnTo>
                  <a:lnTo>
                    <a:pt x="297782" y="271496"/>
                  </a:lnTo>
                  <a:lnTo>
                    <a:pt x="301015" y="267315"/>
                  </a:lnTo>
                  <a:lnTo>
                    <a:pt x="304114" y="263034"/>
                  </a:lnTo>
                  <a:lnTo>
                    <a:pt x="307076" y="258657"/>
                  </a:lnTo>
                  <a:lnTo>
                    <a:pt x="309898" y="254188"/>
                  </a:lnTo>
                  <a:lnTo>
                    <a:pt x="312578" y="249633"/>
                  </a:lnTo>
                  <a:lnTo>
                    <a:pt x="315112" y="244995"/>
                  </a:lnTo>
                  <a:lnTo>
                    <a:pt x="317498" y="240279"/>
                  </a:lnTo>
                  <a:lnTo>
                    <a:pt x="319734" y="235491"/>
                  </a:lnTo>
                  <a:lnTo>
                    <a:pt x="321818" y="230634"/>
                  </a:lnTo>
                  <a:lnTo>
                    <a:pt x="323747" y="225713"/>
                  </a:lnTo>
                  <a:lnTo>
                    <a:pt x="325519" y="220734"/>
                  </a:lnTo>
                  <a:lnTo>
                    <a:pt x="327133" y="215702"/>
                  </a:lnTo>
                  <a:lnTo>
                    <a:pt x="328588" y="210621"/>
                  </a:lnTo>
                  <a:lnTo>
                    <a:pt x="329881" y="205496"/>
                  </a:lnTo>
                  <a:lnTo>
                    <a:pt x="331011" y="200333"/>
                  </a:lnTo>
                  <a:lnTo>
                    <a:pt x="331978" y="195138"/>
                  </a:lnTo>
                  <a:lnTo>
                    <a:pt x="332779" y="189914"/>
                  </a:lnTo>
                  <a:lnTo>
                    <a:pt x="333416" y="184667"/>
                  </a:lnTo>
                  <a:lnTo>
                    <a:pt x="333886" y="179403"/>
                  </a:lnTo>
                  <a:lnTo>
                    <a:pt x="334189" y="174127"/>
                  </a:lnTo>
                  <a:lnTo>
                    <a:pt x="334326" y="168843"/>
                  </a:lnTo>
                  <a:lnTo>
                    <a:pt x="334295" y="163559"/>
                  </a:lnTo>
                  <a:lnTo>
                    <a:pt x="334098" y="158277"/>
                  </a:lnTo>
                  <a:lnTo>
                    <a:pt x="333733" y="153005"/>
                  </a:lnTo>
                  <a:lnTo>
                    <a:pt x="333202" y="147746"/>
                  </a:lnTo>
                  <a:lnTo>
                    <a:pt x="332505" y="142508"/>
                  </a:lnTo>
                  <a:lnTo>
                    <a:pt x="331643" y="137293"/>
                  </a:lnTo>
                  <a:lnTo>
                    <a:pt x="330617" y="132109"/>
                  </a:lnTo>
                  <a:lnTo>
                    <a:pt x="329427" y="126960"/>
                  </a:lnTo>
                  <a:lnTo>
                    <a:pt x="328075" y="121850"/>
                  </a:lnTo>
                  <a:lnTo>
                    <a:pt x="326562" y="116787"/>
                  </a:lnTo>
                  <a:lnTo>
                    <a:pt x="324890" y="111773"/>
                  </a:lnTo>
                  <a:lnTo>
                    <a:pt x="323060" y="106815"/>
                  </a:lnTo>
                  <a:lnTo>
                    <a:pt x="321074" y="101917"/>
                  </a:lnTo>
                  <a:lnTo>
                    <a:pt x="318934" y="97085"/>
                  </a:lnTo>
                  <a:lnTo>
                    <a:pt x="316643" y="92322"/>
                  </a:lnTo>
                  <a:lnTo>
                    <a:pt x="314203" y="87634"/>
                  </a:lnTo>
                  <a:lnTo>
                    <a:pt x="311615" y="83026"/>
                  </a:lnTo>
                  <a:lnTo>
                    <a:pt x="308883" y="78502"/>
                  </a:lnTo>
                  <a:lnTo>
                    <a:pt x="306009" y="74066"/>
                  </a:lnTo>
                  <a:lnTo>
                    <a:pt x="302997" y="69724"/>
                  </a:lnTo>
                  <a:lnTo>
                    <a:pt x="299849" y="65479"/>
                  </a:lnTo>
                  <a:lnTo>
                    <a:pt x="296568" y="61336"/>
                  </a:lnTo>
                  <a:lnTo>
                    <a:pt x="293158" y="57298"/>
                  </a:lnTo>
                  <a:lnTo>
                    <a:pt x="289622" y="53370"/>
                  </a:lnTo>
                  <a:lnTo>
                    <a:pt x="285963" y="49556"/>
                  </a:lnTo>
                  <a:lnTo>
                    <a:pt x="282186" y="45859"/>
                  </a:lnTo>
                  <a:lnTo>
                    <a:pt x="278294" y="42284"/>
                  </a:lnTo>
                  <a:lnTo>
                    <a:pt x="274291" y="38834"/>
                  </a:lnTo>
                  <a:lnTo>
                    <a:pt x="270180" y="35512"/>
                  </a:lnTo>
                  <a:lnTo>
                    <a:pt x="265967" y="32321"/>
                  </a:lnTo>
                  <a:lnTo>
                    <a:pt x="261655" y="29265"/>
                  </a:lnTo>
                  <a:lnTo>
                    <a:pt x="257249" y="26347"/>
                  </a:lnTo>
                  <a:lnTo>
                    <a:pt x="252752" y="23570"/>
                  </a:lnTo>
                  <a:lnTo>
                    <a:pt x="248170" y="20936"/>
                  </a:lnTo>
                  <a:lnTo>
                    <a:pt x="243507" y="18449"/>
                  </a:lnTo>
                  <a:lnTo>
                    <a:pt x="238768" y="16110"/>
                  </a:lnTo>
                  <a:lnTo>
                    <a:pt x="233957" y="13922"/>
                  </a:lnTo>
                  <a:lnTo>
                    <a:pt x="229079" y="11887"/>
                  </a:lnTo>
                  <a:lnTo>
                    <a:pt x="224140" y="10008"/>
                  </a:lnTo>
                  <a:lnTo>
                    <a:pt x="219143" y="8285"/>
                  </a:lnTo>
                  <a:lnTo>
                    <a:pt x="214095" y="6722"/>
                  </a:lnTo>
                  <a:lnTo>
                    <a:pt x="208999" y="5318"/>
                  </a:lnTo>
                  <a:lnTo>
                    <a:pt x="203862" y="4077"/>
                  </a:lnTo>
                  <a:lnTo>
                    <a:pt x="198688" y="2998"/>
                  </a:lnTo>
                  <a:lnTo>
                    <a:pt x="193483" y="2084"/>
                  </a:lnTo>
                  <a:lnTo>
                    <a:pt x="188251" y="1335"/>
                  </a:lnTo>
                  <a:lnTo>
                    <a:pt x="182999" y="751"/>
                  </a:lnTo>
                  <a:lnTo>
                    <a:pt x="177730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59079" y="2126963"/>
              <a:ext cx="22208" cy="167167"/>
            </a:xfrm>
            <a:custGeom>
              <a:avLst/>
              <a:pathLst>
                <a:path w="22208" h="167167">
                  <a:moveTo>
                    <a:pt x="22208" y="0"/>
                  </a:moveTo>
                  <a:lnTo>
                    <a:pt x="14786" y="164"/>
                  </a:lnTo>
                  <a:lnTo>
                    <a:pt x="7378" y="659"/>
                  </a:lnTo>
                  <a:lnTo>
                    <a:pt x="0" y="1481"/>
                  </a:lnTo>
                  <a:lnTo>
                    <a:pt x="2220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079" y="2128445"/>
              <a:ext cx="22208" cy="165685"/>
            </a:xfrm>
            <a:custGeom>
              <a:avLst/>
              <a:pathLst>
                <a:path w="22208" h="165685">
                  <a:moveTo>
                    <a:pt x="0" y="0"/>
                  </a:moveTo>
                  <a:lnTo>
                    <a:pt x="22208" y="1656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614129" y="2127686"/>
              <a:ext cx="334312" cy="333610"/>
            </a:xfrm>
            <a:custGeom>
              <a:avLst/>
              <a:pathLst>
                <a:path w="334312" h="333610">
                  <a:moveTo>
                    <a:pt x="144949" y="758"/>
                  </a:moveTo>
                  <a:lnTo>
                    <a:pt x="139707" y="1546"/>
                  </a:lnTo>
                  <a:lnTo>
                    <a:pt x="134492" y="2499"/>
                  </a:lnTo>
                  <a:lnTo>
                    <a:pt x="129311" y="3617"/>
                  </a:lnTo>
                  <a:lnTo>
                    <a:pt x="124167" y="4899"/>
                  </a:lnTo>
                  <a:lnTo>
                    <a:pt x="119067" y="6343"/>
                  </a:lnTo>
                  <a:lnTo>
                    <a:pt x="114015" y="7949"/>
                  </a:lnTo>
                  <a:lnTo>
                    <a:pt x="109016" y="9713"/>
                  </a:lnTo>
                  <a:lnTo>
                    <a:pt x="104076" y="11636"/>
                  </a:lnTo>
                  <a:lnTo>
                    <a:pt x="99199" y="13713"/>
                  </a:lnTo>
                  <a:lnTo>
                    <a:pt x="94391" y="15945"/>
                  </a:lnTo>
                  <a:lnTo>
                    <a:pt x="89656" y="18328"/>
                  </a:lnTo>
                  <a:lnTo>
                    <a:pt x="84999" y="20860"/>
                  </a:lnTo>
                  <a:lnTo>
                    <a:pt x="80424" y="23538"/>
                  </a:lnTo>
                  <a:lnTo>
                    <a:pt x="75937" y="26360"/>
                  </a:lnTo>
                  <a:lnTo>
                    <a:pt x="71541" y="29322"/>
                  </a:lnTo>
                  <a:lnTo>
                    <a:pt x="67241" y="32423"/>
                  </a:lnTo>
                  <a:lnTo>
                    <a:pt x="63042" y="35658"/>
                  </a:lnTo>
                  <a:lnTo>
                    <a:pt x="58948" y="39025"/>
                  </a:lnTo>
                  <a:lnTo>
                    <a:pt x="54962" y="42520"/>
                  </a:lnTo>
                  <a:lnTo>
                    <a:pt x="51090" y="46140"/>
                  </a:lnTo>
                  <a:lnTo>
                    <a:pt x="47334" y="49880"/>
                  </a:lnTo>
                  <a:lnTo>
                    <a:pt x="43698" y="53738"/>
                  </a:lnTo>
                  <a:lnTo>
                    <a:pt x="40187" y="57709"/>
                  </a:lnTo>
                  <a:lnTo>
                    <a:pt x="36803" y="61790"/>
                  </a:lnTo>
                  <a:lnTo>
                    <a:pt x="33550" y="65975"/>
                  </a:lnTo>
                  <a:lnTo>
                    <a:pt x="30432" y="70262"/>
                  </a:lnTo>
                  <a:lnTo>
                    <a:pt x="27451" y="74645"/>
                  </a:lnTo>
                  <a:lnTo>
                    <a:pt x="24611" y="79121"/>
                  </a:lnTo>
                  <a:lnTo>
                    <a:pt x="21914" y="83685"/>
                  </a:lnTo>
                  <a:lnTo>
                    <a:pt x="19363" y="88331"/>
                  </a:lnTo>
                  <a:lnTo>
                    <a:pt x="16960" y="93057"/>
                  </a:lnTo>
                  <a:lnTo>
                    <a:pt x="14709" y="97856"/>
                  </a:lnTo>
                  <a:lnTo>
                    <a:pt x="12611" y="102724"/>
                  </a:lnTo>
                  <a:lnTo>
                    <a:pt x="10668" y="107656"/>
                  </a:lnTo>
                  <a:lnTo>
                    <a:pt x="8883" y="112647"/>
                  </a:lnTo>
                  <a:lnTo>
                    <a:pt x="7257" y="117693"/>
                  </a:lnTo>
                  <a:lnTo>
                    <a:pt x="5792" y="122787"/>
                  </a:lnTo>
                  <a:lnTo>
                    <a:pt x="4489" y="127925"/>
                  </a:lnTo>
                  <a:lnTo>
                    <a:pt x="3349" y="133102"/>
                  </a:lnTo>
                  <a:lnTo>
                    <a:pt x="2374" y="138313"/>
                  </a:lnTo>
                  <a:lnTo>
                    <a:pt x="1565" y="143552"/>
                  </a:lnTo>
                  <a:lnTo>
                    <a:pt x="923" y="148813"/>
                  </a:lnTo>
                  <a:lnTo>
                    <a:pt x="447" y="154093"/>
                  </a:lnTo>
                  <a:lnTo>
                    <a:pt x="139" y="159385"/>
                  </a:lnTo>
                  <a:lnTo>
                    <a:pt x="0" y="164684"/>
                  </a:lnTo>
                  <a:lnTo>
                    <a:pt x="28" y="169985"/>
                  </a:lnTo>
                  <a:lnTo>
                    <a:pt x="224" y="175282"/>
                  </a:lnTo>
                  <a:lnTo>
                    <a:pt x="588" y="180570"/>
                  </a:lnTo>
                  <a:lnTo>
                    <a:pt x="1120" y="185845"/>
                  </a:lnTo>
                  <a:lnTo>
                    <a:pt x="1818" y="191099"/>
                  </a:lnTo>
                  <a:lnTo>
                    <a:pt x="2683" y="196329"/>
                  </a:lnTo>
                  <a:lnTo>
                    <a:pt x="3714" y="201529"/>
                  </a:lnTo>
                  <a:lnTo>
                    <a:pt x="4908" y="206694"/>
                  </a:lnTo>
                  <a:lnTo>
                    <a:pt x="6266" y="211818"/>
                  </a:lnTo>
                  <a:lnTo>
                    <a:pt x="7785" y="216896"/>
                  </a:lnTo>
                  <a:lnTo>
                    <a:pt x="9465" y="221924"/>
                  </a:lnTo>
                  <a:lnTo>
                    <a:pt x="11303" y="226896"/>
                  </a:lnTo>
                  <a:lnTo>
                    <a:pt x="13299" y="231807"/>
                  </a:lnTo>
                  <a:lnTo>
                    <a:pt x="15448" y="236652"/>
                  </a:lnTo>
                  <a:lnTo>
                    <a:pt x="17751" y="241427"/>
                  </a:lnTo>
                  <a:lnTo>
                    <a:pt x="20203" y="246127"/>
                  </a:lnTo>
                  <a:lnTo>
                    <a:pt x="22803" y="250746"/>
                  </a:lnTo>
                  <a:lnTo>
                    <a:pt x="25549" y="255281"/>
                  </a:lnTo>
                  <a:lnTo>
                    <a:pt x="28437" y="259726"/>
                  </a:lnTo>
                  <a:lnTo>
                    <a:pt x="31464" y="264077"/>
                  </a:lnTo>
                  <a:lnTo>
                    <a:pt x="34628" y="268330"/>
                  </a:lnTo>
                  <a:lnTo>
                    <a:pt x="37925" y="272481"/>
                  </a:lnTo>
                  <a:lnTo>
                    <a:pt x="41352" y="276525"/>
                  </a:lnTo>
                  <a:lnTo>
                    <a:pt x="44906" y="280459"/>
                  </a:lnTo>
                  <a:lnTo>
                    <a:pt x="48582" y="284278"/>
                  </a:lnTo>
                  <a:lnTo>
                    <a:pt x="52378" y="287978"/>
                  </a:lnTo>
                  <a:lnTo>
                    <a:pt x="56289" y="291556"/>
                  </a:lnTo>
                  <a:lnTo>
                    <a:pt x="60311" y="295009"/>
                  </a:lnTo>
                  <a:lnTo>
                    <a:pt x="64441" y="298332"/>
                  </a:lnTo>
                  <a:lnTo>
                    <a:pt x="68675" y="301522"/>
                  </a:lnTo>
                  <a:lnTo>
                    <a:pt x="73007" y="304577"/>
                  </a:lnTo>
                  <a:lnTo>
                    <a:pt x="77434" y="307492"/>
                  </a:lnTo>
                  <a:lnTo>
                    <a:pt x="81951" y="310266"/>
                  </a:lnTo>
                  <a:lnTo>
                    <a:pt x="86554" y="312896"/>
                  </a:lnTo>
                  <a:lnTo>
                    <a:pt x="91238" y="315378"/>
                  </a:lnTo>
                  <a:lnTo>
                    <a:pt x="95998" y="317710"/>
                  </a:lnTo>
                  <a:lnTo>
                    <a:pt x="100830" y="319890"/>
                  </a:lnTo>
                  <a:lnTo>
                    <a:pt x="105729" y="321916"/>
                  </a:lnTo>
                  <a:lnTo>
                    <a:pt x="110689" y="323785"/>
                  </a:lnTo>
                  <a:lnTo>
                    <a:pt x="115706" y="325497"/>
                  </a:lnTo>
                  <a:lnTo>
                    <a:pt x="120775" y="327048"/>
                  </a:lnTo>
                  <a:lnTo>
                    <a:pt x="125890" y="328438"/>
                  </a:lnTo>
                  <a:lnTo>
                    <a:pt x="131047" y="329665"/>
                  </a:lnTo>
                  <a:lnTo>
                    <a:pt x="136241" y="330728"/>
                  </a:lnTo>
                  <a:lnTo>
                    <a:pt x="141465" y="331625"/>
                  </a:lnTo>
                  <a:lnTo>
                    <a:pt x="146715" y="332357"/>
                  </a:lnTo>
                  <a:lnTo>
                    <a:pt x="151986" y="332922"/>
                  </a:lnTo>
                  <a:lnTo>
                    <a:pt x="157272" y="333319"/>
                  </a:lnTo>
                  <a:lnTo>
                    <a:pt x="162568" y="333548"/>
                  </a:lnTo>
                  <a:lnTo>
                    <a:pt x="167869" y="333610"/>
                  </a:lnTo>
                  <a:lnTo>
                    <a:pt x="173168" y="333503"/>
                  </a:lnTo>
                  <a:lnTo>
                    <a:pt x="178462" y="333229"/>
                  </a:lnTo>
                  <a:lnTo>
                    <a:pt x="183745" y="332787"/>
                  </a:lnTo>
                  <a:lnTo>
                    <a:pt x="189010" y="332177"/>
                  </a:lnTo>
                  <a:lnTo>
                    <a:pt x="194254" y="331401"/>
                  </a:lnTo>
                  <a:lnTo>
                    <a:pt x="199471" y="330459"/>
                  </a:lnTo>
                  <a:lnTo>
                    <a:pt x="204655" y="329352"/>
                  </a:lnTo>
                  <a:lnTo>
                    <a:pt x="209801" y="328081"/>
                  </a:lnTo>
                  <a:lnTo>
                    <a:pt x="214905" y="326648"/>
                  </a:lnTo>
                  <a:lnTo>
                    <a:pt x="219960" y="325053"/>
                  </a:lnTo>
                  <a:lnTo>
                    <a:pt x="224962" y="323299"/>
                  </a:lnTo>
                  <a:lnTo>
                    <a:pt x="229907" y="321388"/>
                  </a:lnTo>
                  <a:lnTo>
                    <a:pt x="234788" y="319320"/>
                  </a:lnTo>
                  <a:lnTo>
                    <a:pt x="239601" y="317099"/>
                  </a:lnTo>
                  <a:lnTo>
                    <a:pt x="244341" y="314726"/>
                  </a:lnTo>
                  <a:lnTo>
                    <a:pt x="249004" y="312205"/>
                  </a:lnTo>
                  <a:lnTo>
                    <a:pt x="253584" y="309536"/>
                  </a:lnTo>
                  <a:lnTo>
                    <a:pt x="258078" y="306724"/>
                  </a:lnTo>
                  <a:lnTo>
                    <a:pt x="262480" y="303771"/>
                  </a:lnTo>
                  <a:lnTo>
                    <a:pt x="266786" y="300680"/>
                  </a:lnTo>
                  <a:lnTo>
                    <a:pt x="270992" y="297453"/>
                  </a:lnTo>
                  <a:lnTo>
                    <a:pt x="275093" y="294095"/>
                  </a:lnTo>
                  <a:lnTo>
                    <a:pt x="279087" y="290609"/>
                  </a:lnTo>
                  <a:lnTo>
                    <a:pt x="282967" y="286998"/>
                  </a:lnTo>
                  <a:lnTo>
                    <a:pt x="286731" y="283265"/>
                  </a:lnTo>
                  <a:lnTo>
                    <a:pt x="290375" y="279415"/>
                  </a:lnTo>
                  <a:lnTo>
                    <a:pt x="293895" y="275452"/>
                  </a:lnTo>
                  <a:lnTo>
                    <a:pt x="297287" y="271378"/>
                  </a:lnTo>
                  <a:lnTo>
                    <a:pt x="300549" y="267200"/>
                  </a:lnTo>
                  <a:lnTo>
                    <a:pt x="303677" y="262920"/>
                  </a:lnTo>
                  <a:lnTo>
                    <a:pt x="306667" y="258543"/>
                  </a:lnTo>
                  <a:lnTo>
                    <a:pt x="309517" y="254073"/>
                  </a:lnTo>
                  <a:lnTo>
                    <a:pt x="312224" y="249515"/>
                  </a:lnTo>
                  <a:lnTo>
                    <a:pt x="314785" y="244874"/>
                  </a:lnTo>
                  <a:lnTo>
                    <a:pt x="317197" y="240154"/>
                  </a:lnTo>
                  <a:lnTo>
                    <a:pt x="319459" y="235360"/>
                  </a:lnTo>
                  <a:lnTo>
                    <a:pt x="321567" y="230496"/>
                  </a:lnTo>
                  <a:lnTo>
                    <a:pt x="323520" y="225568"/>
                  </a:lnTo>
                  <a:lnTo>
                    <a:pt x="325316" y="220581"/>
                  </a:lnTo>
                  <a:lnTo>
                    <a:pt x="326953" y="215539"/>
                  </a:lnTo>
                  <a:lnTo>
                    <a:pt x="328430" y="210448"/>
                  </a:lnTo>
                  <a:lnTo>
                    <a:pt x="329744" y="205312"/>
                  </a:lnTo>
                  <a:lnTo>
                    <a:pt x="330894" y="200138"/>
                  </a:lnTo>
                  <a:lnTo>
                    <a:pt x="331880" y="194929"/>
                  </a:lnTo>
                  <a:lnTo>
                    <a:pt x="332701" y="189692"/>
                  </a:lnTo>
                  <a:lnTo>
                    <a:pt x="333355" y="184432"/>
                  </a:lnTo>
                  <a:lnTo>
                    <a:pt x="333841" y="179153"/>
                  </a:lnTo>
                  <a:lnTo>
                    <a:pt x="334160" y="173862"/>
                  </a:lnTo>
                  <a:lnTo>
                    <a:pt x="334312" y="168563"/>
                  </a:lnTo>
                  <a:lnTo>
                    <a:pt x="334295" y="163262"/>
                  </a:lnTo>
                  <a:lnTo>
                    <a:pt x="334110" y="157965"/>
                  </a:lnTo>
                  <a:lnTo>
                    <a:pt x="333757" y="152676"/>
                  </a:lnTo>
                  <a:lnTo>
                    <a:pt x="333237" y="147400"/>
                  </a:lnTo>
                  <a:lnTo>
                    <a:pt x="332550" y="142144"/>
                  </a:lnTo>
                  <a:lnTo>
                    <a:pt x="331696" y="136912"/>
                  </a:lnTo>
                  <a:lnTo>
                    <a:pt x="330677" y="131710"/>
                  </a:lnTo>
                  <a:lnTo>
                    <a:pt x="329493" y="126543"/>
                  </a:lnTo>
                  <a:lnTo>
                    <a:pt x="328147" y="121416"/>
                  </a:lnTo>
                  <a:lnTo>
                    <a:pt x="326638" y="116334"/>
                  </a:lnTo>
                  <a:lnTo>
                    <a:pt x="324969" y="111303"/>
                  </a:lnTo>
                  <a:lnTo>
                    <a:pt x="323141" y="106327"/>
                  </a:lnTo>
                  <a:lnTo>
                    <a:pt x="321157" y="101412"/>
                  </a:lnTo>
                  <a:lnTo>
                    <a:pt x="319018" y="96562"/>
                  </a:lnTo>
                  <a:lnTo>
                    <a:pt x="316725" y="91782"/>
                  </a:lnTo>
                  <a:lnTo>
                    <a:pt x="314283" y="87077"/>
                  </a:lnTo>
                  <a:lnTo>
                    <a:pt x="311693" y="82452"/>
                  </a:lnTo>
                  <a:lnTo>
                    <a:pt x="308957" y="77912"/>
                  </a:lnTo>
                  <a:lnTo>
                    <a:pt x="306079" y="73461"/>
                  </a:lnTo>
                  <a:lnTo>
                    <a:pt x="303061" y="69103"/>
                  </a:lnTo>
                  <a:lnTo>
                    <a:pt x="299906" y="64843"/>
                  </a:lnTo>
                  <a:lnTo>
                    <a:pt x="296618" y="60685"/>
                  </a:lnTo>
                  <a:lnTo>
                    <a:pt x="293199" y="56633"/>
                  </a:lnTo>
                  <a:lnTo>
                    <a:pt x="289654" y="52692"/>
                  </a:lnTo>
                  <a:lnTo>
                    <a:pt x="285986" y="48865"/>
                  </a:lnTo>
                  <a:lnTo>
                    <a:pt x="282198" y="45157"/>
                  </a:lnTo>
                  <a:lnTo>
                    <a:pt x="278295" y="41570"/>
                  </a:lnTo>
                  <a:lnTo>
                    <a:pt x="274280" y="38109"/>
                  </a:lnTo>
                  <a:lnTo>
                    <a:pt x="270157" y="34777"/>
                  </a:lnTo>
                  <a:lnTo>
                    <a:pt x="265931" y="31578"/>
                  </a:lnTo>
                  <a:lnTo>
                    <a:pt x="261605" y="28514"/>
                  </a:lnTo>
                  <a:lnTo>
                    <a:pt x="257184" y="25589"/>
                  </a:lnTo>
                  <a:lnTo>
                    <a:pt x="252673" y="22805"/>
                  </a:lnTo>
                  <a:lnTo>
                    <a:pt x="248076" y="20166"/>
                  </a:lnTo>
                  <a:lnTo>
                    <a:pt x="243397" y="17674"/>
                  </a:lnTo>
                  <a:lnTo>
                    <a:pt x="238642" y="15332"/>
                  </a:lnTo>
                  <a:lnTo>
                    <a:pt x="233815" y="13141"/>
                  </a:lnTo>
                  <a:lnTo>
                    <a:pt x="228920" y="11105"/>
                  </a:lnTo>
                  <a:lnTo>
                    <a:pt x="223964" y="9225"/>
                  </a:lnTo>
                  <a:lnTo>
                    <a:pt x="218951" y="7502"/>
                  </a:lnTo>
                  <a:lnTo>
                    <a:pt x="213885" y="5940"/>
                  </a:lnTo>
                  <a:lnTo>
                    <a:pt x="208773" y="4539"/>
                  </a:lnTo>
                  <a:lnTo>
                    <a:pt x="203618" y="3301"/>
                  </a:lnTo>
                  <a:lnTo>
                    <a:pt x="198427" y="2227"/>
                  </a:lnTo>
                  <a:lnTo>
                    <a:pt x="193205" y="1318"/>
                  </a:lnTo>
                  <a:lnTo>
                    <a:pt x="187956" y="576"/>
                  </a:lnTo>
                  <a:lnTo>
                    <a:pt x="182687" y="0"/>
                  </a:lnTo>
                  <a:lnTo>
                    <a:pt x="167158" y="166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81287" y="2126963"/>
              <a:ext cx="15529" cy="167167"/>
            </a:xfrm>
            <a:custGeom>
              <a:avLst/>
              <a:pathLst>
                <a:path w="15529" h="167167">
                  <a:moveTo>
                    <a:pt x="15529" y="7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86779" y="2633064"/>
              <a:ext cx="3968" cy="167167"/>
            </a:xfrm>
            <a:custGeom>
              <a:avLst/>
              <a:pathLst>
                <a:path w="3968" h="167167">
                  <a:moveTo>
                    <a:pt x="3968" y="0"/>
                  </a:moveTo>
                  <a:lnTo>
                    <a:pt x="0" y="47"/>
                  </a:lnTo>
                  <a:lnTo>
                    <a:pt x="396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779" y="2633111"/>
              <a:ext cx="3968" cy="167120"/>
            </a:xfrm>
            <a:custGeom>
              <a:avLst/>
              <a:pathLst>
                <a:path w="3968" h="167120">
                  <a:moveTo>
                    <a:pt x="0" y="0"/>
                  </a:moveTo>
                  <a:lnTo>
                    <a:pt x="3968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423581" y="2633111"/>
              <a:ext cx="334325" cy="334277"/>
            </a:xfrm>
            <a:custGeom>
              <a:avLst/>
              <a:pathLst>
                <a:path w="334325" h="334277">
                  <a:moveTo>
                    <a:pt x="163198" y="0"/>
                  </a:moveTo>
                  <a:lnTo>
                    <a:pt x="157919" y="208"/>
                  </a:lnTo>
                  <a:lnTo>
                    <a:pt x="152648" y="584"/>
                  </a:lnTo>
                  <a:lnTo>
                    <a:pt x="147393" y="1126"/>
                  </a:lnTo>
                  <a:lnTo>
                    <a:pt x="142157" y="1834"/>
                  </a:lnTo>
                  <a:lnTo>
                    <a:pt x="136946" y="2707"/>
                  </a:lnTo>
                  <a:lnTo>
                    <a:pt x="131765" y="3744"/>
                  </a:lnTo>
                  <a:lnTo>
                    <a:pt x="126619" y="4944"/>
                  </a:lnTo>
                  <a:lnTo>
                    <a:pt x="121515" y="6307"/>
                  </a:lnTo>
                  <a:lnTo>
                    <a:pt x="116455" y="7830"/>
                  </a:lnTo>
                  <a:lnTo>
                    <a:pt x="111447" y="9512"/>
                  </a:lnTo>
                  <a:lnTo>
                    <a:pt x="106494" y="11352"/>
                  </a:lnTo>
                  <a:lnTo>
                    <a:pt x="101601" y="13347"/>
                  </a:lnTo>
                  <a:lnTo>
                    <a:pt x="96774" y="15496"/>
                  </a:lnTo>
                  <a:lnTo>
                    <a:pt x="92018" y="17796"/>
                  </a:lnTo>
                  <a:lnTo>
                    <a:pt x="87336" y="20246"/>
                  </a:lnTo>
                  <a:lnTo>
                    <a:pt x="82734" y="22842"/>
                  </a:lnTo>
                  <a:lnTo>
                    <a:pt x="78217" y="25582"/>
                  </a:lnTo>
                  <a:lnTo>
                    <a:pt x="73789" y="28464"/>
                  </a:lnTo>
                  <a:lnTo>
                    <a:pt x="69453" y="31484"/>
                  </a:lnTo>
                  <a:lnTo>
                    <a:pt x="65216" y="34640"/>
                  </a:lnTo>
                  <a:lnTo>
                    <a:pt x="61080" y="37928"/>
                  </a:lnTo>
                  <a:lnTo>
                    <a:pt x="57050" y="41345"/>
                  </a:lnTo>
                  <a:lnTo>
                    <a:pt x="53130" y="44888"/>
                  </a:lnTo>
                  <a:lnTo>
                    <a:pt x="49324" y="48553"/>
                  </a:lnTo>
                  <a:lnTo>
                    <a:pt x="45636" y="52336"/>
                  </a:lnTo>
                  <a:lnTo>
                    <a:pt x="42069" y="56234"/>
                  </a:lnTo>
                  <a:lnTo>
                    <a:pt x="38628" y="60243"/>
                  </a:lnTo>
                  <a:lnTo>
                    <a:pt x="35314" y="64359"/>
                  </a:lnTo>
                  <a:lnTo>
                    <a:pt x="32132" y="68577"/>
                  </a:lnTo>
                  <a:lnTo>
                    <a:pt x="29086" y="72894"/>
                  </a:lnTo>
                  <a:lnTo>
                    <a:pt x="26177" y="77304"/>
                  </a:lnTo>
                  <a:lnTo>
                    <a:pt x="23409" y="81805"/>
                  </a:lnTo>
                  <a:lnTo>
                    <a:pt x="20784" y="86391"/>
                  </a:lnTo>
                  <a:lnTo>
                    <a:pt x="18306" y="91057"/>
                  </a:lnTo>
                  <a:lnTo>
                    <a:pt x="15977" y="95799"/>
                  </a:lnTo>
                  <a:lnTo>
                    <a:pt x="13798" y="100613"/>
                  </a:lnTo>
                  <a:lnTo>
                    <a:pt x="11773" y="105493"/>
                  </a:lnTo>
                  <a:lnTo>
                    <a:pt x="9903" y="110435"/>
                  </a:lnTo>
                  <a:lnTo>
                    <a:pt x="8190" y="115433"/>
                  </a:lnTo>
                  <a:lnTo>
                    <a:pt x="6636" y="120483"/>
                  </a:lnTo>
                  <a:lnTo>
                    <a:pt x="5243" y="125579"/>
                  </a:lnTo>
                  <a:lnTo>
                    <a:pt x="4011" y="130717"/>
                  </a:lnTo>
                  <a:lnTo>
                    <a:pt x="2942" y="135892"/>
                  </a:lnTo>
                  <a:lnTo>
                    <a:pt x="2037" y="141097"/>
                  </a:lnTo>
                  <a:lnTo>
                    <a:pt x="1297" y="146329"/>
                  </a:lnTo>
                  <a:lnTo>
                    <a:pt x="723" y="151581"/>
                  </a:lnTo>
                  <a:lnTo>
                    <a:pt x="315" y="156849"/>
                  </a:lnTo>
                  <a:lnTo>
                    <a:pt x="74" y="162127"/>
                  </a:lnTo>
                  <a:lnTo>
                    <a:pt x="0" y="167410"/>
                  </a:lnTo>
                  <a:lnTo>
                    <a:pt x="92" y="172693"/>
                  </a:lnTo>
                  <a:lnTo>
                    <a:pt x="352" y="177970"/>
                  </a:lnTo>
                  <a:lnTo>
                    <a:pt x="778" y="183237"/>
                  </a:lnTo>
                  <a:lnTo>
                    <a:pt x="1370" y="188487"/>
                  </a:lnTo>
                  <a:lnTo>
                    <a:pt x="2128" y="193716"/>
                  </a:lnTo>
                  <a:lnTo>
                    <a:pt x="3051" y="198918"/>
                  </a:lnTo>
                  <a:lnTo>
                    <a:pt x="4138" y="204089"/>
                  </a:lnTo>
                  <a:lnTo>
                    <a:pt x="5388" y="209222"/>
                  </a:lnTo>
                  <a:lnTo>
                    <a:pt x="6799" y="214314"/>
                  </a:lnTo>
                  <a:lnTo>
                    <a:pt x="8371" y="219359"/>
                  </a:lnTo>
                  <a:lnTo>
                    <a:pt x="10101" y="224351"/>
                  </a:lnTo>
                  <a:lnTo>
                    <a:pt x="11988" y="229286"/>
                  </a:lnTo>
                  <a:lnTo>
                    <a:pt x="14030" y="234159"/>
                  </a:lnTo>
                  <a:lnTo>
                    <a:pt x="16226" y="238965"/>
                  </a:lnTo>
                  <a:lnTo>
                    <a:pt x="18571" y="243699"/>
                  </a:lnTo>
                  <a:lnTo>
                    <a:pt x="21066" y="248357"/>
                  </a:lnTo>
                  <a:lnTo>
                    <a:pt x="23706" y="252934"/>
                  </a:lnTo>
                  <a:lnTo>
                    <a:pt x="26490" y="257424"/>
                  </a:lnTo>
                  <a:lnTo>
                    <a:pt x="29414" y="261825"/>
                  </a:lnTo>
                  <a:lnTo>
                    <a:pt x="32476" y="266131"/>
                  </a:lnTo>
                  <a:lnTo>
                    <a:pt x="35672" y="270338"/>
                  </a:lnTo>
                  <a:lnTo>
                    <a:pt x="39000" y="274442"/>
                  </a:lnTo>
                  <a:lnTo>
                    <a:pt x="42455" y="278439"/>
                  </a:lnTo>
                  <a:lnTo>
                    <a:pt x="46036" y="282325"/>
                  </a:lnTo>
                  <a:lnTo>
                    <a:pt x="49737" y="286095"/>
                  </a:lnTo>
                  <a:lnTo>
                    <a:pt x="53555" y="289747"/>
                  </a:lnTo>
                  <a:lnTo>
                    <a:pt x="57488" y="293276"/>
                  </a:lnTo>
                  <a:lnTo>
                    <a:pt x="61529" y="296679"/>
                  </a:lnTo>
                  <a:lnTo>
                    <a:pt x="65676" y="299953"/>
                  </a:lnTo>
                  <a:lnTo>
                    <a:pt x="69925" y="303094"/>
                  </a:lnTo>
                  <a:lnTo>
                    <a:pt x="74271" y="306099"/>
                  </a:lnTo>
                  <a:lnTo>
                    <a:pt x="78709" y="308966"/>
                  </a:lnTo>
                  <a:lnTo>
                    <a:pt x="83236" y="311690"/>
                  </a:lnTo>
                  <a:lnTo>
                    <a:pt x="87847" y="314271"/>
                  </a:lnTo>
                  <a:lnTo>
                    <a:pt x="92537" y="316704"/>
                  </a:lnTo>
                  <a:lnTo>
                    <a:pt x="97301" y="318988"/>
                  </a:lnTo>
                  <a:lnTo>
                    <a:pt x="102136" y="321120"/>
                  </a:lnTo>
                  <a:lnTo>
                    <a:pt x="107035" y="323098"/>
                  </a:lnTo>
                  <a:lnTo>
                    <a:pt x="111994" y="324920"/>
                  </a:lnTo>
                  <a:lnTo>
                    <a:pt x="117009" y="326585"/>
                  </a:lnTo>
                  <a:lnTo>
                    <a:pt x="122073" y="328090"/>
                  </a:lnTo>
                  <a:lnTo>
                    <a:pt x="127183" y="329435"/>
                  </a:lnTo>
                  <a:lnTo>
                    <a:pt x="132333" y="330618"/>
                  </a:lnTo>
                  <a:lnTo>
                    <a:pt x="137517" y="331637"/>
                  </a:lnTo>
                  <a:lnTo>
                    <a:pt x="142731" y="332492"/>
                  </a:lnTo>
                  <a:lnTo>
                    <a:pt x="147969" y="333181"/>
                  </a:lnTo>
                  <a:lnTo>
                    <a:pt x="153227" y="333705"/>
                  </a:lnTo>
                  <a:lnTo>
                    <a:pt x="158499" y="334062"/>
                  </a:lnTo>
                  <a:lnTo>
                    <a:pt x="163779" y="334253"/>
                  </a:lnTo>
                  <a:lnTo>
                    <a:pt x="169062" y="334277"/>
                  </a:lnTo>
                  <a:lnTo>
                    <a:pt x="174344" y="334133"/>
                  </a:lnTo>
                  <a:lnTo>
                    <a:pt x="179618" y="333823"/>
                  </a:lnTo>
                  <a:lnTo>
                    <a:pt x="184880" y="333346"/>
                  </a:lnTo>
                  <a:lnTo>
                    <a:pt x="190125" y="332703"/>
                  </a:lnTo>
                  <a:lnTo>
                    <a:pt x="195346" y="331895"/>
                  </a:lnTo>
                  <a:lnTo>
                    <a:pt x="200540" y="330922"/>
                  </a:lnTo>
                  <a:lnTo>
                    <a:pt x="205699" y="329786"/>
                  </a:lnTo>
                  <a:lnTo>
                    <a:pt x="210821" y="328487"/>
                  </a:lnTo>
                  <a:lnTo>
                    <a:pt x="215899" y="327027"/>
                  </a:lnTo>
                  <a:lnTo>
                    <a:pt x="220928" y="325407"/>
                  </a:lnTo>
                  <a:lnTo>
                    <a:pt x="225903" y="323629"/>
                  </a:lnTo>
                  <a:lnTo>
                    <a:pt x="230820" y="321694"/>
                  </a:lnTo>
                  <a:lnTo>
                    <a:pt x="235673" y="319605"/>
                  </a:lnTo>
                  <a:lnTo>
                    <a:pt x="240458" y="317364"/>
                  </a:lnTo>
                  <a:lnTo>
                    <a:pt x="245169" y="314973"/>
                  </a:lnTo>
                  <a:lnTo>
                    <a:pt x="249803" y="312434"/>
                  </a:lnTo>
                  <a:lnTo>
                    <a:pt x="254354" y="309750"/>
                  </a:lnTo>
                  <a:lnTo>
                    <a:pt x="258818" y="306923"/>
                  </a:lnTo>
                  <a:lnTo>
                    <a:pt x="263190" y="303957"/>
                  </a:lnTo>
                  <a:lnTo>
                    <a:pt x="267467" y="300854"/>
                  </a:lnTo>
                  <a:lnTo>
                    <a:pt x="271643" y="297617"/>
                  </a:lnTo>
                  <a:lnTo>
                    <a:pt x="275715" y="294250"/>
                  </a:lnTo>
                  <a:lnTo>
                    <a:pt x="279679" y="290757"/>
                  </a:lnTo>
                  <a:lnTo>
                    <a:pt x="283530" y="287139"/>
                  </a:lnTo>
                  <a:lnTo>
                    <a:pt x="287264" y="283402"/>
                  </a:lnTo>
                  <a:lnTo>
                    <a:pt x="290879" y="279548"/>
                  </a:lnTo>
                  <a:lnTo>
                    <a:pt x="294370" y="275582"/>
                  </a:lnTo>
                  <a:lnTo>
                    <a:pt x="297735" y="271508"/>
                  </a:lnTo>
                  <a:lnTo>
                    <a:pt x="300968" y="267330"/>
                  </a:lnTo>
                  <a:lnTo>
                    <a:pt x="304068" y="263051"/>
                  </a:lnTo>
                  <a:lnTo>
                    <a:pt x="307032" y="258677"/>
                  </a:lnTo>
                  <a:lnTo>
                    <a:pt x="309855" y="254211"/>
                  </a:lnTo>
                  <a:lnTo>
                    <a:pt x="312536" y="249658"/>
                  </a:lnTo>
                  <a:lnTo>
                    <a:pt x="315072" y="245023"/>
                  </a:lnTo>
                  <a:lnTo>
                    <a:pt x="317460" y="240310"/>
                  </a:lnTo>
                  <a:lnTo>
                    <a:pt x="319698" y="235524"/>
                  </a:lnTo>
                  <a:lnTo>
                    <a:pt x="321784" y="230669"/>
                  </a:lnTo>
                  <a:lnTo>
                    <a:pt x="323715" y="225751"/>
                  </a:lnTo>
                  <a:lnTo>
                    <a:pt x="325490" y="220774"/>
                  </a:lnTo>
                  <a:lnTo>
                    <a:pt x="327106" y="215744"/>
                  </a:lnTo>
                  <a:lnTo>
                    <a:pt x="328563" y="210665"/>
                  </a:lnTo>
                  <a:lnTo>
                    <a:pt x="329858" y="205543"/>
                  </a:lnTo>
                  <a:lnTo>
                    <a:pt x="330991" y="200382"/>
                  </a:lnTo>
                  <a:lnTo>
                    <a:pt x="331961" y="195188"/>
                  </a:lnTo>
                  <a:lnTo>
                    <a:pt x="332766" y="189966"/>
                  </a:lnTo>
                  <a:lnTo>
                    <a:pt x="333405" y="184722"/>
                  </a:lnTo>
                  <a:lnTo>
                    <a:pt x="333878" y="179459"/>
                  </a:lnTo>
                  <a:lnTo>
                    <a:pt x="334185" y="174184"/>
                  </a:lnTo>
                  <a:lnTo>
                    <a:pt x="334325" y="168903"/>
                  </a:lnTo>
                  <a:lnTo>
                    <a:pt x="334297" y="163619"/>
                  </a:lnTo>
                  <a:lnTo>
                    <a:pt x="334103" y="158339"/>
                  </a:lnTo>
                  <a:lnTo>
                    <a:pt x="333742" y="153068"/>
                  </a:lnTo>
                  <a:lnTo>
                    <a:pt x="333215" y="147811"/>
                  </a:lnTo>
                  <a:lnTo>
                    <a:pt x="332522" y="142573"/>
                  </a:lnTo>
                  <a:lnTo>
                    <a:pt x="331664" y="137359"/>
                  </a:lnTo>
                  <a:lnTo>
                    <a:pt x="330641" y="132176"/>
                  </a:lnTo>
                  <a:lnTo>
                    <a:pt x="329455" y="127027"/>
                  </a:lnTo>
                  <a:lnTo>
                    <a:pt x="328107" y="121918"/>
                  </a:lnTo>
                  <a:lnTo>
                    <a:pt x="326598" y="116855"/>
                  </a:lnTo>
                  <a:lnTo>
                    <a:pt x="324930" y="111841"/>
                  </a:lnTo>
                  <a:lnTo>
                    <a:pt x="323104" y="106883"/>
                  </a:lnTo>
                  <a:lnTo>
                    <a:pt x="321123" y="101985"/>
                  </a:lnTo>
                  <a:lnTo>
                    <a:pt x="318987" y="97152"/>
                  </a:lnTo>
                  <a:lnTo>
                    <a:pt x="316700" y="92389"/>
                  </a:lnTo>
                  <a:lnTo>
                    <a:pt x="314264" y="87701"/>
                  </a:lnTo>
                  <a:lnTo>
                    <a:pt x="311681" y="83092"/>
                  </a:lnTo>
                  <a:lnTo>
                    <a:pt x="308953" y="78567"/>
                  </a:lnTo>
                  <a:lnTo>
                    <a:pt x="306084" y="74130"/>
                  </a:lnTo>
                  <a:lnTo>
                    <a:pt x="303075" y="69787"/>
                  </a:lnTo>
                  <a:lnTo>
                    <a:pt x="299932" y="65540"/>
                  </a:lnTo>
                  <a:lnTo>
                    <a:pt x="296655" y="61395"/>
                  </a:lnTo>
                  <a:lnTo>
                    <a:pt x="293249" y="57356"/>
                  </a:lnTo>
                  <a:lnTo>
                    <a:pt x="289717" y="53426"/>
                  </a:lnTo>
                  <a:lnTo>
                    <a:pt x="286063" y="49610"/>
                  </a:lnTo>
                  <a:lnTo>
                    <a:pt x="282290" y="45911"/>
                  </a:lnTo>
                  <a:lnTo>
                    <a:pt x="278402" y="42333"/>
                  </a:lnTo>
                  <a:lnTo>
                    <a:pt x="274403" y="38880"/>
                  </a:lnTo>
                  <a:lnTo>
                    <a:pt x="270297" y="35555"/>
                  </a:lnTo>
                  <a:lnTo>
                    <a:pt x="266087" y="32362"/>
                  </a:lnTo>
                  <a:lnTo>
                    <a:pt x="261779" y="29303"/>
                  </a:lnTo>
                  <a:lnTo>
                    <a:pt x="257377" y="26382"/>
                  </a:lnTo>
                  <a:lnTo>
                    <a:pt x="252884" y="23601"/>
                  </a:lnTo>
                  <a:lnTo>
                    <a:pt x="248305" y="20964"/>
                  </a:lnTo>
                  <a:lnTo>
                    <a:pt x="243646" y="18473"/>
                  </a:lnTo>
                  <a:lnTo>
                    <a:pt x="238910" y="16130"/>
                  </a:lnTo>
                  <a:lnTo>
                    <a:pt x="234103" y="13938"/>
                  </a:lnTo>
                  <a:lnTo>
                    <a:pt x="229228" y="11900"/>
                  </a:lnTo>
                  <a:lnTo>
                    <a:pt x="167167" y="1671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90748" y="2633064"/>
              <a:ext cx="62061" cy="167167"/>
            </a:xfrm>
            <a:custGeom>
              <a:avLst/>
              <a:pathLst>
                <a:path w="62061" h="167167">
                  <a:moveTo>
                    <a:pt x="62061" y="11947"/>
                  </a:moveTo>
                  <a:lnTo>
                    <a:pt x="56658" y="9894"/>
                  </a:lnTo>
                  <a:lnTo>
                    <a:pt x="51187" y="8029"/>
                  </a:lnTo>
                  <a:lnTo>
                    <a:pt x="45655" y="6355"/>
                  </a:lnTo>
                  <a:lnTo>
                    <a:pt x="40068" y="4873"/>
                  </a:lnTo>
                  <a:lnTo>
                    <a:pt x="34433" y="3584"/>
                  </a:lnTo>
                  <a:lnTo>
                    <a:pt x="28757" y="2492"/>
                  </a:lnTo>
                  <a:lnTo>
                    <a:pt x="23047" y="1596"/>
                  </a:lnTo>
                  <a:lnTo>
                    <a:pt x="17309" y="898"/>
                  </a:lnTo>
                  <a:lnTo>
                    <a:pt x="11551" y="399"/>
                  </a:lnTo>
                  <a:lnTo>
                    <a:pt x="5779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08436" y="3170392"/>
              <a:ext cx="17544" cy="167167"/>
            </a:xfrm>
            <a:custGeom>
              <a:avLst/>
              <a:pathLst>
                <a:path w="17544" h="167167">
                  <a:moveTo>
                    <a:pt x="17544" y="0"/>
                  </a:moveTo>
                  <a:lnTo>
                    <a:pt x="8759" y="230"/>
                  </a:lnTo>
                  <a:lnTo>
                    <a:pt x="0" y="923"/>
                  </a:lnTo>
                  <a:lnTo>
                    <a:pt x="1754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8436" y="3171315"/>
              <a:ext cx="17544" cy="166244"/>
            </a:xfrm>
            <a:custGeom>
              <a:avLst/>
              <a:pathLst>
                <a:path w="17544" h="166244">
                  <a:moveTo>
                    <a:pt x="0" y="0"/>
                  </a:moveTo>
                  <a:lnTo>
                    <a:pt x="17544" y="1662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8436" y="3171315"/>
              <a:ext cx="17544" cy="166244"/>
            </a:xfrm>
            <a:custGeom>
              <a:avLst/>
              <a:pathLst>
                <a:path w="17544" h="166244">
                  <a:moveTo>
                    <a:pt x="0" y="0"/>
                  </a:moveTo>
                  <a:lnTo>
                    <a:pt x="17544" y="1662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436" y="3171315"/>
              <a:ext cx="17544" cy="166244"/>
            </a:xfrm>
            <a:custGeom>
              <a:avLst/>
              <a:pathLst>
                <a:path w="17544" h="166244">
                  <a:moveTo>
                    <a:pt x="0" y="0"/>
                  </a:moveTo>
                  <a:lnTo>
                    <a:pt x="17544" y="1662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436" y="3171315"/>
              <a:ext cx="17544" cy="166244"/>
            </a:xfrm>
            <a:custGeom>
              <a:avLst/>
              <a:pathLst>
                <a:path w="17544" h="166244">
                  <a:moveTo>
                    <a:pt x="0" y="0"/>
                  </a:moveTo>
                  <a:lnTo>
                    <a:pt x="17544" y="1662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436" y="3171315"/>
              <a:ext cx="17544" cy="166244"/>
            </a:xfrm>
            <a:custGeom>
              <a:avLst/>
              <a:pathLst>
                <a:path w="17544" h="166244">
                  <a:moveTo>
                    <a:pt x="0" y="0"/>
                  </a:moveTo>
                  <a:lnTo>
                    <a:pt x="17544" y="1662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436" y="3171315"/>
              <a:ext cx="17544" cy="166244"/>
            </a:xfrm>
            <a:custGeom>
              <a:avLst/>
              <a:pathLst>
                <a:path w="17544" h="166244">
                  <a:moveTo>
                    <a:pt x="0" y="0"/>
                  </a:moveTo>
                  <a:lnTo>
                    <a:pt x="17544" y="1662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436" y="3171315"/>
              <a:ext cx="17544" cy="166244"/>
            </a:xfrm>
            <a:custGeom>
              <a:avLst/>
              <a:pathLst>
                <a:path w="17544" h="166244">
                  <a:moveTo>
                    <a:pt x="0" y="0"/>
                  </a:moveTo>
                  <a:lnTo>
                    <a:pt x="17544" y="1662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436" y="3171315"/>
              <a:ext cx="17544" cy="166244"/>
            </a:xfrm>
            <a:custGeom>
              <a:avLst/>
              <a:pathLst>
                <a:path w="17544" h="166244">
                  <a:moveTo>
                    <a:pt x="0" y="0"/>
                  </a:moveTo>
                  <a:lnTo>
                    <a:pt x="17544" y="1662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436" y="3171315"/>
              <a:ext cx="17544" cy="166244"/>
            </a:xfrm>
            <a:custGeom>
              <a:avLst/>
              <a:pathLst>
                <a:path w="17544" h="166244">
                  <a:moveTo>
                    <a:pt x="0" y="0"/>
                  </a:moveTo>
                  <a:lnTo>
                    <a:pt x="17544" y="1662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436" y="3171315"/>
              <a:ext cx="17544" cy="166244"/>
            </a:xfrm>
            <a:custGeom>
              <a:avLst/>
              <a:pathLst>
                <a:path w="17544" h="166244">
                  <a:moveTo>
                    <a:pt x="0" y="0"/>
                  </a:moveTo>
                  <a:lnTo>
                    <a:pt x="17544" y="1662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436" y="3171315"/>
              <a:ext cx="17544" cy="166244"/>
            </a:xfrm>
            <a:custGeom>
              <a:avLst/>
              <a:pathLst>
                <a:path w="17544" h="166244">
                  <a:moveTo>
                    <a:pt x="0" y="0"/>
                  </a:moveTo>
                  <a:lnTo>
                    <a:pt x="17544" y="1662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8436" y="3171315"/>
              <a:ext cx="17544" cy="166244"/>
            </a:xfrm>
            <a:custGeom>
              <a:avLst/>
              <a:pathLst>
                <a:path w="17544" h="166244">
                  <a:moveTo>
                    <a:pt x="0" y="0"/>
                  </a:moveTo>
                  <a:lnTo>
                    <a:pt x="17544" y="1662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358818" y="3171315"/>
              <a:ext cx="334317" cy="333408"/>
            </a:xfrm>
            <a:custGeom>
              <a:avLst/>
              <a:pathLst>
                <a:path w="334317" h="333408">
                  <a:moveTo>
                    <a:pt x="149617" y="0"/>
                  </a:moveTo>
                  <a:lnTo>
                    <a:pt x="144359" y="639"/>
                  </a:lnTo>
                  <a:lnTo>
                    <a:pt x="139123" y="1445"/>
                  </a:lnTo>
                  <a:lnTo>
                    <a:pt x="133916" y="2416"/>
                  </a:lnTo>
                  <a:lnTo>
                    <a:pt x="128741" y="3551"/>
                  </a:lnTo>
                  <a:lnTo>
                    <a:pt x="123606" y="4850"/>
                  </a:lnTo>
                  <a:lnTo>
                    <a:pt x="118514" y="6311"/>
                  </a:lnTo>
                  <a:lnTo>
                    <a:pt x="113471" y="7933"/>
                  </a:lnTo>
                  <a:lnTo>
                    <a:pt x="108482" y="9714"/>
                  </a:lnTo>
                  <a:lnTo>
                    <a:pt x="103552" y="11652"/>
                  </a:lnTo>
                  <a:lnTo>
                    <a:pt x="98685" y="13745"/>
                  </a:lnTo>
                  <a:lnTo>
                    <a:pt x="93888" y="15991"/>
                  </a:lnTo>
                  <a:lnTo>
                    <a:pt x="89164" y="18388"/>
                  </a:lnTo>
                  <a:lnTo>
                    <a:pt x="84518" y="20934"/>
                  </a:lnTo>
                  <a:lnTo>
                    <a:pt x="79956" y="23625"/>
                  </a:lnTo>
                  <a:lnTo>
                    <a:pt x="75481" y="26460"/>
                  </a:lnTo>
                  <a:lnTo>
                    <a:pt x="71098" y="29435"/>
                  </a:lnTo>
                  <a:lnTo>
                    <a:pt x="66811" y="32547"/>
                  </a:lnTo>
                  <a:lnTo>
                    <a:pt x="62625" y="35794"/>
                  </a:lnTo>
                  <a:lnTo>
                    <a:pt x="58545" y="39172"/>
                  </a:lnTo>
                  <a:lnTo>
                    <a:pt x="54573" y="42677"/>
                  </a:lnTo>
                  <a:lnTo>
                    <a:pt x="50714" y="46307"/>
                  </a:lnTo>
                  <a:lnTo>
                    <a:pt x="46972" y="50056"/>
                  </a:lnTo>
                  <a:lnTo>
                    <a:pt x="43351" y="53923"/>
                  </a:lnTo>
                  <a:lnTo>
                    <a:pt x="39855" y="57902"/>
                  </a:lnTo>
                  <a:lnTo>
                    <a:pt x="36486" y="61990"/>
                  </a:lnTo>
                  <a:lnTo>
                    <a:pt x="33248" y="66183"/>
                  </a:lnTo>
                  <a:lnTo>
                    <a:pt x="30145" y="70476"/>
                  </a:lnTo>
                  <a:lnTo>
                    <a:pt x="27180" y="74866"/>
                  </a:lnTo>
                  <a:lnTo>
                    <a:pt x="24354" y="79347"/>
                  </a:lnTo>
                  <a:lnTo>
                    <a:pt x="21673" y="83915"/>
                  </a:lnTo>
                  <a:lnTo>
                    <a:pt x="19137" y="88567"/>
                  </a:lnTo>
                  <a:lnTo>
                    <a:pt x="16751" y="93296"/>
                  </a:lnTo>
                  <a:lnTo>
                    <a:pt x="14515" y="98098"/>
                  </a:lnTo>
                  <a:lnTo>
                    <a:pt x="12432" y="102969"/>
                  </a:lnTo>
                  <a:lnTo>
                    <a:pt x="10505" y="107903"/>
                  </a:lnTo>
                  <a:lnTo>
                    <a:pt x="8735" y="112896"/>
                  </a:lnTo>
                  <a:lnTo>
                    <a:pt x="7124" y="117943"/>
                  </a:lnTo>
                  <a:lnTo>
                    <a:pt x="5674" y="123038"/>
                  </a:lnTo>
                  <a:lnTo>
                    <a:pt x="4386" y="128176"/>
                  </a:lnTo>
                  <a:lnTo>
                    <a:pt x="3262" y="133353"/>
                  </a:lnTo>
                  <a:lnTo>
                    <a:pt x="2302" y="138562"/>
                  </a:lnTo>
                  <a:lnTo>
                    <a:pt x="1508" y="143800"/>
                  </a:lnTo>
                  <a:lnTo>
                    <a:pt x="880" y="149060"/>
                  </a:lnTo>
                  <a:lnTo>
                    <a:pt x="419" y="154337"/>
                  </a:lnTo>
                  <a:lnTo>
                    <a:pt x="125" y="159626"/>
                  </a:lnTo>
                  <a:lnTo>
                    <a:pt x="0" y="164922"/>
                  </a:lnTo>
                  <a:lnTo>
                    <a:pt x="42" y="170219"/>
                  </a:lnTo>
                  <a:lnTo>
                    <a:pt x="251" y="175512"/>
                  </a:lnTo>
                  <a:lnTo>
                    <a:pt x="629" y="180796"/>
                  </a:lnTo>
                  <a:lnTo>
                    <a:pt x="1174" y="186066"/>
                  </a:lnTo>
                  <a:lnTo>
                    <a:pt x="1885" y="191315"/>
                  </a:lnTo>
                  <a:lnTo>
                    <a:pt x="2762" y="196539"/>
                  </a:lnTo>
                  <a:lnTo>
                    <a:pt x="3805" y="201733"/>
                  </a:lnTo>
                  <a:lnTo>
                    <a:pt x="5011" y="206891"/>
                  </a:lnTo>
                  <a:lnTo>
                    <a:pt x="6381" y="212008"/>
                  </a:lnTo>
                  <a:lnTo>
                    <a:pt x="7911" y="217080"/>
                  </a:lnTo>
                  <a:lnTo>
                    <a:pt x="9602" y="222100"/>
                  </a:lnTo>
                  <a:lnTo>
                    <a:pt x="11451" y="227064"/>
                  </a:lnTo>
                  <a:lnTo>
                    <a:pt x="13456" y="231967"/>
                  </a:lnTo>
                  <a:lnTo>
                    <a:pt x="15616" y="236804"/>
                  </a:lnTo>
                  <a:lnTo>
                    <a:pt x="17928" y="241571"/>
                  </a:lnTo>
                  <a:lnTo>
                    <a:pt x="20389" y="246261"/>
                  </a:lnTo>
                  <a:lnTo>
                    <a:pt x="22998" y="250872"/>
                  </a:lnTo>
                  <a:lnTo>
                    <a:pt x="25752" y="255397"/>
                  </a:lnTo>
                  <a:lnTo>
                    <a:pt x="28648" y="259833"/>
                  </a:lnTo>
                  <a:lnTo>
                    <a:pt x="31683" y="264174"/>
                  </a:lnTo>
                  <a:lnTo>
                    <a:pt x="34854" y="268418"/>
                  </a:lnTo>
                  <a:lnTo>
                    <a:pt x="38158" y="272559"/>
                  </a:lnTo>
                  <a:lnTo>
                    <a:pt x="41591" y="276593"/>
                  </a:lnTo>
                  <a:lnTo>
                    <a:pt x="45150" y="280516"/>
                  </a:lnTo>
                  <a:lnTo>
                    <a:pt x="48832" y="284325"/>
                  </a:lnTo>
                  <a:lnTo>
                    <a:pt x="52633" y="288015"/>
                  </a:lnTo>
                  <a:lnTo>
                    <a:pt x="56549" y="291582"/>
                  </a:lnTo>
                  <a:lnTo>
                    <a:pt x="60576" y="295024"/>
                  </a:lnTo>
                  <a:lnTo>
                    <a:pt x="64710" y="298337"/>
                  </a:lnTo>
                  <a:lnTo>
                    <a:pt x="68946" y="301516"/>
                  </a:lnTo>
                  <a:lnTo>
                    <a:pt x="73282" y="304560"/>
                  </a:lnTo>
                  <a:lnTo>
                    <a:pt x="77711" y="307466"/>
                  </a:lnTo>
                  <a:lnTo>
                    <a:pt x="82231" y="310229"/>
                  </a:lnTo>
                  <a:lnTo>
                    <a:pt x="86836" y="312848"/>
                  </a:lnTo>
                  <a:lnTo>
                    <a:pt x="91521" y="315319"/>
                  </a:lnTo>
                  <a:lnTo>
                    <a:pt x="96283" y="317641"/>
                  </a:lnTo>
                  <a:lnTo>
                    <a:pt x="101115" y="319811"/>
                  </a:lnTo>
                  <a:lnTo>
                    <a:pt x="106014" y="321826"/>
                  </a:lnTo>
                  <a:lnTo>
                    <a:pt x="110974" y="323686"/>
                  </a:lnTo>
                  <a:lnTo>
                    <a:pt x="115991" y="325387"/>
                  </a:lnTo>
                  <a:lnTo>
                    <a:pt x="121059" y="326928"/>
                  </a:lnTo>
                  <a:lnTo>
                    <a:pt x="126174" y="328308"/>
                  </a:lnTo>
                  <a:lnTo>
                    <a:pt x="131329" y="329526"/>
                  </a:lnTo>
                  <a:lnTo>
                    <a:pt x="136521" y="330579"/>
                  </a:lnTo>
                  <a:lnTo>
                    <a:pt x="141743" y="331467"/>
                  </a:lnTo>
                  <a:lnTo>
                    <a:pt x="146991" y="332190"/>
                  </a:lnTo>
                  <a:lnTo>
                    <a:pt x="152259" y="332746"/>
                  </a:lnTo>
                  <a:lnTo>
                    <a:pt x="157542" y="333134"/>
                  </a:lnTo>
                  <a:lnTo>
                    <a:pt x="162835" y="333355"/>
                  </a:lnTo>
                  <a:lnTo>
                    <a:pt x="168132" y="333408"/>
                  </a:lnTo>
                  <a:lnTo>
                    <a:pt x="173428" y="333294"/>
                  </a:lnTo>
                  <a:lnTo>
                    <a:pt x="178718" y="333011"/>
                  </a:lnTo>
                  <a:lnTo>
                    <a:pt x="183996" y="332561"/>
                  </a:lnTo>
                  <a:lnTo>
                    <a:pt x="189257" y="331945"/>
                  </a:lnTo>
                  <a:lnTo>
                    <a:pt x="194496" y="331161"/>
                  </a:lnTo>
                  <a:lnTo>
                    <a:pt x="199708" y="330212"/>
                  </a:lnTo>
                  <a:lnTo>
                    <a:pt x="204887" y="329099"/>
                  </a:lnTo>
                  <a:lnTo>
                    <a:pt x="210028" y="327822"/>
                  </a:lnTo>
                  <a:lnTo>
                    <a:pt x="215126" y="326382"/>
                  </a:lnTo>
                  <a:lnTo>
                    <a:pt x="220176" y="324782"/>
                  </a:lnTo>
                  <a:lnTo>
                    <a:pt x="225173" y="323023"/>
                  </a:lnTo>
                  <a:lnTo>
                    <a:pt x="230111" y="321106"/>
                  </a:lnTo>
                  <a:lnTo>
                    <a:pt x="234986" y="319034"/>
                  </a:lnTo>
                  <a:lnTo>
                    <a:pt x="239793" y="316808"/>
                  </a:lnTo>
                  <a:lnTo>
                    <a:pt x="244527" y="314431"/>
                  </a:lnTo>
                  <a:lnTo>
                    <a:pt x="249184" y="311905"/>
                  </a:lnTo>
                  <a:lnTo>
                    <a:pt x="253758" y="309233"/>
                  </a:lnTo>
                  <a:lnTo>
                    <a:pt x="258245" y="306418"/>
                  </a:lnTo>
                  <a:lnTo>
                    <a:pt x="262641" y="303462"/>
                  </a:lnTo>
                  <a:lnTo>
                    <a:pt x="266941" y="300367"/>
                  </a:lnTo>
                  <a:lnTo>
                    <a:pt x="271140" y="297139"/>
                  </a:lnTo>
                  <a:lnTo>
                    <a:pt x="275235" y="293778"/>
                  </a:lnTo>
                  <a:lnTo>
                    <a:pt x="279222" y="290290"/>
                  </a:lnTo>
                  <a:lnTo>
                    <a:pt x="283096" y="286677"/>
                  </a:lnTo>
                  <a:lnTo>
                    <a:pt x="286854" y="282943"/>
                  </a:lnTo>
                  <a:lnTo>
                    <a:pt x="290491" y="279092"/>
                  </a:lnTo>
                  <a:lnTo>
                    <a:pt x="294005" y="275128"/>
                  </a:lnTo>
                  <a:lnTo>
                    <a:pt x="297391" y="271054"/>
                  </a:lnTo>
                  <a:lnTo>
                    <a:pt x="300647" y="266875"/>
                  </a:lnTo>
                  <a:lnTo>
                    <a:pt x="303768" y="262595"/>
                  </a:lnTo>
                  <a:lnTo>
                    <a:pt x="306752" y="258219"/>
                  </a:lnTo>
                  <a:lnTo>
                    <a:pt x="309597" y="253750"/>
                  </a:lnTo>
                  <a:lnTo>
                    <a:pt x="312298" y="249193"/>
                  </a:lnTo>
                  <a:lnTo>
                    <a:pt x="314853" y="244552"/>
                  </a:lnTo>
                  <a:lnTo>
                    <a:pt x="317260" y="239833"/>
                  </a:lnTo>
                  <a:lnTo>
                    <a:pt x="319516" y="235041"/>
                  </a:lnTo>
                  <a:lnTo>
                    <a:pt x="321620" y="230179"/>
                  </a:lnTo>
                  <a:lnTo>
                    <a:pt x="323568" y="225253"/>
                  </a:lnTo>
                  <a:lnTo>
                    <a:pt x="325359" y="220267"/>
                  </a:lnTo>
                  <a:lnTo>
                    <a:pt x="326991" y="215228"/>
                  </a:lnTo>
                  <a:lnTo>
                    <a:pt x="328463" y="210139"/>
                  </a:lnTo>
                  <a:lnTo>
                    <a:pt x="329773" y="205006"/>
                  </a:lnTo>
                  <a:lnTo>
                    <a:pt x="330920" y="199834"/>
                  </a:lnTo>
                  <a:lnTo>
                    <a:pt x="331902" y="194629"/>
                  </a:lnTo>
                  <a:lnTo>
                    <a:pt x="332718" y="189395"/>
                  </a:lnTo>
                  <a:lnTo>
                    <a:pt x="333369" y="184138"/>
                  </a:lnTo>
                  <a:lnTo>
                    <a:pt x="333852" y="178862"/>
                  </a:lnTo>
                  <a:lnTo>
                    <a:pt x="334168" y="173575"/>
                  </a:lnTo>
                  <a:lnTo>
                    <a:pt x="334317" y="168279"/>
                  </a:lnTo>
                  <a:lnTo>
                    <a:pt x="334297" y="162982"/>
                  </a:lnTo>
                  <a:lnTo>
                    <a:pt x="334110" y="157688"/>
                  </a:lnTo>
                  <a:lnTo>
                    <a:pt x="333755" y="152402"/>
                  </a:lnTo>
                  <a:lnTo>
                    <a:pt x="333233" y="147131"/>
                  </a:lnTo>
                  <a:lnTo>
                    <a:pt x="332544" y="141879"/>
                  </a:lnTo>
                  <a:lnTo>
                    <a:pt x="331689" y="136651"/>
                  </a:lnTo>
                  <a:lnTo>
                    <a:pt x="330669" y="131453"/>
                  </a:lnTo>
                  <a:lnTo>
                    <a:pt x="329484" y="126289"/>
                  </a:lnTo>
                  <a:lnTo>
                    <a:pt x="328137" y="121166"/>
                  </a:lnTo>
                  <a:lnTo>
                    <a:pt x="326628" y="116088"/>
                  </a:lnTo>
                  <a:lnTo>
                    <a:pt x="324958" y="111061"/>
                  </a:lnTo>
                  <a:lnTo>
                    <a:pt x="323131" y="106089"/>
                  </a:lnTo>
                  <a:lnTo>
                    <a:pt x="321146" y="101177"/>
                  </a:lnTo>
                  <a:lnTo>
                    <a:pt x="319008" y="96331"/>
                  </a:lnTo>
                  <a:lnTo>
                    <a:pt x="316716" y="91555"/>
                  </a:lnTo>
                  <a:lnTo>
                    <a:pt x="314275" y="86854"/>
                  </a:lnTo>
                  <a:lnTo>
                    <a:pt x="311685" y="82232"/>
                  </a:lnTo>
                  <a:lnTo>
                    <a:pt x="308951" y="77695"/>
                  </a:lnTo>
                  <a:lnTo>
                    <a:pt x="306074" y="73247"/>
                  </a:lnTo>
                  <a:lnTo>
                    <a:pt x="303058" y="68893"/>
                  </a:lnTo>
                  <a:lnTo>
                    <a:pt x="299905" y="64636"/>
                  </a:lnTo>
                  <a:lnTo>
                    <a:pt x="296619" y="60481"/>
                  </a:lnTo>
                  <a:lnTo>
                    <a:pt x="293203" y="56432"/>
                  </a:lnTo>
                  <a:lnTo>
                    <a:pt x="289660" y="52493"/>
                  </a:lnTo>
                  <a:lnTo>
                    <a:pt x="285994" y="48669"/>
                  </a:lnTo>
                  <a:lnTo>
                    <a:pt x="282209" y="44963"/>
                  </a:lnTo>
                  <a:lnTo>
                    <a:pt x="278309" y="41379"/>
                  </a:lnTo>
                  <a:lnTo>
                    <a:pt x="274297" y="37920"/>
                  </a:lnTo>
                  <a:lnTo>
                    <a:pt x="270177" y="34590"/>
                  </a:lnTo>
                  <a:lnTo>
                    <a:pt x="265954" y="31392"/>
                  </a:lnTo>
                  <a:lnTo>
                    <a:pt x="261631" y="28329"/>
                  </a:lnTo>
                  <a:lnTo>
                    <a:pt x="167162" y="1662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3170392"/>
              <a:ext cx="94469" cy="167167"/>
            </a:xfrm>
            <a:custGeom>
              <a:avLst/>
              <a:pathLst>
                <a:path w="94469" h="167167">
                  <a:moveTo>
                    <a:pt x="94469" y="29252"/>
                  </a:moveTo>
                  <a:lnTo>
                    <a:pt x="89816" y="26178"/>
                  </a:lnTo>
                  <a:lnTo>
                    <a:pt x="85063" y="23260"/>
                  </a:lnTo>
                  <a:lnTo>
                    <a:pt x="80215" y="20502"/>
                  </a:lnTo>
                  <a:lnTo>
                    <a:pt x="75277" y="17908"/>
                  </a:lnTo>
                  <a:lnTo>
                    <a:pt x="70256" y="15480"/>
                  </a:lnTo>
                  <a:lnTo>
                    <a:pt x="65157" y="13221"/>
                  </a:lnTo>
                  <a:lnTo>
                    <a:pt x="59985" y="11133"/>
                  </a:lnTo>
                  <a:lnTo>
                    <a:pt x="54747" y="9219"/>
                  </a:lnTo>
                  <a:lnTo>
                    <a:pt x="49447" y="7480"/>
                  </a:lnTo>
                  <a:lnTo>
                    <a:pt x="44093" y="5919"/>
                  </a:lnTo>
                  <a:lnTo>
                    <a:pt x="38689" y="4538"/>
                  </a:lnTo>
                  <a:lnTo>
                    <a:pt x="33242" y="3338"/>
                  </a:lnTo>
                  <a:lnTo>
                    <a:pt x="27758" y="2320"/>
                  </a:lnTo>
                  <a:lnTo>
                    <a:pt x="22244" y="1486"/>
                  </a:lnTo>
                  <a:lnTo>
                    <a:pt x="16704" y="836"/>
                  </a:lnTo>
                  <a:lnTo>
                    <a:pt x="11146" y="372"/>
                  </a:lnTo>
                  <a:lnTo>
                    <a:pt x="5576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86456" y="3707720"/>
              <a:ext cx="4292" cy="167167"/>
            </a:xfrm>
            <a:custGeom>
              <a:avLst/>
              <a:pathLst>
                <a:path w="4292" h="167167">
                  <a:moveTo>
                    <a:pt x="4292" y="0"/>
                  </a:moveTo>
                  <a:lnTo>
                    <a:pt x="0" y="55"/>
                  </a:lnTo>
                  <a:lnTo>
                    <a:pt x="42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423587" y="3707775"/>
              <a:ext cx="334324" cy="334274"/>
            </a:xfrm>
            <a:custGeom>
              <a:avLst/>
              <a:pathLst>
                <a:path w="334324" h="334274">
                  <a:moveTo>
                    <a:pt x="162868" y="0"/>
                  </a:moveTo>
                  <a:lnTo>
                    <a:pt x="157571" y="220"/>
                  </a:lnTo>
                  <a:lnTo>
                    <a:pt x="152284" y="608"/>
                  </a:lnTo>
                  <a:lnTo>
                    <a:pt x="147012" y="1163"/>
                  </a:lnTo>
                  <a:lnTo>
                    <a:pt x="141761" y="1885"/>
                  </a:lnTo>
                  <a:lnTo>
                    <a:pt x="136534" y="2774"/>
                  </a:lnTo>
                  <a:lnTo>
                    <a:pt x="131339" y="3827"/>
                  </a:lnTo>
                  <a:lnTo>
                    <a:pt x="126179" y="5045"/>
                  </a:lnTo>
                  <a:lnTo>
                    <a:pt x="121061" y="6426"/>
                  </a:lnTo>
                  <a:lnTo>
                    <a:pt x="115989" y="7969"/>
                  </a:lnTo>
                  <a:lnTo>
                    <a:pt x="110969" y="9671"/>
                  </a:lnTo>
                  <a:lnTo>
                    <a:pt x="106005" y="11532"/>
                  </a:lnTo>
                  <a:lnTo>
                    <a:pt x="101103" y="13550"/>
                  </a:lnTo>
                  <a:lnTo>
                    <a:pt x="96267" y="15721"/>
                  </a:lnTo>
                  <a:lnTo>
                    <a:pt x="91502" y="18045"/>
                  </a:lnTo>
                  <a:lnTo>
                    <a:pt x="86814" y="20519"/>
                  </a:lnTo>
                  <a:lnTo>
                    <a:pt x="82206" y="23141"/>
                  </a:lnTo>
                  <a:lnTo>
                    <a:pt x="77684" y="25907"/>
                  </a:lnTo>
                  <a:lnTo>
                    <a:pt x="73251" y="28815"/>
                  </a:lnTo>
                  <a:lnTo>
                    <a:pt x="68913" y="31862"/>
                  </a:lnTo>
                  <a:lnTo>
                    <a:pt x="64674" y="35045"/>
                  </a:lnTo>
                  <a:lnTo>
                    <a:pt x="60538" y="38361"/>
                  </a:lnTo>
                  <a:lnTo>
                    <a:pt x="56509" y="41807"/>
                  </a:lnTo>
                  <a:lnTo>
                    <a:pt x="52592" y="45378"/>
                  </a:lnTo>
                  <a:lnTo>
                    <a:pt x="48790" y="49072"/>
                  </a:lnTo>
                  <a:lnTo>
                    <a:pt x="45106" y="52885"/>
                  </a:lnTo>
                  <a:lnTo>
                    <a:pt x="41546" y="56813"/>
                  </a:lnTo>
                  <a:lnTo>
                    <a:pt x="38112" y="60851"/>
                  </a:lnTo>
                  <a:lnTo>
                    <a:pt x="34807" y="64996"/>
                  </a:lnTo>
                  <a:lnTo>
                    <a:pt x="31636" y="69244"/>
                  </a:lnTo>
                  <a:lnTo>
                    <a:pt x="28601" y="73591"/>
                  </a:lnTo>
                  <a:lnTo>
                    <a:pt x="25705" y="78031"/>
                  </a:lnTo>
                  <a:lnTo>
                    <a:pt x="22952" y="82561"/>
                  </a:lnTo>
                  <a:lnTo>
                    <a:pt x="20343" y="87176"/>
                  </a:lnTo>
                  <a:lnTo>
                    <a:pt x="17882" y="91872"/>
                  </a:lnTo>
                  <a:lnTo>
                    <a:pt x="15572" y="96643"/>
                  </a:lnTo>
                  <a:lnTo>
                    <a:pt x="13414" y="101485"/>
                  </a:lnTo>
                  <a:lnTo>
                    <a:pt x="11410" y="106393"/>
                  </a:lnTo>
                  <a:lnTo>
                    <a:pt x="9563" y="111362"/>
                  </a:lnTo>
                  <a:lnTo>
                    <a:pt x="7875" y="116387"/>
                  </a:lnTo>
                  <a:lnTo>
                    <a:pt x="6346" y="121463"/>
                  </a:lnTo>
                  <a:lnTo>
                    <a:pt x="4980" y="126585"/>
                  </a:lnTo>
                  <a:lnTo>
                    <a:pt x="3776" y="131748"/>
                  </a:lnTo>
                  <a:lnTo>
                    <a:pt x="2737" y="136947"/>
                  </a:lnTo>
                  <a:lnTo>
                    <a:pt x="1863" y="142175"/>
                  </a:lnTo>
                  <a:lnTo>
                    <a:pt x="1156" y="147429"/>
                  </a:lnTo>
                  <a:lnTo>
                    <a:pt x="615" y="152703"/>
                  </a:lnTo>
                  <a:lnTo>
                    <a:pt x="242" y="157991"/>
                  </a:lnTo>
                  <a:lnTo>
                    <a:pt x="37" y="163288"/>
                  </a:lnTo>
                  <a:lnTo>
                    <a:pt x="0" y="168589"/>
                  </a:lnTo>
                  <a:lnTo>
                    <a:pt x="130" y="173889"/>
                  </a:lnTo>
                  <a:lnTo>
                    <a:pt x="429" y="179181"/>
                  </a:lnTo>
                  <a:lnTo>
                    <a:pt x="896" y="184462"/>
                  </a:lnTo>
                  <a:lnTo>
                    <a:pt x="1530" y="189725"/>
                  </a:lnTo>
                  <a:lnTo>
                    <a:pt x="2330" y="194966"/>
                  </a:lnTo>
                  <a:lnTo>
                    <a:pt x="3296" y="200178"/>
                  </a:lnTo>
                  <a:lnTo>
                    <a:pt x="4427" y="205357"/>
                  </a:lnTo>
                  <a:lnTo>
                    <a:pt x="5721" y="210498"/>
                  </a:lnTo>
                  <a:lnTo>
                    <a:pt x="7178" y="215595"/>
                  </a:lnTo>
                  <a:lnTo>
                    <a:pt x="8796" y="220644"/>
                  </a:lnTo>
                  <a:lnTo>
                    <a:pt x="10573" y="225638"/>
                  </a:lnTo>
                  <a:lnTo>
                    <a:pt x="12507" y="230574"/>
                  </a:lnTo>
                  <a:lnTo>
                    <a:pt x="14597" y="235445"/>
                  </a:lnTo>
                  <a:lnTo>
                    <a:pt x="16841" y="240249"/>
                  </a:lnTo>
                  <a:lnTo>
                    <a:pt x="19235" y="244978"/>
                  </a:lnTo>
                  <a:lnTo>
                    <a:pt x="21779" y="249629"/>
                  </a:lnTo>
                  <a:lnTo>
                    <a:pt x="24468" y="254198"/>
                  </a:lnTo>
                  <a:lnTo>
                    <a:pt x="27301" y="258678"/>
                  </a:lnTo>
                  <a:lnTo>
                    <a:pt x="30275" y="263067"/>
                  </a:lnTo>
                  <a:lnTo>
                    <a:pt x="33387" y="267359"/>
                  </a:lnTo>
                  <a:lnTo>
                    <a:pt x="36632" y="271550"/>
                  </a:lnTo>
                  <a:lnTo>
                    <a:pt x="40010" y="275637"/>
                  </a:lnTo>
                  <a:lnTo>
                    <a:pt x="43515" y="279614"/>
                  </a:lnTo>
                  <a:lnTo>
                    <a:pt x="47144" y="283478"/>
                  </a:lnTo>
                  <a:lnTo>
                    <a:pt x="50894" y="287225"/>
                  </a:lnTo>
                  <a:lnTo>
                    <a:pt x="54761" y="290851"/>
                  </a:lnTo>
                  <a:lnTo>
                    <a:pt x="58741" y="294353"/>
                  </a:lnTo>
                  <a:lnTo>
                    <a:pt x="62830" y="297726"/>
                  </a:lnTo>
                  <a:lnTo>
                    <a:pt x="67024" y="300969"/>
                  </a:lnTo>
                  <a:lnTo>
                    <a:pt x="71319" y="304077"/>
                  </a:lnTo>
                  <a:lnTo>
                    <a:pt x="75710" y="307047"/>
                  </a:lnTo>
                  <a:lnTo>
                    <a:pt x="80193" y="309876"/>
                  </a:lnTo>
                  <a:lnTo>
                    <a:pt x="84764" y="312562"/>
                  </a:lnTo>
                  <a:lnTo>
                    <a:pt x="89417" y="315101"/>
                  </a:lnTo>
                  <a:lnTo>
                    <a:pt x="94148" y="317492"/>
                  </a:lnTo>
                  <a:lnTo>
                    <a:pt x="98953" y="319731"/>
                  </a:lnTo>
                  <a:lnTo>
                    <a:pt x="103827" y="321817"/>
                  </a:lnTo>
                  <a:lnTo>
                    <a:pt x="108764" y="323748"/>
                  </a:lnTo>
                  <a:lnTo>
                    <a:pt x="113760" y="325521"/>
                  </a:lnTo>
                  <a:lnTo>
                    <a:pt x="118810" y="327134"/>
                  </a:lnTo>
                  <a:lnTo>
                    <a:pt x="123908" y="328587"/>
                  </a:lnTo>
                  <a:lnTo>
                    <a:pt x="129050" y="329877"/>
                  </a:lnTo>
                  <a:lnTo>
                    <a:pt x="134230" y="331004"/>
                  </a:lnTo>
                  <a:lnTo>
                    <a:pt x="139443" y="331965"/>
                  </a:lnTo>
                  <a:lnTo>
                    <a:pt x="144685" y="332761"/>
                  </a:lnTo>
                  <a:lnTo>
                    <a:pt x="149948" y="333391"/>
                  </a:lnTo>
                  <a:lnTo>
                    <a:pt x="155229" y="333853"/>
                  </a:lnTo>
                  <a:lnTo>
                    <a:pt x="160522" y="334147"/>
                  </a:lnTo>
                  <a:lnTo>
                    <a:pt x="165822" y="334274"/>
                  </a:lnTo>
                  <a:lnTo>
                    <a:pt x="171123" y="334232"/>
                  </a:lnTo>
                  <a:lnTo>
                    <a:pt x="176420" y="334023"/>
                  </a:lnTo>
                  <a:lnTo>
                    <a:pt x="181708" y="333645"/>
                  </a:lnTo>
                  <a:lnTo>
                    <a:pt x="186981" y="333100"/>
                  </a:lnTo>
                  <a:lnTo>
                    <a:pt x="192234" y="332388"/>
                  </a:lnTo>
                  <a:lnTo>
                    <a:pt x="197462" y="331510"/>
                  </a:lnTo>
                  <a:lnTo>
                    <a:pt x="202660" y="330467"/>
                  </a:lnTo>
                  <a:lnTo>
                    <a:pt x="207821" y="329259"/>
                  </a:lnTo>
                  <a:lnTo>
                    <a:pt x="212942" y="327888"/>
                  </a:lnTo>
                  <a:lnTo>
                    <a:pt x="218017" y="326355"/>
                  </a:lnTo>
                  <a:lnTo>
                    <a:pt x="223041" y="324663"/>
                  </a:lnTo>
                  <a:lnTo>
                    <a:pt x="228008" y="322812"/>
                  </a:lnTo>
                  <a:lnTo>
                    <a:pt x="232915" y="320804"/>
                  </a:lnTo>
                  <a:lnTo>
                    <a:pt x="237755" y="318642"/>
                  </a:lnTo>
                  <a:lnTo>
                    <a:pt x="242524" y="316327"/>
                  </a:lnTo>
                  <a:lnTo>
                    <a:pt x="247218" y="313863"/>
                  </a:lnTo>
                  <a:lnTo>
                    <a:pt x="251831" y="311250"/>
                  </a:lnTo>
                  <a:lnTo>
                    <a:pt x="256358" y="308493"/>
                  </a:lnTo>
                  <a:lnTo>
                    <a:pt x="260796" y="305594"/>
                  </a:lnTo>
                  <a:lnTo>
                    <a:pt x="265140" y="302555"/>
                  </a:lnTo>
                  <a:lnTo>
                    <a:pt x="269386" y="299380"/>
                  </a:lnTo>
                  <a:lnTo>
                    <a:pt x="273528" y="296072"/>
                  </a:lnTo>
                  <a:lnTo>
                    <a:pt x="277564" y="292635"/>
                  </a:lnTo>
                  <a:lnTo>
                    <a:pt x="281488" y="289071"/>
                  </a:lnTo>
                  <a:lnTo>
                    <a:pt x="285298" y="285385"/>
                  </a:lnTo>
                  <a:lnTo>
                    <a:pt x="288989" y="281579"/>
                  </a:lnTo>
                  <a:lnTo>
                    <a:pt x="292557" y="277659"/>
                  </a:lnTo>
                  <a:lnTo>
                    <a:pt x="295999" y="273627"/>
                  </a:lnTo>
                  <a:lnTo>
                    <a:pt x="299312" y="269488"/>
                  </a:lnTo>
                  <a:lnTo>
                    <a:pt x="302492" y="265247"/>
                  </a:lnTo>
                  <a:lnTo>
                    <a:pt x="305535" y="260906"/>
                  </a:lnTo>
                  <a:lnTo>
                    <a:pt x="308440" y="256471"/>
                  </a:lnTo>
                  <a:lnTo>
                    <a:pt x="311202" y="251947"/>
                  </a:lnTo>
                  <a:lnTo>
                    <a:pt x="313820" y="247337"/>
                  </a:lnTo>
                  <a:lnTo>
                    <a:pt x="316290" y="242646"/>
                  </a:lnTo>
                  <a:lnTo>
                    <a:pt x="318610" y="237880"/>
                  </a:lnTo>
                  <a:lnTo>
                    <a:pt x="320777" y="233042"/>
                  </a:lnTo>
                  <a:lnTo>
                    <a:pt x="322791" y="228138"/>
                  </a:lnTo>
                  <a:lnTo>
                    <a:pt x="324647" y="223172"/>
                  </a:lnTo>
                  <a:lnTo>
                    <a:pt x="326346" y="218151"/>
                  </a:lnTo>
                  <a:lnTo>
                    <a:pt x="327884" y="213078"/>
                  </a:lnTo>
                  <a:lnTo>
                    <a:pt x="329261" y="207958"/>
                  </a:lnTo>
                  <a:lnTo>
                    <a:pt x="330474" y="202798"/>
                  </a:lnTo>
                  <a:lnTo>
                    <a:pt x="331524" y="197601"/>
                  </a:lnTo>
                  <a:lnTo>
                    <a:pt x="332408" y="192375"/>
                  </a:lnTo>
                  <a:lnTo>
                    <a:pt x="333126" y="187122"/>
                  </a:lnTo>
                  <a:lnTo>
                    <a:pt x="333677" y="181850"/>
                  </a:lnTo>
                  <a:lnTo>
                    <a:pt x="334061" y="176562"/>
                  </a:lnTo>
                  <a:lnTo>
                    <a:pt x="334276" y="171266"/>
                  </a:lnTo>
                  <a:lnTo>
                    <a:pt x="334324" y="165965"/>
                  </a:lnTo>
                  <a:lnTo>
                    <a:pt x="334203" y="160665"/>
                  </a:lnTo>
                  <a:lnTo>
                    <a:pt x="333915" y="155371"/>
                  </a:lnTo>
                  <a:lnTo>
                    <a:pt x="333459" y="150090"/>
                  </a:lnTo>
                  <a:lnTo>
                    <a:pt x="332836" y="144825"/>
                  </a:lnTo>
                  <a:lnTo>
                    <a:pt x="332046" y="139583"/>
                  </a:lnTo>
                  <a:lnTo>
                    <a:pt x="331090" y="134369"/>
                  </a:lnTo>
                  <a:lnTo>
                    <a:pt x="329969" y="129188"/>
                  </a:lnTo>
                  <a:lnTo>
                    <a:pt x="328685" y="124044"/>
                  </a:lnTo>
                  <a:lnTo>
                    <a:pt x="327238" y="118944"/>
                  </a:lnTo>
                  <a:lnTo>
                    <a:pt x="325630" y="113893"/>
                  </a:lnTo>
                  <a:lnTo>
                    <a:pt x="323863" y="108895"/>
                  </a:lnTo>
                  <a:lnTo>
                    <a:pt x="321938" y="103955"/>
                  </a:lnTo>
                  <a:lnTo>
                    <a:pt x="319858" y="99079"/>
                  </a:lnTo>
                  <a:lnTo>
                    <a:pt x="317624" y="94272"/>
                  </a:lnTo>
                  <a:lnTo>
                    <a:pt x="315239" y="89538"/>
                  </a:lnTo>
                  <a:lnTo>
                    <a:pt x="312705" y="84881"/>
                  </a:lnTo>
                  <a:lnTo>
                    <a:pt x="310024" y="80308"/>
                  </a:lnTo>
                  <a:lnTo>
                    <a:pt x="307200" y="75821"/>
                  </a:lnTo>
                  <a:lnTo>
                    <a:pt x="304235" y="71427"/>
                  </a:lnTo>
                  <a:lnTo>
                    <a:pt x="301132" y="67129"/>
                  </a:lnTo>
                  <a:lnTo>
                    <a:pt x="297894" y="62931"/>
                  </a:lnTo>
                  <a:lnTo>
                    <a:pt x="294525" y="58838"/>
                  </a:lnTo>
                  <a:lnTo>
                    <a:pt x="291028" y="54854"/>
                  </a:lnTo>
                  <a:lnTo>
                    <a:pt x="287406" y="50983"/>
                  </a:lnTo>
                  <a:lnTo>
                    <a:pt x="283663" y="47229"/>
                  </a:lnTo>
                  <a:lnTo>
                    <a:pt x="279804" y="43595"/>
                  </a:lnTo>
                  <a:lnTo>
                    <a:pt x="275831" y="40085"/>
                  </a:lnTo>
                  <a:lnTo>
                    <a:pt x="271748" y="36703"/>
                  </a:lnTo>
                  <a:lnTo>
                    <a:pt x="267561" y="33453"/>
                  </a:lnTo>
                  <a:lnTo>
                    <a:pt x="263272" y="30336"/>
                  </a:lnTo>
                  <a:lnTo>
                    <a:pt x="258887" y="27358"/>
                  </a:lnTo>
                  <a:lnTo>
                    <a:pt x="254409" y="24519"/>
                  </a:lnTo>
                  <a:lnTo>
                    <a:pt x="249844" y="21825"/>
                  </a:lnTo>
                  <a:lnTo>
                    <a:pt x="245196" y="19276"/>
                  </a:lnTo>
                  <a:lnTo>
                    <a:pt x="240469" y="16876"/>
                  </a:lnTo>
                  <a:lnTo>
                    <a:pt x="235668" y="14627"/>
                  </a:lnTo>
                  <a:lnTo>
                    <a:pt x="230799" y="12531"/>
                  </a:lnTo>
                  <a:lnTo>
                    <a:pt x="225866" y="10591"/>
                  </a:lnTo>
                  <a:lnTo>
                    <a:pt x="220873" y="8809"/>
                  </a:lnTo>
                  <a:lnTo>
                    <a:pt x="215827" y="7185"/>
                  </a:lnTo>
                  <a:lnTo>
                    <a:pt x="210731" y="5722"/>
                  </a:lnTo>
                  <a:lnTo>
                    <a:pt x="205592" y="4422"/>
                  </a:lnTo>
                  <a:lnTo>
                    <a:pt x="200414" y="3285"/>
                  </a:lnTo>
                  <a:lnTo>
                    <a:pt x="195203" y="2313"/>
                  </a:lnTo>
                  <a:lnTo>
                    <a:pt x="189963" y="1507"/>
                  </a:lnTo>
                  <a:lnTo>
                    <a:pt x="184701" y="867"/>
                  </a:lnTo>
                  <a:lnTo>
                    <a:pt x="179421" y="395"/>
                  </a:lnTo>
                  <a:lnTo>
                    <a:pt x="167160" y="167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3707720"/>
              <a:ext cx="12260" cy="167167"/>
            </a:xfrm>
            <a:custGeom>
              <a:avLst/>
              <a:pathLst>
                <a:path w="12260" h="167167">
                  <a:moveTo>
                    <a:pt x="12260" y="4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76995" y="4213821"/>
              <a:ext cx="4292" cy="167167"/>
            </a:xfrm>
            <a:custGeom>
              <a:avLst/>
              <a:pathLst>
                <a:path w="4292" h="167167">
                  <a:moveTo>
                    <a:pt x="4292" y="0"/>
                  </a:moveTo>
                  <a:lnTo>
                    <a:pt x="0" y="55"/>
                  </a:lnTo>
                  <a:lnTo>
                    <a:pt x="42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14126" y="4213876"/>
              <a:ext cx="334324" cy="334274"/>
            </a:xfrm>
            <a:custGeom>
              <a:avLst/>
              <a:pathLst>
                <a:path w="334324" h="334274">
                  <a:moveTo>
                    <a:pt x="162868" y="0"/>
                  </a:moveTo>
                  <a:lnTo>
                    <a:pt x="157571" y="220"/>
                  </a:lnTo>
                  <a:lnTo>
                    <a:pt x="152284" y="608"/>
                  </a:lnTo>
                  <a:lnTo>
                    <a:pt x="147012" y="1163"/>
                  </a:lnTo>
                  <a:lnTo>
                    <a:pt x="141761" y="1885"/>
                  </a:lnTo>
                  <a:lnTo>
                    <a:pt x="136534" y="2774"/>
                  </a:lnTo>
                  <a:lnTo>
                    <a:pt x="131339" y="3827"/>
                  </a:lnTo>
                  <a:lnTo>
                    <a:pt x="126179" y="5045"/>
                  </a:lnTo>
                  <a:lnTo>
                    <a:pt x="121061" y="6426"/>
                  </a:lnTo>
                  <a:lnTo>
                    <a:pt x="115989" y="7969"/>
                  </a:lnTo>
                  <a:lnTo>
                    <a:pt x="110969" y="9671"/>
                  </a:lnTo>
                  <a:lnTo>
                    <a:pt x="106005" y="11532"/>
                  </a:lnTo>
                  <a:lnTo>
                    <a:pt x="101103" y="13550"/>
                  </a:lnTo>
                  <a:lnTo>
                    <a:pt x="96267" y="15721"/>
                  </a:lnTo>
                  <a:lnTo>
                    <a:pt x="91502" y="18045"/>
                  </a:lnTo>
                  <a:lnTo>
                    <a:pt x="86814" y="20519"/>
                  </a:lnTo>
                  <a:lnTo>
                    <a:pt x="82206" y="23141"/>
                  </a:lnTo>
                  <a:lnTo>
                    <a:pt x="77684" y="25907"/>
                  </a:lnTo>
                  <a:lnTo>
                    <a:pt x="73251" y="28815"/>
                  </a:lnTo>
                  <a:lnTo>
                    <a:pt x="68913" y="31862"/>
                  </a:lnTo>
                  <a:lnTo>
                    <a:pt x="64674" y="35045"/>
                  </a:lnTo>
                  <a:lnTo>
                    <a:pt x="60538" y="38361"/>
                  </a:lnTo>
                  <a:lnTo>
                    <a:pt x="56509" y="41807"/>
                  </a:lnTo>
                  <a:lnTo>
                    <a:pt x="52592" y="45378"/>
                  </a:lnTo>
                  <a:lnTo>
                    <a:pt x="48790" y="49072"/>
                  </a:lnTo>
                  <a:lnTo>
                    <a:pt x="45106" y="52885"/>
                  </a:lnTo>
                  <a:lnTo>
                    <a:pt x="41546" y="56813"/>
                  </a:lnTo>
                  <a:lnTo>
                    <a:pt x="38112" y="60851"/>
                  </a:lnTo>
                  <a:lnTo>
                    <a:pt x="34807" y="64996"/>
                  </a:lnTo>
                  <a:lnTo>
                    <a:pt x="31636" y="69244"/>
                  </a:lnTo>
                  <a:lnTo>
                    <a:pt x="28601" y="73591"/>
                  </a:lnTo>
                  <a:lnTo>
                    <a:pt x="25705" y="78031"/>
                  </a:lnTo>
                  <a:lnTo>
                    <a:pt x="22952" y="82561"/>
                  </a:lnTo>
                  <a:lnTo>
                    <a:pt x="20343" y="87176"/>
                  </a:lnTo>
                  <a:lnTo>
                    <a:pt x="17882" y="91872"/>
                  </a:lnTo>
                  <a:lnTo>
                    <a:pt x="15572" y="96643"/>
                  </a:lnTo>
                  <a:lnTo>
                    <a:pt x="13414" y="101485"/>
                  </a:lnTo>
                  <a:lnTo>
                    <a:pt x="11410" y="106393"/>
                  </a:lnTo>
                  <a:lnTo>
                    <a:pt x="9563" y="111362"/>
                  </a:lnTo>
                  <a:lnTo>
                    <a:pt x="7875" y="116387"/>
                  </a:lnTo>
                  <a:lnTo>
                    <a:pt x="6346" y="121463"/>
                  </a:lnTo>
                  <a:lnTo>
                    <a:pt x="4980" y="126585"/>
                  </a:lnTo>
                  <a:lnTo>
                    <a:pt x="3776" y="131748"/>
                  </a:lnTo>
                  <a:lnTo>
                    <a:pt x="2737" y="136947"/>
                  </a:lnTo>
                  <a:lnTo>
                    <a:pt x="1863" y="142175"/>
                  </a:lnTo>
                  <a:lnTo>
                    <a:pt x="1156" y="147429"/>
                  </a:lnTo>
                  <a:lnTo>
                    <a:pt x="615" y="152703"/>
                  </a:lnTo>
                  <a:lnTo>
                    <a:pt x="242" y="157991"/>
                  </a:lnTo>
                  <a:lnTo>
                    <a:pt x="37" y="163288"/>
                  </a:lnTo>
                  <a:lnTo>
                    <a:pt x="0" y="168589"/>
                  </a:lnTo>
                  <a:lnTo>
                    <a:pt x="130" y="173889"/>
                  </a:lnTo>
                  <a:lnTo>
                    <a:pt x="429" y="179181"/>
                  </a:lnTo>
                  <a:lnTo>
                    <a:pt x="896" y="184462"/>
                  </a:lnTo>
                  <a:lnTo>
                    <a:pt x="1530" y="189725"/>
                  </a:lnTo>
                  <a:lnTo>
                    <a:pt x="2330" y="194966"/>
                  </a:lnTo>
                  <a:lnTo>
                    <a:pt x="3296" y="200178"/>
                  </a:lnTo>
                  <a:lnTo>
                    <a:pt x="4427" y="205357"/>
                  </a:lnTo>
                  <a:lnTo>
                    <a:pt x="5721" y="210498"/>
                  </a:lnTo>
                  <a:lnTo>
                    <a:pt x="7178" y="215595"/>
                  </a:lnTo>
                  <a:lnTo>
                    <a:pt x="8796" y="220644"/>
                  </a:lnTo>
                  <a:lnTo>
                    <a:pt x="10573" y="225638"/>
                  </a:lnTo>
                  <a:lnTo>
                    <a:pt x="12507" y="230574"/>
                  </a:lnTo>
                  <a:lnTo>
                    <a:pt x="14597" y="235445"/>
                  </a:lnTo>
                  <a:lnTo>
                    <a:pt x="16841" y="240249"/>
                  </a:lnTo>
                  <a:lnTo>
                    <a:pt x="19235" y="244978"/>
                  </a:lnTo>
                  <a:lnTo>
                    <a:pt x="21779" y="249629"/>
                  </a:lnTo>
                  <a:lnTo>
                    <a:pt x="24468" y="254198"/>
                  </a:lnTo>
                  <a:lnTo>
                    <a:pt x="27301" y="258678"/>
                  </a:lnTo>
                  <a:lnTo>
                    <a:pt x="30275" y="263067"/>
                  </a:lnTo>
                  <a:lnTo>
                    <a:pt x="33387" y="267359"/>
                  </a:lnTo>
                  <a:lnTo>
                    <a:pt x="36632" y="271550"/>
                  </a:lnTo>
                  <a:lnTo>
                    <a:pt x="40010" y="275637"/>
                  </a:lnTo>
                  <a:lnTo>
                    <a:pt x="43515" y="279614"/>
                  </a:lnTo>
                  <a:lnTo>
                    <a:pt x="47144" y="283478"/>
                  </a:lnTo>
                  <a:lnTo>
                    <a:pt x="50894" y="287225"/>
                  </a:lnTo>
                  <a:lnTo>
                    <a:pt x="54761" y="290851"/>
                  </a:lnTo>
                  <a:lnTo>
                    <a:pt x="58741" y="294353"/>
                  </a:lnTo>
                  <a:lnTo>
                    <a:pt x="62830" y="297726"/>
                  </a:lnTo>
                  <a:lnTo>
                    <a:pt x="67024" y="300969"/>
                  </a:lnTo>
                  <a:lnTo>
                    <a:pt x="71319" y="304077"/>
                  </a:lnTo>
                  <a:lnTo>
                    <a:pt x="75710" y="307047"/>
                  </a:lnTo>
                  <a:lnTo>
                    <a:pt x="80193" y="309876"/>
                  </a:lnTo>
                  <a:lnTo>
                    <a:pt x="84764" y="312562"/>
                  </a:lnTo>
                  <a:lnTo>
                    <a:pt x="89417" y="315101"/>
                  </a:lnTo>
                  <a:lnTo>
                    <a:pt x="94148" y="317492"/>
                  </a:lnTo>
                  <a:lnTo>
                    <a:pt x="98953" y="319731"/>
                  </a:lnTo>
                  <a:lnTo>
                    <a:pt x="103827" y="321817"/>
                  </a:lnTo>
                  <a:lnTo>
                    <a:pt x="108764" y="323748"/>
                  </a:lnTo>
                  <a:lnTo>
                    <a:pt x="113760" y="325521"/>
                  </a:lnTo>
                  <a:lnTo>
                    <a:pt x="118810" y="327134"/>
                  </a:lnTo>
                  <a:lnTo>
                    <a:pt x="123908" y="328587"/>
                  </a:lnTo>
                  <a:lnTo>
                    <a:pt x="129050" y="329877"/>
                  </a:lnTo>
                  <a:lnTo>
                    <a:pt x="134230" y="331004"/>
                  </a:lnTo>
                  <a:lnTo>
                    <a:pt x="139443" y="331965"/>
                  </a:lnTo>
                  <a:lnTo>
                    <a:pt x="144685" y="332761"/>
                  </a:lnTo>
                  <a:lnTo>
                    <a:pt x="149948" y="333391"/>
                  </a:lnTo>
                  <a:lnTo>
                    <a:pt x="155229" y="333853"/>
                  </a:lnTo>
                  <a:lnTo>
                    <a:pt x="160522" y="334147"/>
                  </a:lnTo>
                  <a:lnTo>
                    <a:pt x="165822" y="334274"/>
                  </a:lnTo>
                  <a:lnTo>
                    <a:pt x="171123" y="334232"/>
                  </a:lnTo>
                  <a:lnTo>
                    <a:pt x="176420" y="334023"/>
                  </a:lnTo>
                  <a:lnTo>
                    <a:pt x="181708" y="333645"/>
                  </a:lnTo>
                  <a:lnTo>
                    <a:pt x="186981" y="333100"/>
                  </a:lnTo>
                  <a:lnTo>
                    <a:pt x="192234" y="332388"/>
                  </a:lnTo>
                  <a:lnTo>
                    <a:pt x="197462" y="331510"/>
                  </a:lnTo>
                  <a:lnTo>
                    <a:pt x="202660" y="330467"/>
                  </a:lnTo>
                  <a:lnTo>
                    <a:pt x="207821" y="329259"/>
                  </a:lnTo>
                  <a:lnTo>
                    <a:pt x="212942" y="327888"/>
                  </a:lnTo>
                  <a:lnTo>
                    <a:pt x="218017" y="326355"/>
                  </a:lnTo>
                  <a:lnTo>
                    <a:pt x="223041" y="324663"/>
                  </a:lnTo>
                  <a:lnTo>
                    <a:pt x="228008" y="322812"/>
                  </a:lnTo>
                  <a:lnTo>
                    <a:pt x="232915" y="320804"/>
                  </a:lnTo>
                  <a:lnTo>
                    <a:pt x="237755" y="318642"/>
                  </a:lnTo>
                  <a:lnTo>
                    <a:pt x="242524" y="316327"/>
                  </a:lnTo>
                  <a:lnTo>
                    <a:pt x="247218" y="313863"/>
                  </a:lnTo>
                  <a:lnTo>
                    <a:pt x="251831" y="311250"/>
                  </a:lnTo>
                  <a:lnTo>
                    <a:pt x="256358" y="308493"/>
                  </a:lnTo>
                  <a:lnTo>
                    <a:pt x="260796" y="305594"/>
                  </a:lnTo>
                  <a:lnTo>
                    <a:pt x="265140" y="302555"/>
                  </a:lnTo>
                  <a:lnTo>
                    <a:pt x="269386" y="299380"/>
                  </a:lnTo>
                  <a:lnTo>
                    <a:pt x="273528" y="296072"/>
                  </a:lnTo>
                  <a:lnTo>
                    <a:pt x="277564" y="292635"/>
                  </a:lnTo>
                  <a:lnTo>
                    <a:pt x="281488" y="289071"/>
                  </a:lnTo>
                  <a:lnTo>
                    <a:pt x="285298" y="285385"/>
                  </a:lnTo>
                  <a:lnTo>
                    <a:pt x="288989" y="281579"/>
                  </a:lnTo>
                  <a:lnTo>
                    <a:pt x="292557" y="277659"/>
                  </a:lnTo>
                  <a:lnTo>
                    <a:pt x="295999" y="273627"/>
                  </a:lnTo>
                  <a:lnTo>
                    <a:pt x="299312" y="269488"/>
                  </a:lnTo>
                  <a:lnTo>
                    <a:pt x="302492" y="265247"/>
                  </a:lnTo>
                  <a:lnTo>
                    <a:pt x="305535" y="260906"/>
                  </a:lnTo>
                  <a:lnTo>
                    <a:pt x="308440" y="256471"/>
                  </a:lnTo>
                  <a:lnTo>
                    <a:pt x="311202" y="251947"/>
                  </a:lnTo>
                  <a:lnTo>
                    <a:pt x="313820" y="247337"/>
                  </a:lnTo>
                  <a:lnTo>
                    <a:pt x="316290" y="242646"/>
                  </a:lnTo>
                  <a:lnTo>
                    <a:pt x="318610" y="237880"/>
                  </a:lnTo>
                  <a:lnTo>
                    <a:pt x="320777" y="233042"/>
                  </a:lnTo>
                  <a:lnTo>
                    <a:pt x="322791" y="228138"/>
                  </a:lnTo>
                  <a:lnTo>
                    <a:pt x="324647" y="223172"/>
                  </a:lnTo>
                  <a:lnTo>
                    <a:pt x="326346" y="218151"/>
                  </a:lnTo>
                  <a:lnTo>
                    <a:pt x="327884" y="213078"/>
                  </a:lnTo>
                  <a:lnTo>
                    <a:pt x="329261" y="207958"/>
                  </a:lnTo>
                  <a:lnTo>
                    <a:pt x="330474" y="202798"/>
                  </a:lnTo>
                  <a:lnTo>
                    <a:pt x="331524" y="197601"/>
                  </a:lnTo>
                  <a:lnTo>
                    <a:pt x="332408" y="192375"/>
                  </a:lnTo>
                  <a:lnTo>
                    <a:pt x="333126" y="187122"/>
                  </a:lnTo>
                  <a:lnTo>
                    <a:pt x="333677" y="181850"/>
                  </a:lnTo>
                  <a:lnTo>
                    <a:pt x="334061" y="176562"/>
                  </a:lnTo>
                  <a:lnTo>
                    <a:pt x="334276" y="171266"/>
                  </a:lnTo>
                  <a:lnTo>
                    <a:pt x="334324" y="165965"/>
                  </a:lnTo>
                  <a:lnTo>
                    <a:pt x="334203" y="160665"/>
                  </a:lnTo>
                  <a:lnTo>
                    <a:pt x="333915" y="155371"/>
                  </a:lnTo>
                  <a:lnTo>
                    <a:pt x="333459" y="150090"/>
                  </a:lnTo>
                  <a:lnTo>
                    <a:pt x="332836" y="144825"/>
                  </a:lnTo>
                  <a:lnTo>
                    <a:pt x="332046" y="139583"/>
                  </a:lnTo>
                  <a:lnTo>
                    <a:pt x="331090" y="134369"/>
                  </a:lnTo>
                  <a:lnTo>
                    <a:pt x="329969" y="129188"/>
                  </a:lnTo>
                  <a:lnTo>
                    <a:pt x="328685" y="124044"/>
                  </a:lnTo>
                  <a:lnTo>
                    <a:pt x="327238" y="118944"/>
                  </a:lnTo>
                  <a:lnTo>
                    <a:pt x="325630" y="113893"/>
                  </a:lnTo>
                  <a:lnTo>
                    <a:pt x="323863" y="108895"/>
                  </a:lnTo>
                  <a:lnTo>
                    <a:pt x="321938" y="103955"/>
                  </a:lnTo>
                  <a:lnTo>
                    <a:pt x="319858" y="99079"/>
                  </a:lnTo>
                  <a:lnTo>
                    <a:pt x="317624" y="94272"/>
                  </a:lnTo>
                  <a:lnTo>
                    <a:pt x="315239" y="89538"/>
                  </a:lnTo>
                  <a:lnTo>
                    <a:pt x="312705" y="84881"/>
                  </a:lnTo>
                  <a:lnTo>
                    <a:pt x="310024" y="80308"/>
                  </a:lnTo>
                  <a:lnTo>
                    <a:pt x="307200" y="75821"/>
                  </a:lnTo>
                  <a:lnTo>
                    <a:pt x="304235" y="71427"/>
                  </a:lnTo>
                  <a:lnTo>
                    <a:pt x="301132" y="67129"/>
                  </a:lnTo>
                  <a:lnTo>
                    <a:pt x="297894" y="62931"/>
                  </a:lnTo>
                  <a:lnTo>
                    <a:pt x="294525" y="58838"/>
                  </a:lnTo>
                  <a:lnTo>
                    <a:pt x="291028" y="54854"/>
                  </a:lnTo>
                  <a:lnTo>
                    <a:pt x="287406" y="50983"/>
                  </a:lnTo>
                  <a:lnTo>
                    <a:pt x="283663" y="47229"/>
                  </a:lnTo>
                  <a:lnTo>
                    <a:pt x="279804" y="43595"/>
                  </a:lnTo>
                  <a:lnTo>
                    <a:pt x="275831" y="40085"/>
                  </a:lnTo>
                  <a:lnTo>
                    <a:pt x="271748" y="36703"/>
                  </a:lnTo>
                  <a:lnTo>
                    <a:pt x="267561" y="33453"/>
                  </a:lnTo>
                  <a:lnTo>
                    <a:pt x="263272" y="30336"/>
                  </a:lnTo>
                  <a:lnTo>
                    <a:pt x="258887" y="27358"/>
                  </a:lnTo>
                  <a:lnTo>
                    <a:pt x="254409" y="24519"/>
                  </a:lnTo>
                  <a:lnTo>
                    <a:pt x="249844" y="21825"/>
                  </a:lnTo>
                  <a:lnTo>
                    <a:pt x="245196" y="19276"/>
                  </a:lnTo>
                  <a:lnTo>
                    <a:pt x="240469" y="16876"/>
                  </a:lnTo>
                  <a:lnTo>
                    <a:pt x="235668" y="14627"/>
                  </a:lnTo>
                  <a:lnTo>
                    <a:pt x="230799" y="12531"/>
                  </a:lnTo>
                  <a:lnTo>
                    <a:pt x="225866" y="10591"/>
                  </a:lnTo>
                  <a:lnTo>
                    <a:pt x="220873" y="8809"/>
                  </a:lnTo>
                  <a:lnTo>
                    <a:pt x="215827" y="7185"/>
                  </a:lnTo>
                  <a:lnTo>
                    <a:pt x="210731" y="5722"/>
                  </a:lnTo>
                  <a:lnTo>
                    <a:pt x="205592" y="4422"/>
                  </a:lnTo>
                  <a:lnTo>
                    <a:pt x="200414" y="3285"/>
                  </a:lnTo>
                  <a:lnTo>
                    <a:pt x="195203" y="2313"/>
                  </a:lnTo>
                  <a:lnTo>
                    <a:pt x="189963" y="1507"/>
                  </a:lnTo>
                  <a:lnTo>
                    <a:pt x="184701" y="867"/>
                  </a:lnTo>
                  <a:lnTo>
                    <a:pt x="179421" y="395"/>
                  </a:lnTo>
                  <a:lnTo>
                    <a:pt x="167160" y="167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81287" y="4213821"/>
              <a:ext cx="12260" cy="167167"/>
            </a:xfrm>
            <a:custGeom>
              <a:avLst/>
              <a:pathLst>
                <a:path w="12260" h="167167">
                  <a:moveTo>
                    <a:pt x="12260" y="4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5431" y="4659281"/>
              <a:ext cx="1093" cy="167167"/>
            </a:xfrm>
            <a:custGeom>
              <a:avLst/>
              <a:pathLst>
                <a:path w="1093" h="167167">
                  <a:moveTo>
                    <a:pt x="1093" y="0"/>
                  </a:moveTo>
                  <a:lnTo>
                    <a:pt x="0" y="3"/>
                  </a:lnTo>
                  <a:lnTo>
                    <a:pt x="109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431" y="4659285"/>
              <a:ext cx="1093" cy="167163"/>
            </a:xfrm>
            <a:custGeom>
              <a:avLst/>
              <a:pathLst>
                <a:path w="1093" h="167163">
                  <a:moveTo>
                    <a:pt x="0" y="0"/>
                  </a:moveTo>
                  <a:lnTo>
                    <a:pt x="1093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923490" y="4659285"/>
              <a:ext cx="163034" cy="167163"/>
            </a:xfrm>
            <a:custGeom>
              <a:avLst/>
              <a:pathLst>
                <a:path w="163034" h="167163">
                  <a:moveTo>
                    <a:pt x="161941" y="0"/>
                  </a:moveTo>
                  <a:lnTo>
                    <a:pt x="156473" y="125"/>
                  </a:lnTo>
                  <a:lnTo>
                    <a:pt x="151012" y="429"/>
                  </a:lnTo>
                  <a:lnTo>
                    <a:pt x="145564" y="911"/>
                  </a:lnTo>
                  <a:lnTo>
                    <a:pt x="140135" y="1572"/>
                  </a:lnTo>
                  <a:lnTo>
                    <a:pt x="134731" y="2409"/>
                  </a:lnTo>
                  <a:lnTo>
                    <a:pt x="129357" y="3423"/>
                  </a:lnTo>
                  <a:lnTo>
                    <a:pt x="124018" y="4613"/>
                  </a:lnTo>
                  <a:lnTo>
                    <a:pt x="118722" y="5976"/>
                  </a:lnTo>
                  <a:lnTo>
                    <a:pt x="113473" y="7512"/>
                  </a:lnTo>
                  <a:lnTo>
                    <a:pt x="108277" y="9218"/>
                  </a:lnTo>
                  <a:lnTo>
                    <a:pt x="103139" y="11094"/>
                  </a:lnTo>
                  <a:lnTo>
                    <a:pt x="98066" y="13137"/>
                  </a:lnTo>
                  <a:lnTo>
                    <a:pt x="93062" y="15345"/>
                  </a:lnTo>
                  <a:lnTo>
                    <a:pt x="88134" y="17715"/>
                  </a:lnTo>
                  <a:lnTo>
                    <a:pt x="83285" y="20245"/>
                  </a:lnTo>
                  <a:lnTo>
                    <a:pt x="78522" y="22932"/>
                  </a:lnTo>
                  <a:lnTo>
                    <a:pt x="73849" y="25774"/>
                  </a:lnTo>
                  <a:lnTo>
                    <a:pt x="69271" y="28767"/>
                  </a:lnTo>
                  <a:lnTo>
                    <a:pt x="64794" y="31908"/>
                  </a:lnTo>
                  <a:lnTo>
                    <a:pt x="60422" y="35194"/>
                  </a:lnTo>
                  <a:lnTo>
                    <a:pt x="56160" y="38622"/>
                  </a:lnTo>
                  <a:lnTo>
                    <a:pt x="52013" y="42187"/>
                  </a:lnTo>
                  <a:lnTo>
                    <a:pt x="47984" y="45885"/>
                  </a:lnTo>
                  <a:lnTo>
                    <a:pt x="44078" y="49714"/>
                  </a:lnTo>
                  <a:lnTo>
                    <a:pt x="40300" y="53668"/>
                  </a:lnTo>
                  <a:lnTo>
                    <a:pt x="36653" y="57743"/>
                  </a:lnTo>
                  <a:lnTo>
                    <a:pt x="33141" y="61936"/>
                  </a:lnTo>
                  <a:lnTo>
                    <a:pt x="29768" y="66241"/>
                  </a:lnTo>
                  <a:lnTo>
                    <a:pt x="26538" y="70655"/>
                  </a:lnTo>
                  <a:lnTo>
                    <a:pt x="23455" y="75172"/>
                  </a:lnTo>
                  <a:lnTo>
                    <a:pt x="20520" y="79787"/>
                  </a:lnTo>
                  <a:lnTo>
                    <a:pt x="17738" y="84495"/>
                  </a:lnTo>
                  <a:lnTo>
                    <a:pt x="15112" y="89293"/>
                  </a:lnTo>
                  <a:lnTo>
                    <a:pt x="12643" y="94173"/>
                  </a:lnTo>
                  <a:lnTo>
                    <a:pt x="10336" y="99132"/>
                  </a:lnTo>
                  <a:lnTo>
                    <a:pt x="8192" y="104163"/>
                  </a:lnTo>
                  <a:lnTo>
                    <a:pt x="6214" y="109262"/>
                  </a:lnTo>
                  <a:lnTo>
                    <a:pt x="4404" y="114423"/>
                  </a:lnTo>
                  <a:lnTo>
                    <a:pt x="2764" y="119640"/>
                  </a:lnTo>
                  <a:lnTo>
                    <a:pt x="1295" y="124908"/>
                  </a:lnTo>
                  <a:lnTo>
                    <a:pt x="0" y="130222"/>
                  </a:lnTo>
                  <a:lnTo>
                    <a:pt x="163034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19357" y="4659281"/>
              <a:ext cx="334324" cy="334327"/>
            </a:xfrm>
            <a:custGeom>
              <a:avLst/>
              <a:pathLst>
                <a:path w="334324" h="334327">
                  <a:moveTo>
                    <a:pt x="4132" y="130225"/>
                  </a:moveTo>
                  <a:lnTo>
                    <a:pt x="3045" y="135401"/>
                  </a:lnTo>
                  <a:lnTo>
                    <a:pt x="2123" y="140608"/>
                  </a:lnTo>
                  <a:lnTo>
                    <a:pt x="1365" y="145842"/>
                  </a:lnTo>
                  <a:lnTo>
                    <a:pt x="774" y="151097"/>
                  </a:lnTo>
                  <a:lnTo>
                    <a:pt x="349" y="156368"/>
                  </a:lnTo>
                  <a:lnTo>
                    <a:pt x="90" y="161650"/>
                  </a:lnTo>
                  <a:lnTo>
                    <a:pt x="0" y="166937"/>
                  </a:lnTo>
                  <a:lnTo>
                    <a:pt x="76" y="172225"/>
                  </a:lnTo>
                  <a:lnTo>
                    <a:pt x="319" y="177508"/>
                  </a:lnTo>
                  <a:lnTo>
                    <a:pt x="730" y="182780"/>
                  </a:lnTo>
                  <a:lnTo>
                    <a:pt x="1307" y="188037"/>
                  </a:lnTo>
                  <a:lnTo>
                    <a:pt x="2050" y="193273"/>
                  </a:lnTo>
                  <a:lnTo>
                    <a:pt x="2959" y="198482"/>
                  </a:lnTo>
                  <a:lnTo>
                    <a:pt x="4031" y="203661"/>
                  </a:lnTo>
                  <a:lnTo>
                    <a:pt x="5267" y="208803"/>
                  </a:lnTo>
                  <a:lnTo>
                    <a:pt x="6665" y="213903"/>
                  </a:lnTo>
                  <a:lnTo>
                    <a:pt x="8224" y="218956"/>
                  </a:lnTo>
                  <a:lnTo>
                    <a:pt x="9942" y="223958"/>
                  </a:lnTo>
                  <a:lnTo>
                    <a:pt x="11817" y="228902"/>
                  </a:lnTo>
                  <a:lnTo>
                    <a:pt x="13847" y="233785"/>
                  </a:lnTo>
                  <a:lnTo>
                    <a:pt x="16031" y="238602"/>
                  </a:lnTo>
                  <a:lnTo>
                    <a:pt x="18366" y="243346"/>
                  </a:lnTo>
                  <a:lnTo>
                    <a:pt x="20850" y="248015"/>
                  </a:lnTo>
                  <a:lnTo>
                    <a:pt x="23481" y="252603"/>
                  </a:lnTo>
                  <a:lnTo>
                    <a:pt x="26255" y="257105"/>
                  </a:lnTo>
                  <a:lnTo>
                    <a:pt x="29170" y="261517"/>
                  </a:lnTo>
                  <a:lnTo>
                    <a:pt x="32224" y="265835"/>
                  </a:lnTo>
                  <a:lnTo>
                    <a:pt x="35412" y="270054"/>
                  </a:lnTo>
                  <a:lnTo>
                    <a:pt x="38732" y="274170"/>
                  </a:lnTo>
                  <a:lnTo>
                    <a:pt x="42181" y="278179"/>
                  </a:lnTo>
                  <a:lnTo>
                    <a:pt x="45755" y="282076"/>
                  </a:lnTo>
                  <a:lnTo>
                    <a:pt x="49451" y="285859"/>
                  </a:lnTo>
                  <a:lnTo>
                    <a:pt x="53264" y="289523"/>
                  </a:lnTo>
                  <a:lnTo>
                    <a:pt x="57191" y="293065"/>
                  </a:lnTo>
                  <a:lnTo>
                    <a:pt x="61228" y="296480"/>
                  </a:lnTo>
                  <a:lnTo>
                    <a:pt x="65372" y="299767"/>
                  </a:lnTo>
                  <a:lnTo>
                    <a:pt x="69617" y="302920"/>
                  </a:lnTo>
                  <a:lnTo>
                    <a:pt x="73960" y="305938"/>
                  </a:lnTo>
                  <a:lnTo>
                    <a:pt x="78396" y="308817"/>
                  </a:lnTo>
                  <a:lnTo>
                    <a:pt x="82920" y="311554"/>
                  </a:lnTo>
                  <a:lnTo>
                    <a:pt x="87530" y="314146"/>
                  </a:lnTo>
                  <a:lnTo>
                    <a:pt x="92219" y="316592"/>
                  </a:lnTo>
                  <a:lnTo>
                    <a:pt x="96982" y="318887"/>
                  </a:lnTo>
                  <a:lnTo>
                    <a:pt x="101817" y="321032"/>
                  </a:lnTo>
                  <a:lnTo>
                    <a:pt x="106716" y="323022"/>
                  </a:lnTo>
                  <a:lnTo>
                    <a:pt x="111676" y="324856"/>
                  </a:lnTo>
                  <a:lnTo>
                    <a:pt x="116692" y="326532"/>
                  </a:lnTo>
                  <a:lnTo>
                    <a:pt x="121758" y="328049"/>
                  </a:lnTo>
                  <a:lnTo>
                    <a:pt x="126869" y="329405"/>
                  </a:lnTo>
                  <a:lnTo>
                    <a:pt x="132021" y="330598"/>
                  </a:lnTo>
                  <a:lnTo>
                    <a:pt x="137208" y="331628"/>
                  </a:lnTo>
                  <a:lnTo>
                    <a:pt x="142425" y="332493"/>
                  </a:lnTo>
                  <a:lnTo>
                    <a:pt x="147667" y="333193"/>
                  </a:lnTo>
                  <a:lnTo>
                    <a:pt x="152928" y="333727"/>
                  </a:lnTo>
                  <a:lnTo>
                    <a:pt x="158204" y="334094"/>
                  </a:lnTo>
                  <a:lnTo>
                    <a:pt x="163488" y="334294"/>
                  </a:lnTo>
                  <a:lnTo>
                    <a:pt x="168777" y="334327"/>
                  </a:lnTo>
                  <a:lnTo>
                    <a:pt x="174063" y="334192"/>
                  </a:lnTo>
                  <a:lnTo>
                    <a:pt x="179343" y="333890"/>
                  </a:lnTo>
                  <a:lnTo>
                    <a:pt x="184610" y="333422"/>
                  </a:lnTo>
                  <a:lnTo>
                    <a:pt x="189860" y="332787"/>
                  </a:lnTo>
                  <a:lnTo>
                    <a:pt x="195088" y="331986"/>
                  </a:lnTo>
                  <a:lnTo>
                    <a:pt x="200287" y="331021"/>
                  </a:lnTo>
                  <a:lnTo>
                    <a:pt x="205453" y="329891"/>
                  </a:lnTo>
                  <a:lnTo>
                    <a:pt x="210581" y="328598"/>
                  </a:lnTo>
                  <a:lnTo>
                    <a:pt x="215666" y="327144"/>
                  </a:lnTo>
                  <a:lnTo>
                    <a:pt x="220702" y="325530"/>
                  </a:lnTo>
                  <a:lnTo>
                    <a:pt x="225684" y="323758"/>
                  </a:lnTo>
                  <a:lnTo>
                    <a:pt x="230608" y="321828"/>
                  </a:lnTo>
                  <a:lnTo>
                    <a:pt x="235468" y="319744"/>
                  </a:lnTo>
                  <a:lnTo>
                    <a:pt x="240260" y="317508"/>
                  </a:lnTo>
                  <a:lnTo>
                    <a:pt x="244979" y="315120"/>
                  </a:lnTo>
                  <a:lnTo>
                    <a:pt x="249620" y="312585"/>
                  </a:lnTo>
                  <a:lnTo>
                    <a:pt x="254178" y="309904"/>
                  </a:lnTo>
                  <a:lnTo>
                    <a:pt x="258650" y="307081"/>
                  </a:lnTo>
                  <a:lnTo>
                    <a:pt x="263029" y="304117"/>
                  </a:lnTo>
                  <a:lnTo>
                    <a:pt x="267313" y="301016"/>
                  </a:lnTo>
                  <a:lnTo>
                    <a:pt x="271497" y="297782"/>
                  </a:lnTo>
                  <a:lnTo>
                    <a:pt x="275576" y="294416"/>
                  </a:lnTo>
                  <a:lnTo>
                    <a:pt x="279547" y="290923"/>
                  </a:lnTo>
                  <a:lnTo>
                    <a:pt x="283405" y="287307"/>
                  </a:lnTo>
                  <a:lnTo>
                    <a:pt x="287147" y="283570"/>
                  </a:lnTo>
                  <a:lnTo>
                    <a:pt x="290769" y="279717"/>
                  </a:lnTo>
                  <a:lnTo>
                    <a:pt x="294267" y="275751"/>
                  </a:lnTo>
                  <a:lnTo>
                    <a:pt x="297638" y="271676"/>
                  </a:lnTo>
                  <a:lnTo>
                    <a:pt x="300879" y="267497"/>
                  </a:lnTo>
                  <a:lnTo>
                    <a:pt x="303985" y="263217"/>
                  </a:lnTo>
                  <a:lnTo>
                    <a:pt x="306955" y="258842"/>
                  </a:lnTo>
                  <a:lnTo>
                    <a:pt x="309785" y="254374"/>
                  </a:lnTo>
                  <a:lnTo>
                    <a:pt x="312472" y="249820"/>
                  </a:lnTo>
                  <a:lnTo>
                    <a:pt x="315013" y="245182"/>
                  </a:lnTo>
                  <a:lnTo>
                    <a:pt x="317407" y="240467"/>
                  </a:lnTo>
                  <a:lnTo>
                    <a:pt x="319650" y="235678"/>
                  </a:lnTo>
                  <a:lnTo>
                    <a:pt x="321741" y="230820"/>
                  </a:lnTo>
                  <a:lnTo>
                    <a:pt x="323677" y="225899"/>
                  </a:lnTo>
                  <a:lnTo>
                    <a:pt x="325457" y="220919"/>
                  </a:lnTo>
                  <a:lnTo>
                    <a:pt x="327078" y="215885"/>
                  </a:lnTo>
                  <a:lnTo>
                    <a:pt x="328539" y="210803"/>
                  </a:lnTo>
                  <a:lnTo>
                    <a:pt x="329838" y="205677"/>
                  </a:lnTo>
                  <a:lnTo>
                    <a:pt x="330975" y="200512"/>
                  </a:lnTo>
                  <a:lnTo>
                    <a:pt x="331948" y="195314"/>
                  </a:lnTo>
                  <a:lnTo>
                    <a:pt x="332755" y="190088"/>
                  </a:lnTo>
                  <a:lnTo>
                    <a:pt x="333398" y="184839"/>
                  </a:lnTo>
                  <a:lnTo>
                    <a:pt x="333873" y="179572"/>
                  </a:lnTo>
                  <a:lnTo>
                    <a:pt x="334182" y="174293"/>
                  </a:lnTo>
                  <a:lnTo>
                    <a:pt x="334324" y="169006"/>
                  </a:lnTo>
                  <a:lnTo>
                    <a:pt x="334299" y="163718"/>
                  </a:lnTo>
                  <a:lnTo>
                    <a:pt x="334106" y="158433"/>
                  </a:lnTo>
                  <a:lnTo>
                    <a:pt x="333746" y="153157"/>
                  </a:lnTo>
                  <a:lnTo>
                    <a:pt x="333220" y="147895"/>
                  </a:lnTo>
                  <a:lnTo>
                    <a:pt x="332527" y="142652"/>
                  </a:lnTo>
                  <a:lnTo>
                    <a:pt x="331669" y="137434"/>
                  </a:lnTo>
                  <a:lnTo>
                    <a:pt x="330646" y="132246"/>
                  </a:lnTo>
                  <a:lnTo>
                    <a:pt x="329460" y="127092"/>
                  </a:lnTo>
                  <a:lnTo>
                    <a:pt x="328111" y="121979"/>
                  </a:lnTo>
                  <a:lnTo>
                    <a:pt x="326601" y="116911"/>
                  </a:lnTo>
                  <a:lnTo>
                    <a:pt x="324932" y="111893"/>
                  </a:lnTo>
                  <a:lnTo>
                    <a:pt x="323104" y="106930"/>
                  </a:lnTo>
                  <a:lnTo>
                    <a:pt x="321121" y="102028"/>
                  </a:lnTo>
                  <a:lnTo>
                    <a:pt x="318984" y="97191"/>
                  </a:lnTo>
                  <a:lnTo>
                    <a:pt x="316694" y="92424"/>
                  </a:lnTo>
                  <a:lnTo>
                    <a:pt x="314255" y="87732"/>
                  </a:lnTo>
                  <a:lnTo>
                    <a:pt x="311669" y="83119"/>
                  </a:lnTo>
                  <a:lnTo>
                    <a:pt x="308938" y="78590"/>
                  </a:lnTo>
                  <a:lnTo>
                    <a:pt x="306065" y="74150"/>
                  </a:lnTo>
                  <a:lnTo>
                    <a:pt x="303054" y="69803"/>
                  </a:lnTo>
                  <a:lnTo>
                    <a:pt x="299906" y="65554"/>
                  </a:lnTo>
                  <a:lnTo>
                    <a:pt x="296626" y="61406"/>
                  </a:lnTo>
                  <a:lnTo>
                    <a:pt x="293216" y="57364"/>
                  </a:lnTo>
                  <a:lnTo>
                    <a:pt x="289679" y="53432"/>
                  </a:lnTo>
                  <a:lnTo>
                    <a:pt x="286021" y="49614"/>
                  </a:lnTo>
                  <a:lnTo>
                    <a:pt x="282243" y="45913"/>
                  </a:lnTo>
                  <a:lnTo>
                    <a:pt x="278350" y="42334"/>
                  </a:lnTo>
                  <a:lnTo>
                    <a:pt x="274346" y="38880"/>
                  </a:lnTo>
                  <a:lnTo>
                    <a:pt x="270234" y="35554"/>
                  </a:lnTo>
                  <a:lnTo>
                    <a:pt x="266020" y="32359"/>
                  </a:lnTo>
                  <a:lnTo>
                    <a:pt x="261706" y="29300"/>
                  </a:lnTo>
                  <a:lnTo>
                    <a:pt x="257298" y="26379"/>
                  </a:lnTo>
                  <a:lnTo>
                    <a:pt x="252800" y="23598"/>
                  </a:lnTo>
                  <a:lnTo>
                    <a:pt x="248216" y="20961"/>
                  </a:lnTo>
                  <a:lnTo>
                    <a:pt x="243550" y="18471"/>
                  </a:lnTo>
                  <a:lnTo>
                    <a:pt x="238809" y="16129"/>
                  </a:lnTo>
                  <a:lnTo>
                    <a:pt x="233996" y="13939"/>
                  </a:lnTo>
                  <a:lnTo>
                    <a:pt x="229115" y="11902"/>
                  </a:lnTo>
                  <a:lnTo>
                    <a:pt x="224173" y="10020"/>
                  </a:lnTo>
                  <a:lnTo>
                    <a:pt x="219174" y="8295"/>
                  </a:lnTo>
                  <a:lnTo>
                    <a:pt x="214123" y="6730"/>
                  </a:lnTo>
                  <a:lnTo>
                    <a:pt x="209025" y="5325"/>
                  </a:lnTo>
                  <a:lnTo>
                    <a:pt x="203884" y="4082"/>
                  </a:lnTo>
                  <a:lnTo>
                    <a:pt x="198708" y="3002"/>
                  </a:lnTo>
                  <a:lnTo>
                    <a:pt x="193499" y="2086"/>
                  </a:lnTo>
                  <a:lnTo>
                    <a:pt x="188264" y="1336"/>
                  </a:lnTo>
                  <a:lnTo>
                    <a:pt x="183008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321573" y="5018213"/>
              <a:ext cx="334297" cy="334334"/>
            </a:xfrm>
            <a:custGeom>
              <a:avLst/>
              <a:pathLst>
                <a:path w="334297" h="334334">
                  <a:moveTo>
                    <a:pt x="167106" y="0"/>
                  </a:moveTo>
                  <a:lnTo>
                    <a:pt x="161804" y="85"/>
                  </a:lnTo>
                  <a:lnTo>
                    <a:pt x="156508" y="338"/>
                  </a:lnTo>
                  <a:lnTo>
                    <a:pt x="151222" y="760"/>
                  </a:lnTo>
                  <a:lnTo>
                    <a:pt x="145952" y="1349"/>
                  </a:lnTo>
                  <a:lnTo>
                    <a:pt x="140703" y="2104"/>
                  </a:lnTo>
                  <a:lnTo>
                    <a:pt x="135481" y="3026"/>
                  </a:lnTo>
                  <a:lnTo>
                    <a:pt x="130291" y="4113"/>
                  </a:lnTo>
                  <a:lnTo>
                    <a:pt x="125138" y="5364"/>
                  </a:lnTo>
                  <a:lnTo>
                    <a:pt x="120028" y="6778"/>
                  </a:lnTo>
                  <a:lnTo>
                    <a:pt x="114964" y="8353"/>
                  </a:lnTo>
                  <a:lnTo>
                    <a:pt x="109954" y="10088"/>
                  </a:lnTo>
                  <a:lnTo>
                    <a:pt x="105000" y="11981"/>
                  </a:lnTo>
                  <a:lnTo>
                    <a:pt x="100110" y="14030"/>
                  </a:lnTo>
                  <a:lnTo>
                    <a:pt x="95286" y="16233"/>
                  </a:lnTo>
                  <a:lnTo>
                    <a:pt x="90535" y="18588"/>
                  </a:lnTo>
                  <a:lnTo>
                    <a:pt x="85862" y="21093"/>
                  </a:lnTo>
                  <a:lnTo>
                    <a:pt x="81269" y="23744"/>
                  </a:lnTo>
                  <a:lnTo>
                    <a:pt x="76764" y="26540"/>
                  </a:lnTo>
                  <a:lnTo>
                    <a:pt x="72349" y="29478"/>
                  </a:lnTo>
                  <a:lnTo>
                    <a:pt x="68030" y="32554"/>
                  </a:lnTo>
                  <a:lnTo>
                    <a:pt x="63810" y="35765"/>
                  </a:lnTo>
                  <a:lnTo>
                    <a:pt x="59694" y="39109"/>
                  </a:lnTo>
                  <a:lnTo>
                    <a:pt x="55687" y="42581"/>
                  </a:lnTo>
                  <a:lnTo>
                    <a:pt x="51792" y="46179"/>
                  </a:lnTo>
                  <a:lnTo>
                    <a:pt x="48012" y="49898"/>
                  </a:lnTo>
                  <a:lnTo>
                    <a:pt x="44353" y="53736"/>
                  </a:lnTo>
                  <a:lnTo>
                    <a:pt x="40817" y="57688"/>
                  </a:lnTo>
                  <a:lnTo>
                    <a:pt x="37408" y="61749"/>
                  </a:lnTo>
                  <a:lnTo>
                    <a:pt x="34130" y="65917"/>
                  </a:lnTo>
                  <a:lnTo>
                    <a:pt x="30986" y="70187"/>
                  </a:lnTo>
                  <a:lnTo>
                    <a:pt x="27978" y="74554"/>
                  </a:lnTo>
                  <a:lnTo>
                    <a:pt x="25111" y="79015"/>
                  </a:lnTo>
                  <a:lnTo>
                    <a:pt x="22386" y="83564"/>
                  </a:lnTo>
                  <a:lnTo>
                    <a:pt x="19808" y="88198"/>
                  </a:lnTo>
                  <a:lnTo>
                    <a:pt x="17377" y="92910"/>
                  </a:lnTo>
                  <a:lnTo>
                    <a:pt x="15097" y="97698"/>
                  </a:lnTo>
                  <a:lnTo>
                    <a:pt x="12971" y="102555"/>
                  </a:lnTo>
                  <a:lnTo>
                    <a:pt x="10999" y="107478"/>
                  </a:lnTo>
                  <a:lnTo>
                    <a:pt x="9184" y="112460"/>
                  </a:lnTo>
                  <a:lnTo>
                    <a:pt x="7529" y="117498"/>
                  </a:lnTo>
                  <a:lnTo>
                    <a:pt x="6034" y="122585"/>
                  </a:lnTo>
                  <a:lnTo>
                    <a:pt x="4701" y="127718"/>
                  </a:lnTo>
                  <a:lnTo>
                    <a:pt x="3531" y="132890"/>
                  </a:lnTo>
                  <a:lnTo>
                    <a:pt x="2526" y="138097"/>
                  </a:lnTo>
                  <a:lnTo>
                    <a:pt x="1687" y="143332"/>
                  </a:lnTo>
                  <a:lnTo>
                    <a:pt x="1014" y="148592"/>
                  </a:lnTo>
                  <a:lnTo>
                    <a:pt x="509" y="153871"/>
                  </a:lnTo>
                  <a:lnTo>
                    <a:pt x="171" y="159163"/>
                  </a:lnTo>
                  <a:lnTo>
                    <a:pt x="1" y="164462"/>
                  </a:lnTo>
                  <a:lnTo>
                    <a:pt x="0" y="169765"/>
                  </a:lnTo>
                  <a:lnTo>
                    <a:pt x="166" y="175065"/>
                  </a:lnTo>
                  <a:lnTo>
                    <a:pt x="501" y="180357"/>
                  </a:lnTo>
                  <a:lnTo>
                    <a:pt x="1003" y="185636"/>
                  </a:lnTo>
                  <a:lnTo>
                    <a:pt x="1672" y="190896"/>
                  </a:lnTo>
                  <a:lnTo>
                    <a:pt x="2508" y="196133"/>
                  </a:lnTo>
                  <a:lnTo>
                    <a:pt x="3509" y="201340"/>
                  </a:lnTo>
                  <a:lnTo>
                    <a:pt x="4676" y="206513"/>
                  </a:lnTo>
                  <a:lnTo>
                    <a:pt x="6005" y="211646"/>
                  </a:lnTo>
                  <a:lnTo>
                    <a:pt x="7497" y="216734"/>
                  </a:lnTo>
                  <a:lnTo>
                    <a:pt x="9150" y="221773"/>
                  </a:lnTo>
                  <a:lnTo>
                    <a:pt x="10961" y="226757"/>
                  </a:lnTo>
                  <a:lnTo>
                    <a:pt x="12929" y="231680"/>
                  </a:lnTo>
                  <a:lnTo>
                    <a:pt x="15053" y="236539"/>
                  </a:lnTo>
                  <a:lnTo>
                    <a:pt x="17330" y="241328"/>
                  </a:lnTo>
                  <a:lnTo>
                    <a:pt x="19758" y="246043"/>
                  </a:lnTo>
                  <a:lnTo>
                    <a:pt x="22333" y="250678"/>
                  </a:lnTo>
                  <a:lnTo>
                    <a:pt x="25055" y="255229"/>
                  </a:lnTo>
                  <a:lnTo>
                    <a:pt x="27919" y="259691"/>
                  </a:lnTo>
                  <a:lnTo>
                    <a:pt x="30924" y="264060"/>
                  </a:lnTo>
                  <a:lnTo>
                    <a:pt x="34066" y="268332"/>
                  </a:lnTo>
                  <a:lnTo>
                    <a:pt x="37341" y="272502"/>
                  </a:lnTo>
                  <a:lnTo>
                    <a:pt x="40747" y="276566"/>
                  </a:lnTo>
                  <a:lnTo>
                    <a:pt x="44281" y="280520"/>
                  </a:lnTo>
                  <a:lnTo>
                    <a:pt x="47938" y="284360"/>
                  </a:lnTo>
                  <a:lnTo>
                    <a:pt x="51715" y="288082"/>
                  </a:lnTo>
                  <a:lnTo>
                    <a:pt x="55608" y="291682"/>
                  </a:lnTo>
                  <a:lnTo>
                    <a:pt x="59613" y="295157"/>
                  </a:lnTo>
                  <a:lnTo>
                    <a:pt x="63727" y="298503"/>
                  </a:lnTo>
                  <a:lnTo>
                    <a:pt x="67944" y="301717"/>
                  </a:lnTo>
                  <a:lnTo>
                    <a:pt x="72262" y="304796"/>
                  </a:lnTo>
                  <a:lnTo>
                    <a:pt x="76674" y="307736"/>
                  </a:lnTo>
                  <a:lnTo>
                    <a:pt x="81178" y="310535"/>
                  </a:lnTo>
                  <a:lnTo>
                    <a:pt x="85769" y="313189"/>
                  </a:lnTo>
                  <a:lnTo>
                    <a:pt x="90441" y="315697"/>
                  </a:lnTo>
                  <a:lnTo>
                    <a:pt x="95190" y="318055"/>
                  </a:lnTo>
                  <a:lnTo>
                    <a:pt x="100012" y="320261"/>
                  </a:lnTo>
                  <a:lnTo>
                    <a:pt x="104902" y="322314"/>
                  </a:lnTo>
                  <a:lnTo>
                    <a:pt x="109854" y="324210"/>
                  </a:lnTo>
                  <a:lnTo>
                    <a:pt x="114863" y="325948"/>
                  </a:lnTo>
                  <a:lnTo>
                    <a:pt x="119926" y="327526"/>
                  </a:lnTo>
                  <a:lnTo>
                    <a:pt x="125036" y="328943"/>
                  </a:lnTo>
                  <a:lnTo>
                    <a:pt x="130188" y="330198"/>
                  </a:lnTo>
                  <a:lnTo>
                    <a:pt x="135377" y="331288"/>
                  </a:lnTo>
                  <a:lnTo>
                    <a:pt x="140598" y="332213"/>
                  </a:lnTo>
                  <a:lnTo>
                    <a:pt x="145847" y="332972"/>
                  </a:lnTo>
                  <a:lnTo>
                    <a:pt x="151116" y="333564"/>
                  </a:lnTo>
                  <a:lnTo>
                    <a:pt x="156402" y="333989"/>
                  </a:lnTo>
                  <a:lnTo>
                    <a:pt x="161698" y="334246"/>
                  </a:lnTo>
                  <a:lnTo>
                    <a:pt x="167000" y="334334"/>
                  </a:lnTo>
                  <a:lnTo>
                    <a:pt x="172302" y="334255"/>
                  </a:lnTo>
                  <a:lnTo>
                    <a:pt x="177599" y="334007"/>
                  </a:lnTo>
                  <a:lnTo>
                    <a:pt x="182885" y="333592"/>
                  </a:lnTo>
                  <a:lnTo>
                    <a:pt x="188156" y="333009"/>
                  </a:lnTo>
                  <a:lnTo>
                    <a:pt x="193405" y="332259"/>
                  </a:lnTo>
                  <a:lnTo>
                    <a:pt x="198628" y="331343"/>
                  </a:lnTo>
                  <a:lnTo>
                    <a:pt x="203819" y="330262"/>
                  </a:lnTo>
                  <a:lnTo>
                    <a:pt x="208974" y="329017"/>
                  </a:lnTo>
                  <a:lnTo>
                    <a:pt x="214086" y="327609"/>
                  </a:lnTo>
                  <a:lnTo>
                    <a:pt x="219151" y="326040"/>
                  </a:lnTo>
                  <a:lnTo>
                    <a:pt x="224164" y="324310"/>
                  </a:lnTo>
                  <a:lnTo>
                    <a:pt x="229119" y="322423"/>
                  </a:lnTo>
                  <a:lnTo>
                    <a:pt x="234012" y="320379"/>
                  </a:lnTo>
                  <a:lnTo>
                    <a:pt x="238838" y="318181"/>
                  </a:lnTo>
                  <a:lnTo>
                    <a:pt x="243592" y="315831"/>
                  </a:lnTo>
                  <a:lnTo>
                    <a:pt x="248268" y="313332"/>
                  </a:lnTo>
                  <a:lnTo>
                    <a:pt x="252863" y="310686"/>
                  </a:lnTo>
                  <a:lnTo>
                    <a:pt x="257372" y="307895"/>
                  </a:lnTo>
                  <a:lnTo>
                    <a:pt x="261790" y="304962"/>
                  </a:lnTo>
                  <a:lnTo>
                    <a:pt x="266113" y="301891"/>
                  </a:lnTo>
                  <a:lnTo>
                    <a:pt x="270336" y="298685"/>
                  </a:lnTo>
                  <a:lnTo>
                    <a:pt x="274456" y="295346"/>
                  </a:lnTo>
                  <a:lnTo>
                    <a:pt x="278467" y="291878"/>
                  </a:lnTo>
                  <a:lnTo>
                    <a:pt x="282366" y="288284"/>
                  </a:lnTo>
                  <a:lnTo>
                    <a:pt x="286150" y="284569"/>
                  </a:lnTo>
                  <a:lnTo>
                    <a:pt x="289814" y="280735"/>
                  </a:lnTo>
                  <a:lnTo>
                    <a:pt x="293354" y="276788"/>
                  </a:lnTo>
                  <a:lnTo>
                    <a:pt x="296767" y="272730"/>
                  </a:lnTo>
                  <a:lnTo>
                    <a:pt x="300050" y="268566"/>
                  </a:lnTo>
                  <a:lnTo>
                    <a:pt x="303199" y="264299"/>
                  </a:lnTo>
                  <a:lnTo>
                    <a:pt x="306211" y="259935"/>
                  </a:lnTo>
                  <a:lnTo>
                    <a:pt x="309084" y="255478"/>
                  </a:lnTo>
                  <a:lnTo>
                    <a:pt x="311813" y="250932"/>
                  </a:lnTo>
                  <a:lnTo>
                    <a:pt x="314397" y="246301"/>
                  </a:lnTo>
                  <a:lnTo>
                    <a:pt x="316833" y="241591"/>
                  </a:lnTo>
                  <a:lnTo>
                    <a:pt x="319118" y="236806"/>
                  </a:lnTo>
                  <a:lnTo>
                    <a:pt x="321250" y="231951"/>
                  </a:lnTo>
                  <a:lnTo>
                    <a:pt x="323228" y="227031"/>
                  </a:lnTo>
                  <a:lnTo>
                    <a:pt x="325048" y="222050"/>
                  </a:lnTo>
                  <a:lnTo>
                    <a:pt x="326709" y="217015"/>
                  </a:lnTo>
                  <a:lnTo>
                    <a:pt x="328210" y="211929"/>
                  </a:lnTo>
                  <a:lnTo>
                    <a:pt x="329549" y="206798"/>
                  </a:lnTo>
                  <a:lnTo>
                    <a:pt x="330724" y="201627"/>
                  </a:lnTo>
                  <a:lnTo>
                    <a:pt x="331734" y="196422"/>
                  </a:lnTo>
                  <a:lnTo>
                    <a:pt x="332580" y="191187"/>
                  </a:lnTo>
                  <a:lnTo>
                    <a:pt x="333258" y="185928"/>
                  </a:lnTo>
                  <a:lnTo>
                    <a:pt x="333770" y="180650"/>
                  </a:lnTo>
                  <a:lnTo>
                    <a:pt x="334113" y="175358"/>
                  </a:lnTo>
                  <a:lnTo>
                    <a:pt x="334289" y="170059"/>
                  </a:lnTo>
                  <a:lnTo>
                    <a:pt x="334297" y="164756"/>
                  </a:lnTo>
                  <a:lnTo>
                    <a:pt x="334136" y="159456"/>
                  </a:lnTo>
                  <a:lnTo>
                    <a:pt x="333808" y="154163"/>
                  </a:lnTo>
                  <a:lnTo>
                    <a:pt x="333311" y="148884"/>
                  </a:lnTo>
                  <a:lnTo>
                    <a:pt x="332648" y="143623"/>
                  </a:lnTo>
                  <a:lnTo>
                    <a:pt x="331818" y="138386"/>
                  </a:lnTo>
                  <a:lnTo>
                    <a:pt x="330822" y="133177"/>
                  </a:lnTo>
                  <a:lnTo>
                    <a:pt x="329662" y="128003"/>
                  </a:lnTo>
                  <a:lnTo>
                    <a:pt x="328338" y="122868"/>
                  </a:lnTo>
                  <a:lnTo>
                    <a:pt x="326852" y="117778"/>
                  </a:lnTo>
                  <a:lnTo>
                    <a:pt x="325205" y="112738"/>
                  </a:lnTo>
                  <a:lnTo>
                    <a:pt x="323399" y="107752"/>
                  </a:lnTo>
                  <a:lnTo>
                    <a:pt x="321436" y="102826"/>
                  </a:lnTo>
                  <a:lnTo>
                    <a:pt x="319318" y="97965"/>
                  </a:lnTo>
                  <a:lnTo>
                    <a:pt x="317046" y="93174"/>
                  </a:lnTo>
                  <a:lnTo>
                    <a:pt x="314624" y="88456"/>
                  </a:lnTo>
                  <a:lnTo>
                    <a:pt x="312054" y="83819"/>
                  </a:lnTo>
                  <a:lnTo>
                    <a:pt x="309337" y="79265"/>
                  </a:lnTo>
                  <a:lnTo>
                    <a:pt x="306478" y="74799"/>
                  </a:lnTo>
                  <a:lnTo>
                    <a:pt x="303478" y="70426"/>
                  </a:lnTo>
                  <a:lnTo>
                    <a:pt x="300341" y="66151"/>
                  </a:lnTo>
                  <a:lnTo>
                    <a:pt x="297070" y="61977"/>
                  </a:lnTo>
                  <a:lnTo>
                    <a:pt x="293669" y="57910"/>
                  </a:lnTo>
                  <a:lnTo>
                    <a:pt x="290140" y="53952"/>
                  </a:lnTo>
                  <a:lnTo>
                    <a:pt x="286487" y="50108"/>
                  </a:lnTo>
                  <a:lnTo>
                    <a:pt x="282714" y="46382"/>
                  </a:lnTo>
                  <a:lnTo>
                    <a:pt x="278825" y="42777"/>
                  </a:lnTo>
                  <a:lnTo>
                    <a:pt x="274824" y="39297"/>
                  </a:lnTo>
                  <a:lnTo>
                    <a:pt x="270714" y="35947"/>
                  </a:lnTo>
                  <a:lnTo>
                    <a:pt x="266500" y="32728"/>
                  </a:lnTo>
                  <a:lnTo>
                    <a:pt x="262186" y="29644"/>
                  </a:lnTo>
                  <a:lnTo>
                    <a:pt x="257776" y="26699"/>
                  </a:lnTo>
                  <a:lnTo>
                    <a:pt x="253276" y="23895"/>
                  </a:lnTo>
                  <a:lnTo>
                    <a:pt x="248688" y="21236"/>
                  </a:lnTo>
                  <a:lnTo>
                    <a:pt x="244019" y="18723"/>
                  </a:lnTo>
                  <a:lnTo>
                    <a:pt x="239272" y="16359"/>
                  </a:lnTo>
                  <a:lnTo>
                    <a:pt x="234453" y="14148"/>
                  </a:lnTo>
                  <a:lnTo>
                    <a:pt x="229566" y="12090"/>
                  </a:lnTo>
                  <a:lnTo>
                    <a:pt x="224616" y="10188"/>
                  </a:lnTo>
                  <a:lnTo>
                    <a:pt x="219608" y="8445"/>
                  </a:lnTo>
                  <a:lnTo>
                    <a:pt x="214547" y="6861"/>
                  </a:lnTo>
                  <a:lnTo>
                    <a:pt x="209439" y="5438"/>
                  </a:lnTo>
                  <a:lnTo>
                    <a:pt x="204288" y="4178"/>
                  </a:lnTo>
                  <a:lnTo>
                    <a:pt x="199100" y="3082"/>
                  </a:lnTo>
                  <a:lnTo>
                    <a:pt x="193880" y="2151"/>
                  </a:lnTo>
                  <a:lnTo>
                    <a:pt x="188633" y="1386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21485" cy="167167"/>
            </a:xfrm>
            <a:custGeom>
              <a:avLst/>
              <a:pathLst>
                <a:path w="21485" h="167167">
                  <a:moveTo>
                    <a:pt x="21485" y="1386"/>
                  </a:moveTo>
                  <a:lnTo>
                    <a:pt x="14346" y="616"/>
                  </a:lnTo>
                  <a:lnTo>
                    <a:pt x="7179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800423" y="5269756"/>
              <a:ext cx="164078" cy="167167"/>
            </a:xfrm>
            <a:custGeom>
              <a:avLst/>
              <a:pathLst>
                <a:path w="164078" h="167167">
                  <a:moveTo>
                    <a:pt x="164078" y="0"/>
                  </a:moveTo>
                  <a:lnTo>
                    <a:pt x="158593" y="90"/>
                  </a:lnTo>
                  <a:lnTo>
                    <a:pt x="153114" y="359"/>
                  </a:lnTo>
                  <a:lnTo>
                    <a:pt x="147647" y="809"/>
                  </a:lnTo>
                  <a:lnTo>
                    <a:pt x="142198" y="1438"/>
                  </a:lnTo>
                  <a:lnTo>
                    <a:pt x="136772" y="2245"/>
                  </a:lnTo>
                  <a:lnTo>
                    <a:pt x="131376" y="3229"/>
                  </a:lnTo>
                  <a:lnTo>
                    <a:pt x="126015" y="4391"/>
                  </a:lnTo>
                  <a:lnTo>
                    <a:pt x="120695" y="5727"/>
                  </a:lnTo>
                  <a:lnTo>
                    <a:pt x="115421" y="7237"/>
                  </a:lnTo>
                  <a:lnTo>
                    <a:pt x="110200" y="8920"/>
                  </a:lnTo>
                  <a:lnTo>
                    <a:pt x="105037" y="10773"/>
                  </a:lnTo>
                  <a:lnTo>
                    <a:pt x="99938" y="12794"/>
                  </a:lnTo>
                  <a:lnTo>
                    <a:pt x="94907" y="14982"/>
                  </a:lnTo>
                  <a:lnTo>
                    <a:pt x="89951" y="17333"/>
                  </a:lnTo>
                  <a:lnTo>
                    <a:pt x="85075" y="19846"/>
                  </a:lnTo>
                  <a:lnTo>
                    <a:pt x="80284" y="22517"/>
                  </a:lnTo>
                  <a:lnTo>
                    <a:pt x="75583" y="25344"/>
                  </a:lnTo>
                  <a:lnTo>
                    <a:pt x="70978" y="28324"/>
                  </a:lnTo>
                  <a:lnTo>
                    <a:pt x="66473" y="31453"/>
                  </a:lnTo>
                  <a:lnTo>
                    <a:pt x="62072" y="34729"/>
                  </a:lnTo>
                  <a:lnTo>
                    <a:pt x="57782" y="38147"/>
                  </a:lnTo>
                  <a:lnTo>
                    <a:pt x="53606" y="41704"/>
                  </a:lnTo>
                  <a:lnTo>
                    <a:pt x="49549" y="45396"/>
                  </a:lnTo>
                  <a:lnTo>
                    <a:pt x="45616" y="49219"/>
                  </a:lnTo>
                  <a:lnTo>
                    <a:pt x="41810" y="53169"/>
                  </a:lnTo>
                  <a:lnTo>
                    <a:pt x="38135" y="57242"/>
                  </a:lnTo>
                  <a:lnTo>
                    <a:pt x="34596" y="61434"/>
                  </a:lnTo>
                  <a:lnTo>
                    <a:pt x="31197" y="65739"/>
                  </a:lnTo>
                  <a:lnTo>
                    <a:pt x="27941" y="70153"/>
                  </a:lnTo>
                  <a:lnTo>
                    <a:pt x="24831" y="74672"/>
                  </a:lnTo>
                  <a:lnTo>
                    <a:pt x="21871" y="79291"/>
                  </a:lnTo>
                  <a:lnTo>
                    <a:pt x="19065" y="84004"/>
                  </a:lnTo>
                  <a:lnTo>
                    <a:pt x="16414" y="88806"/>
                  </a:lnTo>
                  <a:lnTo>
                    <a:pt x="13923" y="93693"/>
                  </a:lnTo>
                  <a:lnTo>
                    <a:pt x="11593" y="98659"/>
                  </a:lnTo>
                  <a:lnTo>
                    <a:pt x="9427" y="103699"/>
                  </a:lnTo>
                  <a:lnTo>
                    <a:pt x="7428" y="108807"/>
                  </a:lnTo>
                  <a:lnTo>
                    <a:pt x="5598" y="113978"/>
                  </a:lnTo>
                  <a:lnTo>
                    <a:pt x="3938" y="119207"/>
                  </a:lnTo>
                  <a:lnTo>
                    <a:pt x="2451" y="124487"/>
                  </a:lnTo>
                  <a:lnTo>
                    <a:pt x="1137" y="129813"/>
                  </a:lnTo>
                  <a:lnTo>
                    <a:pt x="0" y="135179"/>
                  </a:lnTo>
                  <a:lnTo>
                    <a:pt x="16407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797334" y="5269756"/>
              <a:ext cx="334323" cy="334328"/>
            </a:xfrm>
            <a:custGeom>
              <a:avLst/>
              <a:pathLst>
                <a:path w="334323" h="334328">
                  <a:moveTo>
                    <a:pt x="3088" y="135179"/>
                  </a:moveTo>
                  <a:lnTo>
                    <a:pt x="2158" y="140386"/>
                  </a:lnTo>
                  <a:lnTo>
                    <a:pt x="1393" y="145620"/>
                  </a:lnTo>
                  <a:lnTo>
                    <a:pt x="795" y="150876"/>
                  </a:lnTo>
                  <a:lnTo>
                    <a:pt x="362" y="156148"/>
                  </a:lnTo>
                  <a:lnTo>
                    <a:pt x="97" y="161431"/>
                  </a:lnTo>
                  <a:lnTo>
                    <a:pt x="0" y="166720"/>
                  </a:lnTo>
                  <a:lnTo>
                    <a:pt x="69" y="172009"/>
                  </a:lnTo>
                  <a:lnTo>
                    <a:pt x="306" y="177294"/>
                  </a:lnTo>
                  <a:lnTo>
                    <a:pt x="710" y="182568"/>
                  </a:lnTo>
                  <a:lnTo>
                    <a:pt x="1280" y="187827"/>
                  </a:lnTo>
                  <a:lnTo>
                    <a:pt x="2017" y="193065"/>
                  </a:lnTo>
                  <a:lnTo>
                    <a:pt x="2919" y="198277"/>
                  </a:lnTo>
                  <a:lnTo>
                    <a:pt x="3986" y="203459"/>
                  </a:lnTo>
                  <a:lnTo>
                    <a:pt x="5216" y="208603"/>
                  </a:lnTo>
                  <a:lnTo>
                    <a:pt x="6608" y="213707"/>
                  </a:lnTo>
                  <a:lnTo>
                    <a:pt x="8161" y="218763"/>
                  </a:lnTo>
                  <a:lnTo>
                    <a:pt x="9873" y="223768"/>
                  </a:lnTo>
                  <a:lnTo>
                    <a:pt x="11742" y="228717"/>
                  </a:lnTo>
                  <a:lnTo>
                    <a:pt x="13768" y="233603"/>
                  </a:lnTo>
                  <a:lnTo>
                    <a:pt x="15946" y="238424"/>
                  </a:lnTo>
                  <a:lnTo>
                    <a:pt x="18277" y="243172"/>
                  </a:lnTo>
                  <a:lnTo>
                    <a:pt x="20756" y="247845"/>
                  </a:lnTo>
                  <a:lnTo>
                    <a:pt x="23382" y="252437"/>
                  </a:lnTo>
                  <a:lnTo>
                    <a:pt x="26152" y="256944"/>
                  </a:lnTo>
                  <a:lnTo>
                    <a:pt x="29063" y="261360"/>
                  </a:lnTo>
                  <a:lnTo>
                    <a:pt x="32112" y="265683"/>
                  </a:lnTo>
                  <a:lnTo>
                    <a:pt x="35297" y="269906"/>
                  </a:lnTo>
                  <a:lnTo>
                    <a:pt x="38613" y="274027"/>
                  </a:lnTo>
                  <a:lnTo>
                    <a:pt x="42059" y="278041"/>
                  </a:lnTo>
                  <a:lnTo>
                    <a:pt x="45629" y="281944"/>
                  </a:lnTo>
                  <a:lnTo>
                    <a:pt x="49322" y="285732"/>
                  </a:lnTo>
                  <a:lnTo>
                    <a:pt x="53132" y="289401"/>
                  </a:lnTo>
                  <a:lnTo>
                    <a:pt x="57057" y="292948"/>
                  </a:lnTo>
                  <a:lnTo>
                    <a:pt x="61091" y="296369"/>
                  </a:lnTo>
                  <a:lnTo>
                    <a:pt x="65232" y="299660"/>
                  </a:lnTo>
                  <a:lnTo>
                    <a:pt x="69475" y="302819"/>
                  </a:lnTo>
                  <a:lnTo>
                    <a:pt x="73816" y="305842"/>
                  </a:lnTo>
                  <a:lnTo>
                    <a:pt x="78251" y="308726"/>
                  </a:lnTo>
                  <a:lnTo>
                    <a:pt x="82774" y="311468"/>
                  </a:lnTo>
                  <a:lnTo>
                    <a:pt x="87382" y="314066"/>
                  </a:lnTo>
                  <a:lnTo>
                    <a:pt x="92070" y="316517"/>
                  </a:lnTo>
                  <a:lnTo>
                    <a:pt x="96832" y="318818"/>
                  </a:lnTo>
                  <a:lnTo>
                    <a:pt x="101666" y="320968"/>
                  </a:lnTo>
                  <a:lnTo>
                    <a:pt x="106565" y="322963"/>
                  </a:lnTo>
                  <a:lnTo>
                    <a:pt x="111524" y="324802"/>
                  </a:lnTo>
                  <a:lnTo>
                    <a:pt x="116540" y="326484"/>
                  </a:lnTo>
                  <a:lnTo>
                    <a:pt x="121606" y="328006"/>
                  </a:lnTo>
                  <a:lnTo>
                    <a:pt x="126718" y="329367"/>
                  </a:lnTo>
                  <a:lnTo>
                    <a:pt x="131870" y="330566"/>
                  </a:lnTo>
                  <a:lnTo>
                    <a:pt x="137057" y="331600"/>
                  </a:lnTo>
                  <a:lnTo>
                    <a:pt x="142275" y="332471"/>
                  </a:lnTo>
                  <a:lnTo>
                    <a:pt x="147517" y="333176"/>
                  </a:lnTo>
                  <a:lnTo>
                    <a:pt x="152780" y="333714"/>
                  </a:lnTo>
                  <a:lnTo>
                    <a:pt x="158056" y="334086"/>
                  </a:lnTo>
                  <a:lnTo>
                    <a:pt x="163342" y="334291"/>
                  </a:lnTo>
                  <a:lnTo>
                    <a:pt x="168632" y="334328"/>
                  </a:lnTo>
                  <a:lnTo>
                    <a:pt x="173920" y="334198"/>
                  </a:lnTo>
                  <a:lnTo>
                    <a:pt x="179201" y="333901"/>
                  </a:lnTo>
                  <a:lnTo>
                    <a:pt x="184471" y="333436"/>
                  </a:lnTo>
                  <a:lnTo>
                    <a:pt x="189723" y="332806"/>
                  </a:lnTo>
                  <a:lnTo>
                    <a:pt x="194952" y="332009"/>
                  </a:lnTo>
                  <a:lnTo>
                    <a:pt x="200154" y="331047"/>
                  </a:lnTo>
                  <a:lnTo>
                    <a:pt x="205322" y="329922"/>
                  </a:lnTo>
                  <a:lnTo>
                    <a:pt x="210453" y="328633"/>
                  </a:lnTo>
                  <a:lnTo>
                    <a:pt x="215540" y="327183"/>
                  </a:lnTo>
                  <a:lnTo>
                    <a:pt x="220578" y="325572"/>
                  </a:lnTo>
                  <a:lnTo>
                    <a:pt x="225563" y="323803"/>
                  </a:lnTo>
                  <a:lnTo>
                    <a:pt x="230490" y="321877"/>
                  </a:lnTo>
                  <a:lnTo>
                    <a:pt x="235353" y="319796"/>
                  </a:lnTo>
                  <a:lnTo>
                    <a:pt x="240148" y="317562"/>
                  </a:lnTo>
                  <a:lnTo>
                    <a:pt x="244870" y="315177"/>
                  </a:lnTo>
                  <a:lnTo>
                    <a:pt x="249514" y="312645"/>
                  </a:lnTo>
                  <a:lnTo>
                    <a:pt x="254076" y="309967"/>
                  </a:lnTo>
                  <a:lnTo>
                    <a:pt x="258550" y="307145"/>
                  </a:lnTo>
                  <a:lnTo>
                    <a:pt x="262933" y="304184"/>
                  </a:lnTo>
                  <a:lnTo>
                    <a:pt x="267220" y="301085"/>
                  </a:lnTo>
                  <a:lnTo>
                    <a:pt x="271407" y="297853"/>
                  </a:lnTo>
                  <a:lnTo>
                    <a:pt x="275490" y="294489"/>
                  </a:lnTo>
                  <a:lnTo>
                    <a:pt x="279464" y="290998"/>
                  </a:lnTo>
                  <a:lnTo>
                    <a:pt x="283326" y="287383"/>
                  </a:lnTo>
                  <a:lnTo>
                    <a:pt x="287071" y="283648"/>
                  </a:lnTo>
                  <a:lnTo>
                    <a:pt x="290697" y="279795"/>
                  </a:lnTo>
                  <a:lnTo>
                    <a:pt x="294198" y="275831"/>
                  </a:lnTo>
                  <a:lnTo>
                    <a:pt x="297573" y="271757"/>
                  </a:lnTo>
                  <a:lnTo>
                    <a:pt x="300817" y="267579"/>
                  </a:lnTo>
                  <a:lnTo>
                    <a:pt x="303927" y="263300"/>
                  </a:lnTo>
                  <a:lnTo>
                    <a:pt x="306900" y="258925"/>
                  </a:lnTo>
                  <a:lnTo>
                    <a:pt x="309733" y="254458"/>
                  </a:lnTo>
                  <a:lnTo>
                    <a:pt x="312424" y="249903"/>
                  </a:lnTo>
                  <a:lnTo>
                    <a:pt x="314969" y="245266"/>
                  </a:lnTo>
                  <a:lnTo>
                    <a:pt x="317366" y="240550"/>
                  </a:lnTo>
                  <a:lnTo>
                    <a:pt x="319612" y="235761"/>
                  </a:lnTo>
                  <a:lnTo>
                    <a:pt x="321706" y="230904"/>
                  </a:lnTo>
                  <a:lnTo>
                    <a:pt x="323645" y="225982"/>
                  </a:lnTo>
                  <a:lnTo>
                    <a:pt x="325428" y="221002"/>
                  </a:lnTo>
                  <a:lnTo>
                    <a:pt x="327052" y="215968"/>
                  </a:lnTo>
                  <a:lnTo>
                    <a:pt x="328516" y="210885"/>
                  </a:lnTo>
                  <a:lnTo>
                    <a:pt x="329818" y="205758"/>
                  </a:lnTo>
                  <a:lnTo>
                    <a:pt x="330958" y="200592"/>
                  </a:lnTo>
                  <a:lnTo>
                    <a:pt x="331934" y="195393"/>
                  </a:lnTo>
                  <a:lnTo>
                    <a:pt x="332744" y="190166"/>
                  </a:lnTo>
                  <a:lnTo>
                    <a:pt x="333389" y="184916"/>
                  </a:lnTo>
                  <a:lnTo>
                    <a:pt x="333867" y="179648"/>
                  </a:lnTo>
                  <a:lnTo>
                    <a:pt x="334179" y="174367"/>
                  </a:lnTo>
                  <a:lnTo>
                    <a:pt x="334323" y="169079"/>
                  </a:lnTo>
                  <a:lnTo>
                    <a:pt x="334300" y="163789"/>
                  </a:lnTo>
                  <a:lnTo>
                    <a:pt x="334109" y="158503"/>
                  </a:lnTo>
                  <a:lnTo>
                    <a:pt x="333751" y="153226"/>
                  </a:lnTo>
                  <a:lnTo>
                    <a:pt x="333227" y="147962"/>
                  </a:lnTo>
                  <a:lnTo>
                    <a:pt x="332536" y="142717"/>
                  </a:lnTo>
                  <a:lnTo>
                    <a:pt x="331680" y="137497"/>
                  </a:lnTo>
                  <a:lnTo>
                    <a:pt x="330659" y="132307"/>
                  </a:lnTo>
                  <a:lnTo>
                    <a:pt x="329474" y="127152"/>
                  </a:lnTo>
                  <a:lnTo>
                    <a:pt x="328127" y="122037"/>
                  </a:lnTo>
                  <a:lnTo>
                    <a:pt x="326618" y="116966"/>
                  </a:lnTo>
                  <a:lnTo>
                    <a:pt x="324950" y="111947"/>
                  </a:lnTo>
                  <a:lnTo>
                    <a:pt x="323124" y="106982"/>
                  </a:lnTo>
                  <a:lnTo>
                    <a:pt x="321142" y="102078"/>
                  </a:lnTo>
                  <a:lnTo>
                    <a:pt x="319005" y="97239"/>
                  </a:lnTo>
                  <a:lnTo>
                    <a:pt x="316717" y="92470"/>
                  </a:lnTo>
                  <a:lnTo>
                    <a:pt x="314278" y="87775"/>
                  </a:lnTo>
                  <a:lnTo>
                    <a:pt x="311693" y="83161"/>
                  </a:lnTo>
                  <a:lnTo>
                    <a:pt x="308962" y="78630"/>
                  </a:lnTo>
                  <a:lnTo>
                    <a:pt x="306090" y="74188"/>
                  </a:lnTo>
                  <a:lnTo>
                    <a:pt x="303079" y="69839"/>
                  </a:lnTo>
                  <a:lnTo>
                    <a:pt x="299931" y="65587"/>
                  </a:lnTo>
                  <a:lnTo>
                    <a:pt x="296651" y="61438"/>
                  </a:lnTo>
                  <a:lnTo>
                    <a:pt x="293241" y="57394"/>
                  </a:lnTo>
                  <a:lnTo>
                    <a:pt x="289705" y="53460"/>
                  </a:lnTo>
                  <a:lnTo>
                    <a:pt x="286046" y="49640"/>
                  </a:lnTo>
                  <a:lnTo>
                    <a:pt x="282268" y="45937"/>
                  </a:lnTo>
                  <a:lnTo>
                    <a:pt x="278374" y="42356"/>
                  </a:lnTo>
                  <a:lnTo>
                    <a:pt x="274370" y="38900"/>
                  </a:lnTo>
                  <a:lnTo>
                    <a:pt x="270258" y="35573"/>
                  </a:lnTo>
                  <a:lnTo>
                    <a:pt x="266043" y="32377"/>
                  </a:lnTo>
                  <a:lnTo>
                    <a:pt x="261729" y="29316"/>
                  </a:lnTo>
                  <a:lnTo>
                    <a:pt x="257320" y="26393"/>
                  </a:lnTo>
                  <a:lnTo>
                    <a:pt x="252820" y="23611"/>
                  </a:lnTo>
                  <a:lnTo>
                    <a:pt x="248236" y="20973"/>
                  </a:lnTo>
                  <a:lnTo>
                    <a:pt x="243569" y="18481"/>
                  </a:lnTo>
                  <a:lnTo>
                    <a:pt x="238827" y="16138"/>
                  </a:lnTo>
                  <a:lnTo>
                    <a:pt x="234013" y="13946"/>
                  </a:lnTo>
                  <a:lnTo>
                    <a:pt x="229131" y="11908"/>
                  </a:lnTo>
                  <a:lnTo>
                    <a:pt x="224188" y="10025"/>
                  </a:lnTo>
                  <a:lnTo>
                    <a:pt x="219188" y="8300"/>
                  </a:lnTo>
                  <a:lnTo>
                    <a:pt x="214135" y="6733"/>
                  </a:lnTo>
                  <a:lnTo>
                    <a:pt x="209035" y="5328"/>
                  </a:lnTo>
                  <a:lnTo>
                    <a:pt x="203894" y="4084"/>
                  </a:lnTo>
                  <a:lnTo>
                    <a:pt x="198716" y="3004"/>
                  </a:lnTo>
                  <a:lnTo>
                    <a:pt x="193506" y="2088"/>
                  </a:lnTo>
                  <a:lnTo>
                    <a:pt x="188270" y="1337"/>
                  </a:lnTo>
                  <a:lnTo>
                    <a:pt x="183012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2125" y="5399291"/>
              <a:ext cx="4090" cy="167167"/>
            </a:xfrm>
            <a:custGeom>
              <a:avLst/>
              <a:pathLst>
                <a:path w="4090" h="167167">
                  <a:moveTo>
                    <a:pt x="4090" y="0"/>
                  </a:moveTo>
                  <a:lnTo>
                    <a:pt x="0" y="50"/>
                  </a:lnTo>
                  <a:lnTo>
                    <a:pt x="409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2125" y="5399341"/>
              <a:ext cx="4090" cy="167117"/>
            </a:xfrm>
            <a:custGeom>
              <a:avLst/>
              <a:pathLst>
                <a:path w="4090" h="167117">
                  <a:moveTo>
                    <a:pt x="0" y="0"/>
                  </a:moveTo>
                  <a:lnTo>
                    <a:pt x="4090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125" y="5399341"/>
              <a:ext cx="4090" cy="167117"/>
            </a:xfrm>
            <a:custGeom>
              <a:avLst/>
              <a:pathLst>
                <a:path w="4090" h="167117">
                  <a:moveTo>
                    <a:pt x="0" y="0"/>
                  </a:moveTo>
                  <a:lnTo>
                    <a:pt x="4090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125" y="5399341"/>
              <a:ext cx="4090" cy="167117"/>
            </a:xfrm>
            <a:custGeom>
              <a:avLst/>
              <a:pathLst>
                <a:path w="4090" h="167117">
                  <a:moveTo>
                    <a:pt x="0" y="0"/>
                  </a:moveTo>
                  <a:lnTo>
                    <a:pt x="4090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125" y="5399341"/>
              <a:ext cx="4090" cy="167117"/>
            </a:xfrm>
            <a:custGeom>
              <a:avLst/>
              <a:pathLst>
                <a:path w="4090" h="167117">
                  <a:moveTo>
                    <a:pt x="0" y="0"/>
                  </a:moveTo>
                  <a:lnTo>
                    <a:pt x="4090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125" y="5399341"/>
              <a:ext cx="4090" cy="167117"/>
            </a:xfrm>
            <a:custGeom>
              <a:avLst/>
              <a:pathLst>
                <a:path w="4090" h="167117">
                  <a:moveTo>
                    <a:pt x="0" y="0"/>
                  </a:moveTo>
                  <a:lnTo>
                    <a:pt x="4090" y="1671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125" y="5399341"/>
              <a:ext cx="4090" cy="167117"/>
            </a:xfrm>
            <a:custGeom>
              <a:avLst/>
              <a:pathLst>
                <a:path w="4090" h="167117">
                  <a:moveTo>
                    <a:pt x="0" y="0"/>
                  </a:moveTo>
                  <a:lnTo>
                    <a:pt x="4090" y="1671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319051" y="5399341"/>
              <a:ext cx="334332" cy="334271"/>
            </a:xfrm>
            <a:custGeom>
              <a:avLst/>
              <a:pathLst>
                <a:path w="334332" h="334271">
                  <a:moveTo>
                    <a:pt x="163074" y="0"/>
                  </a:moveTo>
                  <a:lnTo>
                    <a:pt x="157783" y="213"/>
                  </a:lnTo>
                  <a:lnTo>
                    <a:pt x="152502" y="594"/>
                  </a:lnTo>
                  <a:lnTo>
                    <a:pt x="147235" y="1142"/>
                  </a:lnTo>
                  <a:lnTo>
                    <a:pt x="141989" y="1856"/>
                  </a:lnTo>
                  <a:lnTo>
                    <a:pt x="136767" y="2736"/>
                  </a:lnTo>
                  <a:lnTo>
                    <a:pt x="131576" y="3781"/>
                  </a:lnTo>
                  <a:lnTo>
                    <a:pt x="126421" y="4991"/>
                  </a:lnTo>
                  <a:lnTo>
                    <a:pt x="121307" y="6362"/>
                  </a:lnTo>
                  <a:lnTo>
                    <a:pt x="116238" y="7895"/>
                  </a:lnTo>
                  <a:lnTo>
                    <a:pt x="111221" y="9588"/>
                  </a:lnTo>
                  <a:lnTo>
                    <a:pt x="106260" y="11439"/>
                  </a:lnTo>
                  <a:lnTo>
                    <a:pt x="101360" y="13446"/>
                  </a:lnTo>
                  <a:lnTo>
                    <a:pt x="96526" y="15607"/>
                  </a:lnTo>
                  <a:lnTo>
                    <a:pt x="91763" y="17920"/>
                  </a:lnTo>
                  <a:lnTo>
                    <a:pt x="87076" y="20383"/>
                  </a:lnTo>
                  <a:lnTo>
                    <a:pt x="82469" y="22993"/>
                  </a:lnTo>
                  <a:lnTo>
                    <a:pt x="77946" y="25748"/>
                  </a:lnTo>
                  <a:lnTo>
                    <a:pt x="73514" y="28645"/>
                  </a:lnTo>
                  <a:lnTo>
                    <a:pt x="69175" y="31680"/>
                  </a:lnTo>
                  <a:lnTo>
                    <a:pt x="64935" y="34851"/>
                  </a:lnTo>
                  <a:lnTo>
                    <a:pt x="60797" y="38156"/>
                  </a:lnTo>
                  <a:lnTo>
                    <a:pt x="56766" y="41589"/>
                  </a:lnTo>
                  <a:lnTo>
                    <a:pt x="52846" y="45148"/>
                  </a:lnTo>
                  <a:lnTo>
                    <a:pt x="49040" y="48830"/>
                  </a:lnTo>
                  <a:lnTo>
                    <a:pt x="45353" y="52631"/>
                  </a:lnTo>
                  <a:lnTo>
                    <a:pt x="41788" y="56546"/>
                  </a:lnTo>
                  <a:lnTo>
                    <a:pt x="38349" y="60572"/>
                  </a:lnTo>
                  <a:lnTo>
                    <a:pt x="35040" y="64706"/>
                  </a:lnTo>
                  <a:lnTo>
                    <a:pt x="31862" y="68942"/>
                  </a:lnTo>
                  <a:lnTo>
                    <a:pt x="28821" y="73276"/>
                  </a:lnTo>
                  <a:lnTo>
                    <a:pt x="25918" y="77705"/>
                  </a:lnTo>
                  <a:lnTo>
                    <a:pt x="23157" y="82223"/>
                  </a:lnTo>
                  <a:lnTo>
                    <a:pt x="20541" y="86826"/>
                  </a:lnTo>
                  <a:lnTo>
                    <a:pt x="18071" y="91510"/>
                  </a:lnTo>
                  <a:lnTo>
                    <a:pt x="15752" y="96270"/>
                  </a:lnTo>
                  <a:lnTo>
                    <a:pt x="13584" y="101101"/>
                  </a:lnTo>
                  <a:lnTo>
                    <a:pt x="11570" y="105998"/>
                  </a:lnTo>
                  <a:lnTo>
                    <a:pt x="9712" y="110957"/>
                  </a:lnTo>
                  <a:lnTo>
                    <a:pt x="8013" y="115972"/>
                  </a:lnTo>
                  <a:lnTo>
                    <a:pt x="6473" y="121038"/>
                  </a:lnTo>
                  <a:lnTo>
                    <a:pt x="5094" y="126151"/>
                  </a:lnTo>
                  <a:lnTo>
                    <a:pt x="3878" y="131304"/>
                  </a:lnTo>
                  <a:lnTo>
                    <a:pt x="2826" y="136494"/>
                  </a:lnTo>
                  <a:lnTo>
                    <a:pt x="1938" y="141714"/>
                  </a:lnTo>
                  <a:lnTo>
                    <a:pt x="1216" y="146959"/>
                  </a:lnTo>
                  <a:lnTo>
                    <a:pt x="661" y="152225"/>
                  </a:lnTo>
                  <a:lnTo>
                    <a:pt x="273" y="157506"/>
                  </a:lnTo>
                  <a:lnTo>
                    <a:pt x="52" y="162797"/>
                  </a:lnTo>
                  <a:lnTo>
                    <a:pt x="0" y="168091"/>
                  </a:lnTo>
                  <a:lnTo>
                    <a:pt x="114" y="173385"/>
                  </a:lnTo>
                  <a:lnTo>
                    <a:pt x="397" y="178673"/>
                  </a:lnTo>
                  <a:lnTo>
                    <a:pt x="846" y="183949"/>
                  </a:lnTo>
                  <a:lnTo>
                    <a:pt x="1463" y="189208"/>
                  </a:lnTo>
                  <a:lnTo>
                    <a:pt x="2246" y="194445"/>
                  </a:lnTo>
                  <a:lnTo>
                    <a:pt x="3194" y="199654"/>
                  </a:lnTo>
                  <a:lnTo>
                    <a:pt x="4307" y="204831"/>
                  </a:lnTo>
                  <a:lnTo>
                    <a:pt x="5583" y="209970"/>
                  </a:lnTo>
                  <a:lnTo>
                    <a:pt x="7021" y="215066"/>
                  </a:lnTo>
                  <a:lnTo>
                    <a:pt x="8620" y="220114"/>
                  </a:lnTo>
                  <a:lnTo>
                    <a:pt x="10378" y="225109"/>
                  </a:lnTo>
                  <a:lnTo>
                    <a:pt x="12293" y="230045"/>
                  </a:lnTo>
                  <a:lnTo>
                    <a:pt x="14364" y="234919"/>
                  </a:lnTo>
                  <a:lnTo>
                    <a:pt x="16588" y="239724"/>
                  </a:lnTo>
                  <a:lnTo>
                    <a:pt x="18963" y="244457"/>
                  </a:lnTo>
                  <a:lnTo>
                    <a:pt x="21487" y="249112"/>
                  </a:lnTo>
                  <a:lnTo>
                    <a:pt x="24157" y="253684"/>
                  </a:lnTo>
                  <a:lnTo>
                    <a:pt x="26970" y="258170"/>
                  </a:lnTo>
                  <a:lnTo>
                    <a:pt x="29924" y="262564"/>
                  </a:lnTo>
                  <a:lnTo>
                    <a:pt x="33016" y="266863"/>
                  </a:lnTo>
                  <a:lnTo>
                    <a:pt x="36243" y="271062"/>
                  </a:lnTo>
                  <a:lnTo>
                    <a:pt x="39600" y="275156"/>
                  </a:lnTo>
                  <a:lnTo>
                    <a:pt x="43086" y="279142"/>
                  </a:lnTo>
                  <a:lnTo>
                    <a:pt x="46696" y="283016"/>
                  </a:lnTo>
                  <a:lnTo>
                    <a:pt x="50428" y="286773"/>
                  </a:lnTo>
                  <a:lnTo>
                    <a:pt x="54276" y="290410"/>
                  </a:lnTo>
                  <a:lnTo>
                    <a:pt x="58237" y="293923"/>
                  </a:lnTo>
                  <a:lnTo>
                    <a:pt x="62308" y="297310"/>
                  </a:lnTo>
                  <a:lnTo>
                    <a:pt x="66484" y="300565"/>
                  </a:lnTo>
                  <a:lnTo>
                    <a:pt x="70761" y="303687"/>
                  </a:lnTo>
                  <a:lnTo>
                    <a:pt x="75135" y="306672"/>
                  </a:lnTo>
                  <a:lnTo>
                    <a:pt x="79601" y="309516"/>
                  </a:lnTo>
                  <a:lnTo>
                    <a:pt x="84155" y="312218"/>
                  </a:lnTo>
                  <a:lnTo>
                    <a:pt x="88792" y="314774"/>
                  </a:lnTo>
                  <a:lnTo>
                    <a:pt x="93508" y="317183"/>
                  </a:lnTo>
                  <a:lnTo>
                    <a:pt x="98297" y="319440"/>
                  </a:lnTo>
                  <a:lnTo>
                    <a:pt x="103156" y="321545"/>
                  </a:lnTo>
                  <a:lnTo>
                    <a:pt x="108079" y="323494"/>
                  </a:lnTo>
                  <a:lnTo>
                    <a:pt x="113062" y="325287"/>
                  </a:lnTo>
                  <a:lnTo>
                    <a:pt x="118098" y="326921"/>
                  </a:lnTo>
                  <a:lnTo>
                    <a:pt x="123184" y="328395"/>
                  </a:lnTo>
                  <a:lnTo>
                    <a:pt x="128314" y="329707"/>
                  </a:lnTo>
                  <a:lnTo>
                    <a:pt x="133483" y="330856"/>
                  </a:lnTo>
                  <a:lnTo>
                    <a:pt x="138686" y="331841"/>
                  </a:lnTo>
                  <a:lnTo>
                    <a:pt x="143917" y="332660"/>
                  </a:lnTo>
                  <a:lnTo>
                    <a:pt x="149172" y="333313"/>
                  </a:lnTo>
                  <a:lnTo>
                    <a:pt x="154444" y="333800"/>
                  </a:lnTo>
                  <a:lnTo>
                    <a:pt x="159730" y="334119"/>
                  </a:lnTo>
                  <a:lnTo>
                    <a:pt x="165023" y="334271"/>
                  </a:lnTo>
                  <a:lnTo>
                    <a:pt x="170318" y="334255"/>
                  </a:lnTo>
                  <a:lnTo>
                    <a:pt x="175610" y="334071"/>
                  </a:lnTo>
                  <a:lnTo>
                    <a:pt x="180893" y="333720"/>
                  </a:lnTo>
                  <a:lnTo>
                    <a:pt x="186163" y="333201"/>
                  </a:lnTo>
                  <a:lnTo>
                    <a:pt x="191413" y="332516"/>
                  </a:lnTo>
                  <a:lnTo>
                    <a:pt x="196640" y="331665"/>
                  </a:lnTo>
                  <a:lnTo>
                    <a:pt x="201836" y="330649"/>
                  </a:lnTo>
                  <a:lnTo>
                    <a:pt x="206998" y="329469"/>
                  </a:lnTo>
                  <a:lnTo>
                    <a:pt x="212120" y="328126"/>
                  </a:lnTo>
                  <a:lnTo>
                    <a:pt x="217197" y="326621"/>
                  </a:lnTo>
                  <a:lnTo>
                    <a:pt x="222224" y="324957"/>
                  </a:lnTo>
                  <a:lnTo>
                    <a:pt x="227195" y="323134"/>
                  </a:lnTo>
                  <a:lnTo>
                    <a:pt x="232106" y="321154"/>
                  </a:lnTo>
                  <a:lnTo>
                    <a:pt x="236952" y="319020"/>
                  </a:lnTo>
                  <a:lnTo>
                    <a:pt x="241728" y="316734"/>
                  </a:lnTo>
                  <a:lnTo>
                    <a:pt x="246429" y="314297"/>
                  </a:lnTo>
                  <a:lnTo>
                    <a:pt x="251051" y="311713"/>
                  </a:lnTo>
                  <a:lnTo>
                    <a:pt x="255588" y="308983"/>
                  </a:lnTo>
                  <a:lnTo>
                    <a:pt x="260037" y="306112"/>
                  </a:lnTo>
                  <a:lnTo>
                    <a:pt x="264393" y="303101"/>
                  </a:lnTo>
                  <a:lnTo>
                    <a:pt x="268651" y="299953"/>
                  </a:lnTo>
                  <a:lnTo>
                    <a:pt x="272807" y="296672"/>
                  </a:lnTo>
                  <a:lnTo>
                    <a:pt x="276857" y="293261"/>
                  </a:lnTo>
                  <a:lnTo>
                    <a:pt x="280797" y="289724"/>
                  </a:lnTo>
                  <a:lnTo>
                    <a:pt x="284623" y="286063"/>
                  </a:lnTo>
                  <a:lnTo>
                    <a:pt x="288332" y="282284"/>
                  </a:lnTo>
                  <a:lnTo>
                    <a:pt x="291918" y="278388"/>
                  </a:lnTo>
                  <a:lnTo>
                    <a:pt x="295380" y="274381"/>
                  </a:lnTo>
                  <a:lnTo>
                    <a:pt x="298713" y="270267"/>
                  </a:lnTo>
                  <a:lnTo>
                    <a:pt x="301914" y="266049"/>
                  </a:lnTo>
                  <a:lnTo>
                    <a:pt x="304979" y="261731"/>
                  </a:lnTo>
                  <a:lnTo>
                    <a:pt x="307907" y="257319"/>
                  </a:lnTo>
                  <a:lnTo>
                    <a:pt x="310693" y="252816"/>
                  </a:lnTo>
                  <a:lnTo>
                    <a:pt x="313335" y="248228"/>
                  </a:lnTo>
                  <a:lnTo>
                    <a:pt x="315831" y="243557"/>
                  </a:lnTo>
                  <a:lnTo>
                    <a:pt x="318177" y="238811"/>
                  </a:lnTo>
                  <a:lnTo>
                    <a:pt x="320372" y="233992"/>
                  </a:lnTo>
                  <a:lnTo>
                    <a:pt x="322413" y="229106"/>
                  </a:lnTo>
                  <a:lnTo>
                    <a:pt x="324299" y="224158"/>
                  </a:lnTo>
                  <a:lnTo>
                    <a:pt x="326026" y="219153"/>
                  </a:lnTo>
                  <a:lnTo>
                    <a:pt x="327595" y="214095"/>
                  </a:lnTo>
                  <a:lnTo>
                    <a:pt x="329002" y="208990"/>
                  </a:lnTo>
                  <a:lnTo>
                    <a:pt x="330247" y="203844"/>
                  </a:lnTo>
                  <a:lnTo>
                    <a:pt x="331329" y="198660"/>
                  </a:lnTo>
                  <a:lnTo>
                    <a:pt x="332245" y="193445"/>
                  </a:lnTo>
                  <a:lnTo>
                    <a:pt x="332996" y="188204"/>
                  </a:lnTo>
                  <a:lnTo>
                    <a:pt x="333581" y="182941"/>
                  </a:lnTo>
                  <a:lnTo>
                    <a:pt x="333999" y="177662"/>
                  </a:lnTo>
                  <a:lnTo>
                    <a:pt x="334249" y="172373"/>
                  </a:lnTo>
                  <a:lnTo>
                    <a:pt x="334332" y="167079"/>
                  </a:lnTo>
                  <a:lnTo>
                    <a:pt x="334246" y="161784"/>
                  </a:lnTo>
                  <a:lnTo>
                    <a:pt x="333994" y="156495"/>
                  </a:lnTo>
                  <a:lnTo>
                    <a:pt x="333574" y="151217"/>
                  </a:lnTo>
                  <a:lnTo>
                    <a:pt x="332987" y="145954"/>
                  </a:lnTo>
                  <a:lnTo>
                    <a:pt x="332233" y="140713"/>
                  </a:lnTo>
                  <a:lnTo>
                    <a:pt x="331314" y="135499"/>
                  </a:lnTo>
                  <a:lnTo>
                    <a:pt x="330230" y="130316"/>
                  </a:lnTo>
                  <a:lnTo>
                    <a:pt x="328983" y="125169"/>
                  </a:lnTo>
                  <a:lnTo>
                    <a:pt x="327573" y="120065"/>
                  </a:lnTo>
                  <a:lnTo>
                    <a:pt x="326003" y="115009"/>
                  </a:lnTo>
                  <a:lnTo>
                    <a:pt x="324273" y="110004"/>
                  </a:lnTo>
                  <a:lnTo>
                    <a:pt x="322385" y="105057"/>
                  </a:lnTo>
                  <a:lnTo>
                    <a:pt x="320342" y="100172"/>
                  </a:lnTo>
                  <a:lnTo>
                    <a:pt x="318145" y="95354"/>
                  </a:lnTo>
                  <a:lnTo>
                    <a:pt x="315796" y="90609"/>
                  </a:lnTo>
                  <a:lnTo>
                    <a:pt x="313298" y="85940"/>
                  </a:lnTo>
                  <a:lnTo>
                    <a:pt x="310654" y="81352"/>
                  </a:lnTo>
                  <a:lnTo>
                    <a:pt x="307866" y="76851"/>
                  </a:lnTo>
                  <a:lnTo>
                    <a:pt x="304936" y="72440"/>
                  </a:lnTo>
                  <a:lnTo>
                    <a:pt x="301869" y="68124"/>
                  </a:lnTo>
                  <a:lnTo>
                    <a:pt x="298666" y="63907"/>
                  </a:lnTo>
                  <a:lnTo>
                    <a:pt x="295331" y="59794"/>
                  </a:lnTo>
                  <a:lnTo>
                    <a:pt x="291868" y="55789"/>
                  </a:lnTo>
                  <a:lnTo>
                    <a:pt x="288279" y="51895"/>
                  </a:lnTo>
                  <a:lnTo>
                    <a:pt x="284569" y="48117"/>
                  </a:lnTo>
                  <a:lnTo>
                    <a:pt x="280741" y="44458"/>
                  </a:lnTo>
                  <a:lnTo>
                    <a:pt x="276800" y="40923"/>
                  </a:lnTo>
                  <a:lnTo>
                    <a:pt x="272748" y="37514"/>
                  </a:lnTo>
                  <a:lnTo>
                    <a:pt x="268590" y="34235"/>
                  </a:lnTo>
                  <a:lnTo>
                    <a:pt x="264331" y="31089"/>
                  </a:lnTo>
                  <a:lnTo>
                    <a:pt x="259974" y="28080"/>
                  </a:lnTo>
                  <a:lnTo>
                    <a:pt x="255524" y="25210"/>
                  </a:lnTo>
                  <a:lnTo>
                    <a:pt x="250985" y="22483"/>
                  </a:lnTo>
                  <a:lnTo>
                    <a:pt x="246362" y="19901"/>
                  </a:lnTo>
                  <a:lnTo>
                    <a:pt x="241660" y="17466"/>
                  </a:lnTo>
                  <a:lnTo>
                    <a:pt x="236883" y="15182"/>
                  </a:lnTo>
                  <a:lnTo>
                    <a:pt x="232036" y="13050"/>
                  </a:lnTo>
                  <a:lnTo>
                    <a:pt x="227124" y="11073"/>
                  </a:lnTo>
                  <a:lnTo>
                    <a:pt x="222152" y="9252"/>
                  </a:lnTo>
                  <a:lnTo>
                    <a:pt x="217124" y="7590"/>
                  </a:lnTo>
                  <a:lnTo>
                    <a:pt x="212047" y="6087"/>
                  </a:lnTo>
                  <a:lnTo>
                    <a:pt x="206924" y="4747"/>
                  </a:lnTo>
                  <a:lnTo>
                    <a:pt x="201762" y="3569"/>
                  </a:lnTo>
                  <a:lnTo>
                    <a:pt x="196565" y="2555"/>
                  </a:lnTo>
                  <a:lnTo>
                    <a:pt x="191338" y="1707"/>
                  </a:lnTo>
                  <a:lnTo>
                    <a:pt x="167164" y="1671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24173" cy="167167"/>
            </a:xfrm>
            <a:custGeom>
              <a:avLst/>
              <a:pathLst>
                <a:path w="24173" h="167167">
                  <a:moveTo>
                    <a:pt x="24173" y="1757"/>
                  </a:moveTo>
                  <a:lnTo>
                    <a:pt x="16147" y="781"/>
                  </a:lnTo>
                  <a:lnTo>
                    <a:pt x="8083" y="1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973497" y="5399291"/>
              <a:ext cx="50046" cy="167167"/>
            </a:xfrm>
            <a:custGeom>
              <a:avLst/>
              <a:pathLst>
                <a:path w="50046" h="167167">
                  <a:moveTo>
                    <a:pt x="50046" y="0"/>
                  </a:moveTo>
                  <a:lnTo>
                    <a:pt x="43695" y="120"/>
                  </a:lnTo>
                  <a:lnTo>
                    <a:pt x="37352" y="482"/>
                  </a:lnTo>
                  <a:lnTo>
                    <a:pt x="31028" y="1085"/>
                  </a:lnTo>
                  <a:lnTo>
                    <a:pt x="24731" y="1927"/>
                  </a:lnTo>
                  <a:lnTo>
                    <a:pt x="18471" y="3009"/>
                  </a:lnTo>
                  <a:lnTo>
                    <a:pt x="12256" y="4327"/>
                  </a:lnTo>
                  <a:lnTo>
                    <a:pt x="6096" y="5880"/>
                  </a:lnTo>
                  <a:lnTo>
                    <a:pt x="0" y="7667"/>
                  </a:lnTo>
                  <a:lnTo>
                    <a:pt x="500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3497" y="5406959"/>
              <a:ext cx="50046" cy="159500"/>
            </a:xfrm>
            <a:custGeom>
              <a:avLst/>
              <a:pathLst>
                <a:path w="50046" h="159500">
                  <a:moveTo>
                    <a:pt x="0" y="0"/>
                  </a:moveTo>
                  <a:lnTo>
                    <a:pt x="50046" y="159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3497" y="5406959"/>
              <a:ext cx="50046" cy="159500"/>
            </a:xfrm>
            <a:custGeom>
              <a:avLst/>
              <a:pathLst>
                <a:path w="50046" h="159500">
                  <a:moveTo>
                    <a:pt x="0" y="0"/>
                  </a:moveTo>
                  <a:lnTo>
                    <a:pt x="50046" y="159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3497" y="5406959"/>
              <a:ext cx="50046" cy="159500"/>
            </a:xfrm>
            <a:custGeom>
              <a:avLst/>
              <a:pathLst>
                <a:path w="50046" h="159500">
                  <a:moveTo>
                    <a:pt x="0" y="0"/>
                  </a:moveTo>
                  <a:lnTo>
                    <a:pt x="50046" y="159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3497" y="5406959"/>
              <a:ext cx="50046" cy="159500"/>
            </a:xfrm>
            <a:custGeom>
              <a:avLst/>
              <a:pathLst>
                <a:path w="50046" h="159500">
                  <a:moveTo>
                    <a:pt x="0" y="0"/>
                  </a:moveTo>
                  <a:lnTo>
                    <a:pt x="50046" y="1595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3497" y="5406959"/>
              <a:ext cx="50046" cy="159500"/>
            </a:xfrm>
            <a:custGeom>
              <a:avLst/>
              <a:pathLst>
                <a:path w="50046" h="159500">
                  <a:moveTo>
                    <a:pt x="0" y="0"/>
                  </a:moveTo>
                  <a:lnTo>
                    <a:pt x="50046" y="1595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856397" y="5406959"/>
              <a:ext cx="180759" cy="326649"/>
            </a:xfrm>
            <a:custGeom>
              <a:avLst/>
              <a:pathLst>
                <a:path w="180759" h="326649">
                  <a:moveTo>
                    <a:pt x="117099" y="0"/>
                  </a:moveTo>
                  <a:lnTo>
                    <a:pt x="112010" y="1687"/>
                  </a:lnTo>
                  <a:lnTo>
                    <a:pt x="106977" y="3536"/>
                  </a:lnTo>
                  <a:lnTo>
                    <a:pt x="102005" y="5546"/>
                  </a:lnTo>
                  <a:lnTo>
                    <a:pt x="97101" y="7715"/>
                  </a:lnTo>
                  <a:lnTo>
                    <a:pt x="92269" y="10039"/>
                  </a:lnTo>
                  <a:lnTo>
                    <a:pt x="87514" y="12518"/>
                  </a:lnTo>
                  <a:lnTo>
                    <a:pt x="82841" y="15147"/>
                  </a:lnTo>
                  <a:lnTo>
                    <a:pt x="78255" y="17925"/>
                  </a:lnTo>
                  <a:lnTo>
                    <a:pt x="73760" y="20849"/>
                  </a:lnTo>
                  <a:lnTo>
                    <a:pt x="69361" y="23915"/>
                  </a:lnTo>
                  <a:lnTo>
                    <a:pt x="65063" y="27121"/>
                  </a:lnTo>
                  <a:lnTo>
                    <a:pt x="60870" y="30464"/>
                  </a:lnTo>
                  <a:lnTo>
                    <a:pt x="56786" y="33938"/>
                  </a:lnTo>
                  <a:lnTo>
                    <a:pt x="52816" y="37543"/>
                  </a:lnTo>
                  <a:lnTo>
                    <a:pt x="48963" y="41272"/>
                  </a:lnTo>
                  <a:lnTo>
                    <a:pt x="45232" y="45123"/>
                  </a:lnTo>
                  <a:lnTo>
                    <a:pt x="41627" y="49092"/>
                  </a:lnTo>
                  <a:lnTo>
                    <a:pt x="38150" y="53175"/>
                  </a:lnTo>
                  <a:lnTo>
                    <a:pt x="34807" y="57367"/>
                  </a:lnTo>
                  <a:lnTo>
                    <a:pt x="31599" y="61664"/>
                  </a:lnTo>
                  <a:lnTo>
                    <a:pt x="28531" y="66061"/>
                  </a:lnTo>
                  <a:lnTo>
                    <a:pt x="25605" y="70555"/>
                  </a:lnTo>
                  <a:lnTo>
                    <a:pt x="22826" y="75140"/>
                  </a:lnTo>
                  <a:lnTo>
                    <a:pt x="20194" y="79812"/>
                  </a:lnTo>
                  <a:lnTo>
                    <a:pt x="17714" y="84566"/>
                  </a:lnTo>
                  <a:lnTo>
                    <a:pt x="15388" y="89398"/>
                  </a:lnTo>
                  <a:lnTo>
                    <a:pt x="13217" y="94301"/>
                  </a:lnTo>
                  <a:lnTo>
                    <a:pt x="11206" y="99271"/>
                  </a:lnTo>
                  <a:lnTo>
                    <a:pt x="9354" y="104304"/>
                  </a:lnTo>
                  <a:lnTo>
                    <a:pt x="7665" y="109393"/>
                  </a:lnTo>
                  <a:lnTo>
                    <a:pt x="6140" y="114533"/>
                  </a:lnTo>
                  <a:lnTo>
                    <a:pt x="4781" y="119720"/>
                  </a:lnTo>
                  <a:lnTo>
                    <a:pt x="3588" y="124948"/>
                  </a:lnTo>
                  <a:lnTo>
                    <a:pt x="2564" y="130212"/>
                  </a:lnTo>
                  <a:lnTo>
                    <a:pt x="1710" y="135505"/>
                  </a:lnTo>
                  <a:lnTo>
                    <a:pt x="1025" y="140823"/>
                  </a:lnTo>
                  <a:lnTo>
                    <a:pt x="512" y="146161"/>
                  </a:lnTo>
                  <a:lnTo>
                    <a:pt x="170" y="151512"/>
                  </a:lnTo>
                  <a:lnTo>
                    <a:pt x="0" y="156872"/>
                  </a:lnTo>
                  <a:lnTo>
                    <a:pt x="1" y="162234"/>
                  </a:lnTo>
                  <a:lnTo>
                    <a:pt x="175" y="167593"/>
                  </a:lnTo>
                  <a:lnTo>
                    <a:pt x="520" y="172944"/>
                  </a:lnTo>
                  <a:lnTo>
                    <a:pt x="1037" y="178281"/>
                  </a:lnTo>
                  <a:lnTo>
                    <a:pt x="1725" y="183599"/>
                  </a:lnTo>
                  <a:lnTo>
                    <a:pt x="2583" y="188892"/>
                  </a:lnTo>
                  <a:lnTo>
                    <a:pt x="3610" y="194155"/>
                  </a:lnTo>
                  <a:lnTo>
                    <a:pt x="4806" y="199382"/>
                  </a:lnTo>
                  <a:lnTo>
                    <a:pt x="6169" y="204568"/>
                  </a:lnTo>
                  <a:lnTo>
                    <a:pt x="7697" y="209708"/>
                  </a:lnTo>
                  <a:lnTo>
                    <a:pt x="9389" y="214796"/>
                  </a:lnTo>
                  <a:lnTo>
                    <a:pt x="11244" y="219827"/>
                  </a:lnTo>
                  <a:lnTo>
                    <a:pt x="13259" y="224796"/>
                  </a:lnTo>
                  <a:lnTo>
                    <a:pt x="15432" y="229698"/>
                  </a:lnTo>
                  <a:lnTo>
                    <a:pt x="17762" y="234528"/>
                  </a:lnTo>
                  <a:lnTo>
                    <a:pt x="20245" y="239280"/>
                  </a:lnTo>
                  <a:lnTo>
                    <a:pt x="22879" y="243950"/>
                  </a:lnTo>
                  <a:lnTo>
                    <a:pt x="25662" y="248534"/>
                  </a:lnTo>
                  <a:lnTo>
                    <a:pt x="28590" y="253026"/>
                  </a:lnTo>
                  <a:lnTo>
                    <a:pt x="31661" y="257422"/>
                  </a:lnTo>
                  <a:lnTo>
                    <a:pt x="34871" y="261717"/>
                  </a:lnTo>
                  <a:lnTo>
                    <a:pt x="38218" y="265906"/>
                  </a:lnTo>
                  <a:lnTo>
                    <a:pt x="41697" y="269987"/>
                  </a:lnTo>
                  <a:lnTo>
                    <a:pt x="45305" y="273953"/>
                  </a:lnTo>
                  <a:lnTo>
                    <a:pt x="49038" y="277802"/>
                  </a:lnTo>
                  <a:lnTo>
                    <a:pt x="52893" y="281529"/>
                  </a:lnTo>
                  <a:lnTo>
                    <a:pt x="56866" y="285131"/>
                  </a:lnTo>
                  <a:lnTo>
                    <a:pt x="60952" y="288603"/>
                  </a:lnTo>
                  <a:lnTo>
                    <a:pt x="65147" y="291942"/>
                  </a:lnTo>
                  <a:lnTo>
                    <a:pt x="69447" y="295146"/>
                  </a:lnTo>
                  <a:lnTo>
                    <a:pt x="73848" y="298209"/>
                  </a:lnTo>
                  <a:lnTo>
                    <a:pt x="78345" y="301130"/>
                  </a:lnTo>
                  <a:lnTo>
                    <a:pt x="82933" y="303905"/>
                  </a:lnTo>
                  <a:lnTo>
                    <a:pt x="87608" y="306532"/>
                  </a:lnTo>
                  <a:lnTo>
                    <a:pt x="92364" y="309007"/>
                  </a:lnTo>
                  <a:lnTo>
                    <a:pt x="97198" y="311329"/>
                  </a:lnTo>
                  <a:lnTo>
                    <a:pt x="102103" y="313494"/>
                  </a:lnTo>
                  <a:lnTo>
                    <a:pt x="107076" y="315501"/>
                  </a:lnTo>
                  <a:lnTo>
                    <a:pt x="112110" y="317347"/>
                  </a:lnTo>
                  <a:lnTo>
                    <a:pt x="117201" y="319031"/>
                  </a:lnTo>
                  <a:lnTo>
                    <a:pt x="122343" y="320551"/>
                  </a:lnTo>
                  <a:lnTo>
                    <a:pt x="127531" y="321905"/>
                  </a:lnTo>
                  <a:lnTo>
                    <a:pt x="132760" y="323092"/>
                  </a:lnTo>
                  <a:lnTo>
                    <a:pt x="138025" y="324111"/>
                  </a:lnTo>
                  <a:lnTo>
                    <a:pt x="143319" y="324960"/>
                  </a:lnTo>
                  <a:lnTo>
                    <a:pt x="148638" y="325639"/>
                  </a:lnTo>
                  <a:lnTo>
                    <a:pt x="153976" y="326147"/>
                  </a:lnTo>
                  <a:lnTo>
                    <a:pt x="159328" y="326484"/>
                  </a:lnTo>
                  <a:lnTo>
                    <a:pt x="164687" y="326649"/>
                  </a:lnTo>
                  <a:lnTo>
                    <a:pt x="170049" y="326642"/>
                  </a:lnTo>
                  <a:lnTo>
                    <a:pt x="175409" y="326463"/>
                  </a:lnTo>
                  <a:lnTo>
                    <a:pt x="180759" y="326112"/>
                  </a:lnTo>
                  <a:lnTo>
                    <a:pt x="167146" y="1595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167160" cy="333779"/>
            </a:xfrm>
            <a:custGeom>
              <a:avLst/>
              <a:pathLst>
                <a:path w="167160" h="333779">
                  <a:moveTo>
                    <a:pt x="13612" y="333779"/>
                  </a:moveTo>
                  <a:lnTo>
                    <a:pt x="18915" y="333261"/>
                  </a:lnTo>
                  <a:lnTo>
                    <a:pt x="24199" y="332573"/>
                  </a:lnTo>
                  <a:lnTo>
                    <a:pt x="29459" y="331718"/>
                  </a:lnTo>
                  <a:lnTo>
                    <a:pt x="34688" y="330696"/>
                  </a:lnTo>
                  <a:lnTo>
                    <a:pt x="39882" y="329507"/>
                  </a:lnTo>
                  <a:lnTo>
                    <a:pt x="45036" y="328154"/>
                  </a:lnTo>
                  <a:lnTo>
                    <a:pt x="50143" y="326637"/>
                  </a:lnTo>
                  <a:lnTo>
                    <a:pt x="55200" y="324957"/>
                  </a:lnTo>
                  <a:lnTo>
                    <a:pt x="60201" y="323118"/>
                  </a:lnTo>
                  <a:lnTo>
                    <a:pt x="65141" y="321120"/>
                  </a:lnTo>
                  <a:lnTo>
                    <a:pt x="70014" y="318966"/>
                  </a:lnTo>
                  <a:lnTo>
                    <a:pt x="74816" y="316657"/>
                  </a:lnTo>
                  <a:lnTo>
                    <a:pt x="79543" y="314197"/>
                  </a:lnTo>
                  <a:lnTo>
                    <a:pt x="84188" y="311587"/>
                  </a:lnTo>
                  <a:lnTo>
                    <a:pt x="88748" y="308831"/>
                  </a:lnTo>
                  <a:lnTo>
                    <a:pt x="93218" y="305930"/>
                  </a:lnTo>
                  <a:lnTo>
                    <a:pt x="97593" y="302889"/>
                  </a:lnTo>
                  <a:lnTo>
                    <a:pt x="101869" y="299710"/>
                  </a:lnTo>
                  <a:lnTo>
                    <a:pt x="106041" y="296396"/>
                  </a:lnTo>
                  <a:lnTo>
                    <a:pt x="110106" y="292950"/>
                  </a:lnTo>
                  <a:lnTo>
                    <a:pt x="114059" y="289377"/>
                  </a:lnTo>
                  <a:lnTo>
                    <a:pt x="117896" y="285680"/>
                  </a:lnTo>
                  <a:lnTo>
                    <a:pt x="121613" y="281863"/>
                  </a:lnTo>
                  <a:lnTo>
                    <a:pt x="125207" y="277928"/>
                  </a:lnTo>
                  <a:lnTo>
                    <a:pt x="128673" y="273882"/>
                  </a:lnTo>
                  <a:lnTo>
                    <a:pt x="132009" y="269727"/>
                  </a:lnTo>
                  <a:lnTo>
                    <a:pt x="135210" y="265467"/>
                  </a:lnTo>
                  <a:lnTo>
                    <a:pt x="138274" y="261108"/>
                  </a:lnTo>
                  <a:lnTo>
                    <a:pt x="141198" y="256654"/>
                  </a:lnTo>
                  <a:lnTo>
                    <a:pt x="143978" y="252108"/>
                  </a:lnTo>
                  <a:lnTo>
                    <a:pt x="146612" y="247476"/>
                  </a:lnTo>
                  <a:lnTo>
                    <a:pt x="149097" y="242763"/>
                  </a:lnTo>
                  <a:lnTo>
                    <a:pt x="151431" y="237973"/>
                  </a:lnTo>
                  <a:lnTo>
                    <a:pt x="153611" y="233111"/>
                  </a:lnTo>
                  <a:lnTo>
                    <a:pt x="155634" y="228182"/>
                  </a:lnTo>
                  <a:lnTo>
                    <a:pt x="157500" y="223190"/>
                  </a:lnTo>
                  <a:lnTo>
                    <a:pt x="159205" y="218142"/>
                  </a:lnTo>
                  <a:lnTo>
                    <a:pt x="160749" y="213043"/>
                  </a:lnTo>
                  <a:lnTo>
                    <a:pt x="162129" y="207896"/>
                  </a:lnTo>
                  <a:lnTo>
                    <a:pt x="163345" y="202708"/>
                  </a:lnTo>
                  <a:lnTo>
                    <a:pt x="164395" y="197484"/>
                  </a:lnTo>
                  <a:lnTo>
                    <a:pt x="165277" y="192230"/>
                  </a:lnTo>
                  <a:lnTo>
                    <a:pt x="165992" y="186949"/>
                  </a:lnTo>
                  <a:lnTo>
                    <a:pt x="166538" y="181649"/>
                  </a:lnTo>
                  <a:lnTo>
                    <a:pt x="166915" y="176334"/>
                  </a:lnTo>
                  <a:lnTo>
                    <a:pt x="167123" y="171010"/>
                  </a:lnTo>
                  <a:lnTo>
                    <a:pt x="167160" y="165682"/>
                  </a:lnTo>
                  <a:lnTo>
                    <a:pt x="167028" y="160355"/>
                  </a:lnTo>
                  <a:lnTo>
                    <a:pt x="166726" y="155035"/>
                  </a:lnTo>
                  <a:lnTo>
                    <a:pt x="166255" y="149728"/>
                  </a:lnTo>
                  <a:lnTo>
                    <a:pt x="165615" y="144438"/>
                  </a:lnTo>
                  <a:lnTo>
                    <a:pt x="164806" y="139171"/>
                  </a:lnTo>
                  <a:lnTo>
                    <a:pt x="163830" y="133933"/>
                  </a:lnTo>
                  <a:lnTo>
                    <a:pt x="162688" y="128729"/>
                  </a:lnTo>
                  <a:lnTo>
                    <a:pt x="161380" y="123563"/>
                  </a:lnTo>
                  <a:lnTo>
                    <a:pt x="159908" y="118442"/>
                  </a:lnTo>
                  <a:lnTo>
                    <a:pt x="158274" y="113370"/>
                  </a:lnTo>
                  <a:lnTo>
                    <a:pt x="156479" y="108353"/>
                  </a:lnTo>
                  <a:lnTo>
                    <a:pt x="154525" y="103396"/>
                  </a:lnTo>
                  <a:lnTo>
                    <a:pt x="152415" y="98504"/>
                  </a:lnTo>
                  <a:lnTo>
                    <a:pt x="150149" y="93681"/>
                  </a:lnTo>
                  <a:lnTo>
                    <a:pt x="147730" y="88933"/>
                  </a:lnTo>
                  <a:lnTo>
                    <a:pt x="145162" y="84265"/>
                  </a:lnTo>
                  <a:lnTo>
                    <a:pt x="142446" y="79681"/>
                  </a:lnTo>
                  <a:lnTo>
                    <a:pt x="139586" y="75185"/>
                  </a:lnTo>
                  <a:lnTo>
                    <a:pt x="136583" y="70783"/>
                  </a:lnTo>
                  <a:lnTo>
                    <a:pt x="133442" y="66479"/>
                  </a:lnTo>
                  <a:lnTo>
                    <a:pt x="130165" y="62277"/>
                  </a:lnTo>
                  <a:lnTo>
                    <a:pt x="126756" y="58182"/>
                  </a:lnTo>
                  <a:lnTo>
                    <a:pt x="123219" y="54198"/>
                  </a:lnTo>
                  <a:lnTo>
                    <a:pt x="119556" y="50328"/>
                  </a:lnTo>
                  <a:lnTo>
                    <a:pt x="115771" y="46577"/>
                  </a:lnTo>
                  <a:lnTo>
                    <a:pt x="111869" y="42949"/>
                  </a:lnTo>
                  <a:lnTo>
                    <a:pt x="107854" y="39447"/>
                  </a:lnTo>
                  <a:lnTo>
                    <a:pt x="103728" y="36074"/>
                  </a:lnTo>
                  <a:lnTo>
                    <a:pt x="99498" y="32835"/>
                  </a:lnTo>
                  <a:lnTo>
                    <a:pt x="95166" y="29732"/>
                  </a:lnTo>
                  <a:lnTo>
                    <a:pt x="90737" y="26769"/>
                  </a:lnTo>
                  <a:lnTo>
                    <a:pt x="86217" y="23948"/>
                  </a:lnTo>
                  <a:lnTo>
                    <a:pt x="81609" y="21273"/>
                  </a:lnTo>
                  <a:lnTo>
                    <a:pt x="76917" y="18747"/>
                  </a:lnTo>
                  <a:lnTo>
                    <a:pt x="72148" y="16371"/>
                  </a:lnTo>
                  <a:lnTo>
                    <a:pt x="67306" y="14148"/>
                  </a:lnTo>
                  <a:lnTo>
                    <a:pt x="62395" y="12080"/>
                  </a:lnTo>
                  <a:lnTo>
                    <a:pt x="57420" y="10171"/>
                  </a:lnTo>
                  <a:lnTo>
                    <a:pt x="52388" y="8420"/>
                  </a:lnTo>
                  <a:lnTo>
                    <a:pt x="47302" y="6831"/>
                  </a:lnTo>
                  <a:lnTo>
                    <a:pt x="42168" y="5405"/>
                  </a:lnTo>
                  <a:lnTo>
                    <a:pt x="36991" y="4144"/>
                  </a:lnTo>
                  <a:lnTo>
                    <a:pt x="31776" y="3048"/>
                  </a:lnTo>
                  <a:lnTo>
                    <a:pt x="26530" y="2118"/>
                  </a:lnTo>
                  <a:lnTo>
                    <a:pt x="21256" y="1356"/>
                  </a:lnTo>
                  <a:lnTo>
                    <a:pt x="15961" y="763"/>
                  </a:lnTo>
                  <a:lnTo>
                    <a:pt x="10649" y="339"/>
                  </a:lnTo>
                  <a:lnTo>
                    <a:pt x="5327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27593" y="5269756"/>
              <a:ext cx="17665" cy="167167"/>
            </a:xfrm>
            <a:custGeom>
              <a:avLst/>
              <a:pathLst>
                <a:path w="17665" h="167167">
                  <a:moveTo>
                    <a:pt x="17665" y="0"/>
                  </a:moveTo>
                  <a:lnTo>
                    <a:pt x="8820" y="234"/>
                  </a:lnTo>
                  <a:lnTo>
                    <a:pt x="0" y="935"/>
                  </a:lnTo>
                  <a:lnTo>
                    <a:pt x="176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7593" y="5270692"/>
              <a:ext cx="17665" cy="166231"/>
            </a:xfrm>
            <a:custGeom>
              <a:avLst/>
              <a:pathLst>
                <a:path w="17665" h="166231">
                  <a:moveTo>
                    <a:pt x="0" y="0"/>
                  </a:moveTo>
                  <a:lnTo>
                    <a:pt x="17665" y="166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7593" y="5270692"/>
              <a:ext cx="17665" cy="166231"/>
            </a:xfrm>
            <a:custGeom>
              <a:avLst/>
              <a:pathLst>
                <a:path w="17665" h="166231">
                  <a:moveTo>
                    <a:pt x="0" y="0"/>
                  </a:moveTo>
                  <a:lnTo>
                    <a:pt x="17665" y="166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7593" y="5270692"/>
              <a:ext cx="17665" cy="166231"/>
            </a:xfrm>
            <a:custGeom>
              <a:avLst/>
              <a:pathLst>
                <a:path w="17665" h="166231">
                  <a:moveTo>
                    <a:pt x="0" y="0"/>
                  </a:moveTo>
                  <a:lnTo>
                    <a:pt x="17665" y="1662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7593" y="5270692"/>
              <a:ext cx="17665" cy="166231"/>
            </a:xfrm>
            <a:custGeom>
              <a:avLst/>
              <a:pathLst>
                <a:path w="17665" h="166231">
                  <a:moveTo>
                    <a:pt x="0" y="0"/>
                  </a:moveTo>
                  <a:lnTo>
                    <a:pt x="17665" y="1662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382046" y="5270692"/>
              <a:ext cx="163211" cy="166231"/>
            </a:xfrm>
            <a:custGeom>
              <a:avLst/>
              <a:pathLst>
                <a:path w="163211" h="166231">
                  <a:moveTo>
                    <a:pt x="145546" y="0"/>
                  </a:moveTo>
                  <a:lnTo>
                    <a:pt x="140102" y="669"/>
                  </a:lnTo>
                  <a:lnTo>
                    <a:pt x="134682" y="1516"/>
                  </a:lnTo>
                  <a:lnTo>
                    <a:pt x="129294" y="2541"/>
                  </a:lnTo>
                  <a:lnTo>
                    <a:pt x="123942" y="3741"/>
                  </a:lnTo>
                  <a:lnTo>
                    <a:pt x="118632" y="5117"/>
                  </a:lnTo>
                  <a:lnTo>
                    <a:pt x="113370" y="6667"/>
                  </a:lnTo>
                  <a:lnTo>
                    <a:pt x="108161" y="8388"/>
                  </a:lnTo>
                  <a:lnTo>
                    <a:pt x="103013" y="10279"/>
                  </a:lnTo>
                  <a:lnTo>
                    <a:pt x="97928" y="12338"/>
                  </a:lnTo>
                  <a:lnTo>
                    <a:pt x="92915" y="14562"/>
                  </a:lnTo>
                  <a:lnTo>
                    <a:pt x="87976" y="16950"/>
                  </a:lnTo>
                  <a:lnTo>
                    <a:pt x="83119" y="19499"/>
                  </a:lnTo>
                  <a:lnTo>
                    <a:pt x="78348" y="22206"/>
                  </a:lnTo>
                  <a:lnTo>
                    <a:pt x="73669" y="25068"/>
                  </a:lnTo>
                  <a:lnTo>
                    <a:pt x="69086" y="28081"/>
                  </a:lnTo>
                  <a:lnTo>
                    <a:pt x="64604" y="31244"/>
                  </a:lnTo>
                  <a:lnTo>
                    <a:pt x="60228" y="34552"/>
                  </a:lnTo>
                  <a:lnTo>
                    <a:pt x="55963" y="38001"/>
                  </a:lnTo>
                  <a:lnTo>
                    <a:pt x="51814" y="41589"/>
                  </a:lnTo>
                  <a:lnTo>
                    <a:pt x="47785" y="45311"/>
                  </a:lnTo>
                  <a:lnTo>
                    <a:pt x="43880" y="49163"/>
                  </a:lnTo>
                  <a:lnTo>
                    <a:pt x="40103" y="53141"/>
                  </a:lnTo>
                  <a:lnTo>
                    <a:pt x="36459" y="57241"/>
                  </a:lnTo>
                  <a:lnTo>
                    <a:pt x="32951" y="61458"/>
                  </a:lnTo>
                  <a:lnTo>
                    <a:pt x="29584" y="65788"/>
                  </a:lnTo>
                  <a:lnTo>
                    <a:pt x="26361" y="70226"/>
                  </a:lnTo>
                  <a:lnTo>
                    <a:pt x="23285" y="74768"/>
                  </a:lnTo>
                  <a:lnTo>
                    <a:pt x="20359" y="79408"/>
                  </a:lnTo>
                  <a:lnTo>
                    <a:pt x="17588" y="84141"/>
                  </a:lnTo>
                  <a:lnTo>
                    <a:pt x="14973" y="88963"/>
                  </a:lnTo>
                  <a:lnTo>
                    <a:pt x="12517" y="93868"/>
                  </a:lnTo>
                  <a:lnTo>
                    <a:pt x="10224" y="98851"/>
                  </a:lnTo>
                  <a:lnTo>
                    <a:pt x="8096" y="103907"/>
                  </a:lnTo>
                  <a:lnTo>
                    <a:pt x="6135" y="109029"/>
                  </a:lnTo>
                  <a:lnTo>
                    <a:pt x="4343" y="114214"/>
                  </a:lnTo>
                  <a:lnTo>
                    <a:pt x="2722" y="119454"/>
                  </a:lnTo>
                  <a:lnTo>
                    <a:pt x="1273" y="124745"/>
                  </a:lnTo>
                  <a:lnTo>
                    <a:pt x="0" y="130080"/>
                  </a:lnTo>
                  <a:lnTo>
                    <a:pt x="163211" y="1662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378092" y="5269756"/>
              <a:ext cx="334320" cy="334330"/>
            </a:xfrm>
            <a:custGeom>
              <a:avLst/>
              <a:pathLst>
                <a:path w="334320" h="334330">
                  <a:moveTo>
                    <a:pt x="3953" y="131016"/>
                  </a:moveTo>
                  <a:lnTo>
                    <a:pt x="2886" y="136225"/>
                  </a:lnTo>
                  <a:lnTo>
                    <a:pt x="1985" y="141465"/>
                  </a:lnTo>
                  <a:lnTo>
                    <a:pt x="1251" y="146731"/>
                  </a:lnTo>
                  <a:lnTo>
                    <a:pt x="685" y="152018"/>
                  </a:lnTo>
                  <a:lnTo>
                    <a:pt x="288" y="157321"/>
                  </a:lnTo>
                  <a:lnTo>
                    <a:pt x="59" y="162633"/>
                  </a:lnTo>
                  <a:lnTo>
                    <a:pt x="0" y="167950"/>
                  </a:lnTo>
                  <a:lnTo>
                    <a:pt x="109" y="173266"/>
                  </a:lnTo>
                  <a:lnTo>
                    <a:pt x="387" y="178576"/>
                  </a:lnTo>
                  <a:lnTo>
                    <a:pt x="835" y="183874"/>
                  </a:lnTo>
                  <a:lnTo>
                    <a:pt x="1450" y="189155"/>
                  </a:lnTo>
                  <a:lnTo>
                    <a:pt x="2233" y="194415"/>
                  </a:lnTo>
                  <a:lnTo>
                    <a:pt x="3183" y="199646"/>
                  </a:lnTo>
                  <a:lnTo>
                    <a:pt x="4299" y="204845"/>
                  </a:lnTo>
                  <a:lnTo>
                    <a:pt x="5580" y="210006"/>
                  </a:lnTo>
                  <a:lnTo>
                    <a:pt x="7024" y="215123"/>
                  </a:lnTo>
                  <a:lnTo>
                    <a:pt x="8630" y="220192"/>
                  </a:lnTo>
                  <a:lnTo>
                    <a:pt x="10397" y="225207"/>
                  </a:lnTo>
                  <a:lnTo>
                    <a:pt x="12322" y="230163"/>
                  </a:lnTo>
                  <a:lnTo>
                    <a:pt x="14404" y="235056"/>
                  </a:lnTo>
                  <a:lnTo>
                    <a:pt x="16640" y="239880"/>
                  </a:lnTo>
                  <a:lnTo>
                    <a:pt x="19029" y="244630"/>
                  </a:lnTo>
                  <a:lnTo>
                    <a:pt x="21567" y="249302"/>
                  </a:lnTo>
                  <a:lnTo>
                    <a:pt x="24253" y="253891"/>
                  </a:lnTo>
                  <a:lnTo>
                    <a:pt x="27084" y="258393"/>
                  </a:lnTo>
                  <a:lnTo>
                    <a:pt x="30056" y="262802"/>
                  </a:lnTo>
                  <a:lnTo>
                    <a:pt x="33167" y="267114"/>
                  </a:lnTo>
                  <a:lnTo>
                    <a:pt x="36413" y="271325"/>
                  </a:lnTo>
                  <a:lnTo>
                    <a:pt x="39792" y="275430"/>
                  </a:lnTo>
                  <a:lnTo>
                    <a:pt x="43299" y="279427"/>
                  </a:lnTo>
                  <a:lnTo>
                    <a:pt x="46932" y="283309"/>
                  </a:lnTo>
                  <a:lnTo>
                    <a:pt x="50687" y="287074"/>
                  </a:lnTo>
                  <a:lnTo>
                    <a:pt x="54559" y="290718"/>
                  </a:lnTo>
                  <a:lnTo>
                    <a:pt x="58546" y="294237"/>
                  </a:lnTo>
                  <a:lnTo>
                    <a:pt x="62642" y="297627"/>
                  </a:lnTo>
                  <a:lnTo>
                    <a:pt x="66844" y="300885"/>
                  </a:lnTo>
                  <a:lnTo>
                    <a:pt x="71147" y="304008"/>
                  </a:lnTo>
                  <a:lnTo>
                    <a:pt x="75548" y="306993"/>
                  </a:lnTo>
                  <a:lnTo>
                    <a:pt x="80041" y="309836"/>
                  </a:lnTo>
                  <a:lnTo>
                    <a:pt x="84622" y="312534"/>
                  </a:lnTo>
                  <a:lnTo>
                    <a:pt x="89287" y="315086"/>
                  </a:lnTo>
                  <a:lnTo>
                    <a:pt x="94031" y="317488"/>
                  </a:lnTo>
                  <a:lnTo>
                    <a:pt x="98849" y="319738"/>
                  </a:lnTo>
                  <a:lnTo>
                    <a:pt x="103736" y="321833"/>
                  </a:lnTo>
                  <a:lnTo>
                    <a:pt x="108687" y="323772"/>
                  </a:lnTo>
                  <a:lnTo>
                    <a:pt x="113697" y="325553"/>
                  </a:lnTo>
                  <a:lnTo>
                    <a:pt x="118761" y="327173"/>
                  </a:lnTo>
                  <a:lnTo>
                    <a:pt x="123874" y="328632"/>
                  </a:lnTo>
                  <a:lnTo>
                    <a:pt x="129031" y="329927"/>
                  </a:lnTo>
                  <a:lnTo>
                    <a:pt x="134227" y="331057"/>
                  </a:lnTo>
                  <a:lnTo>
                    <a:pt x="139456" y="332022"/>
                  </a:lnTo>
                  <a:lnTo>
                    <a:pt x="144713" y="332820"/>
                  </a:lnTo>
                  <a:lnTo>
                    <a:pt x="149993" y="333450"/>
                  </a:lnTo>
                  <a:lnTo>
                    <a:pt x="155290" y="333912"/>
                  </a:lnTo>
                  <a:lnTo>
                    <a:pt x="160599" y="334205"/>
                  </a:lnTo>
                  <a:lnTo>
                    <a:pt x="165914" y="334330"/>
                  </a:lnTo>
                  <a:lnTo>
                    <a:pt x="171231" y="334285"/>
                  </a:lnTo>
                  <a:lnTo>
                    <a:pt x="176544" y="334071"/>
                  </a:lnTo>
                  <a:lnTo>
                    <a:pt x="181848" y="333688"/>
                  </a:lnTo>
                  <a:lnTo>
                    <a:pt x="187136" y="333137"/>
                  </a:lnTo>
                  <a:lnTo>
                    <a:pt x="192405" y="332418"/>
                  </a:lnTo>
                  <a:lnTo>
                    <a:pt x="197647" y="331532"/>
                  </a:lnTo>
                  <a:lnTo>
                    <a:pt x="202859" y="330479"/>
                  </a:lnTo>
                  <a:lnTo>
                    <a:pt x="208035" y="329261"/>
                  </a:lnTo>
                  <a:lnTo>
                    <a:pt x="213170" y="327880"/>
                  </a:lnTo>
                  <a:lnTo>
                    <a:pt x="218258" y="326335"/>
                  </a:lnTo>
                  <a:lnTo>
                    <a:pt x="223294" y="324630"/>
                  </a:lnTo>
                  <a:lnTo>
                    <a:pt x="228273" y="322765"/>
                  </a:lnTo>
                  <a:lnTo>
                    <a:pt x="233191" y="320743"/>
                  </a:lnTo>
                  <a:lnTo>
                    <a:pt x="238042" y="318565"/>
                  </a:lnTo>
                  <a:lnTo>
                    <a:pt x="242821" y="316235"/>
                  </a:lnTo>
                  <a:lnTo>
                    <a:pt x="247524" y="313753"/>
                  </a:lnTo>
                  <a:lnTo>
                    <a:pt x="252145" y="311123"/>
                  </a:lnTo>
                  <a:lnTo>
                    <a:pt x="256680" y="308348"/>
                  </a:lnTo>
                  <a:lnTo>
                    <a:pt x="261125" y="305429"/>
                  </a:lnTo>
                  <a:lnTo>
                    <a:pt x="265475" y="302371"/>
                  </a:lnTo>
                  <a:lnTo>
                    <a:pt x="269725" y="299176"/>
                  </a:lnTo>
                  <a:lnTo>
                    <a:pt x="273871" y="295848"/>
                  </a:lnTo>
                  <a:lnTo>
                    <a:pt x="277910" y="292389"/>
                  </a:lnTo>
                  <a:lnTo>
                    <a:pt x="281836" y="288804"/>
                  </a:lnTo>
                  <a:lnTo>
                    <a:pt x="285647" y="285095"/>
                  </a:lnTo>
                  <a:lnTo>
                    <a:pt x="289337" y="281267"/>
                  </a:lnTo>
                  <a:lnTo>
                    <a:pt x="292904" y="277324"/>
                  </a:lnTo>
                  <a:lnTo>
                    <a:pt x="296344" y="273269"/>
                  </a:lnTo>
                  <a:lnTo>
                    <a:pt x="299653" y="269107"/>
                  </a:lnTo>
                  <a:lnTo>
                    <a:pt x="302828" y="264842"/>
                  </a:lnTo>
                  <a:lnTo>
                    <a:pt x="305866" y="260478"/>
                  </a:lnTo>
                  <a:lnTo>
                    <a:pt x="308763" y="256020"/>
                  </a:lnTo>
                  <a:lnTo>
                    <a:pt x="311518" y="251472"/>
                  </a:lnTo>
                  <a:lnTo>
                    <a:pt x="314126" y="246838"/>
                  </a:lnTo>
                  <a:lnTo>
                    <a:pt x="316585" y="242124"/>
                  </a:lnTo>
                  <a:lnTo>
                    <a:pt x="318894" y="237334"/>
                  </a:lnTo>
                  <a:lnTo>
                    <a:pt x="321048" y="232473"/>
                  </a:lnTo>
                  <a:lnTo>
                    <a:pt x="323048" y="227546"/>
                  </a:lnTo>
                  <a:lnTo>
                    <a:pt x="324889" y="222558"/>
                  </a:lnTo>
                  <a:lnTo>
                    <a:pt x="326571" y="217514"/>
                  </a:lnTo>
                  <a:lnTo>
                    <a:pt x="328091" y="212418"/>
                  </a:lnTo>
                  <a:lnTo>
                    <a:pt x="329449" y="207278"/>
                  </a:lnTo>
                  <a:lnTo>
                    <a:pt x="330643" y="202096"/>
                  </a:lnTo>
                  <a:lnTo>
                    <a:pt x="331671" y="196879"/>
                  </a:lnTo>
                  <a:lnTo>
                    <a:pt x="332533" y="191632"/>
                  </a:lnTo>
                  <a:lnTo>
                    <a:pt x="333227" y="186361"/>
                  </a:lnTo>
                  <a:lnTo>
                    <a:pt x="333753" y="181070"/>
                  </a:lnTo>
                  <a:lnTo>
                    <a:pt x="334111" y="175765"/>
                  </a:lnTo>
                  <a:lnTo>
                    <a:pt x="334300" y="170451"/>
                  </a:lnTo>
                  <a:lnTo>
                    <a:pt x="334320" y="165134"/>
                  </a:lnTo>
                  <a:lnTo>
                    <a:pt x="334171" y="159819"/>
                  </a:lnTo>
                  <a:lnTo>
                    <a:pt x="333853" y="154511"/>
                  </a:lnTo>
                  <a:lnTo>
                    <a:pt x="333366" y="149216"/>
                  </a:lnTo>
                  <a:lnTo>
                    <a:pt x="332711" y="143939"/>
                  </a:lnTo>
                  <a:lnTo>
                    <a:pt x="331889" y="138686"/>
                  </a:lnTo>
                  <a:lnTo>
                    <a:pt x="330899" y="133462"/>
                  </a:lnTo>
                  <a:lnTo>
                    <a:pt x="329745" y="128272"/>
                  </a:lnTo>
                  <a:lnTo>
                    <a:pt x="328425" y="123121"/>
                  </a:lnTo>
                  <a:lnTo>
                    <a:pt x="326943" y="118014"/>
                  </a:lnTo>
                  <a:lnTo>
                    <a:pt x="325299" y="112958"/>
                  </a:lnTo>
                  <a:lnTo>
                    <a:pt x="323495" y="107956"/>
                  </a:lnTo>
                  <a:lnTo>
                    <a:pt x="321533" y="103014"/>
                  </a:lnTo>
                  <a:lnTo>
                    <a:pt x="319414" y="98137"/>
                  </a:lnTo>
                  <a:lnTo>
                    <a:pt x="317142" y="93330"/>
                  </a:lnTo>
                  <a:lnTo>
                    <a:pt x="314718" y="88597"/>
                  </a:lnTo>
                  <a:lnTo>
                    <a:pt x="312144" y="83945"/>
                  </a:lnTo>
                  <a:lnTo>
                    <a:pt x="309424" y="79376"/>
                  </a:lnTo>
                  <a:lnTo>
                    <a:pt x="306560" y="74896"/>
                  </a:lnTo>
                  <a:lnTo>
                    <a:pt x="303555" y="70509"/>
                  </a:lnTo>
                  <a:lnTo>
                    <a:pt x="300412" y="66220"/>
                  </a:lnTo>
                  <a:lnTo>
                    <a:pt x="297134" y="62034"/>
                  </a:lnTo>
                  <a:lnTo>
                    <a:pt x="293725" y="57954"/>
                  </a:lnTo>
                  <a:lnTo>
                    <a:pt x="290188" y="53984"/>
                  </a:lnTo>
                  <a:lnTo>
                    <a:pt x="286526" y="50128"/>
                  </a:lnTo>
                  <a:lnTo>
                    <a:pt x="282743" y="46392"/>
                  </a:lnTo>
                  <a:lnTo>
                    <a:pt x="278844" y="42777"/>
                  </a:lnTo>
                  <a:lnTo>
                    <a:pt x="274831" y="39288"/>
                  </a:lnTo>
                  <a:lnTo>
                    <a:pt x="270710" y="35929"/>
                  </a:lnTo>
                  <a:lnTo>
                    <a:pt x="266483" y="32702"/>
                  </a:lnTo>
                  <a:lnTo>
                    <a:pt x="262157" y="29611"/>
                  </a:lnTo>
                  <a:lnTo>
                    <a:pt x="257734" y="26660"/>
                  </a:lnTo>
                  <a:lnTo>
                    <a:pt x="253219" y="23850"/>
                  </a:lnTo>
                  <a:lnTo>
                    <a:pt x="248618" y="21186"/>
                  </a:lnTo>
                  <a:lnTo>
                    <a:pt x="243934" y="18670"/>
                  </a:lnTo>
                  <a:lnTo>
                    <a:pt x="239172" y="16303"/>
                  </a:lnTo>
                  <a:lnTo>
                    <a:pt x="234338" y="14089"/>
                  </a:lnTo>
                  <a:lnTo>
                    <a:pt x="229436" y="12030"/>
                  </a:lnTo>
                  <a:lnTo>
                    <a:pt x="224470" y="10129"/>
                  </a:lnTo>
                  <a:lnTo>
                    <a:pt x="219447" y="8385"/>
                  </a:lnTo>
                  <a:lnTo>
                    <a:pt x="214371" y="6803"/>
                  </a:lnTo>
                  <a:lnTo>
                    <a:pt x="209247" y="5383"/>
                  </a:lnTo>
                  <a:lnTo>
                    <a:pt x="204080" y="4126"/>
                  </a:lnTo>
                  <a:lnTo>
                    <a:pt x="198876" y="3035"/>
                  </a:lnTo>
                  <a:lnTo>
                    <a:pt x="193640" y="2109"/>
                  </a:lnTo>
                  <a:lnTo>
                    <a:pt x="188377" y="1351"/>
                  </a:lnTo>
                  <a:lnTo>
                    <a:pt x="183093" y="760"/>
                  </a:lnTo>
                  <a:lnTo>
                    <a:pt x="177793" y="338"/>
                  </a:lnTo>
                  <a:lnTo>
                    <a:pt x="172482" y="84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995703" y="5018213"/>
              <a:ext cx="25335" cy="167167"/>
            </a:xfrm>
            <a:custGeom>
              <a:avLst/>
              <a:pathLst>
                <a:path w="25335" h="167167">
                  <a:moveTo>
                    <a:pt x="25335" y="0"/>
                  </a:moveTo>
                  <a:lnTo>
                    <a:pt x="16861" y="214"/>
                  </a:lnTo>
                  <a:lnTo>
                    <a:pt x="8408" y="859"/>
                  </a:lnTo>
                  <a:lnTo>
                    <a:pt x="0" y="1931"/>
                  </a:lnTo>
                  <a:lnTo>
                    <a:pt x="253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5703" y="5020144"/>
              <a:ext cx="25335" cy="165236"/>
            </a:xfrm>
            <a:custGeom>
              <a:avLst/>
              <a:pathLst>
                <a:path w="25335" h="165236">
                  <a:moveTo>
                    <a:pt x="0" y="0"/>
                  </a:moveTo>
                  <a:lnTo>
                    <a:pt x="25335" y="1652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5703" y="5020144"/>
              <a:ext cx="25335" cy="165236"/>
            </a:xfrm>
            <a:custGeom>
              <a:avLst/>
              <a:pathLst>
                <a:path w="25335" h="165236">
                  <a:moveTo>
                    <a:pt x="0" y="0"/>
                  </a:moveTo>
                  <a:lnTo>
                    <a:pt x="25335" y="1652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5703" y="5020144"/>
              <a:ext cx="25335" cy="165236"/>
            </a:xfrm>
            <a:custGeom>
              <a:avLst/>
              <a:pathLst>
                <a:path w="25335" h="165236">
                  <a:moveTo>
                    <a:pt x="0" y="0"/>
                  </a:moveTo>
                  <a:lnTo>
                    <a:pt x="25335" y="1652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853879" y="5020144"/>
              <a:ext cx="167159" cy="177668"/>
            </a:xfrm>
            <a:custGeom>
              <a:avLst/>
              <a:pathLst>
                <a:path w="167159" h="177668">
                  <a:moveTo>
                    <a:pt x="141824" y="0"/>
                  </a:moveTo>
                  <a:lnTo>
                    <a:pt x="136475" y="909"/>
                  </a:lnTo>
                  <a:lnTo>
                    <a:pt x="131158" y="1991"/>
                  </a:lnTo>
                  <a:lnTo>
                    <a:pt x="125879" y="3245"/>
                  </a:lnTo>
                  <a:lnTo>
                    <a:pt x="120644" y="4670"/>
                  </a:lnTo>
                  <a:lnTo>
                    <a:pt x="115458" y="6265"/>
                  </a:lnTo>
                  <a:lnTo>
                    <a:pt x="110326" y="8026"/>
                  </a:lnTo>
                  <a:lnTo>
                    <a:pt x="105254" y="9953"/>
                  </a:lnTo>
                  <a:lnTo>
                    <a:pt x="100247" y="12044"/>
                  </a:lnTo>
                  <a:lnTo>
                    <a:pt x="95311" y="14296"/>
                  </a:lnTo>
                  <a:lnTo>
                    <a:pt x="90450" y="16707"/>
                  </a:lnTo>
                  <a:lnTo>
                    <a:pt x="85671" y="19275"/>
                  </a:lnTo>
                  <a:lnTo>
                    <a:pt x="80977" y="21997"/>
                  </a:lnTo>
                  <a:lnTo>
                    <a:pt x="76374" y="24869"/>
                  </a:lnTo>
                  <a:lnTo>
                    <a:pt x="71866" y="27889"/>
                  </a:lnTo>
                  <a:lnTo>
                    <a:pt x="67459" y="31054"/>
                  </a:lnTo>
                  <a:lnTo>
                    <a:pt x="63157" y="34360"/>
                  </a:lnTo>
                  <a:lnTo>
                    <a:pt x="58965" y="37804"/>
                  </a:lnTo>
                  <a:lnTo>
                    <a:pt x="54886" y="41383"/>
                  </a:lnTo>
                  <a:lnTo>
                    <a:pt x="50926" y="45091"/>
                  </a:lnTo>
                  <a:lnTo>
                    <a:pt x="47088" y="48927"/>
                  </a:lnTo>
                  <a:lnTo>
                    <a:pt x="43377" y="52885"/>
                  </a:lnTo>
                  <a:lnTo>
                    <a:pt x="39796" y="56961"/>
                  </a:lnTo>
                  <a:lnTo>
                    <a:pt x="36349" y="61151"/>
                  </a:lnTo>
                  <a:lnTo>
                    <a:pt x="33040" y="65451"/>
                  </a:lnTo>
                  <a:lnTo>
                    <a:pt x="29872" y="69856"/>
                  </a:lnTo>
                  <a:lnTo>
                    <a:pt x="26849" y="74362"/>
                  </a:lnTo>
                  <a:lnTo>
                    <a:pt x="23974" y="78963"/>
                  </a:lnTo>
                  <a:lnTo>
                    <a:pt x="21250" y="83655"/>
                  </a:lnTo>
                  <a:lnTo>
                    <a:pt x="18679" y="88434"/>
                  </a:lnTo>
                  <a:lnTo>
                    <a:pt x="16265" y="93293"/>
                  </a:lnTo>
                  <a:lnTo>
                    <a:pt x="14010" y="98227"/>
                  </a:lnTo>
                  <a:lnTo>
                    <a:pt x="11916" y="103233"/>
                  </a:lnTo>
                  <a:lnTo>
                    <a:pt x="9985" y="108304"/>
                  </a:lnTo>
                  <a:lnTo>
                    <a:pt x="8221" y="113434"/>
                  </a:lnTo>
                  <a:lnTo>
                    <a:pt x="6623" y="118620"/>
                  </a:lnTo>
                  <a:lnTo>
                    <a:pt x="5195" y="123854"/>
                  </a:lnTo>
                  <a:lnTo>
                    <a:pt x="3937" y="129132"/>
                  </a:lnTo>
                  <a:lnTo>
                    <a:pt x="2852" y="134448"/>
                  </a:lnTo>
                  <a:lnTo>
                    <a:pt x="1939" y="139796"/>
                  </a:lnTo>
                  <a:lnTo>
                    <a:pt x="1200" y="145172"/>
                  </a:lnTo>
                  <a:lnTo>
                    <a:pt x="637" y="150568"/>
                  </a:lnTo>
                  <a:lnTo>
                    <a:pt x="248" y="155980"/>
                  </a:lnTo>
                  <a:lnTo>
                    <a:pt x="36" y="161402"/>
                  </a:lnTo>
                  <a:lnTo>
                    <a:pt x="0" y="166827"/>
                  </a:lnTo>
                  <a:lnTo>
                    <a:pt x="139" y="172251"/>
                  </a:lnTo>
                  <a:lnTo>
                    <a:pt x="455" y="177668"/>
                  </a:lnTo>
                  <a:lnTo>
                    <a:pt x="167159" y="1652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54334" y="5018213"/>
              <a:ext cx="333855" cy="334333"/>
            </a:xfrm>
            <a:custGeom>
              <a:avLst/>
              <a:pathLst>
                <a:path w="333855" h="334333">
                  <a:moveTo>
                    <a:pt x="0" y="179599"/>
                  </a:moveTo>
                  <a:lnTo>
                    <a:pt x="478" y="184887"/>
                  </a:lnTo>
                  <a:lnTo>
                    <a:pt x="1125" y="190158"/>
                  </a:lnTo>
                  <a:lnTo>
                    <a:pt x="1939" y="195405"/>
                  </a:lnTo>
                  <a:lnTo>
                    <a:pt x="2919" y="200624"/>
                  </a:lnTo>
                  <a:lnTo>
                    <a:pt x="4064" y="205809"/>
                  </a:lnTo>
                  <a:lnTo>
                    <a:pt x="5374" y="210956"/>
                  </a:lnTo>
                  <a:lnTo>
                    <a:pt x="6846" y="216058"/>
                  </a:lnTo>
                  <a:lnTo>
                    <a:pt x="8479" y="221110"/>
                  </a:lnTo>
                  <a:lnTo>
                    <a:pt x="10272" y="226109"/>
                  </a:lnTo>
                  <a:lnTo>
                    <a:pt x="12223" y="231047"/>
                  </a:lnTo>
                  <a:lnTo>
                    <a:pt x="14330" y="235922"/>
                  </a:lnTo>
                  <a:lnTo>
                    <a:pt x="16591" y="240727"/>
                  </a:lnTo>
                  <a:lnTo>
                    <a:pt x="19003" y="245457"/>
                  </a:lnTo>
                  <a:lnTo>
                    <a:pt x="21564" y="250109"/>
                  </a:lnTo>
                  <a:lnTo>
                    <a:pt x="24272" y="254677"/>
                  </a:lnTo>
                  <a:lnTo>
                    <a:pt x="27123" y="259157"/>
                  </a:lnTo>
                  <a:lnTo>
                    <a:pt x="30115" y="263544"/>
                  </a:lnTo>
                  <a:lnTo>
                    <a:pt x="33245" y="267833"/>
                  </a:lnTo>
                  <a:lnTo>
                    <a:pt x="36510" y="272021"/>
                  </a:lnTo>
                  <a:lnTo>
                    <a:pt x="39906" y="276103"/>
                  </a:lnTo>
                  <a:lnTo>
                    <a:pt x="43430" y="280076"/>
                  </a:lnTo>
                  <a:lnTo>
                    <a:pt x="47078" y="283934"/>
                  </a:lnTo>
                  <a:lnTo>
                    <a:pt x="50847" y="287675"/>
                  </a:lnTo>
                  <a:lnTo>
                    <a:pt x="54733" y="291294"/>
                  </a:lnTo>
                  <a:lnTo>
                    <a:pt x="58732" y="294788"/>
                  </a:lnTo>
                  <a:lnTo>
                    <a:pt x="62840" y="298152"/>
                  </a:lnTo>
                  <a:lnTo>
                    <a:pt x="67053" y="301385"/>
                  </a:lnTo>
                  <a:lnTo>
                    <a:pt x="71366" y="304483"/>
                  </a:lnTo>
                  <a:lnTo>
                    <a:pt x="75775" y="307441"/>
                  </a:lnTo>
                  <a:lnTo>
                    <a:pt x="80277" y="310259"/>
                  </a:lnTo>
                  <a:lnTo>
                    <a:pt x="84865" y="312932"/>
                  </a:lnTo>
                  <a:lnTo>
                    <a:pt x="89536" y="315457"/>
                  </a:lnTo>
                  <a:lnTo>
                    <a:pt x="94285" y="317833"/>
                  </a:lnTo>
                  <a:lnTo>
                    <a:pt x="99107" y="320058"/>
                  </a:lnTo>
                  <a:lnTo>
                    <a:pt x="103997" y="322127"/>
                  </a:lnTo>
                  <a:lnTo>
                    <a:pt x="108950" y="324041"/>
                  </a:lnTo>
                  <a:lnTo>
                    <a:pt x="113962" y="325796"/>
                  </a:lnTo>
                  <a:lnTo>
                    <a:pt x="119027" y="327391"/>
                  </a:lnTo>
                  <a:lnTo>
                    <a:pt x="124140" y="328825"/>
                  </a:lnTo>
                  <a:lnTo>
                    <a:pt x="129296" y="330095"/>
                  </a:lnTo>
                  <a:lnTo>
                    <a:pt x="134490" y="331201"/>
                  </a:lnTo>
                  <a:lnTo>
                    <a:pt x="139716" y="332141"/>
                  </a:lnTo>
                  <a:lnTo>
                    <a:pt x="144969" y="332915"/>
                  </a:lnTo>
                  <a:lnTo>
                    <a:pt x="150245" y="333522"/>
                  </a:lnTo>
                  <a:lnTo>
                    <a:pt x="155537" y="333961"/>
                  </a:lnTo>
                  <a:lnTo>
                    <a:pt x="160840" y="334231"/>
                  </a:lnTo>
                  <a:lnTo>
                    <a:pt x="166149" y="334333"/>
                  </a:lnTo>
                  <a:lnTo>
                    <a:pt x="171459" y="334267"/>
                  </a:lnTo>
                  <a:lnTo>
                    <a:pt x="176764" y="334031"/>
                  </a:lnTo>
                  <a:lnTo>
                    <a:pt x="182058" y="333628"/>
                  </a:lnTo>
                  <a:lnTo>
                    <a:pt x="187338" y="333056"/>
                  </a:lnTo>
                  <a:lnTo>
                    <a:pt x="192596" y="332317"/>
                  </a:lnTo>
                  <a:lnTo>
                    <a:pt x="197829" y="331411"/>
                  </a:lnTo>
                  <a:lnTo>
                    <a:pt x="203029" y="330340"/>
                  </a:lnTo>
                  <a:lnTo>
                    <a:pt x="208194" y="329104"/>
                  </a:lnTo>
                  <a:lnTo>
                    <a:pt x="213316" y="327704"/>
                  </a:lnTo>
                  <a:lnTo>
                    <a:pt x="218392" y="326143"/>
                  </a:lnTo>
                  <a:lnTo>
                    <a:pt x="223415" y="324421"/>
                  </a:lnTo>
                  <a:lnTo>
                    <a:pt x="228381" y="322540"/>
                  </a:lnTo>
                  <a:lnTo>
                    <a:pt x="233285" y="320503"/>
                  </a:lnTo>
                  <a:lnTo>
                    <a:pt x="238121" y="318311"/>
                  </a:lnTo>
                  <a:lnTo>
                    <a:pt x="242886" y="315967"/>
                  </a:lnTo>
                  <a:lnTo>
                    <a:pt x="247573" y="313472"/>
                  </a:lnTo>
                  <a:lnTo>
                    <a:pt x="252179" y="310829"/>
                  </a:lnTo>
                  <a:lnTo>
                    <a:pt x="256699" y="308042"/>
                  </a:lnTo>
                  <a:lnTo>
                    <a:pt x="261128" y="305113"/>
                  </a:lnTo>
                  <a:lnTo>
                    <a:pt x="265462" y="302044"/>
                  </a:lnTo>
                  <a:lnTo>
                    <a:pt x="269696" y="298839"/>
                  </a:lnTo>
                  <a:lnTo>
                    <a:pt x="273826" y="295502"/>
                  </a:lnTo>
                  <a:lnTo>
                    <a:pt x="277848" y="292035"/>
                  </a:lnTo>
                  <a:lnTo>
                    <a:pt x="281758" y="288442"/>
                  </a:lnTo>
                  <a:lnTo>
                    <a:pt x="285552" y="284726"/>
                  </a:lnTo>
                  <a:lnTo>
                    <a:pt x="289226" y="280892"/>
                  </a:lnTo>
                  <a:lnTo>
                    <a:pt x="292776" y="276943"/>
                  </a:lnTo>
                  <a:lnTo>
                    <a:pt x="296199" y="272883"/>
                  </a:lnTo>
                  <a:lnTo>
                    <a:pt x="299491" y="268717"/>
                  </a:lnTo>
                  <a:lnTo>
                    <a:pt x="302650" y="264448"/>
                  </a:lnTo>
                  <a:lnTo>
                    <a:pt x="305671" y="260082"/>
                  </a:lnTo>
                  <a:lnTo>
                    <a:pt x="308552" y="255621"/>
                  </a:lnTo>
                  <a:lnTo>
                    <a:pt x="311290" y="251071"/>
                  </a:lnTo>
                  <a:lnTo>
                    <a:pt x="313882" y="246436"/>
                  </a:lnTo>
                  <a:lnTo>
                    <a:pt x="316325" y="241722"/>
                  </a:lnTo>
                  <a:lnTo>
                    <a:pt x="318618" y="236932"/>
                  </a:lnTo>
                  <a:lnTo>
                    <a:pt x="320757" y="232072"/>
                  </a:lnTo>
                  <a:lnTo>
                    <a:pt x="322741" y="227146"/>
                  </a:lnTo>
                  <a:lnTo>
                    <a:pt x="324567" y="222160"/>
                  </a:lnTo>
                  <a:lnTo>
                    <a:pt x="326234" y="217118"/>
                  </a:lnTo>
                  <a:lnTo>
                    <a:pt x="327740" y="212026"/>
                  </a:lnTo>
                  <a:lnTo>
                    <a:pt x="329084" y="206889"/>
                  </a:lnTo>
                  <a:lnTo>
                    <a:pt x="330263" y="201711"/>
                  </a:lnTo>
                  <a:lnTo>
                    <a:pt x="331278" y="196499"/>
                  </a:lnTo>
                  <a:lnTo>
                    <a:pt x="332127" y="191257"/>
                  </a:lnTo>
                  <a:lnTo>
                    <a:pt x="332808" y="185991"/>
                  </a:lnTo>
                  <a:lnTo>
                    <a:pt x="333322" y="180706"/>
                  </a:lnTo>
                  <a:lnTo>
                    <a:pt x="333668" y="175407"/>
                  </a:lnTo>
                  <a:lnTo>
                    <a:pt x="333846" y="170100"/>
                  </a:lnTo>
                  <a:lnTo>
                    <a:pt x="333855" y="164789"/>
                  </a:lnTo>
                  <a:lnTo>
                    <a:pt x="333695" y="159482"/>
                  </a:lnTo>
                  <a:lnTo>
                    <a:pt x="333366" y="154182"/>
                  </a:lnTo>
                  <a:lnTo>
                    <a:pt x="332870" y="148895"/>
                  </a:lnTo>
                  <a:lnTo>
                    <a:pt x="332206" y="143626"/>
                  </a:lnTo>
                  <a:lnTo>
                    <a:pt x="331374" y="138382"/>
                  </a:lnTo>
                  <a:lnTo>
                    <a:pt x="330377" y="133166"/>
                  </a:lnTo>
                  <a:lnTo>
                    <a:pt x="329215" y="127985"/>
                  </a:lnTo>
                  <a:lnTo>
                    <a:pt x="327888" y="122843"/>
                  </a:lnTo>
                  <a:lnTo>
                    <a:pt x="326399" y="117746"/>
                  </a:lnTo>
                  <a:lnTo>
                    <a:pt x="324749" y="112699"/>
                  </a:lnTo>
                  <a:lnTo>
                    <a:pt x="322939" y="107706"/>
                  </a:lnTo>
                  <a:lnTo>
                    <a:pt x="320972" y="102774"/>
                  </a:lnTo>
                  <a:lnTo>
                    <a:pt x="318849" y="97907"/>
                  </a:lnTo>
                  <a:lnTo>
                    <a:pt x="316572" y="93109"/>
                  </a:lnTo>
                  <a:lnTo>
                    <a:pt x="314144" y="88387"/>
                  </a:lnTo>
                  <a:lnTo>
                    <a:pt x="311568" y="83744"/>
                  </a:lnTo>
                  <a:lnTo>
                    <a:pt x="308845" y="79185"/>
                  </a:lnTo>
                  <a:lnTo>
                    <a:pt x="305979" y="74714"/>
                  </a:lnTo>
                  <a:lnTo>
                    <a:pt x="302972" y="70337"/>
                  </a:lnTo>
                  <a:lnTo>
                    <a:pt x="299828" y="66058"/>
                  </a:lnTo>
                  <a:lnTo>
                    <a:pt x="296549" y="61881"/>
                  </a:lnTo>
                  <a:lnTo>
                    <a:pt x="293140" y="57810"/>
                  </a:lnTo>
                  <a:lnTo>
                    <a:pt x="289603" y="53849"/>
                  </a:lnTo>
                  <a:lnTo>
                    <a:pt x="285942" y="50003"/>
                  </a:lnTo>
                  <a:lnTo>
                    <a:pt x="282160" y="46275"/>
                  </a:lnTo>
                  <a:lnTo>
                    <a:pt x="278262" y="42669"/>
                  </a:lnTo>
                  <a:lnTo>
                    <a:pt x="274252" y="39189"/>
                  </a:lnTo>
                  <a:lnTo>
                    <a:pt x="270133" y="35837"/>
                  </a:lnTo>
                  <a:lnTo>
                    <a:pt x="265909" y="32618"/>
                  </a:lnTo>
                  <a:lnTo>
                    <a:pt x="261586" y="29535"/>
                  </a:lnTo>
                  <a:lnTo>
                    <a:pt x="257166" y="26591"/>
                  </a:lnTo>
                  <a:lnTo>
                    <a:pt x="252656" y="23789"/>
                  </a:lnTo>
                  <a:lnTo>
                    <a:pt x="248059" y="21131"/>
                  </a:lnTo>
                  <a:lnTo>
                    <a:pt x="243379" y="18621"/>
                  </a:lnTo>
                  <a:lnTo>
                    <a:pt x="238623" y="16261"/>
                  </a:lnTo>
                  <a:lnTo>
                    <a:pt x="233793" y="14053"/>
                  </a:lnTo>
                  <a:lnTo>
                    <a:pt x="228896" y="11999"/>
                  </a:lnTo>
                  <a:lnTo>
                    <a:pt x="223937" y="10102"/>
                  </a:lnTo>
                  <a:lnTo>
                    <a:pt x="218919" y="8363"/>
                  </a:lnTo>
                  <a:lnTo>
                    <a:pt x="213849" y="6785"/>
                  </a:lnTo>
                  <a:lnTo>
                    <a:pt x="208731" y="5369"/>
                  </a:lnTo>
                  <a:lnTo>
                    <a:pt x="203571" y="4115"/>
                  </a:lnTo>
                  <a:lnTo>
                    <a:pt x="198374" y="3027"/>
                  </a:lnTo>
                  <a:lnTo>
                    <a:pt x="193144" y="2104"/>
                  </a:lnTo>
                  <a:lnTo>
                    <a:pt x="187888" y="1347"/>
                  </a:lnTo>
                  <a:lnTo>
                    <a:pt x="182611" y="758"/>
                  </a:lnTo>
                  <a:lnTo>
                    <a:pt x="177318" y="337"/>
                  </a:lnTo>
                  <a:lnTo>
                    <a:pt x="172014" y="84"/>
                  </a:lnTo>
                  <a:lnTo>
                    <a:pt x="166704" y="0"/>
                  </a:lnTo>
                  <a:lnTo>
                    <a:pt x="16670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336350" y="4659281"/>
              <a:ext cx="86884" cy="167167"/>
            </a:xfrm>
            <a:custGeom>
              <a:avLst/>
              <a:pathLst>
                <a:path w="86884" h="167167">
                  <a:moveTo>
                    <a:pt x="86884" y="0"/>
                  </a:moveTo>
                  <a:lnTo>
                    <a:pt x="81175" y="97"/>
                  </a:lnTo>
                  <a:lnTo>
                    <a:pt x="75472" y="389"/>
                  </a:lnTo>
                  <a:lnTo>
                    <a:pt x="69783" y="877"/>
                  </a:lnTo>
                  <a:lnTo>
                    <a:pt x="64114" y="1558"/>
                  </a:lnTo>
                  <a:lnTo>
                    <a:pt x="58471" y="2432"/>
                  </a:lnTo>
                  <a:lnTo>
                    <a:pt x="52861" y="3498"/>
                  </a:lnTo>
                  <a:lnTo>
                    <a:pt x="47291" y="4756"/>
                  </a:lnTo>
                  <a:lnTo>
                    <a:pt x="41768" y="6203"/>
                  </a:lnTo>
                  <a:lnTo>
                    <a:pt x="36297" y="7838"/>
                  </a:lnTo>
                  <a:lnTo>
                    <a:pt x="30884" y="9658"/>
                  </a:lnTo>
                  <a:lnTo>
                    <a:pt x="25538" y="11663"/>
                  </a:lnTo>
                  <a:lnTo>
                    <a:pt x="20263" y="13849"/>
                  </a:lnTo>
                  <a:lnTo>
                    <a:pt x="15065" y="16213"/>
                  </a:lnTo>
                  <a:lnTo>
                    <a:pt x="9952" y="18754"/>
                  </a:lnTo>
                  <a:lnTo>
                    <a:pt x="4928" y="21468"/>
                  </a:lnTo>
                  <a:lnTo>
                    <a:pt x="0" y="24352"/>
                  </a:lnTo>
                  <a:lnTo>
                    <a:pt x="8688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36350" y="4683634"/>
              <a:ext cx="86884" cy="142814"/>
            </a:xfrm>
            <a:custGeom>
              <a:avLst/>
              <a:pathLst>
                <a:path w="86884" h="142814">
                  <a:moveTo>
                    <a:pt x="0" y="0"/>
                  </a:moveTo>
                  <a:lnTo>
                    <a:pt x="86884" y="1428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36350" y="4683634"/>
              <a:ext cx="86884" cy="142814"/>
            </a:xfrm>
            <a:custGeom>
              <a:avLst/>
              <a:pathLst>
                <a:path w="86884" h="142814">
                  <a:moveTo>
                    <a:pt x="0" y="0"/>
                  </a:moveTo>
                  <a:lnTo>
                    <a:pt x="86884" y="1428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256072" y="4683634"/>
              <a:ext cx="307341" cy="309973"/>
            </a:xfrm>
            <a:custGeom>
              <a:avLst/>
              <a:pathLst>
                <a:path w="307341" h="309973">
                  <a:moveTo>
                    <a:pt x="80277" y="0"/>
                  </a:moveTo>
                  <a:lnTo>
                    <a:pt x="75785" y="2831"/>
                  </a:lnTo>
                  <a:lnTo>
                    <a:pt x="71385" y="5804"/>
                  </a:lnTo>
                  <a:lnTo>
                    <a:pt x="67082" y="8915"/>
                  </a:lnTo>
                  <a:lnTo>
                    <a:pt x="62880" y="12161"/>
                  </a:lnTo>
                  <a:lnTo>
                    <a:pt x="58782" y="15540"/>
                  </a:lnTo>
                  <a:lnTo>
                    <a:pt x="54795" y="19046"/>
                  </a:lnTo>
                  <a:lnTo>
                    <a:pt x="50920" y="22677"/>
                  </a:lnTo>
                  <a:lnTo>
                    <a:pt x="47163" y="26430"/>
                  </a:lnTo>
                  <a:lnTo>
                    <a:pt x="43527" y="30300"/>
                  </a:lnTo>
                  <a:lnTo>
                    <a:pt x="40016" y="34284"/>
                  </a:lnTo>
                  <a:lnTo>
                    <a:pt x="36633" y="38377"/>
                  </a:lnTo>
                  <a:lnTo>
                    <a:pt x="33382" y="42575"/>
                  </a:lnTo>
                  <a:lnTo>
                    <a:pt x="30265" y="46875"/>
                  </a:lnTo>
                  <a:lnTo>
                    <a:pt x="27287" y="51272"/>
                  </a:lnTo>
                  <a:lnTo>
                    <a:pt x="24450" y="55760"/>
                  </a:lnTo>
                  <a:lnTo>
                    <a:pt x="21757" y="60337"/>
                  </a:lnTo>
                  <a:lnTo>
                    <a:pt x="19211" y="64997"/>
                  </a:lnTo>
                  <a:lnTo>
                    <a:pt x="16814" y="69735"/>
                  </a:lnTo>
                  <a:lnTo>
                    <a:pt x="14569" y="74547"/>
                  </a:lnTo>
                  <a:lnTo>
                    <a:pt x="12478" y="79429"/>
                  </a:lnTo>
                  <a:lnTo>
                    <a:pt x="10543" y="84374"/>
                  </a:lnTo>
                  <a:lnTo>
                    <a:pt x="8765" y="89377"/>
                  </a:lnTo>
                  <a:lnTo>
                    <a:pt x="7148" y="94435"/>
                  </a:lnTo>
                  <a:lnTo>
                    <a:pt x="5692" y="99542"/>
                  </a:lnTo>
                  <a:lnTo>
                    <a:pt x="4399" y="104692"/>
                  </a:lnTo>
                  <a:lnTo>
                    <a:pt x="3271" y="109881"/>
                  </a:lnTo>
                  <a:lnTo>
                    <a:pt x="2307" y="115103"/>
                  </a:lnTo>
                  <a:lnTo>
                    <a:pt x="1510" y="120353"/>
                  </a:lnTo>
                  <a:lnTo>
                    <a:pt x="881" y="125626"/>
                  </a:lnTo>
                  <a:lnTo>
                    <a:pt x="418" y="130916"/>
                  </a:lnTo>
                  <a:lnTo>
                    <a:pt x="125" y="136218"/>
                  </a:lnTo>
                  <a:lnTo>
                    <a:pt x="0" y="141527"/>
                  </a:lnTo>
                  <a:lnTo>
                    <a:pt x="43" y="146837"/>
                  </a:lnTo>
                  <a:lnTo>
                    <a:pt x="255" y="152143"/>
                  </a:lnTo>
                  <a:lnTo>
                    <a:pt x="636" y="157439"/>
                  </a:lnTo>
                  <a:lnTo>
                    <a:pt x="1184" y="162721"/>
                  </a:lnTo>
                  <a:lnTo>
                    <a:pt x="1900" y="167983"/>
                  </a:lnTo>
                  <a:lnTo>
                    <a:pt x="2783" y="173219"/>
                  </a:lnTo>
                  <a:lnTo>
                    <a:pt x="3832" y="178425"/>
                  </a:lnTo>
                  <a:lnTo>
                    <a:pt x="5045" y="183594"/>
                  </a:lnTo>
                  <a:lnTo>
                    <a:pt x="6422" y="188723"/>
                  </a:lnTo>
                  <a:lnTo>
                    <a:pt x="7961" y="193805"/>
                  </a:lnTo>
                  <a:lnTo>
                    <a:pt x="9661" y="198836"/>
                  </a:lnTo>
                  <a:lnTo>
                    <a:pt x="11520" y="203810"/>
                  </a:lnTo>
                  <a:lnTo>
                    <a:pt x="13536" y="208723"/>
                  </a:lnTo>
                  <a:lnTo>
                    <a:pt x="15707" y="213569"/>
                  </a:lnTo>
                  <a:lnTo>
                    <a:pt x="18030" y="218344"/>
                  </a:lnTo>
                  <a:lnTo>
                    <a:pt x="20505" y="223042"/>
                  </a:lnTo>
                  <a:lnTo>
                    <a:pt x="23127" y="227660"/>
                  </a:lnTo>
                  <a:lnTo>
                    <a:pt x="25894" y="232192"/>
                  </a:lnTo>
                  <a:lnTo>
                    <a:pt x="28804" y="236634"/>
                  </a:lnTo>
                  <a:lnTo>
                    <a:pt x="31854" y="240981"/>
                  </a:lnTo>
                  <a:lnTo>
                    <a:pt x="35040" y="245229"/>
                  </a:lnTo>
                  <a:lnTo>
                    <a:pt x="38360" y="249373"/>
                  </a:lnTo>
                  <a:lnTo>
                    <a:pt x="41809" y="253411"/>
                  </a:lnTo>
                  <a:lnTo>
                    <a:pt x="45385" y="257336"/>
                  </a:lnTo>
                  <a:lnTo>
                    <a:pt x="49084" y="261146"/>
                  </a:lnTo>
                  <a:lnTo>
                    <a:pt x="52902" y="264837"/>
                  </a:lnTo>
                  <a:lnTo>
                    <a:pt x="56835" y="268405"/>
                  </a:lnTo>
                  <a:lnTo>
                    <a:pt x="60880" y="271845"/>
                  </a:lnTo>
                  <a:lnTo>
                    <a:pt x="65032" y="275156"/>
                  </a:lnTo>
                  <a:lnTo>
                    <a:pt x="69287" y="278333"/>
                  </a:lnTo>
                  <a:lnTo>
                    <a:pt x="73640" y="281373"/>
                  </a:lnTo>
                  <a:lnTo>
                    <a:pt x="78088" y="284274"/>
                  </a:lnTo>
                  <a:lnTo>
                    <a:pt x="82626" y="287032"/>
                  </a:lnTo>
                  <a:lnTo>
                    <a:pt x="87249" y="289644"/>
                  </a:lnTo>
                  <a:lnTo>
                    <a:pt x="91953" y="292108"/>
                  </a:lnTo>
                  <a:lnTo>
                    <a:pt x="96733" y="294421"/>
                  </a:lnTo>
                  <a:lnTo>
                    <a:pt x="101584" y="296582"/>
                  </a:lnTo>
                  <a:lnTo>
                    <a:pt x="106501" y="298587"/>
                  </a:lnTo>
                  <a:lnTo>
                    <a:pt x="111479" y="300435"/>
                  </a:lnTo>
                  <a:lnTo>
                    <a:pt x="116513" y="302124"/>
                  </a:lnTo>
                  <a:lnTo>
                    <a:pt x="121599" y="303652"/>
                  </a:lnTo>
                  <a:lnTo>
                    <a:pt x="126730" y="305018"/>
                  </a:lnTo>
                  <a:lnTo>
                    <a:pt x="131903" y="306221"/>
                  </a:lnTo>
                  <a:lnTo>
                    <a:pt x="137111" y="307258"/>
                  </a:lnTo>
                  <a:lnTo>
                    <a:pt x="142349" y="308130"/>
                  </a:lnTo>
                  <a:lnTo>
                    <a:pt x="147612" y="308834"/>
                  </a:lnTo>
                  <a:lnTo>
                    <a:pt x="152895" y="309372"/>
                  </a:lnTo>
                  <a:lnTo>
                    <a:pt x="158192" y="309741"/>
                  </a:lnTo>
                  <a:lnTo>
                    <a:pt x="163499" y="309941"/>
                  </a:lnTo>
                  <a:lnTo>
                    <a:pt x="168809" y="309973"/>
                  </a:lnTo>
                  <a:lnTo>
                    <a:pt x="174117" y="309837"/>
                  </a:lnTo>
                  <a:lnTo>
                    <a:pt x="179418" y="309532"/>
                  </a:lnTo>
                  <a:lnTo>
                    <a:pt x="184707" y="309058"/>
                  </a:lnTo>
                  <a:lnTo>
                    <a:pt x="189979" y="308417"/>
                  </a:lnTo>
                  <a:lnTo>
                    <a:pt x="195227" y="307609"/>
                  </a:lnTo>
                  <a:lnTo>
                    <a:pt x="200447" y="306634"/>
                  </a:lnTo>
                  <a:lnTo>
                    <a:pt x="205633" y="305494"/>
                  </a:lnTo>
                  <a:lnTo>
                    <a:pt x="210781" y="304190"/>
                  </a:lnTo>
                  <a:lnTo>
                    <a:pt x="215885" y="302724"/>
                  </a:lnTo>
                  <a:lnTo>
                    <a:pt x="220939" y="301095"/>
                  </a:lnTo>
                  <a:lnTo>
                    <a:pt x="225939" y="299308"/>
                  </a:lnTo>
                  <a:lnTo>
                    <a:pt x="230880" y="297362"/>
                  </a:lnTo>
                  <a:lnTo>
                    <a:pt x="235757" y="295260"/>
                  </a:lnTo>
                  <a:lnTo>
                    <a:pt x="240564" y="293004"/>
                  </a:lnTo>
                  <a:lnTo>
                    <a:pt x="245297" y="290597"/>
                  </a:lnTo>
                  <a:lnTo>
                    <a:pt x="249952" y="288041"/>
                  </a:lnTo>
                  <a:lnTo>
                    <a:pt x="254522" y="285338"/>
                  </a:lnTo>
                  <a:lnTo>
                    <a:pt x="259005" y="282492"/>
                  </a:lnTo>
                  <a:lnTo>
                    <a:pt x="263395" y="279504"/>
                  </a:lnTo>
                  <a:lnTo>
                    <a:pt x="267688" y="276379"/>
                  </a:lnTo>
                  <a:lnTo>
                    <a:pt x="271880" y="273118"/>
                  </a:lnTo>
                  <a:lnTo>
                    <a:pt x="275965" y="269727"/>
                  </a:lnTo>
                  <a:lnTo>
                    <a:pt x="279941" y="266207"/>
                  </a:lnTo>
                  <a:lnTo>
                    <a:pt x="283804" y="262562"/>
                  </a:lnTo>
                  <a:lnTo>
                    <a:pt x="287548" y="258797"/>
                  </a:lnTo>
                  <a:lnTo>
                    <a:pt x="291171" y="254915"/>
                  </a:lnTo>
                  <a:lnTo>
                    <a:pt x="294669" y="250920"/>
                  </a:lnTo>
                  <a:lnTo>
                    <a:pt x="298039" y="246815"/>
                  </a:lnTo>
                  <a:lnTo>
                    <a:pt x="301276" y="242606"/>
                  </a:lnTo>
                  <a:lnTo>
                    <a:pt x="304378" y="238296"/>
                  </a:lnTo>
                  <a:lnTo>
                    <a:pt x="307341" y="233890"/>
                  </a:lnTo>
                  <a:lnTo>
                    <a:pt x="167162" y="1428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167167" cy="258243"/>
            </a:xfrm>
            <a:custGeom>
              <a:avLst/>
              <a:pathLst>
                <a:path w="167167" h="258243">
                  <a:moveTo>
                    <a:pt x="140179" y="258243"/>
                  </a:moveTo>
                  <a:lnTo>
                    <a:pt x="143025" y="253705"/>
                  </a:lnTo>
                  <a:lnTo>
                    <a:pt x="145724" y="249078"/>
                  </a:lnTo>
                  <a:lnTo>
                    <a:pt x="148273" y="244367"/>
                  </a:lnTo>
                  <a:lnTo>
                    <a:pt x="150671" y="239577"/>
                  </a:lnTo>
                  <a:lnTo>
                    <a:pt x="152913" y="234712"/>
                  </a:lnTo>
                  <a:lnTo>
                    <a:pt x="154999" y="229779"/>
                  </a:lnTo>
                  <a:lnTo>
                    <a:pt x="156925" y="224780"/>
                  </a:lnTo>
                  <a:lnTo>
                    <a:pt x="158690" y="219723"/>
                  </a:lnTo>
                  <a:lnTo>
                    <a:pt x="160293" y="214612"/>
                  </a:lnTo>
                  <a:lnTo>
                    <a:pt x="161731" y="209452"/>
                  </a:lnTo>
                  <a:lnTo>
                    <a:pt x="163002" y="204249"/>
                  </a:lnTo>
                  <a:lnTo>
                    <a:pt x="164107" y="199007"/>
                  </a:lnTo>
                  <a:lnTo>
                    <a:pt x="165043" y="193733"/>
                  </a:lnTo>
                  <a:lnTo>
                    <a:pt x="165809" y="188431"/>
                  </a:lnTo>
                  <a:lnTo>
                    <a:pt x="166405" y="183108"/>
                  </a:lnTo>
                  <a:lnTo>
                    <a:pt x="166830" y="177769"/>
                  </a:lnTo>
                  <a:lnTo>
                    <a:pt x="167084" y="172418"/>
                  </a:lnTo>
                  <a:lnTo>
                    <a:pt x="167167" y="167062"/>
                  </a:lnTo>
                  <a:lnTo>
                    <a:pt x="167078" y="161706"/>
                  </a:lnTo>
                  <a:lnTo>
                    <a:pt x="166817" y="156356"/>
                  </a:lnTo>
                  <a:lnTo>
                    <a:pt x="166385" y="151017"/>
                  </a:lnTo>
                  <a:lnTo>
                    <a:pt x="165782" y="145695"/>
                  </a:lnTo>
                  <a:lnTo>
                    <a:pt x="165009" y="140394"/>
                  </a:lnTo>
                  <a:lnTo>
                    <a:pt x="164067" y="135121"/>
                  </a:lnTo>
                  <a:lnTo>
                    <a:pt x="162956" y="129881"/>
                  </a:lnTo>
                  <a:lnTo>
                    <a:pt x="161677" y="124679"/>
                  </a:lnTo>
                  <a:lnTo>
                    <a:pt x="160233" y="119521"/>
                  </a:lnTo>
                  <a:lnTo>
                    <a:pt x="158624" y="114412"/>
                  </a:lnTo>
                  <a:lnTo>
                    <a:pt x="156853" y="109357"/>
                  </a:lnTo>
                  <a:lnTo>
                    <a:pt x="154920" y="104361"/>
                  </a:lnTo>
                  <a:lnTo>
                    <a:pt x="152828" y="99430"/>
                  </a:lnTo>
                  <a:lnTo>
                    <a:pt x="150580" y="94568"/>
                  </a:lnTo>
                  <a:lnTo>
                    <a:pt x="148176" y="89781"/>
                  </a:lnTo>
                  <a:lnTo>
                    <a:pt x="145621" y="85073"/>
                  </a:lnTo>
                  <a:lnTo>
                    <a:pt x="142916" y="80450"/>
                  </a:lnTo>
                  <a:lnTo>
                    <a:pt x="140064" y="75916"/>
                  </a:lnTo>
                  <a:lnTo>
                    <a:pt x="137069" y="71475"/>
                  </a:lnTo>
                  <a:lnTo>
                    <a:pt x="133933" y="67133"/>
                  </a:lnTo>
                  <a:lnTo>
                    <a:pt x="130659" y="62893"/>
                  </a:lnTo>
                  <a:lnTo>
                    <a:pt x="127251" y="58760"/>
                  </a:lnTo>
                  <a:lnTo>
                    <a:pt x="123713" y="54739"/>
                  </a:lnTo>
                  <a:lnTo>
                    <a:pt x="120047" y="50833"/>
                  </a:lnTo>
                  <a:lnTo>
                    <a:pt x="116258" y="47047"/>
                  </a:lnTo>
                  <a:lnTo>
                    <a:pt x="112350" y="43384"/>
                  </a:lnTo>
                  <a:lnTo>
                    <a:pt x="108326" y="39847"/>
                  </a:lnTo>
                  <a:lnTo>
                    <a:pt x="104192" y="36442"/>
                  </a:lnTo>
                  <a:lnTo>
                    <a:pt x="99950" y="33171"/>
                  </a:lnTo>
                  <a:lnTo>
                    <a:pt x="95605" y="30038"/>
                  </a:lnTo>
                  <a:lnTo>
                    <a:pt x="91163" y="27045"/>
                  </a:lnTo>
                  <a:lnTo>
                    <a:pt x="86627" y="24196"/>
                  </a:lnTo>
                  <a:lnTo>
                    <a:pt x="82002" y="21494"/>
                  </a:lnTo>
                  <a:lnTo>
                    <a:pt x="77292" y="18942"/>
                  </a:lnTo>
                  <a:lnTo>
                    <a:pt x="72504" y="16541"/>
                  </a:lnTo>
                  <a:lnTo>
                    <a:pt x="67641" y="14296"/>
                  </a:lnTo>
                  <a:lnTo>
                    <a:pt x="62708" y="12207"/>
                  </a:lnTo>
                  <a:lnTo>
                    <a:pt x="57711" y="10277"/>
                  </a:lnTo>
                  <a:lnTo>
                    <a:pt x="52655" y="8509"/>
                  </a:lnTo>
                  <a:lnTo>
                    <a:pt x="47545" y="6903"/>
                  </a:lnTo>
                  <a:lnTo>
                    <a:pt x="42386" y="5462"/>
                  </a:lnTo>
                  <a:lnTo>
                    <a:pt x="37183" y="4187"/>
                  </a:lnTo>
                  <a:lnTo>
                    <a:pt x="31942" y="3080"/>
                  </a:lnTo>
                  <a:lnTo>
                    <a:pt x="26669" y="2141"/>
                  </a:lnTo>
                  <a:lnTo>
                    <a:pt x="21368" y="1371"/>
                  </a:lnTo>
                  <a:lnTo>
                    <a:pt x="16045" y="771"/>
                  </a:lnTo>
                  <a:lnTo>
                    <a:pt x="10706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622411" y="4213821"/>
              <a:ext cx="106061" cy="167167"/>
            </a:xfrm>
            <a:custGeom>
              <a:avLst/>
              <a:pathLst>
                <a:path w="106061" h="167167">
                  <a:moveTo>
                    <a:pt x="106061" y="0"/>
                  </a:moveTo>
                  <a:lnTo>
                    <a:pt x="100317" y="98"/>
                  </a:lnTo>
                  <a:lnTo>
                    <a:pt x="94580" y="394"/>
                  </a:lnTo>
                  <a:lnTo>
                    <a:pt x="88857" y="887"/>
                  </a:lnTo>
                  <a:lnTo>
                    <a:pt x="83154" y="1576"/>
                  </a:lnTo>
                  <a:lnTo>
                    <a:pt x="77478" y="2461"/>
                  </a:lnTo>
                  <a:lnTo>
                    <a:pt x="71836" y="3541"/>
                  </a:lnTo>
                  <a:lnTo>
                    <a:pt x="66234" y="4813"/>
                  </a:lnTo>
                  <a:lnTo>
                    <a:pt x="60679" y="6277"/>
                  </a:lnTo>
                  <a:lnTo>
                    <a:pt x="55178" y="7932"/>
                  </a:lnTo>
                  <a:lnTo>
                    <a:pt x="49737" y="9774"/>
                  </a:lnTo>
                  <a:lnTo>
                    <a:pt x="44362" y="11802"/>
                  </a:lnTo>
                  <a:lnTo>
                    <a:pt x="39060" y="14014"/>
                  </a:lnTo>
                  <a:lnTo>
                    <a:pt x="33838" y="16406"/>
                  </a:lnTo>
                  <a:lnTo>
                    <a:pt x="28701" y="18977"/>
                  </a:lnTo>
                  <a:lnTo>
                    <a:pt x="23655" y="21722"/>
                  </a:lnTo>
                  <a:lnTo>
                    <a:pt x="18706" y="24639"/>
                  </a:lnTo>
                  <a:lnTo>
                    <a:pt x="13860" y="27725"/>
                  </a:lnTo>
                  <a:lnTo>
                    <a:pt x="9124" y="30975"/>
                  </a:lnTo>
                  <a:lnTo>
                    <a:pt x="4502" y="34386"/>
                  </a:lnTo>
                  <a:lnTo>
                    <a:pt x="0" y="37954"/>
                  </a:lnTo>
                  <a:lnTo>
                    <a:pt x="1060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22411" y="4251775"/>
              <a:ext cx="106061" cy="129212"/>
            </a:xfrm>
            <a:custGeom>
              <a:avLst/>
              <a:pathLst>
                <a:path w="106061" h="129212">
                  <a:moveTo>
                    <a:pt x="0" y="0"/>
                  </a:moveTo>
                  <a:lnTo>
                    <a:pt x="106061" y="1292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561306" y="4251775"/>
              <a:ext cx="334333" cy="296366"/>
            </a:xfrm>
            <a:custGeom>
              <a:avLst/>
              <a:pathLst>
                <a:path w="334333" h="296366">
                  <a:moveTo>
                    <a:pt x="61104" y="0"/>
                  </a:moveTo>
                  <a:lnTo>
                    <a:pt x="57061" y="3427"/>
                  </a:lnTo>
                  <a:lnTo>
                    <a:pt x="53129" y="6981"/>
                  </a:lnTo>
                  <a:lnTo>
                    <a:pt x="49311" y="10657"/>
                  </a:lnTo>
                  <a:lnTo>
                    <a:pt x="45612" y="14453"/>
                  </a:lnTo>
                  <a:lnTo>
                    <a:pt x="42035" y="18364"/>
                  </a:lnTo>
                  <a:lnTo>
                    <a:pt x="38584" y="22387"/>
                  </a:lnTo>
                  <a:lnTo>
                    <a:pt x="35262" y="26517"/>
                  </a:lnTo>
                  <a:lnTo>
                    <a:pt x="32072" y="30750"/>
                  </a:lnTo>
                  <a:lnTo>
                    <a:pt x="29019" y="35082"/>
                  </a:lnTo>
                  <a:lnTo>
                    <a:pt x="26104" y="39509"/>
                  </a:lnTo>
                  <a:lnTo>
                    <a:pt x="23331" y="44026"/>
                  </a:lnTo>
                  <a:lnTo>
                    <a:pt x="20703" y="48629"/>
                  </a:lnTo>
                  <a:lnTo>
                    <a:pt x="18222" y="53313"/>
                  </a:lnTo>
                  <a:lnTo>
                    <a:pt x="15890" y="58073"/>
                  </a:lnTo>
                  <a:lnTo>
                    <a:pt x="13711" y="62904"/>
                  </a:lnTo>
                  <a:lnTo>
                    <a:pt x="11686" y="67802"/>
                  </a:lnTo>
                  <a:lnTo>
                    <a:pt x="9818" y="72762"/>
                  </a:lnTo>
                  <a:lnTo>
                    <a:pt x="8107" y="77779"/>
                  </a:lnTo>
                  <a:lnTo>
                    <a:pt x="6556" y="82847"/>
                  </a:lnTo>
                  <a:lnTo>
                    <a:pt x="5167" y="87962"/>
                  </a:lnTo>
                  <a:lnTo>
                    <a:pt x="3941" y="93119"/>
                  </a:lnTo>
                  <a:lnTo>
                    <a:pt x="2879" y="98312"/>
                  </a:lnTo>
                  <a:lnTo>
                    <a:pt x="1982" y="103535"/>
                  </a:lnTo>
                  <a:lnTo>
                    <a:pt x="1251" y="108785"/>
                  </a:lnTo>
                  <a:lnTo>
                    <a:pt x="687" y="114055"/>
                  </a:lnTo>
                  <a:lnTo>
                    <a:pt x="290" y="119340"/>
                  </a:lnTo>
                  <a:lnTo>
                    <a:pt x="61" y="124636"/>
                  </a:lnTo>
                  <a:lnTo>
                    <a:pt x="0" y="129936"/>
                  </a:lnTo>
                  <a:lnTo>
                    <a:pt x="106" y="135235"/>
                  </a:lnTo>
                  <a:lnTo>
                    <a:pt x="381" y="140528"/>
                  </a:lnTo>
                  <a:lnTo>
                    <a:pt x="824" y="145810"/>
                  </a:lnTo>
                  <a:lnTo>
                    <a:pt x="1434" y="151075"/>
                  </a:lnTo>
                  <a:lnTo>
                    <a:pt x="2210" y="156318"/>
                  </a:lnTo>
                  <a:lnTo>
                    <a:pt x="3152" y="161534"/>
                  </a:lnTo>
                  <a:lnTo>
                    <a:pt x="4259" y="166717"/>
                  </a:lnTo>
                  <a:lnTo>
                    <a:pt x="5530" y="171863"/>
                  </a:lnTo>
                  <a:lnTo>
                    <a:pt x="6964" y="176965"/>
                  </a:lnTo>
                  <a:lnTo>
                    <a:pt x="8558" y="182020"/>
                  </a:lnTo>
                  <a:lnTo>
                    <a:pt x="10312" y="187022"/>
                  </a:lnTo>
                  <a:lnTo>
                    <a:pt x="12223" y="191965"/>
                  </a:lnTo>
                  <a:lnTo>
                    <a:pt x="14291" y="196846"/>
                  </a:lnTo>
                  <a:lnTo>
                    <a:pt x="16512" y="201658"/>
                  </a:lnTo>
                  <a:lnTo>
                    <a:pt x="18884" y="206398"/>
                  </a:lnTo>
                  <a:lnTo>
                    <a:pt x="21406" y="211060"/>
                  </a:lnTo>
                  <a:lnTo>
                    <a:pt x="24074" y="215640"/>
                  </a:lnTo>
                  <a:lnTo>
                    <a:pt x="26885" y="220133"/>
                  </a:lnTo>
                  <a:lnTo>
                    <a:pt x="29838" y="224534"/>
                  </a:lnTo>
                  <a:lnTo>
                    <a:pt x="32929" y="228840"/>
                  </a:lnTo>
                  <a:lnTo>
                    <a:pt x="36155" y="233045"/>
                  </a:lnTo>
                  <a:lnTo>
                    <a:pt x="39513" y="237146"/>
                  </a:lnTo>
                  <a:lnTo>
                    <a:pt x="42999" y="241139"/>
                  </a:lnTo>
                  <a:lnTo>
                    <a:pt x="46609" y="245019"/>
                  </a:lnTo>
                  <a:lnTo>
                    <a:pt x="50341" y="248783"/>
                  </a:lnTo>
                  <a:lnTo>
                    <a:pt x="54191" y="252426"/>
                  </a:lnTo>
                  <a:lnTo>
                    <a:pt x="58154" y="255946"/>
                  </a:lnTo>
                  <a:lnTo>
                    <a:pt x="62226" y="259338"/>
                  </a:lnTo>
                  <a:lnTo>
                    <a:pt x="66404" y="262600"/>
                  </a:lnTo>
                  <a:lnTo>
                    <a:pt x="70683" y="265727"/>
                  </a:lnTo>
                  <a:lnTo>
                    <a:pt x="75060" y="268717"/>
                  </a:lnTo>
                  <a:lnTo>
                    <a:pt x="79529" y="271567"/>
                  </a:lnTo>
                  <a:lnTo>
                    <a:pt x="84086" y="274274"/>
                  </a:lnTo>
                  <a:lnTo>
                    <a:pt x="88726" y="276834"/>
                  </a:lnTo>
                  <a:lnTo>
                    <a:pt x="93446" y="279247"/>
                  </a:lnTo>
                  <a:lnTo>
                    <a:pt x="98239" y="281509"/>
                  </a:lnTo>
                  <a:lnTo>
                    <a:pt x="103102" y="283617"/>
                  </a:lnTo>
                  <a:lnTo>
                    <a:pt x="108029" y="285571"/>
                  </a:lnTo>
                  <a:lnTo>
                    <a:pt x="113016" y="287367"/>
                  </a:lnTo>
                  <a:lnTo>
                    <a:pt x="118057" y="289004"/>
                  </a:lnTo>
                  <a:lnTo>
                    <a:pt x="123147" y="290480"/>
                  </a:lnTo>
                  <a:lnTo>
                    <a:pt x="128282" y="291795"/>
                  </a:lnTo>
                  <a:lnTo>
                    <a:pt x="133456" y="292946"/>
                  </a:lnTo>
                  <a:lnTo>
                    <a:pt x="138663" y="293932"/>
                  </a:lnTo>
                  <a:lnTo>
                    <a:pt x="143900" y="294753"/>
                  </a:lnTo>
                  <a:lnTo>
                    <a:pt x="149159" y="295407"/>
                  </a:lnTo>
                  <a:lnTo>
                    <a:pt x="154437" y="295895"/>
                  </a:lnTo>
                  <a:lnTo>
                    <a:pt x="159728" y="296214"/>
                  </a:lnTo>
                  <a:lnTo>
                    <a:pt x="165026" y="296366"/>
                  </a:lnTo>
                  <a:lnTo>
                    <a:pt x="170326" y="296350"/>
                  </a:lnTo>
                  <a:lnTo>
                    <a:pt x="175623" y="296166"/>
                  </a:lnTo>
                  <a:lnTo>
                    <a:pt x="180912" y="295814"/>
                  </a:lnTo>
                  <a:lnTo>
                    <a:pt x="186186" y="295294"/>
                  </a:lnTo>
                  <a:lnTo>
                    <a:pt x="191442" y="294608"/>
                  </a:lnTo>
                  <a:lnTo>
                    <a:pt x="196673" y="293755"/>
                  </a:lnTo>
                  <a:lnTo>
                    <a:pt x="201875" y="292737"/>
                  </a:lnTo>
                  <a:lnTo>
                    <a:pt x="207041" y="291554"/>
                  </a:lnTo>
                  <a:lnTo>
                    <a:pt x="212168" y="290209"/>
                  </a:lnTo>
                  <a:lnTo>
                    <a:pt x="217249" y="288701"/>
                  </a:lnTo>
                  <a:lnTo>
                    <a:pt x="222280" y="287033"/>
                  </a:lnTo>
                  <a:lnTo>
                    <a:pt x="227256" y="285206"/>
                  </a:lnTo>
                  <a:lnTo>
                    <a:pt x="232171" y="283223"/>
                  </a:lnTo>
                  <a:lnTo>
                    <a:pt x="237021" y="281085"/>
                  </a:lnTo>
                  <a:lnTo>
                    <a:pt x="241800" y="278794"/>
                  </a:lnTo>
                  <a:lnTo>
                    <a:pt x="246505" y="276353"/>
                  </a:lnTo>
                  <a:lnTo>
                    <a:pt x="251130" y="273763"/>
                  </a:lnTo>
                  <a:lnTo>
                    <a:pt x="255670" y="271029"/>
                  </a:lnTo>
                  <a:lnTo>
                    <a:pt x="260121" y="268152"/>
                  </a:lnTo>
                  <a:lnTo>
                    <a:pt x="264479" y="265135"/>
                  </a:lnTo>
                  <a:lnTo>
                    <a:pt x="268739" y="261982"/>
                  </a:lnTo>
                  <a:lnTo>
                    <a:pt x="272897" y="258695"/>
                  </a:lnTo>
                  <a:lnTo>
                    <a:pt x="276949" y="255278"/>
                  </a:lnTo>
                  <a:lnTo>
                    <a:pt x="280891" y="251734"/>
                  </a:lnTo>
                  <a:lnTo>
                    <a:pt x="284718" y="248067"/>
                  </a:lnTo>
                  <a:lnTo>
                    <a:pt x="288427" y="244281"/>
                  </a:lnTo>
                  <a:lnTo>
                    <a:pt x="292013" y="240379"/>
                  </a:lnTo>
                  <a:lnTo>
                    <a:pt x="295475" y="236365"/>
                  </a:lnTo>
                  <a:lnTo>
                    <a:pt x="298807" y="232243"/>
                  </a:lnTo>
                  <a:lnTo>
                    <a:pt x="302008" y="228018"/>
                  </a:lnTo>
                  <a:lnTo>
                    <a:pt x="305072" y="223694"/>
                  </a:lnTo>
                  <a:lnTo>
                    <a:pt x="307998" y="219274"/>
                  </a:lnTo>
                  <a:lnTo>
                    <a:pt x="310782" y="214764"/>
                  </a:lnTo>
                  <a:lnTo>
                    <a:pt x="313422" y="210168"/>
                  </a:lnTo>
                  <a:lnTo>
                    <a:pt x="315915" y="205491"/>
                  </a:lnTo>
                  <a:lnTo>
                    <a:pt x="318259" y="200737"/>
                  </a:lnTo>
                  <a:lnTo>
                    <a:pt x="320450" y="195911"/>
                  </a:lnTo>
                  <a:lnTo>
                    <a:pt x="322488" y="191018"/>
                  </a:lnTo>
                  <a:lnTo>
                    <a:pt x="324369" y="186063"/>
                  </a:lnTo>
                  <a:lnTo>
                    <a:pt x="326092" y="181050"/>
                  </a:lnTo>
                  <a:lnTo>
                    <a:pt x="327656" y="175986"/>
                  </a:lnTo>
                  <a:lnTo>
                    <a:pt x="329058" y="170875"/>
                  </a:lnTo>
                  <a:lnTo>
                    <a:pt x="330297" y="165721"/>
                  </a:lnTo>
                  <a:lnTo>
                    <a:pt x="331373" y="160531"/>
                  </a:lnTo>
                  <a:lnTo>
                    <a:pt x="332283" y="155310"/>
                  </a:lnTo>
                  <a:lnTo>
                    <a:pt x="333028" y="150062"/>
                  </a:lnTo>
                  <a:lnTo>
                    <a:pt x="333605" y="144793"/>
                  </a:lnTo>
                  <a:lnTo>
                    <a:pt x="334015" y="139509"/>
                  </a:lnTo>
                  <a:lnTo>
                    <a:pt x="334258" y="134214"/>
                  </a:lnTo>
                  <a:lnTo>
                    <a:pt x="334333" y="128915"/>
                  </a:lnTo>
                  <a:lnTo>
                    <a:pt x="334239" y="123615"/>
                  </a:lnTo>
                  <a:lnTo>
                    <a:pt x="333978" y="118321"/>
                  </a:lnTo>
                  <a:lnTo>
                    <a:pt x="333549" y="113038"/>
                  </a:lnTo>
                  <a:lnTo>
                    <a:pt x="332952" y="107772"/>
                  </a:lnTo>
                  <a:lnTo>
                    <a:pt x="332189" y="102527"/>
                  </a:lnTo>
                  <a:lnTo>
                    <a:pt x="167165" y="1292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165023" cy="167167"/>
            </a:xfrm>
            <a:custGeom>
              <a:avLst/>
              <a:pathLst>
                <a:path w="165023" h="167167">
                  <a:moveTo>
                    <a:pt x="165023" y="140481"/>
                  </a:moveTo>
                  <a:lnTo>
                    <a:pt x="164059" y="135084"/>
                  </a:lnTo>
                  <a:lnTo>
                    <a:pt x="162919" y="129720"/>
                  </a:lnTo>
                  <a:lnTo>
                    <a:pt x="161603" y="124397"/>
                  </a:lnTo>
                  <a:lnTo>
                    <a:pt x="160113" y="119120"/>
                  </a:lnTo>
                  <a:lnTo>
                    <a:pt x="158452" y="113895"/>
                  </a:lnTo>
                  <a:lnTo>
                    <a:pt x="156619" y="108727"/>
                  </a:lnTo>
                  <a:lnTo>
                    <a:pt x="154618" y="103622"/>
                  </a:lnTo>
                  <a:lnTo>
                    <a:pt x="152451" y="98586"/>
                  </a:lnTo>
                  <a:lnTo>
                    <a:pt x="150120" y="93623"/>
                  </a:lnTo>
                  <a:lnTo>
                    <a:pt x="147627" y="88739"/>
                  </a:lnTo>
                  <a:lnTo>
                    <a:pt x="144976" y="83940"/>
                  </a:lnTo>
                  <a:lnTo>
                    <a:pt x="142168" y="79230"/>
                  </a:lnTo>
                  <a:lnTo>
                    <a:pt x="139208" y="74614"/>
                  </a:lnTo>
                  <a:lnTo>
                    <a:pt x="136098" y="70099"/>
                  </a:lnTo>
                  <a:lnTo>
                    <a:pt x="132841" y="65687"/>
                  </a:lnTo>
                  <a:lnTo>
                    <a:pt x="129441" y="61385"/>
                  </a:lnTo>
                  <a:lnTo>
                    <a:pt x="125903" y="57197"/>
                  </a:lnTo>
                  <a:lnTo>
                    <a:pt x="122228" y="53127"/>
                  </a:lnTo>
                  <a:lnTo>
                    <a:pt x="118423" y="49180"/>
                  </a:lnTo>
                  <a:lnTo>
                    <a:pt x="114489" y="45360"/>
                  </a:lnTo>
                  <a:lnTo>
                    <a:pt x="110433" y="41670"/>
                  </a:lnTo>
                  <a:lnTo>
                    <a:pt x="106258" y="38116"/>
                  </a:lnTo>
                  <a:lnTo>
                    <a:pt x="101968" y="34701"/>
                  </a:lnTo>
                  <a:lnTo>
                    <a:pt x="97569" y="31428"/>
                  </a:lnTo>
                  <a:lnTo>
                    <a:pt x="93065" y="28301"/>
                  </a:lnTo>
                  <a:lnTo>
                    <a:pt x="88461" y="25323"/>
                  </a:lnTo>
                  <a:lnTo>
                    <a:pt x="83761" y="22499"/>
                  </a:lnTo>
                  <a:lnTo>
                    <a:pt x="78972" y="19829"/>
                  </a:lnTo>
                  <a:lnTo>
                    <a:pt x="74097" y="17319"/>
                  </a:lnTo>
                  <a:lnTo>
                    <a:pt x="69143" y="14969"/>
                  </a:lnTo>
                  <a:lnTo>
                    <a:pt x="64114" y="12783"/>
                  </a:lnTo>
                  <a:lnTo>
                    <a:pt x="59016" y="10764"/>
                  </a:lnTo>
                  <a:lnTo>
                    <a:pt x="53855" y="8912"/>
                  </a:lnTo>
                  <a:lnTo>
                    <a:pt x="48636" y="7231"/>
                  </a:lnTo>
                  <a:lnTo>
                    <a:pt x="43365" y="5722"/>
                  </a:lnTo>
                  <a:lnTo>
                    <a:pt x="38047" y="4387"/>
                  </a:lnTo>
                  <a:lnTo>
                    <a:pt x="32688" y="3227"/>
                  </a:lnTo>
                  <a:lnTo>
                    <a:pt x="27294" y="2243"/>
                  </a:lnTo>
                  <a:lnTo>
                    <a:pt x="21870" y="1436"/>
                  </a:lnTo>
                  <a:lnTo>
                    <a:pt x="16423" y="808"/>
                  </a:lnTo>
                  <a:lnTo>
                    <a:pt x="10958" y="359"/>
                  </a:lnTo>
                  <a:lnTo>
                    <a:pt x="548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55202" y="3707720"/>
              <a:ext cx="163809" cy="167167"/>
            </a:xfrm>
            <a:custGeom>
              <a:avLst/>
              <a:pathLst>
                <a:path w="163809" h="167167">
                  <a:moveTo>
                    <a:pt x="163809" y="0"/>
                  </a:moveTo>
                  <a:lnTo>
                    <a:pt x="158357" y="88"/>
                  </a:lnTo>
                  <a:lnTo>
                    <a:pt x="152911" y="355"/>
                  </a:lnTo>
                  <a:lnTo>
                    <a:pt x="147476" y="799"/>
                  </a:lnTo>
                  <a:lnTo>
                    <a:pt x="142059" y="1420"/>
                  </a:lnTo>
                  <a:lnTo>
                    <a:pt x="136665" y="2218"/>
                  </a:lnTo>
                  <a:lnTo>
                    <a:pt x="131300" y="3191"/>
                  </a:lnTo>
                  <a:lnTo>
                    <a:pt x="125969" y="4338"/>
                  </a:lnTo>
                  <a:lnTo>
                    <a:pt x="120679" y="5659"/>
                  </a:lnTo>
                  <a:lnTo>
                    <a:pt x="115435" y="7152"/>
                  </a:lnTo>
                  <a:lnTo>
                    <a:pt x="110242" y="8814"/>
                  </a:lnTo>
                  <a:lnTo>
                    <a:pt x="105106" y="10646"/>
                  </a:lnTo>
                  <a:lnTo>
                    <a:pt x="100032" y="12644"/>
                  </a:lnTo>
                  <a:lnTo>
                    <a:pt x="95026" y="14806"/>
                  </a:lnTo>
                  <a:lnTo>
                    <a:pt x="90094" y="17130"/>
                  </a:lnTo>
                  <a:lnTo>
                    <a:pt x="85240" y="19614"/>
                  </a:lnTo>
                  <a:lnTo>
                    <a:pt x="80469" y="22255"/>
                  </a:lnTo>
                  <a:lnTo>
                    <a:pt x="75788" y="25050"/>
                  </a:lnTo>
                  <a:lnTo>
                    <a:pt x="71200" y="27996"/>
                  </a:lnTo>
                  <a:lnTo>
                    <a:pt x="66710" y="31091"/>
                  </a:lnTo>
                  <a:lnTo>
                    <a:pt x="62324" y="34330"/>
                  </a:lnTo>
                  <a:lnTo>
                    <a:pt x="58045" y="37710"/>
                  </a:lnTo>
                  <a:lnTo>
                    <a:pt x="53880" y="41228"/>
                  </a:lnTo>
                  <a:lnTo>
                    <a:pt x="49831" y="44881"/>
                  </a:lnTo>
                  <a:lnTo>
                    <a:pt x="45903" y="48663"/>
                  </a:lnTo>
                  <a:lnTo>
                    <a:pt x="42101" y="52571"/>
                  </a:lnTo>
                  <a:lnTo>
                    <a:pt x="38428" y="56602"/>
                  </a:lnTo>
                  <a:lnTo>
                    <a:pt x="34889" y="60750"/>
                  </a:lnTo>
                  <a:lnTo>
                    <a:pt x="31487" y="65011"/>
                  </a:lnTo>
                  <a:lnTo>
                    <a:pt x="28226" y="69381"/>
                  </a:lnTo>
                  <a:lnTo>
                    <a:pt x="25109" y="73854"/>
                  </a:lnTo>
                  <a:lnTo>
                    <a:pt x="22139" y="78428"/>
                  </a:lnTo>
                  <a:lnTo>
                    <a:pt x="19320" y="83095"/>
                  </a:lnTo>
                  <a:lnTo>
                    <a:pt x="16655" y="87852"/>
                  </a:lnTo>
                  <a:lnTo>
                    <a:pt x="14147" y="92694"/>
                  </a:lnTo>
                  <a:lnTo>
                    <a:pt x="11798" y="97614"/>
                  </a:lnTo>
                  <a:lnTo>
                    <a:pt x="9610" y="102609"/>
                  </a:lnTo>
                  <a:lnTo>
                    <a:pt x="7587" y="107672"/>
                  </a:lnTo>
                  <a:lnTo>
                    <a:pt x="5730" y="112799"/>
                  </a:lnTo>
                  <a:lnTo>
                    <a:pt x="4040" y="117983"/>
                  </a:lnTo>
                  <a:lnTo>
                    <a:pt x="2521" y="123220"/>
                  </a:lnTo>
                  <a:lnTo>
                    <a:pt x="1174" y="128504"/>
                  </a:lnTo>
                  <a:lnTo>
                    <a:pt x="0" y="133828"/>
                  </a:lnTo>
                  <a:lnTo>
                    <a:pt x="16380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51853" y="3710711"/>
              <a:ext cx="334310" cy="331342"/>
            </a:xfrm>
            <a:custGeom>
              <a:avLst/>
              <a:pathLst>
                <a:path w="334310" h="331342">
                  <a:moveTo>
                    <a:pt x="3348" y="130837"/>
                  </a:moveTo>
                  <a:lnTo>
                    <a:pt x="2374" y="136046"/>
                  </a:lnTo>
                  <a:lnTo>
                    <a:pt x="1565" y="141284"/>
                  </a:lnTo>
                  <a:lnTo>
                    <a:pt x="923" y="146544"/>
                  </a:lnTo>
                  <a:lnTo>
                    <a:pt x="447" y="151822"/>
                  </a:lnTo>
                  <a:lnTo>
                    <a:pt x="139" y="157113"/>
                  </a:lnTo>
                  <a:lnTo>
                    <a:pt x="0" y="162410"/>
                  </a:lnTo>
                  <a:lnTo>
                    <a:pt x="28" y="167710"/>
                  </a:lnTo>
                  <a:lnTo>
                    <a:pt x="224" y="173006"/>
                  </a:lnTo>
                  <a:lnTo>
                    <a:pt x="587" y="178293"/>
                  </a:lnTo>
                  <a:lnTo>
                    <a:pt x="1118" y="183565"/>
                  </a:lnTo>
                  <a:lnTo>
                    <a:pt x="1816" y="188819"/>
                  </a:lnTo>
                  <a:lnTo>
                    <a:pt x="2681" y="194047"/>
                  </a:lnTo>
                  <a:lnTo>
                    <a:pt x="3710" y="199246"/>
                  </a:lnTo>
                  <a:lnTo>
                    <a:pt x="4904" y="204409"/>
                  </a:lnTo>
                  <a:lnTo>
                    <a:pt x="6261" y="209532"/>
                  </a:lnTo>
                  <a:lnTo>
                    <a:pt x="7779" y="214609"/>
                  </a:lnTo>
                  <a:lnTo>
                    <a:pt x="9458" y="219635"/>
                  </a:lnTo>
                  <a:lnTo>
                    <a:pt x="11295" y="224606"/>
                  </a:lnTo>
                  <a:lnTo>
                    <a:pt x="13289" y="229516"/>
                  </a:lnTo>
                  <a:lnTo>
                    <a:pt x="15437" y="234361"/>
                  </a:lnTo>
                  <a:lnTo>
                    <a:pt x="17738" y="239135"/>
                  </a:lnTo>
                  <a:lnTo>
                    <a:pt x="20189" y="243833"/>
                  </a:lnTo>
                  <a:lnTo>
                    <a:pt x="22788" y="248452"/>
                  </a:lnTo>
                  <a:lnTo>
                    <a:pt x="25532" y="252985"/>
                  </a:lnTo>
                  <a:lnTo>
                    <a:pt x="28418" y="257430"/>
                  </a:lnTo>
                  <a:lnTo>
                    <a:pt x="31444" y="261781"/>
                  </a:lnTo>
                  <a:lnTo>
                    <a:pt x="34606" y="266034"/>
                  </a:lnTo>
                  <a:lnTo>
                    <a:pt x="37901" y="270184"/>
                  </a:lnTo>
                  <a:lnTo>
                    <a:pt x="41326" y="274228"/>
                  </a:lnTo>
                  <a:lnTo>
                    <a:pt x="44878" y="278161"/>
                  </a:lnTo>
                  <a:lnTo>
                    <a:pt x="48552" y="281980"/>
                  </a:lnTo>
                  <a:lnTo>
                    <a:pt x="52346" y="285680"/>
                  </a:lnTo>
                  <a:lnTo>
                    <a:pt x="56255" y="289258"/>
                  </a:lnTo>
                  <a:lnTo>
                    <a:pt x="60276" y="292711"/>
                  </a:lnTo>
                  <a:lnTo>
                    <a:pt x="64404" y="296034"/>
                  </a:lnTo>
                  <a:lnTo>
                    <a:pt x="68635" y="299225"/>
                  </a:lnTo>
                  <a:lnTo>
                    <a:pt x="72965" y="302280"/>
                  </a:lnTo>
                  <a:lnTo>
                    <a:pt x="77390" y="305196"/>
                  </a:lnTo>
                  <a:lnTo>
                    <a:pt x="81905" y="307971"/>
                  </a:lnTo>
                  <a:lnTo>
                    <a:pt x="86506" y="310601"/>
                  </a:lnTo>
                  <a:lnTo>
                    <a:pt x="91187" y="313084"/>
                  </a:lnTo>
                  <a:lnTo>
                    <a:pt x="95946" y="315417"/>
                  </a:lnTo>
                  <a:lnTo>
                    <a:pt x="100775" y="317598"/>
                  </a:lnTo>
                  <a:lnTo>
                    <a:pt x="105672" y="319625"/>
                  </a:lnTo>
                  <a:lnTo>
                    <a:pt x="110630" y="321496"/>
                  </a:lnTo>
                  <a:lnTo>
                    <a:pt x="115645" y="323209"/>
                  </a:lnTo>
                  <a:lnTo>
                    <a:pt x="120712" y="324762"/>
                  </a:lnTo>
                  <a:lnTo>
                    <a:pt x="125825" y="326153"/>
                  </a:lnTo>
                  <a:lnTo>
                    <a:pt x="130981" y="327382"/>
                  </a:lnTo>
                  <a:lnTo>
                    <a:pt x="136172" y="328447"/>
                  </a:lnTo>
                  <a:lnTo>
                    <a:pt x="141394" y="329346"/>
                  </a:lnTo>
                  <a:lnTo>
                    <a:pt x="146643" y="330080"/>
                  </a:lnTo>
                  <a:lnTo>
                    <a:pt x="151912" y="330647"/>
                  </a:lnTo>
                  <a:lnTo>
                    <a:pt x="157196" y="331046"/>
                  </a:lnTo>
                  <a:lnTo>
                    <a:pt x="162491" y="331278"/>
                  </a:lnTo>
                  <a:lnTo>
                    <a:pt x="167790" y="331342"/>
                  </a:lnTo>
                  <a:lnTo>
                    <a:pt x="173088" y="331238"/>
                  </a:lnTo>
                  <a:lnTo>
                    <a:pt x="178381" y="330966"/>
                  </a:lnTo>
                  <a:lnTo>
                    <a:pt x="183662" y="330527"/>
                  </a:lnTo>
                  <a:lnTo>
                    <a:pt x="188926" y="329920"/>
                  </a:lnTo>
                  <a:lnTo>
                    <a:pt x="194169" y="329147"/>
                  </a:lnTo>
                  <a:lnTo>
                    <a:pt x="199385" y="328208"/>
                  </a:lnTo>
                  <a:lnTo>
                    <a:pt x="204568" y="327104"/>
                  </a:lnTo>
                  <a:lnTo>
                    <a:pt x="209713" y="325836"/>
                  </a:lnTo>
                  <a:lnTo>
                    <a:pt x="214816" y="324406"/>
                  </a:lnTo>
                  <a:lnTo>
                    <a:pt x="219871" y="322815"/>
                  </a:lnTo>
                  <a:lnTo>
                    <a:pt x="224873" y="321064"/>
                  </a:lnTo>
                  <a:lnTo>
                    <a:pt x="229817" y="319156"/>
                  </a:lnTo>
                  <a:lnTo>
                    <a:pt x="234698" y="317092"/>
                  </a:lnTo>
                  <a:lnTo>
                    <a:pt x="239511" y="314874"/>
                  </a:lnTo>
                  <a:lnTo>
                    <a:pt x="244252" y="312505"/>
                  </a:lnTo>
                  <a:lnTo>
                    <a:pt x="248915" y="309987"/>
                  </a:lnTo>
                  <a:lnTo>
                    <a:pt x="253495" y="307322"/>
                  </a:lnTo>
                  <a:lnTo>
                    <a:pt x="257989" y="304513"/>
                  </a:lnTo>
                  <a:lnTo>
                    <a:pt x="262392" y="301564"/>
                  </a:lnTo>
                  <a:lnTo>
                    <a:pt x="266699" y="298476"/>
                  </a:lnTo>
                  <a:lnTo>
                    <a:pt x="270906" y="295253"/>
                  </a:lnTo>
                  <a:lnTo>
                    <a:pt x="275009" y="291899"/>
                  </a:lnTo>
                  <a:lnTo>
                    <a:pt x="279003" y="288416"/>
                  </a:lnTo>
                  <a:lnTo>
                    <a:pt x="282885" y="284808"/>
                  </a:lnTo>
                  <a:lnTo>
                    <a:pt x="286650" y="281079"/>
                  </a:lnTo>
                  <a:lnTo>
                    <a:pt x="290296" y="277233"/>
                  </a:lnTo>
                  <a:lnTo>
                    <a:pt x="293818" y="273273"/>
                  </a:lnTo>
                  <a:lnTo>
                    <a:pt x="297212" y="269203"/>
                  </a:lnTo>
                  <a:lnTo>
                    <a:pt x="300476" y="265028"/>
                  </a:lnTo>
                  <a:lnTo>
                    <a:pt x="303606" y="260752"/>
                  </a:lnTo>
                  <a:lnTo>
                    <a:pt x="306598" y="256378"/>
                  </a:lnTo>
                  <a:lnTo>
                    <a:pt x="309451" y="251912"/>
                  </a:lnTo>
                  <a:lnTo>
                    <a:pt x="312160" y="247357"/>
                  </a:lnTo>
                  <a:lnTo>
                    <a:pt x="314724" y="242719"/>
                  </a:lnTo>
                  <a:lnTo>
                    <a:pt x="317140" y="238003"/>
                  </a:lnTo>
                  <a:lnTo>
                    <a:pt x="319404" y="233211"/>
                  </a:lnTo>
                  <a:lnTo>
                    <a:pt x="321516" y="228351"/>
                  </a:lnTo>
                  <a:lnTo>
                    <a:pt x="323473" y="223426"/>
                  </a:lnTo>
                  <a:lnTo>
                    <a:pt x="325272" y="218441"/>
                  </a:lnTo>
                  <a:lnTo>
                    <a:pt x="326913" y="213402"/>
                  </a:lnTo>
                  <a:lnTo>
                    <a:pt x="328393" y="208314"/>
                  </a:lnTo>
                  <a:lnTo>
                    <a:pt x="329711" y="203181"/>
                  </a:lnTo>
                  <a:lnTo>
                    <a:pt x="330866" y="198009"/>
                  </a:lnTo>
                  <a:lnTo>
                    <a:pt x="331856" y="192802"/>
                  </a:lnTo>
                  <a:lnTo>
                    <a:pt x="332680" y="187567"/>
                  </a:lnTo>
                  <a:lnTo>
                    <a:pt x="333339" y="182309"/>
                  </a:lnTo>
                  <a:lnTo>
                    <a:pt x="333830" y="177032"/>
                  </a:lnTo>
                  <a:lnTo>
                    <a:pt x="334154" y="171743"/>
                  </a:lnTo>
                  <a:lnTo>
                    <a:pt x="334310" y="166446"/>
                  </a:lnTo>
                  <a:lnTo>
                    <a:pt x="334298" y="161146"/>
                  </a:lnTo>
                  <a:lnTo>
                    <a:pt x="334118" y="155850"/>
                  </a:lnTo>
                  <a:lnTo>
                    <a:pt x="333770" y="150562"/>
                  </a:lnTo>
                  <a:lnTo>
                    <a:pt x="333255" y="145288"/>
                  </a:lnTo>
                  <a:lnTo>
                    <a:pt x="332572" y="140032"/>
                  </a:lnTo>
                  <a:lnTo>
                    <a:pt x="331724" y="134801"/>
                  </a:lnTo>
                  <a:lnTo>
                    <a:pt x="330710" y="129600"/>
                  </a:lnTo>
                  <a:lnTo>
                    <a:pt x="329532" y="124433"/>
                  </a:lnTo>
                  <a:lnTo>
                    <a:pt x="328191" y="119306"/>
                  </a:lnTo>
                  <a:lnTo>
                    <a:pt x="326687" y="114224"/>
                  </a:lnTo>
                  <a:lnTo>
                    <a:pt x="325024" y="109192"/>
                  </a:lnTo>
                  <a:lnTo>
                    <a:pt x="323202" y="104216"/>
                  </a:lnTo>
                  <a:lnTo>
                    <a:pt x="321223" y="99300"/>
                  </a:lnTo>
                  <a:lnTo>
                    <a:pt x="319089" y="94449"/>
                  </a:lnTo>
                  <a:lnTo>
                    <a:pt x="316802" y="89668"/>
                  </a:lnTo>
                  <a:lnTo>
                    <a:pt x="314366" y="84962"/>
                  </a:lnTo>
                  <a:lnTo>
                    <a:pt x="311781" y="80336"/>
                  </a:lnTo>
                  <a:lnTo>
                    <a:pt x="309051" y="75794"/>
                  </a:lnTo>
                  <a:lnTo>
                    <a:pt x="306178" y="71341"/>
                  </a:lnTo>
                  <a:lnTo>
                    <a:pt x="303165" y="66981"/>
                  </a:lnTo>
                  <a:lnTo>
                    <a:pt x="300016" y="62719"/>
                  </a:lnTo>
                  <a:lnTo>
                    <a:pt x="296733" y="58558"/>
                  </a:lnTo>
                  <a:lnTo>
                    <a:pt x="293320" y="54504"/>
                  </a:lnTo>
                  <a:lnTo>
                    <a:pt x="289781" y="50560"/>
                  </a:lnTo>
                  <a:lnTo>
                    <a:pt x="286118" y="46730"/>
                  </a:lnTo>
                  <a:lnTo>
                    <a:pt x="282335" y="43019"/>
                  </a:lnTo>
                  <a:lnTo>
                    <a:pt x="278437" y="39429"/>
                  </a:lnTo>
                  <a:lnTo>
                    <a:pt x="274427" y="35964"/>
                  </a:lnTo>
                  <a:lnTo>
                    <a:pt x="270309" y="32628"/>
                  </a:lnTo>
                  <a:lnTo>
                    <a:pt x="266088" y="29425"/>
                  </a:lnTo>
                  <a:lnTo>
                    <a:pt x="261767" y="26357"/>
                  </a:lnTo>
                  <a:lnTo>
                    <a:pt x="257350" y="23427"/>
                  </a:lnTo>
                  <a:lnTo>
                    <a:pt x="252844" y="20639"/>
                  </a:lnTo>
                  <a:lnTo>
                    <a:pt x="248251" y="17995"/>
                  </a:lnTo>
                  <a:lnTo>
                    <a:pt x="243577" y="15498"/>
                  </a:lnTo>
                  <a:lnTo>
                    <a:pt x="238826" y="13151"/>
                  </a:lnTo>
                  <a:lnTo>
                    <a:pt x="234002" y="10955"/>
                  </a:lnTo>
                  <a:lnTo>
                    <a:pt x="229112" y="8913"/>
                  </a:lnTo>
                  <a:lnTo>
                    <a:pt x="224160" y="7027"/>
                  </a:lnTo>
                  <a:lnTo>
                    <a:pt x="219150" y="5299"/>
                  </a:lnTo>
                  <a:lnTo>
                    <a:pt x="214088" y="3731"/>
                  </a:lnTo>
                  <a:lnTo>
                    <a:pt x="208978" y="2324"/>
                  </a:lnTo>
                  <a:lnTo>
                    <a:pt x="203827" y="1080"/>
                  </a:lnTo>
                  <a:lnTo>
                    <a:pt x="198639" y="0"/>
                  </a:lnTo>
                  <a:lnTo>
                    <a:pt x="167158" y="164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31481" cy="167167"/>
            </a:xfrm>
            <a:custGeom>
              <a:avLst/>
              <a:pathLst>
                <a:path w="31481" h="167167">
                  <a:moveTo>
                    <a:pt x="31481" y="2991"/>
                  </a:moveTo>
                  <a:lnTo>
                    <a:pt x="25239" y="1916"/>
                  </a:lnTo>
                  <a:lnTo>
                    <a:pt x="18961" y="1078"/>
                  </a:lnTo>
                  <a:lnTo>
                    <a:pt x="12655" y="479"/>
                  </a:lnTo>
                  <a:lnTo>
                    <a:pt x="6332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tx75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2025-06-06T06:16:47Z</dcterms:modified>
  <cp:category/>
</cp:coreProperties>
</file>