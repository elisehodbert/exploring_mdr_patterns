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3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8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09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23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5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4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4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24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33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9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96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91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75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36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6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91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6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5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33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23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26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24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98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3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24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09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13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3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4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50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91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09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6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6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3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5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36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0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14869" y="3170392"/>
              <a:ext cx="68909" cy="167167"/>
            </a:xfrm>
            <a:custGeom>
              <a:avLst/>
              <a:pathLst>
                <a:path w="68909" h="167167">
                  <a:moveTo>
                    <a:pt x="68909" y="0"/>
                  </a:moveTo>
                  <a:lnTo>
                    <a:pt x="62991" y="104"/>
                  </a:lnTo>
                  <a:lnTo>
                    <a:pt x="57081" y="418"/>
                  </a:lnTo>
                  <a:lnTo>
                    <a:pt x="51186" y="942"/>
                  </a:lnTo>
                  <a:lnTo>
                    <a:pt x="45312" y="1673"/>
                  </a:lnTo>
                  <a:lnTo>
                    <a:pt x="39469" y="2612"/>
                  </a:lnTo>
                  <a:lnTo>
                    <a:pt x="33662" y="3758"/>
                  </a:lnTo>
                  <a:lnTo>
                    <a:pt x="27899" y="5108"/>
                  </a:lnTo>
                  <a:lnTo>
                    <a:pt x="22188" y="6661"/>
                  </a:lnTo>
                  <a:lnTo>
                    <a:pt x="16535" y="8416"/>
                  </a:lnTo>
                  <a:lnTo>
                    <a:pt x="10949" y="10369"/>
                  </a:lnTo>
                  <a:lnTo>
                    <a:pt x="5434" y="12519"/>
                  </a:lnTo>
                  <a:lnTo>
                    <a:pt x="0" y="14863"/>
                  </a:lnTo>
                  <a:lnTo>
                    <a:pt x="689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816615" y="3170394"/>
              <a:ext cx="334310" cy="334331"/>
            </a:xfrm>
            <a:custGeom>
              <a:avLst/>
              <a:pathLst>
                <a:path w="334310" h="334331">
                  <a:moveTo>
                    <a:pt x="98254" y="14862"/>
                  </a:moveTo>
                  <a:lnTo>
                    <a:pt x="93470" y="17118"/>
                  </a:lnTo>
                  <a:lnTo>
                    <a:pt x="88759" y="19525"/>
                  </a:lnTo>
                  <a:lnTo>
                    <a:pt x="84127" y="22079"/>
                  </a:lnTo>
                  <a:lnTo>
                    <a:pt x="79579" y="24779"/>
                  </a:lnTo>
                  <a:lnTo>
                    <a:pt x="75118" y="27621"/>
                  </a:lnTo>
                  <a:lnTo>
                    <a:pt x="70749" y="30603"/>
                  </a:lnTo>
                  <a:lnTo>
                    <a:pt x="66477" y="33722"/>
                  </a:lnTo>
                  <a:lnTo>
                    <a:pt x="62305" y="36974"/>
                  </a:lnTo>
                  <a:lnTo>
                    <a:pt x="58239" y="40357"/>
                  </a:lnTo>
                  <a:lnTo>
                    <a:pt x="54281" y="43866"/>
                  </a:lnTo>
                  <a:lnTo>
                    <a:pt x="50437" y="47500"/>
                  </a:lnTo>
                  <a:lnTo>
                    <a:pt x="46709" y="51252"/>
                  </a:lnTo>
                  <a:lnTo>
                    <a:pt x="43102" y="55121"/>
                  </a:lnTo>
                  <a:lnTo>
                    <a:pt x="39620" y="59102"/>
                  </a:lnTo>
                  <a:lnTo>
                    <a:pt x="36265" y="63192"/>
                  </a:lnTo>
                  <a:lnTo>
                    <a:pt x="33041" y="67385"/>
                  </a:lnTo>
                  <a:lnTo>
                    <a:pt x="29951" y="71679"/>
                  </a:lnTo>
                  <a:lnTo>
                    <a:pt x="26999" y="76067"/>
                  </a:lnTo>
                  <a:lnTo>
                    <a:pt x="24187" y="80548"/>
                  </a:lnTo>
                  <a:lnTo>
                    <a:pt x="21518" y="85114"/>
                  </a:lnTo>
                  <a:lnTo>
                    <a:pt x="18995" y="89763"/>
                  </a:lnTo>
                  <a:lnTo>
                    <a:pt x="16620" y="94490"/>
                  </a:lnTo>
                  <a:lnTo>
                    <a:pt x="14396" y="99289"/>
                  </a:lnTo>
                  <a:lnTo>
                    <a:pt x="12325" y="104156"/>
                  </a:lnTo>
                  <a:lnTo>
                    <a:pt x="10409" y="109087"/>
                  </a:lnTo>
                  <a:lnTo>
                    <a:pt x="8650" y="114075"/>
                  </a:lnTo>
                  <a:lnTo>
                    <a:pt x="7050" y="119117"/>
                  </a:lnTo>
                  <a:lnTo>
                    <a:pt x="5610" y="124207"/>
                  </a:lnTo>
                  <a:lnTo>
                    <a:pt x="4332" y="129339"/>
                  </a:lnTo>
                  <a:lnTo>
                    <a:pt x="3216" y="134510"/>
                  </a:lnTo>
                  <a:lnTo>
                    <a:pt x="2265" y="139713"/>
                  </a:lnTo>
                  <a:lnTo>
                    <a:pt x="1479" y="144944"/>
                  </a:lnTo>
                  <a:lnTo>
                    <a:pt x="859" y="150197"/>
                  </a:lnTo>
                  <a:lnTo>
                    <a:pt x="406" y="155467"/>
                  </a:lnTo>
                  <a:lnTo>
                    <a:pt x="119" y="160749"/>
                  </a:lnTo>
                  <a:lnTo>
                    <a:pt x="0" y="166037"/>
                  </a:lnTo>
                  <a:lnTo>
                    <a:pt x="47" y="171326"/>
                  </a:lnTo>
                  <a:lnTo>
                    <a:pt x="263" y="176611"/>
                  </a:lnTo>
                  <a:lnTo>
                    <a:pt x="645" y="181887"/>
                  </a:lnTo>
                  <a:lnTo>
                    <a:pt x="1194" y="187148"/>
                  </a:lnTo>
                  <a:lnTo>
                    <a:pt x="1910" y="192389"/>
                  </a:lnTo>
                  <a:lnTo>
                    <a:pt x="2790" y="197604"/>
                  </a:lnTo>
                  <a:lnTo>
                    <a:pt x="3836" y="202790"/>
                  </a:lnTo>
                  <a:lnTo>
                    <a:pt x="5044" y="207939"/>
                  </a:lnTo>
                  <a:lnTo>
                    <a:pt x="6416" y="213048"/>
                  </a:lnTo>
                  <a:lnTo>
                    <a:pt x="7948" y="218111"/>
                  </a:lnTo>
                  <a:lnTo>
                    <a:pt x="9639" y="223122"/>
                  </a:lnTo>
                  <a:lnTo>
                    <a:pt x="11488" y="228078"/>
                  </a:lnTo>
                  <a:lnTo>
                    <a:pt x="13494" y="232973"/>
                  </a:lnTo>
                  <a:lnTo>
                    <a:pt x="15653" y="237802"/>
                  </a:lnTo>
                  <a:lnTo>
                    <a:pt x="17963" y="242560"/>
                  </a:lnTo>
                  <a:lnTo>
                    <a:pt x="20423" y="247242"/>
                  </a:lnTo>
                  <a:lnTo>
                    <a:pt x="23030" y="251845"/>
                  </a:lnTo>
                  <a:lnTo>
                    <a:pt x="25781" y="256363"/>
                  </a:lnTo>
                  <a:lnTo>
                    <a:pt x="28674" y="260791"/>
                  </a:lnTo>
                  <a:lnTo>
                    <a:pt x="31706" y="265126"/>
                  </a:lnTo>
                  <a:lnTo>
                    <a:pt x="34873" y="269362"/>
                  </a:lnTo>
                  <a:lnTo>
                    <a:pt x="38172" y="273496"/>
                  </a:lnTo>
                  <a:lnTo>
                    <a:pt x="41601" y="277524"/>
                  </a:lnTo>
                  <a:lnTo>
                    <a:pt x="45155" y="281442"/>
                  </a:lnTo>
                  <a:lnTo>
                    <a:pt x="48832" y="285244"/>
                  </a:lnTo>
                  <a:lnTo>
                    <a:pt x="52627" y="288929"/>
                  </a:lnTo>
                  <a:lnTo>
                    <a:pt x="56537" y="292492"/>
                  </a:lnTo>
                  <a:lnTo>
                    <a:pt x="60557" y="295929"/>
                  </a:lnTo>
                  <a:lnTo>
                    <a:pt x="64684" y="299237"/>
                  </a:lnTo>
                  <a:lnTo>
                    <a:pt x="68914" y="302414"/>
                  </a:lnTo>
                  <a:lnTo>
                    <a:pt x="73242" y="305454"/>
                  </a:lnTo>
                  <a:lnTo>
                    <a:pt x="77664" y="308356"/>
                  </a:lnTo>
                  <a:lnTo>
                    <a:pt x="82176" y="311117"/>
                  </a:lnTo>
                  <a:lnTo>
                    <a:pt x="86773" y="313734"/>
                  </a:lnTo>
                  <a:lnTo>
                    <a:pt x="91450" y="316204"/>
                  </a:lnTo>
                  <a:lnTo>
                    <a:pt x="96204" y="318525"/>
                  </a:lnTo>
                  <a:lnTo>
                    <a:pt x="101028" y="320694"/>
                  </a:lnTo>
                  <a:lnTo>
                    <a:pt x="105918" y="322710"/>
                  </a:lnTo>
                  <a:lnTo>
                    <a:pt x="110870" y="324569"/>
                  </a:lnTo>
                  <a:lnTo>
                    <a:pt x="115878" y="326272"/>
                  </a:lnTo>
                  <a:lnTo>
                    <a:pt x="120938" y="327815"/>
                  </a:lnTo>
                  <a:lnTo>
                    <a:pt x="126043" y="329197"/>
                  </a:lnTo>
                  <a:lnTo>
                    <a:pt x="131190" y="330416"/>
                  </a:lnTo>
                  <a:lnTo>
                    <a:pt x="136373" y="331473"/>
                  </a:lnTo>
                  <a:lnTo>
                    <a:pt x="141587" y="332365"/>
                  </a:lnTo>
                  <a:lnTo>
                    <a:pt x="146826" y="333091"/>
                  </a:lnTo>
                  <a:lnTo>
                    <a:pt x="152086" y="333652"/>
                  </a:lnTo>
                  <a:lnTo>
                    <a:pt x="157361" y="334045"/>
                  </a:lnTo>
                  <a:lnTo>
                    <a:pt x="162646" y="334272"/>
                  </a:lnTo>
                  <a:lnTo>
                    <a:pt x="167935" y="334331"/>
                  </a:lnTo>
                  <a:lnTo>
                    <a:pt x="173223" y="334223"/>
                  </a:lnTo>
                  <a:lnTo>
                    <a:pt x="178506" y="333948"/>
                  </a:lnTo>
                  <a:lnTo>
                    <a:pt x="183777" y="333505"/>
                  </a:lnTo>
                  <a:lnTo>
                    <a:pt x="189031" y="332896"/>
                  </a:lnTo>
                  <a:lnTo>
                    <a:pt x="194263" y="332122"/>
                  </a:lnTo>
                  <a:lnTo>
                    <a:pt x="199469" y="331182"/>
                  </a:lnTo>
                  <a:lnTo>
                    <a:pt x="204642" y="330077"/>
                  </a:lnTo>
                  <a:lnTo>
                    <a:pt x="209777" y="328810"/>
                  </a:lnTo>
                  <a:lnTo>
                    <a:pt x="214870" y="327381"/>
                  </a:lnTo>
                  <a:lnTo>
                    <a:pt x="219915" y="325791"/>
                  </a:lnTo>
                  <a:lnTo>
                    <a:pt x="224907" y="324043"/>
                  </a:lnTo>
                  <a:lnTo>
                    <a:pt x="229841" y="322138"/>
                  </a:lnTo>
                  <a:lnTo>
                    <a:pt x="234713" y="320077"/>
                  </a:lnTo>
                  <a:lnTo>
                    <a:pt x="239517" y="317863"/>
                  </a:lnTo>
                  <a:lnTo>
                    <a:pt x="244249" y="315499"/>
                  </a:lnTo>
                  <a:lnTo>
                    <a:pt x="248903" y="312986"/>
                  </a:lnTo>
                  <a:lnTo>
                    <a:pt x="253476" y="310327"/>
                  </a:lnTo>
                  <a:lnTo>
                    <a:pt x="257962" y="307524"/>
                  </a:lnTo>
                  <a:lnTo>
                    <a:pt x="262357" y="304581"/>
                  </a:lnTo>
                  <a:lnTo>
                    <a:pt x="266657" y="301501"/>
                  </a:lnTo>
                  <a:lnTo>
                    <a:pt x="270857" y="298286"/>
                  </a:lnTo>
                  <a:lnTo>
                    <a:pt x="274954" y="294939"/>
                  </a:lnTo>
                  <a:lnTo>
                    <a:pt x="278942" y="291465"/>
                  </a:lnTo>
                  <a:lnTo>
                    <a:pt x="282819" y="287866"/>
                  </a:lnTo>
                  <a:lnTo>
                    <a:pt x="286580" y="284147"/>
                  </a:lnTo>
                  <a:lnTo>
                    <a:pt x="290221" y="280310"/>
                  </a:lnTo>
                  <a:lnTo>
                    <a:pt x="293739" y="276360"/>
                  </a:lnTo>
                  <a:lnTo>
                    <a:pt x="297130" y="272301"/>
                  </a:lnTo>
                  <a:lnTo>
                    <a:pt x="300392" y="268136"/>
                  </a:lnTo>
                  <a:lnTo>
                    <a:pt x="303519" y="263871"/>
                  </a:lnTo>
                  <a:lnTo>
                    <a:pt x="306511" y="259508"/>
                  </a:lnTo>
                  <a:lnTo>
                    <a:pt x="309362" y="255053"/>
                  </a:lnTo>
                  <a:lnTo>
                    <a:pt x="312072" y="250511"/>
                  </a:lnTo>
                  <a:lnTo>
                    <a:pt x="314636" y="245884"/>
                  </a:lnTo>
                  <a:lnTo>
                    <a:pt x="317053" y="241179"/>
                  </a:lnTo>
                  <a:lnTo>
                    <a:pt x="319319" y="236400"/>
                  </a:lnTo>
                  <a:lnTo>
                    <a:pt x="321434" y="231551"/>
                  </a:lnTo>
                  <a:lnTo>
                    <a:pt x="323394" y="226638"/>
                  </a:lnTo>
                  <a:lnTo>
                    <a:pt x="325197" y="221666"/>
                  </a:lnTo>
                  <a:lnTo>
                    <a:pt x="326842" y="216638"/>
                  </a:lnTo>
                  <a:lnTo>
                    <a:pt x="328327" y="211562"/>
                  </a:lnTo>
                  <a:lnTo>
                    <a:pt x="329651" y="206441"/>
                  </a:lnTo>
                  <a:lnTo>
                    <a:pt x="330813" y="201280"/>
                  </a:lnTo>
                  <a:lnTo>
                    <a:pt x="331810" y="196086"/>
                  </a:lnTo>
                  <a:lnTo>
                    <a:pt x="332643" y="190862"/>
                  </a:lnTo>
                  <a:lnTo>
                    <a:pt x="333309" y="185615"/>
                  </a:lnTo>
                  <a:lnTo>
                    <a:pt x="333810" y="180349"/>
                  </a:lnTo>
                  <a:lnTo>
                    <a:pt x="334144" y="175070"/>
                  </a:lnTo>
                  <a:lnTo>
                    <a:pt x="334310" y="169783"/>
                  </a:lnTo>
                  <a:lnTo>
                    <a:pt x="334309" y="164494"/>
                  </a:lnTo>
                  <a:lnTo>
                    <a:pt x="334141" y="159207"/>
                  </a:lnTo>
                  <a:lnTo>
                    <a:pt x="333806" y="153928"/>
                  </a:lnTo>
                  <a:lnTo>
                    <a:pt x="333303" y="148662"/>
                  </a:lnTo>
                  <a:lnTo>
                    <a:pt x="332635" y="143415"/>
                  </a:lnTo>
                  <a:lnTo>
                    <a:pt x="331801" y="138192"/>
                  </a:lnTo>
                  <a:lnTo>
                    <a:pt x="330801" y="132998"/>
                  </a:lnTo>
                  <a:lnTo>
                    <a:pt x="329639" y="127837"/>
                  </a:lnTo>
                  <a:lnTo>
                    <a:pt x="328313" y="122717"/>
                  </a:lnTo>
                  <a:lnTo>
                    <a:pt x="326826" y="117641"/>
                  </a:lnTo>
                  <a:lnTo>
                    <a:pt x="325179" y="112614"/>
                  </a:lnTo>
                  <a:lnTo>
                    <a:pt x="323374" y="107642"/>
                  </a:lnTo>
                  <a:lnTo>
                    <a:pt x="321413" y="102729"/>
                  </a:lnTo>
                  <a:lnTo>
                    <a:pt x="319297" y="97882"/>
                  </a:lnTo>
                  <a:lnTo>
                    <a:pt x="317029" y="93103"/>
                  </a:lnTo>
                  <a:lnTo>
                    <a:pt x="314611" y="88399"/>
                  </a:lnTo>
                  <a:lnTo>
                    <a:pt x="312045" y="83773"/>
                  </a:lnTo>
                  <a:lnTo>
                    <a:pt x="309334" y="79231"/>
                  </a:lnTo>
                  <a:lnTo>
                    <a:pt x="306481" y="74777"/>
                  </a:lnTo>
                  <a:lnTo>
                    <a:pt x="303488" y="70416"/>
                  </a:lnTo>
                  <a:lnTo>
                    <a:pt x="300359" y="66151"/>
                  </a:lnTo>
                  <a:lnTo>
                    <a:pt x="297096" y="61988"/>
                  </a:lnTo>
                  <a:lnTo>
                    <a:pt x="293703" y="57929"/>
                  </a:lnTo>
                  <a:lnTo>
                    <a:pt x="290184" y="53981"/>
                  </a:lnTo>
                  <a:lnTo>
                    <a:pt x="286542" y="50145"/>
                  </a:lnTo>
                  <a:lnTo>
                    <a:pt x="282780" y="46427"/>
                  </a:lnTo>
                  <a:lnTo>
                    <a:pt x="278902" y="42829"/>
                  </a:lnTo>
                  <a:lnTo>
                    <a:pt x="274912" y="39357"/>
                  </a:lnTo>
                  <a:lnTo>
                    <a:pt x="270815" y="36012"/>
                  </a:lnTo>
                  <a:lnTo>
                    <a:pt x="266613" y="32798"/>
                  </a:lnTo>
                  <a:lnTo>
                    <a:pt x="262312" y="29719"/>
                  </a:lnTo>
                  <a:lnTo>
                    <a:pt x="257916" y="26777"/>
                  </a:lnTo>
                  <a:lnTo>
                    <a:pt x="253429" y="23976"/>
                  </a:lnTo>
                  <a:lnTo>
                    <a:pt x="248856" y="21319"/>
                  </a:lnTo>
                  <a:lnTo>
                    <a:pt x="244200" y="18807"/>
                  </a:lnTo>
                  <a:lnTo>
                    <a:pt x="239468" y="16444"/>
                  </a:lnTo>
                  <a:lnTo>
                    <a:pt x="234663" y="14232"/>
                  </a:lnTo>
                  <a:lnTo>
                    <a:pt x="229791" y="12173"/>
                  </a:lnTo>
                  <a:lnTo>
                    <a:pt x="224856" y="10269"/>
                  </a:lnTo>
                  <a:lnTo>
                    <a:pt x="219863" y="8522"/>
                  </a:lnTo>
                  <a:lnTo>
                    <a:pt x="214818" y="6934"/>
                  </a:lnTo>
                  <a:lnTo>
                    <a:pt x="209725" y="5507"/>
                  </a:lnTo>
                  <a:lnTo>
                    <a:pt x="204589" y="4241"/>
                  </a:lnTo>
                  <a:lnTo>
                    <a:pt x="199415" y="3139"/>
                  </a:lnTo>
                  <a:lnTo>
                    <a:pt x="194210" y="2200"/>
                  </a:lnTo>
                  <a:lnTo>
                    <a:pt x="188977" y="1427"/>
                  </a:lnTo>
                  <a:lnTo>
                    <a:pt x="183723" y="820"/>
                  </a:lnTo>
                  <a:lnTo>
                    <a:pt x="178451" y="380"/>
                  </a:lnTo>
                  <a:lnTo>
                    <a:pt x="173169" y="106"/>
                  </a:lnTo>
                  <a:lnTo>
                    <a:pt x="167881" y="0"/>
                  </a:lnTo>
                  <a:lnTo>
                    <a:pt x="167163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83779" y="3170392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51844" y="2633064"/>
              <a:ext cx="167166" cy="215264"/>
            </a:xfrm>
            <a:custGeom>
              <a:avLst/>
              <a:pathLst>
                <a:path w="167166" h="215264">
                  <a:moveTo>
                    <a:pt x="167166" y="0"/>
                  </a:moveTo>
                  <a:lnTo>
                    <a:pt x="161799" y="86"/>
                  </a:lnTo>
                  <a:lnTo>
                    <a:pt x="156437" y="344"/>
                  </a:lnTo>
                  <a:lnTo>
                    <a:pt x="151086" y="775"/>
                  </a:lnTo>
                  <a:lnTo>
                    <a:pt x="145751" y="1377"/>
                  </a:lnTo>
                  <a:lnTo>
                    <a:pt x="140439" y="2150"/>
                  </a:lnTo>
                  <a:lnTo>
                    <a:pt x="135154" y="3093"/>
                  </a:lnTo>
                  <a:lnTo>
                    <a:pt x="129903" y="4206"/>
                  </a:lnTo>
                  <a:lnTo>
                    <a:pt x="124689" y="5486"/>
                  </a:lnTo>
                  <a:lnTo>
                    <a:pt x="119520" y="6933"/>
                  </a:lnTo>
                  <a:lnTo>
                    <a:pt x="114399" y="8546"/>
                  </a:lnTo>
                  <a:lnTo>
                    <a:pt x="109333" y="10322"/>
                  </a:lnTo>
                  <a:lnTo>
                    <a:pt x="104327" y="12260"/>
                  </a:lnTo>
                  <a:lnTo>
                    <a:pt x="99386" y="14357"/>
                  </a:lnTo>
                  <a:lnTo>
                    <a:pt x="94514" y="16613"/>
                  </a:lnTo>
                  <a:lnTo>
                    <a:pt x="89717" y="19023"/>
                  </a:lnTo>
                  <a:lnTo>
                    <a:pt x="85001" y="21586"/>
                  </a:lnTo>
                  <a:lnTo>
                    <a:pt x="80369" y="24300"/>
                  </a:lnTo>
                  <a:lnTo>
                    <a:pt x="75826" y="27160"/>
                  </a:lnTo>
                  <a:lnTo>
                    <a:pt x="71378" y="30165"/>
                  </a:lnTo>
                  <a:lnTo>
                    <a:pt x="67028" y="33312"/>
                  </a:lnTo>
                  <a:lnTo>
                    <a:pt x="62782" y="36596"/>
                  </a:lnTo>
                  <a:lnTo>
                    <a:pt x="58643" y="40015"/>
                  </a:lnTo>
                  <a:lnTo>
                    <a:pt x="54616" y="43565"/>
                  </a:lnTo>
                  <a:lnTo>
                    <a:pt x="50706" y="47243"/>
                  </a:lnTo>
                  <a:lnTo>
                    <a:pt x="46915" y="51044"/>
                  </a:lnTo>
                  <a:lnTo>
                    <a:pt x="43248" y="54965"/>
                  </a:lnTo>
                  <a:lnTo>
                    <a:pt x="39710" y="59002"/>
                  </a:lnTo>
                  <a:lnTo>
                    <a:pt x="36302" y="63150"/>
                  </a:lnTo>
                  <a:lnTo>
                    <a:pt x="33030" y="67405"/>
                  </a:lnTo>
                  <a:lnTo>
                    <a:pt x="29896" y="71764"/>
                  </a:lnTo>
                  <a:lnTo>
                    <a:pt x="26903" y="76221"/>
                  </a:lnTo>
                  <a:lnTo>
                    <a:pt x="24055" y="80771"/>
                  </a:lnTo>
                  <a:lnTo>
                    <a:pt x="21355" y="85411"/>
                  </a:lnTo>
                  <a:lnTo>
                    <a:pt x="18805" y="90135"/>
                  </a:lnTo>
                  <a:lnTo>
                    <a:pt x="16408" y="94938"/>
                  </a:lnTo>
                  <a:lnTo>
                    <a:pt x="14167" y="99816"/>
                  </a:lnTo>
                  <a:lnTo>
                    <a:pt x="12083" y="104764"/>
                  </a:lnTo>
                  <a:lnTo>
                    <a:pt x="10159" y="109775"/>
                  </a:lnTo>
                  <a:lnTo>
                    <a:pt x="8398" y="114846"/>
                  </a:lnTo>
                  <a:lnTo>
                    <a:pt x="6799" y="119971"/>
                  </a:lnTo>
                  <a:lnTo>
                    <a:pt x="5367" y="125145"/>
                  </a:lnTo>
                  <a:lnTo>
                    <a:pt x="4101" y="130362"/>
                  </a:lnTo>
                  <a:lnTo>
                    <a:pt x="3003" y="135616"/>
                  </a:lnTo>
                  <a:lnTo>
                    <a:pt x="2075" y="140904"/>
                  </a:lnTo>
                  <a:lnTo>
                    <a:pt x="1317" y="146218"/>
                  </a:lnTo>
                  <a:lnTo>
                    <a:pt x="730" y="151554"/>
                  </a:lnTo>
                  <a:lnTo>
                    <a:pt x="314" y="156906"/>
                  </a:lnTo>
                  <a:lnTo>
                    <a:pt x="71" y="162269"/>
                  </a:lnTo>
                  <a:lnTo>
                    <a:pt x="0" y="167637"/>
                  </a:lnTo>
                  <a:lnTo>
                    <a:pt x="101" y="173004"/>
                  </a:lnTo>
                  <a:lnTo>
                    <a:pt x="374" y="178366"/>
                  </a:lnTo>
                  <a:lnTo>
                    <a:pt x="820" y="183715"/>
                  </a:lnTo>
                  <a:lnTo>
                    <a:pt x="1437" y="189048"/>
                  </a:lnTo>
                  <a:lnTo>
                    <a:pt x="2225" y="194358"/>
                  </a:lnTo>
                  <a:lnTo>
                    <a:pt x="3183" y="199640"/>
                  </a:lnTo>
                  <a:lnTo>
                    <a:pt x="4310" y="204889"/>
                  </a:lnTo>
                  <a:lnTo>
                    <a:pt x="5606" y="210098"/>
                  </a:lnTo>
                  <a:lnTo>
                    <a:pt x="7067" y="21526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8912" y="2800231"/>
              <a:ext cx="160098" cy="48096"/>
            </a:xfrm>
            <a:custGeom>
              <a:avLst/>
              <a:pathLst>
                <a:path w="160098" h="48096">
                  <a:moveTo>
                    <a:pt x="0" y="48096"/>
                  </a:moveTo>
                  <a:lnTo>
                    <a:pt x="1600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8912" y="2644582"/>
              <a:ext cx="327250" cy="322815"/>
            </a:xfrm>
            <a:custGeom>
              <a:avLst/>
              <a:pathLst>
                <a:path w="327250" h="322815">
                  <a:moveTo>
                    <a:pt x="0" y="203746"/>
                  </a:moveTo>
                  <a:lnTo>
                    <a:pt x="1613" y="208822"/>
                  </a:lnTo>
                  <a:lnTo>
                    <a:pt x="3388" y="213845"/>
                  </a:lnTo>
                  <a:lnTo>
                    <a:pt x="5322" y="218808"/>
                  </a:lnTo>
                  <a:lnTo>
                    <a:pt x="7413" y="223708"/>
                  </a:lnTo>
                  <a:lnTo>
                    <a:pt x="9659" y="228538"/>
                  </a:lnTo>
                  <a:lnTo>
                    <a:pt x="12058" y="233294"/>
                  </a:lnTo>
                  <a:lnTo>
                    <a:pt x="14607" y="237972"/>
                  </a:lnTo>
                  <a:lnTo>
                    <a:pt x="17304" y="242566"/>
                  </a:lnTo>
                  <a:lnTo>
                    <a:pt x="20145" y="247071"/>
                  </a:lnTo>
                  <a:lnTo>
                    <a:pt x="23129" y="251484"/>
                  </a:lnTo>
                  <a:lnTo>
                    <a:pt x="26252" y="255800"/>
                  </a:lnTo>
                  <a:lnTo>
                    <a:pt x="29511" y="260013"/>
                  </a:lnTo>
                  <a:lnTo>
                    <a:pt x="32903" y="264121"/>
                  </a:lnTo>
                  <a:lnTo>
                    <a:pt x="36424" y="268119"/>
                  </a:lnTo>
                  <a:lnTo>
                    <a:pt x="40070" y="272002"/>
                  </a:lnTo>
                  <a:lnTo>
                    <a:pt x="43838" y="275767"/>
                  </a:lnTo>
                  <a:lnTo>
                    <a:pt x="47724" y="279411"/>
                  </a:lnTo>
                  <a:lnTo>
                    <a:pt x="51725" y="282928"/>
                  </a:lnTo>
                  <a:lnTo>
                    <a:pt x="55835" y="286317"/>
                  </a:lnTo>
                  <a:lnTo>
                    <a:pt x="60051" y="289572"/>
                  </a:lnTo>
                  <a:lnTo>
                    <a:pt x="64369" y="292692"/>
                  </a:lnTo>
                  <a:lnTo>
                    <a:pt x="68784" y="295673"/>
                  </a:lnTo>
                  <a:lnTo>
                    <a:pt x="73292" y="298511"/>
                  </a:lnTo>
                  <a:lnTo>
                    <a:pt x="77888" y="301204"/>
                  </a:lnTo>
                  <a:lnTo>
                    <a:pt x="82568" y="303750"/>
                  </a:lnTo>
                  <a:lnTo>
                    <a:pt x="87326" y="306145"/>
                  </a:lnTo>
                  <a:lnTo>
                    <a:pt x="92158" y="308387"/>
                  </a:lnTo>
                  <a:lnTo>
                    <a:pt x="97059" y="310474"/>
                  </a:lnTo>
                  <a:lnTo>
                    <a:pt x="102024" y="312404"/>
                  </a:lnTo>
                  <a:lnTo>
                    <a:pt x="107048" y="314175"/>
                  </a:lnTo>
                  <a:lnTo>
                    <a:pt x="112126" y="315785"/>
                  </a:lnTo>
                  <a:lnTo>
                    <a:pt x="117253" y="317232"/>
                  </a:lnTo>
                  <a:lnTo>
                    <a:pt x="122423" y="318515"/>
                  </a:lnTo>
                  <a:lnTo>
                    <a:pt x="127631" y="319633"/>
                  </a:lnTo>
                  <a:lnTo>
                    <a:pt x="132872" y="320584"/>
                  </a:lnTo>
                  <a:lnTo>
                    <a:pt x="138141" y="321368"/>
                  </a:lnTo>
                  <a:lnTo>
                    <a:pt x="143433" y="321983"/>
                  </a:lnTo>
                  <a:lnTo>
                    <a:pt x="148741" y="322430"/>
                  </a:lnTo>
                  <a:lnTo>
                    <a:pt x="154061" y="322707"/>
                  </a:lnTo>
                  <a:lnTo>
                    <a:pt x="159387" y="322815"/>
                  </a:lnTo>
                  <a:lnTo>
                    <a:pt x="164713" y="322752"/>
                  </a:lnTo>
                  <a:lnTo>
                    <a:pt x="170035" y="322521"/>
                  </a:lnTo>
                  <a:lnTo>
                    <a:pt x="175347" y="322119"/>
                  </a:lnTo>
                  <a:lnTo>
                    <a:pt x="180643" y="321549"/>
                  </a:lnTo>
                  <a:lnTo>
                    <a:pt x="185919" y="320810"/>
                  </a:lnTo>
                  <a:lnTo>
                    <a:pt x="191168" y="319903"/>
                  </a:lnTo>
                  <a:lnTo>
                    <a:pt x="196386" y="318830"/>
                  </a:lnTo>
                  <a:lnTo>
                    <a:pt x="201567" y="317591"/>
                  </a:lnTo>
                  <a:lnTo>
                    <a:pt x="206705" y="316188"/>
                  </a:lnTo>
                  <a:lnTo>
                    <a:pt x="211797" y="314621"/>
                  </a:lnTo>
                  <a:lnTo>
                    <a:pt x="216836" y="312893"/>
                  </a:lnTo>
                  <a:lnTo>
                    <a:pt x="221817" y="311006"/>
                  </a:lnTo>
                  <a:lnTo>
                    <a:pt x="226736" y="308960"/>
                  </a:lnTo>
                  <a:lnTo>
                    <a:pt x="231587" y="306759"/>
                  </a:lnTo>
                  <a:lnTo>
                    <a:pt x="236365" y="304405"/>
                  </a:lnTo>
                  <a:lnTo>
                    <a:pt x="241066" y="301899"/>
                  </a:lnTo>
                  <a:lnTo>
                    <a:pt x="245685" y="299245"/>
                  </a:lnTo>
                  <a:lnTo>
                    <a:pt x="250217" y="296445"/>
                  </a:lnTo>
                  <a:lnTo>
                    <a:pt x="254657" y="293502"/>
                  </a:lnTo>
                  <a:lnTo>
                    <a:pt x="259001" y="290420"/>
                  </a:lnTo>
                  <a:lnTo>
                    <a:pt x="263245" y="287200"/>
                  </a:lnTo>
                  <a:lnTo>
                    <a:pt x="267384" y="283847"/>
                  </a:lnTo>
                  <a:lnTo>
                    <a:pt x="271414" y="280363"/>
                  </a:lnTo>
                  <a:lnTo>
                    <a:pt x="275331" y="276753"/>
                  </a:lnTo>
                  <a:lnTo>
                    <a:pt x="279132" y="273020"/>
                  </a:lnTo>
                  <a:lnTo>
                    <a:pt x="282811" y="269168"/>
                  </a:lnTo>
                  <a:lnTo>
                    <a:pt x="286365" y="265200"/>
                  </a:lnTo>
                  <a:lnTo>
                    <a:pt x="289792" y="261122"/>
                  </a:lnTo>
                  <a:lnTo>
                    <a:pt x="293087" y="256936"/>
                  </a:lnTo>
                  <a:lnTo>
                    <a:pt x="296246" y="252647"/>
                  </a:lnTo>
                  <a:lnTo>
                    <a:pt x="299268" y="248260"/>
                  </a:lnTo>
                  <a:lnTo>
                    <a:pt x="302148" y="243779"/>
                  </a:lnTo>
                  <a:lnTo>
                    <a:pt x="304884" y="239208"/>
                  </a:lnTo>
                  <a:lnTo>
                    <a:pt x="307473" y="234552"/>
                  </a:lnTo>
                  <a:lnTo>
                    <a:pt x="309912" y="229817"/>
                  </a:lnTo>
                  <a:lnTo>
                    <a:pt x="312199" y="225006"/>
                  </a:lnTo>
                  <a:lnTo>
                    <a:pt x="314331" y="220124"/>
                  </a:lnTo>
                  <a:lnTo>
                    <a:pt x="316308" y="215177"/>
                  </a:lnTo>
                  <a:lnTo>
                    <a:pt x="318125" y="210170"/>
                  </a:lnTo>
                  <a:lnTo>
                    <a:pt x="319782" y="205107"/>
                  </a:lnTo>
                  <a:lnTo>
                    <a:pt x="321277" y="199994"/>
                  </a:lnTo>
                  <a:lnTo>
                    <a:pt x="322608" y="194836"/>
                  </a:lnTo>
                  <a:lnTo>
                    <a:pt x="323774" y="189639"/>
                  </a:lnTo>
                  <a:lnTo>
                    <a:pt x="324774" y="184406"/>
                  </a:lnTo>
                  <a:lnTo>
                    <a:pt x="325606" y="179145"/>
                  </a:lnTo>
                  <a:lnTo>
                    <a:pt x="326271" y="173859"/>
                  </a:lnTo>
                  <a:lnTo>
                    <a:pt x="326767" y="168556"/>
                  </a:lnTo>
                  <a:lnTo>
                    <a:pt x="327093" y="163239"/>
                  </a:lnTo>
                  <a:lnTo>
                    <a:pt x="327250" y="157914"/>
                  </a:lnTo>
                  <a:lnTo>
                    <a:pt x="327238" y="152587"/>
                  </a:lnTo>
                  <a:lnTo>
                    <a:pt x="327055" y="147263"/>
                  </a:lnTo>
                  <a:lnTo>
                    <a:pt x="326703" y="141948"/>
                  </a:lnTo>
                  <a:lnTo>
                    <a:pt x="326182" y="136646"/>
                  </a:lnTo>
                  <a:lnTo>
                    <a:pt x="325492" y="131364"/>
                  </a:lnTo>
                  <a:lnTo>
                    <a:pt x="324635" y="126107"/>
                  </a:lnTo>
                  <a:lnTo>
                    <a:pt x="323610" y="120879"/>
                  </a:lnTo>
                  <a:lnTo>
                    <a:pt x="322419" y="115687"/>
                  </a:lnTo>
                  <a:lnTo>
                    <a:pt x="321063" y="110536"/>
                  </a:lnTo>
                  <a:lnTo>
                    <a:pt x="319544" y="105430"/>
                  </a:lnTo>
                  <a:lnTo>
                    <a:pt x="317863" y="100375"/>
                  </a:lnTo>
                  <a:lnTo>
                    <a:pt x="316022" y="95376"/>
                  </a:lnTo>
                  <a:lnTo>
                    <a:pt x="314023" y="90439"/>
                  </a:lnTo>
                  <a:lnTo>
                    <a:pt x="311867" y="85568"/>
                  </a:lnTo>
                  <a:lnTo>
                    <a:pt x="309557" y="80768"/>
                  </a:lnTo>
                  <a:lnTo>
                    <a:pt x="307095" y="76044"/>
                  </a:lnTo>
                  <a:lnTo>
                    <a:pt x="304484" y="71401"/>
                  </a:lnTo>
                  <a:lnTo>
                    <a:pt x="301726" y="66843"/>
                  </a:lnTo>
                  <a:lnTo>
                    <a:pt x="298825" y="62375"/>
                  </a:lnTo>
                  <a:lnTo>
                    <a:pt x="295783" y="58003"/>
                  </a:lnTo>
                  <a:lnTo>
                    <a:pt x="292602" y="53729"/>
                  </a:lnTo>
                  <a:lnTo>
                    <a:pt x="289288" y="49559"/>
                  </a:lnTo>
                  <a:lnTo>
                    <a:pt x="285842" y="45497"/>
                  </a:lnTo>
                  <a:lnTo>
                    <a:pt x="282268" y="41546"/>
                  </a:lnTo>
                  <a:lnTo>
                    <a:pt x="278571" y="37711"/>
                  </a:lnTo>
                  <a:lnTo>
                    <a:pt x="274753" y="33997"/>
                  </a:lnTo>
                  <a:lnTo>
                    <a:pt x="270819" y="30405"/>
                  </a:lnTo>
                  <a:lnTo>
                    <a:pt x="266772" y="26941"/>
                  </a:lnTo>
                  <a:lnTo>
                    <a:pt x="262617" y="23607"/>
                  </a:lnTo>
                  <a:lnTo>
                    <a:pt x="258358" y="20408"/>
                  </a:lnTo>
                  <a:lnTo>
                    <a:pt x="253999" y="17346"/>
                  </a:lnTo>
                  <a:lnTo>
                    <a:pt x="249545" y="14424"/>
                  </a:lnTo>
                  <a:lnTo>
                    <a:pt x="245000" y="11646"/>
                  </a:lnTo>
                  <a:lnTo>
                    <a:pt x="240368" y="9014"/>
                  </a:lnTo>
                  <a:lnTo>
                    <a:pt x="235655" y="6531"/>
                  </a:lnTo>
                  <a:lnTo>
                    <a:pt x="230866" y="4199"/>
                  </a:lnTo>
                  <a:lnTo>
                    <a:pt x="226004" y="2021"/>
                  </a:lnTo>
                  <a:lnTo>
                    <a:pt x="221076" y="0"/>
                  </a:lnTo>
                  <a:lnTo>
                    <a:pt x="160098" y="1556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919011" y="2633064"/>
              <a:ext cx="60977" cy="167167"/>
            </a:xfrm>
            <a:custGeom>
              <a:avLst/>
              <a:pathLst>
                <a:path w="60977" h="167167">
                  <a:moveTo>
                    <a:pt x="60977" y="11518"/>
                  </a:moveTo>
                  <a:lnTo>
                    <a:pt x="55124" y="9350"/>
                  </a:lnTo>
                  <a:lnTo>
                    <a:pt x="49195" y="7402"/>
                  </a:lnTo>
                  <a:lnTo>
                    <a:pt x="43196" y="5677"/>
                  </a:lnTo>
                  <a:lnTo>
                    <a:pt x="37138" y="4177"/>
                  </a:lnTo>
                  <a:lnTo>
                    <a:pt x="31028" y="2904"/>
                  </a:lnTo>
                  <a:lnTo>
                    <a:pt x="24874" y="1861"/>
                  </a:lnTo>
                  <a:lnTo>
                    <a:pt x="18686" y="1047"/>
                  </a:lnTo>
                  <a:lnTo>
                    <a:pt x="12471" y="465"/>
                  </a:lnTo>
                  <a:lnTo>
                    <a:pt x="6240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660217" y="2126963"/>
              <a:ext cx="68255" cy="167167"/>
            </a:xfrm>
            <a:custGeom>
              <a:avLst/>
              <a:pathLst>
                <a:path w="68255" h="167167">
                  <a:moveTo>
                    <a:pt x="68255" y="0"/>
                  </a:moveTo>
                  <a:lnTo>
                    <a:pt x="62397" y="102"/>
                  </a:lnTo>
                  <a:lnTo>
                    <a:pt x="56546" y="410"/>
                  </a:lnTo>
                  <a:lnTo>
                    <a:pt x="50710" y="923"/>
                  </a:lnTo>
                  <a:lnTo>
                    <a:pt x="44895" y="1640"/>
                  </a:lnTo>
                  <a:lnTo>
                    <a:pt x="39109" y="2560"/>
                  </a:lnTo>
                  <a:lnTo>
                    <a:pt x="33358" y="3682"/>
                  </a:lnTo>
                  <a:lnTo>
                    <a:pt x="27651" y="5006"/>
                  </a:lnTo>
                  <a:lnTo>
                    <a:pt x="21993" y="6528"/>
                  </a:lnTo>
                  <a:lnTo>
                    <a:pt x="16392" y="8248"/>
                  </a:lnTo>
                  <a:lnTo>
                    <a:pt x="10855" y="10163"/>
                  </a:lnTo>
                  <a:lnTo>
                    <a:pt x="5389" y="12271"/>
                  </a:lnTo>
                  <a:lnTo>
                    <a:pt x="0" y="14569"/>
                  </a:lnTo>
                  <a:lnTo>
                    <a:pt x="682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561307" y="2141533"/>
              <a:ext cx="255059" cy="319751"/>
            </a:xfrm>
            <a:custGeom>
              <a:avLst/>
              <a:pathLst>
                <a:path w="255059" h="319751">
                  <a:moveTo>
                    <a:pt x="98909" y="0"/>
                  </a:moveTo>
                  <a:lnTo>
                    <a:pt x="94093" y="2246"/>
                  </a:lnTo>
                  <a:lnTo>
                    <a:pt x="89351" y="4645"/>
                  </a:lnTo>
                  <a:lnTo>
                    <a:pt x="84687" y="7193"/>
                  </a:lnTo>
                  <a:lnTo>
                    <a:pt x="80107" y="9888"/>
                  </a:lnTo>
                  <a:lnTo>
                    <a:pt x="75614" y="12728"/>
                  </a:lnTo>
                  <a:lnTo>
                    <a:pt x="71214" y="15709"/>
                  </a:lnTo>
                  <a:lnTo>
                    <a:pt x="66912" y="18828"/>
                  </a:lnTo>
                  <a:lnTo>
                    <a:pt x="62710" y="22082"/>
                  </a:lnTo>
                  <a:lnTo>
                    <a:pt x="58614" y="25468"/>
                  </a:lnTo>
                  <a:lnTo>
                    <a:pt x="54628" y="28983"/>
                  </a:lnTo>
                  <a:lnTo>
                    <a:pt x="50755" y="32623"/>
                  </a:lnTo>
                  <a:lnTo>
                    <a:pt x="47001" y="36384"/>
                  </a:lnTo>
                  <a:lnTo>
                    <a:pt x="43367" y="40262"/>
                  </a:lnTo>
                  <a:lnTo>
                    <a:pt x="39859" y="44254"/>
                  </a:lnTo>
                  <a:lnTo>
                    <a:pt x="36479" y="48356"/>
                  </a:lnTo>
                  <a:lnTo>
                    <a:pt x="33232" y="52562"/>
                  </a:lnTo>
                  <a:lnTo>
                    <a:pt x="30120" y="56870"/>
                  </a:lnTo>
                  <a:lnTo>
                    <a:pt x="27146" y="61275"/>
                  </a:lnTo>
                  <a:lnTo>
                    <a:pt x="24314" y="65772"/>
                  </a:lnTo>
                  <a:lnTo>
                    <a:pt x="21626" y="70357"/>
                  </a:lnTo>
                  <a:lnTo>
                    <a:pt x="19085" y="75024"/>
                  </a:lnTo>
                  <a:lnTo>
                    <a:pt x="16694" y="79771"/>
                  </a:lnTo>
                  <a:lnTo>
                    <a:pt x="14455" y="84590"/>
                  </a:lnTo>
                  <a:lnTo>
                    <a:pt x="12371" y="89479"/>
                  </a:lnTo>
                  <a:lnTo>
                    <a:pt x="10443" y="94431"/>
                  </a:lnTo>
                  <a:lnTo>
                    <a:pt x="8673" y="99443"/>
                  </a:lnTo>
                  <a:lnTo>
                    <a:pt x="7063" y="104507"/>
                  </a:lnTo>
                  <a:lnTo>
                    <a:pt x="5616" y="109621"/>
                  </a:lnTo>
                  <a:lnTo>
                    <a:pt x="4331" y="114778"/>
                  </a:lnTo>
                  <a:lnTo>
                    <a:pt x="3211" y="119973"/>
                  </a:lnTo>
                  <a:lnTo>
                    <a:pt x="2257" y="125201"/>
                  </a:lnTo>
                  <a:lnTo>
                    <a:pt x="1470" y="130457"/>
                  </a:lnTo>
                  <a:lnTo>
                    <a:pt x="849" y="135735"/>
                  </a:lnTo>
                  <a:lnTo>
                    <a:pt x="398" y="141030"/>
                  </a:lnTo>
                  <a:lnTo>
                    <a:pt x="114" y="146337"/>
                  </a:lnTo>
                  <a:lnTo>
                    <a:pt x="0" y="151650"/>
                  </a:lnTo>
                  <a:lnTo>
                    <a:pt x="54" y="156964"/>
                  </a:lnTo>
                  <a:lnTo>
                    <a:pt x="277" y="162274"/>
                  </a:lnTo>
                  <a:lnTo>
                    <a:pt x="669" y="167574"/>
                  </a:lnTo>
                  <a:lnTo>
                    <a:pt x="1229" y="172859"/>
                  </a:lnTo>
                  <a:lnTo>
                    <a:pt x="1957" y="178123"/>
                  </a:lnTo>
                  <a:lnTo>
                    <a:pt x="2852" y="183362"/>
                  </a:lnTo>
                  <a:lnTo>
                    <a:pt x="3913" y="188570"/>
                  </a:lnTo>
                  <a:lnTo>
                    <a:pt x="5139" y="193741"/>
                  </a:lnTo>
                  <a:lnTo>
                    <a:pt x="6529" y="198870"/>
                  </a:lnTo>
                  <a:lnTo>
                    <a:pt x="8081" y="203953"/>
                  </a:lnTo>
                  <a:lnTo>
                    <a:pt x="9794" y="208984"/>
                  </a:lnTo>
                  <a:lnTo>
                    <a:pt x="11665" y="213958"/>
                  </a:lnTo>
                  <a:lnTo>
                    <a:pt x="13694" y="218870"/>
                  </a:lnTo>
                  <a:lnTo>
                    <a:pt x="15879" y="223715"/>
                  </a:lnTo>
                  <a:lnTo>
                    <a:pt x="18216" y="228488"/>
                  </a:lnTo>
                  <a:lnTo>
                    <a:pt x="20703" y="233184"/>
                  </a:lnTo>
                  <a:lnTo>
                    <a:pt x="23339" y="237799"/>
                  </a:lnTo>
                  <a:lnTo>
                    <a:pt x="26120" y="242327"/>
                  </a:lnTo>
                  <a:lnTo>
                    <a:pt x="29043" y="246766"/>
                  </a:lnTo>
                  <a:lnTo>
                    <a:pt x="32107" y="251108"/>
                  </a:lnTo>
                  <a:lnTo>
                    <a:pt x="35306" y="255352"/>
                  </a:lnTo>
                  <a:lnTo>
                    <a:pt x="38639" y="259491"/>
                  </a:lnTo>
                  <a:lnTo>
                    <a:pt x="42102" y="263523"/>
                  </a:lnTo>
                  <a:lnTo>
                    <a:pt x="45691" y="267442"/>
                  </a:lnTo>
                  <a:lnTo>
                    <a:pt x="49403" y="271245"/>
                  </a:lnTo>
                  <a:lnTo>
                    <a:pt x="53234" y="274929"/>
                  </a:lnTo>
                  <a:lnTo>
                    <a:pt x="57180" y="278488"/>
                  </a:lnTo>
                  <a:lnTo>
                    <a:pt x="61238" y="281921"/>
                  </a:lnTo>
                  <a:lnTo>
                    <a:pt x="65402" y="285223"/>
                  </a:lnTo>
                  <a:lnTo>
                    <a:pt x="69669" y="288390"/>
                  </a:lnTo>
                  <a:lnTo>
                    <a:pt x="74035" y="291421"/>
                  </a:lnTo>
                  <a:lnTo>
                    <a:pt x="78495" y="294311"/>
                  </a:lnTo>
                  <a:lnTo>
                    <a:pt x="83044" y="297058"/>
                  </a:lnTo>
                  <a:lnTo>
                    <a:pt x="87679" y="299659"/>
                  </a:lnTo>
                  <a:lnTo>
                    <a:pt x="92394" y="302111"/>
                  </a:lnTo>
                  <a:lnTo>
                    <a:pt x="97184" y="304412"/>
                  </a:lnTo>
                  <a:lnTo>
                    <a:pt x="102045" y="306560"/>
                  </a:lnTo>
                  <a:lnTo>
                    <a:pt x="106972" y="308552"/>
                  </a:lnTo>
                  <a:lnTo>
                    <a:pt x="111960" y="310387"/>
                  </a:lnTo>
                  <a:lnTo>
                    <a:pt x="117003" y="312062"/>
                  </a:lnTo>
                  <a:lnTo>
                    <a:pt x="122098" y="313576"/>
                  </a:lnTo>
                  <a:lnTo>
                    <a:pt x="127238" y="314927"/>
                  </a:lnTo>
                  <a:lnTo>
                    <a:pt x="132418" y="316114"/>
                  </a:lnTo>
                  <a:lnTo>
                    <a:pt x="137633" y="317136"/>
                  </a:lnTo>
                  <a:lnTo>
                    <a:pt x="142878" y="317991"/>
                  </a:lnTo>
                  <a:lnTo>
                    <a:pt x="148148" y="318680"/>
                  </a:lnTo>
                  <a:lnTo>
                    <a:pt x="153437" y="319200"/>
                  </a:lnTo>
                  <a:lnTo>
                    <a:pt x="158740" y="319553"/>
                  </a:lnTo>
                  <a:lnTo>
                    <a:pt x="164051" y="319736"/>
                  </a:lnTo>
                  <a:lnTo>
                    <a:pt x="169365" y="319751"/>
                  </a:lnTo>
                  <a:lnTo>
                    <a:pt x="174678" y="319596"/>
                  </a:lnTo>
                  <a:lnTo>
                    <a:pt x="179982" y="319273"/>
                  </a:lnTo>
                  <a:lnTo>
                    <a:pt x="185274" y="318781"/>
                  </a:lnTo>
                  <a:lnTo>
                    <a:pt x="190547" y="318122"/>
                  </a:lnTo>
                  <a:lnTo>
                    <a:pt x="195797" y="317295"/>
                  </a:lnTo>
                  <a:lnTo>
                    <a:pt x="201018" y="316301"/>
                  </a:lnTo>
                  <a:lnTo>
                    <a:pt x="206204" y="315142"/>
                  </a:lnTo>
                  <a:lnTo>
                    <a:pt x="211351" y="313819"/>
                  </a:lnTo>
                  <a:lnTo>
                    <a:pt x="216454" y="312333"/>
                  </a:lnTo>
                  <a:lnTo>
                    <a:pt x="221507" y="310686"/>
                  </a:lnTo>
                  <a:lnTo>
                    <a:pt x="226504" y="308878"/>
                  </a:lnTo>
                  <a:lnTo>
                    <a:pt x="231442" y="306913"/>
                  </a:lnTo>
                  <a:lnTo>
                    <a:pt x="236315" y="304792"/>
                  </a:lnTo>
                  <a:lnTo>
                    <a:pt x="241118" y="302517"/>
                  </a:lnTo>
                  <a:lnTo>
                    <a:pt x="245846" y="300091"/>
                  </a:lnTo>
                  <a:lnTo>
                    <a:pt x="250494" y="297515"/>
                  </a:lnTo>
                  <a:lnTo>
                    <a:pt x="255059" y="294793"/>
                  </a:lnTo>
                  <a:lnTo>
                    <a:pt x="167164" y="152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728472" y="2126963"/>
              <a:ext cx="167165" cy="309362"/>
            </a:xfrm>
            <a:custGeom>
              <a:avLst/>
              <a:pathLst>
                <a:path w="167165" h="309362">
                  <a:moveTo>
                    <a:pt x="87894" y="309362"/>
                  </a:moveTo>
                  <a:lnTo>
                    <a:pt x="92392" y="306482"/>
                  </a:lnTo>
                  <a:lnTo>
                    <a:pt x="96795" y="303459"/>
                  </a:lnTo>
                  <a:lnTo>
                    <a:pt x="101099" y="300298"/>
                  </a:lnTo>
                  <a:lnTo>
                    <a:pt x="105300" y="297000"/>
                  </a:lnTo>
                  <a:lnTo>
                    <a:pt x="109394" y="293570"/>
                  </a:lnTo>
                  <a:lnTo>
                    <a:pt x="113376" y="290011"/>
                  </a:lnTo>
                  <a:lnTo>
                    <a:pt x="117243" y="286327"/>
                  </a:lnTo>
                  <a:lnTo>
                    <a:pt x="120989" y="282520"/>
                  </a:lnTo>
                  <a:lnTo>
                    <a:pt x="124612" y="278597"/>
                  </a:lnTo>
                  <a:lnTo>
                    <a:pt x="128108" y="274559"/>
                  </a:lnTo>
                  <a:lnTo>
                    <a:pt x="131474" y="270412"/>
                  </a:lnTo>
                  <a:lnTo>
                    <a:pt x="134705" y="266159"/>
                  </a:lnTo>
                  <a:lnTo>
                    <a:pt x="137798" y="261806"/>
                  </a:lnTo>
                  <a:lnTo>
                    <a:pt x="140751" y="257355"/>
                  </a:lnTo>
                  <a:lnTo>
                    <a:pt x="143560" y="252813"/>
                  </a:lnTo>
                  <a:lnTo>
                    <a:pt x="146223" y="248183"/>
                  </a:lnTo>
                  <a:lnTo>
                    <a:pt x="148736" y="243471"/>
                  </a:lnTo>
                  <a:lnTo>
                    <a:pt x="151098" y="238681"/>
                  </a:lnTo>
                  <a:lnTo>
                    <a:pt x="153305" y="233817"/>
                  </a:lnTo>
                  <a:lnTo>
                    <a:pt x="155356" y="228886"/>
                  </a:lnTo>
                  <a:lnTo>
                    <a:pt x="157248" y="223892"/>
                  </a:lnTo>
                  <a:lnTo>
                    <a:pt x="158980" y="218840"/>
                  </a:lnTo>
                  <a:lnTo>
                    <a:pt x="160550" y="213735"/>
                  </a:lnTo>
                  <a:lnTo>
                    <a:pt x="161955" y="208582"/>
                  </a:lnTo>
                  <a:lnTo>
                    <a:pt x="163196" y="203388"/>
                  </a:lnTo>
                  <a:lnTo>
                    <a:pt x="164270" y="198156"/>
                  </a:lnTo>
                  <a:lnTo>
                    <a:pt x="165176" y="192892"/>
                  </a:lnTo>
                  <a:lnTo>
                    <a:pt x="165913" y="187603"/>
                  </a:lnTo>
                  <a:lnTo>
                    <a:pt x="166481" y="182292"/>
                  </a:lnTo>
                  <a:lnTo>
                    <a:pt x="166879" y="176966"/>
                  </a:lnTo>
                  <a:lnTo>
                    <a:pt x="167107" y="171631"/>
                  </a:lnTo>
                  <a:lnTo>
                    <a:pt x="167165" y="166290"/>
                  </a:lnTo>
                  <a:lnTo>
                    <a:pt x="167051" y="160950"/>
                  </a:lnTo>
                  <a:lnTo>
                    <a:pt x="166767" y="155617"/>
                  </a:lnTo>
                  <a:lnTo>
                    <a:pt x="166313" y="150296"/>
                  </a:lnTo>
                  <a:lnTo>
                    <a:pt x="165690" y="144992"/>
                  </a:lnTo>
                  <a:lnTo>
                    <a:pt x="164897" y="139710"/>
                  </a:lnTo>
                  <a:lnTo>
                    <a:pt x="163935" y="134456"/>
                  </a:lnTo>
                  <a:lnTo>
                    <a:pt x="162807" y="129236"/>
                  </a:lnTo>
                  <a:lnTo>
                    <a:pt x="161512" y="124055"/>
                  </a:lnTo>
                  <a:lnTo>
                    <a:pt x="160052" y="118917"/>
                  </a:lnTo>
                  <a:lnTo>
                    <a:pt x="158429" y="113829"/>
                  </a:lnTo>
                  <a:lnTo>
                    <a:pt x="156645" y="108795"/>
                  </a:lnTo>
                  <a:lnTo>
                    <a:pt x="154700" y="103821"/>
                  </a:lnTo>
                  <a:lnTo>
                    <a:pt x="152598" y="98912"/>
                  </a:lnTo>
                  <a:lnTo>
                    <a:pt x="150339" y="94072"/>
                  </a:lnTo>
                  <a:lnTo>
                    <a:pt x="147928" y="89307"/>
                  </a:lnTo>
                  <a:lnTo>
                    <a:pt x="145365" y="84621"/>
                  </a:lnTo>
                  <a:lnTo>
                    <a:pt x="142654" y="80019"/>
                  </a:lnTo>
                  <a:lnTo>
                    <a:pt x="139797" y="75507"/>
                  </a:lnTo>
                  <a:lnTo>
                    <a:pt x="136798" y="71088"/>
                  </a:lnTo>
                  <a:lnTo>
                    <a:pt x="133659" y="66767"/>
                  </a:lnTo>
                  <a:lnTo>
                    <a:pt x="130383" y="62548"/>
                  </a:lnTo>
                  <a:lnTo>
                    <a:pt x="126975" y="58437"/>
                  </a:lnTo>
                  <a:lnTo>
                    <a:pt x="123437" y="54436"/>
                  </a:lnTo>
                  <a:lnTo>
                    <a:pt x="119772" y="50551"/>
                  </a:lnTo>
                  <a:lnTo>
                    <a:pt x="115986" y="46784"/>
                  </a:lnTo>
                  <a:lnTo>
                    <a:pt x="112081" y="43140"/>
                  </a:lnTo>
                  <a:lnTo>
                    <a:pt x="108062" y="39623"/>
                  </a:lnTo>
                  <a:lnTo>
                    <a:pt x="103933" y="36236"/>
                  </a:lnTo>
                  <a:lnTo>
                    <a:pt x="99697" y="32983"/>
                  </a:lnTo>
                  <a:lnTo>
                    <a:pt x="95360" y="29867"/>
                  </a:lnTo>
                  <a:lnTo>
                    <a:pt x="90925" y="26890"/>
                  </a:lnTo>
                  <a:lnTo>
                    <a:pt x="86398" y="24057"/>
                  </a:lnTo>
                  <a:lnTo>
                    <a:pt x="81782" y="21371"/>
                  </a:lnTo>
                  <a:lnTo>
                    <a:pt x="77083" y="18832"/>
                  </a:lnTo>
                  <a:lnTo>
                    <a:pt x="72305" y="16446"/>
                  </a:lnTo>
                  <a:lnTo>
                    <a:pt x="67453" y="14213"/>
                  </a:lnTo>
                  <a:lnTo>
                    <a:pt x="62533" y="12136"/>
                  </a:lnTo>
                  <a:lnTo>
                    <a:pt x="57549" y="10218"/>
                  </a:lnTo>
                  <a:lnTo>
                    <a:pt x="52505" y="8459"/>
                  </a:lnTo>
                  <a:lnTo>
                    <a:pt x="47409" y="6863"/>
                  </a:lnTo>
                  <a:lnTo>
                    <a:pt x="42264" y="5430"/>
                  </a:lnTo>
                  <a:lnTo>
                    <a:pt x="37076" y="4163"/>
                  </a:lnTo>
                  <a:lnTo>
                    <a:pt x="31850" y="3062"/>
                  </a:lnTo>
                  <a:lnTo>
                    <a:pt x="26591" y="2128"/>
                  </a:lnTo>
                  <a:lnTo>
                    <a:pt x="21305" y="1363"/>
                  </a:lnTo>
                  <a:lnTo>
                    <a:pt x="15998" y="767"/>
                  </a:lnTo>
                  <a:lnTo>
                    <a:pt x="10674" y="341"/>
                  </a:lnTo>
                  <a:lnTo>
                    <a:pt x="534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384140" y="1681503"/>
              <a:ext cx="39094" cy="167167"/>
            </a:xfrm>
            <a:custGeom>
              <a:avLst/>
              <a:pathLst>
                <a:path w="39094" h="167167">
                  <a:moveTo>
                    <a:pt x="39094" y="0"/>
                  </a:moveTo>
                  <a:lnTo>
                    <a:pt x="32519" y="129"/>
                  </a:lnTo>
                  <a:lnTo>
                    <a:pt x="25954" y="517"/>
                  </a:lnTo>
                  <a:lnTo>
                    <a:pt x="19410" y="1162"/>
                  </a:lnTo>
                  <a:lnTo>
                    <a:pt x="12896" y="2065"/>
                  </a:lnTo>
                  <a:lnTo>
                    <a:pt x="6422" y="3223"/>
                  </a:lnTo>
                  <a:lnTo>
                    <a:pt x="0" y="4635"/>
                  </a:lnTo>
                  <a:lnTo>
                    <a:pt x="3909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256070" y="1686138"/>
              <a:ext cx="334314" cy="329696"/>
            </a:xfrm>
            <a:custGeom>
              <a:avLst/>
              <a:pathLst>
                <a:path w="334314" h="329696">
                  <a:moveTo>
                    <a:pt x="128070" y="0"/>
                  </a:moveTo>
                  <a:lnTo>
                    <a:pt x="122947" y="1318"/>
                  </a:lnTo>
                  <a:lnTo>
                    <a:pt x="117869" y="2797"/>
                  </a:lnTo>
                  <a:lnTo>
                    <a:pt x="112840" y="4437"/>
                  </a:lnTo>
                  <a:lnTo>
                    <a:pt x="107866" y="6235"/>
                  </a:lnTo>
                  <a:lnTo>
                    <a:pt x="102951" y="8189"/>
                  </a:lnTo>
                  <a:lnTo>
                    <a:pt x="98100" y="10298"/>
                  </a:lnTo>
                  <a:lnTo>
                    <a:pt x="93318" y="12559"/>
                  </a:lnTo>
                  <a:lnTo>
                    <a:pt x="88610" y="14970"/>
                  </a:lnTo>
                  <a:lnTo>
                    <a:pt x="83981" y="17530"/>
                  </a:lnTo>
                  <a:lnTo>
                    <a:pt x="79435" y="20234"/>
                  </a:lnTo>
                  <a:lnTo>
                    <a:pt x="74977" y="23081"/>
                  </a:lnTo>
                  <a:lnTo>
                    <a:pt x="70611" y="26067"/>
                  </a:lnTo>
                  <a:lnTo>
                    <a:pt x="66342" y="29190"/>
                  </a:lnTo>
                  <a:lnTo>
                    <a:pt x="62174" y="32447"/>
                  </a:lnTo>
                  <a:lnTo>
                    <a:pt x="58111" y="35833"/>
                  </a:lnTo>
                  <a:lnTo>
                    <a:pt x="54157" y="39347"/>
                  </a:lnTo>
                  <a:lnTo>
                    <a:pt x="50317" y="42984"/>
                  </a:lnTo>
                  <a:lnTo>
                    <a:pt x="46593" y="46740"/>
                  </a:lnTo>
                  <a:lnTo>
                    <a:pt x="42990" y="50613"/>
                  </a:lnTo>
                  <a:lnTo>
                    <a:pt x="39511" y="54598"/>
                  </a:lnTo>
                  <a:lnTo>
                    <a:pt x="36160" y="58690"/>
                  </a:lnTo>
                  <a:lnTo>
                    <a:pt x="32941" y="62887"/>
                  </a:lnTo>
                  <a:lnTo>
                    <a:pt x="29855" y="67183"/>
                  </a:lnTo>
                  <a:lnTo>
                    <a:pt x="26908" y="71575"/>
                  </a:lnTo>
                  <a:lnTo>
                    <a:pt x="24100" y="76058"/>
                  </a:lnTo>
                  <a:lnTo>
                    <a:pt x="21436" y="80628"/>
                  </a:lnTo>
                  <a:lnTo>
                    <a:pt x="18918" y="85279"/>
                  </a:lnTo>
                  <a:lnTo>
                    <a:pt x="16548" y="90008"/>
                  </a:lnTo>
                  <a:lnTo>
                    <a:pt x="14329" y="94809"/>
                  </a:lnTo>
                  <a:lnTo>
                    <a:pt x="12263" y="99679"/>
                  </a:lnTo>
                  <a:lnTo>
                    <a:pt x="10352" y="104611"/>
                  </a:lnTo>
                  <a:lnTo>
                    <a:pt x="8598" y="109601"/>
                  </a:lnTo>
                  <a:lnTo>
                    <a:pt x="7002" y="114644"/>
                  </a:lnTo>
                  <a:lnTo>
                    <a:pt x="5568" y="119735"/>
                  </a:lnTo>
                  <a:lnTo>
                    <a:pt x="4295" y="124869"/>
                  </a:lnTo>
                  <a:lnTo>
                    <a:pt x="3185" y="130041"/>
                  </a:lnTo>
                  <a:lnTo>
                    <a:pt x="2239" y="135245"/>
                  </a:lnTo>
                  <a:lnTo>
                    <a:pt x="1458" y="140477"/>
                  </a:lnTo>
                  <a:lnTo>
                    <a:pt x="843" y="145730"/>
                  </a:lnTo>
                  <a:lnTo>
                    <a:pt x="395" y="151001"/>
                  </a:lnTo>
                  <a:lnTo>
                    <a:pt x="114" y="156282"/>
                  </a:lnTo>
                  <a:lnTo>
                    <a:pt x="0" y="161571"/>
                  </a:lnTo>
                  <a:lnTo>
                    <a:pt x="53" y="166860"/>
                  </a:lnTo>
                  <a:lnTo>
                    <a:pt x="273" y="172145"/>
                  </a:lnTo>
                  <a:lnTo>
                    <a:pt x="661" y="177420"/>
                  </a:lnTo>
                  <a:lnTo>
                    <a:pt x="1215" y="182680"/>
                  </a:lnTo>
                  <a:lnTo>
                    <a:pt x="1936" y="187920"/>
                  </a:lnTo>
                  <a:lnTo>
                    <a:pt x="2822" y="193135"/>
                  </a:lnTo>
                  <a:lnTo>
                    <a:pt x="3872" y="198319"/>
                  </a:lnTo>
                  <a:lnTo>
                    <a:pt x="5086" y="203467"/>
                  </a:lnTo>
                  <a:lnTo>
                    <a:pt x="6463" y="208575"/>
                  </a:lnTo>
                  <a:lnTo>
                    <a:pt x="8000" y="213636"/>
                  </a:lnTo>
                  <a:lnTo>
                    <a:pt x="9696" y="218646"/>
                  </a:lnTo>
                  <a:lnTo>
                    <a:pt x="11550" y="223600"/>
                  </a:lnTo>
                  <a:lnTo>
                    <a:pt x="13560" y="228492"/>
                  </a:lnTo>
                  <a:lnTo>
                    <a:pt x="15724" y="233319"/>
                  </a:lnTo>
                  <a:lnTo>
                    <a:pt x="18040" y="238075"/>
                  </a:lnTo>
                  <a:lnTo>
                    <a:pt x="20504" y="242755"/>
                  </a:lnTo>
                  <a:lnTo>
                    <a:pt x="23116" y="247355"/>
                  </a:lnTo>
                  <a:lnTo>
                    <a:pt x="25871" y="251869"/>
                  </a:lnTo>
                  <a:lnTo>
                    <a:pt x="28769" y="256295"/>
                  </a:lnTo>
                  <a:lnTo>
                    <a:pt x="31804" y="260627"/>
                  </a:lnTo>
                  <a:lnTo>
                    <a:pt x="34976" y="264860"/>
                  </a:lnTo>
                  <a:lnTo>
                    <a:pt x="38279" y="268991"/>
                  </a:lnTo>
                  <a:lnTo>
                    <a:pt x="41712" y="273015"/>
                  </a:lnTo>
                  <a:lnTo>
                    <a:pt x="45270" y="276929"/>
                  </a:lnTo>
                  <a:lnTo>
                    <a:pt x="48950" y="280728"/>
                  </a:lnTo>
                  <a:lnTo>
                    <a:pt x="52749" y="284409"/>
                  </a:lnTo>
                  <a:lnTo>
                    <a:pt x="56662" y="287968"/>
                  </a:lnTo>
                  <a:lnTo>
                    <a:pt x="60686" y="291401"/>
                  </a:lnTo>
                  <a:lnTo>
                    <a:pt x="64816" y="294705"/>
                  </a:lnTo>
                  <a:lnTo>
                    <a:pt x="69049" y="297877"/>
                  </a:lnTo>
                  <a:lnTo>
                    <a:pt x="73380" y="300913"/>
                  </a:lnTo>
                  <a:lnTo>
                    <a:pt x="77805" y="303811"/>
                  </a:lnTo>
                  <a:lnTo>
                    <a:pt x="82320" y="306567"/>
                  </a:lnTo>
                  <a:lnTo>
                    <a:pt x="86919" y="309180"/>
                  </a:lnTo>
                  <a:lnTo>
                    <a:pt x="91599" y="311645"/>
                  </a:lnTo>
                  <a:lnTo>
                    <a:pt x="96355" y="313961"/>
                  </a:lnTo>
                  <a:lnTo>
                    <a:pt x="101181" y="316125"/>
                  </a:lnTo>
                  <a:lnTo>
                    <a:pt x="106073" y="318136"/>
                  </a:lnTo>
                  <a:lnTo>
                    <a:pt x="111027" y="319991"/>
                  </a:lnTo>
                  <a:lnTo>
                    <a:pt x="116037" y="321688"/>
                  </a:lnTo>
                  <a:lnTo>
                    <a:pt x="121097" y="323226"/>
                  </a:lnTo>
                  <a:lnTo>
                    <a:pt x="126205" y="324603"/>
                  </a:lnTo>
                  <a:lnTo>
                    <a:pt x="131353" y="325818"/>
                  </a:lnTo>
                  <a:lnTo>
                    <a:pt x="136537" y="326869"/>
                  </a:lnTo>
                  <a:lnTo>
                    <a:pt x="141751" y="327756"/>
                  </a:lnTo>
                  <a:lnTo>
                    <a:pt x="146991" y="328477"/>
                  </a:lnTo>
                  <a:lnTo>
                    <a:pt x="152251" y="329032"/>
                  </a:lnTo>
                  <a:lnTo>
                    <a:pt x="157527" y="329421"/>
                  </a:lnTo>
                  <a:lnTo>
                    <a:pt x="162811" y="329642"/>
                  </a:lnTo>
                  <a:lnTo>
                    <a:pt x="168101" y="329696"/>
                  </a:lnTo>
                  <a:lnTo>
                    <a:pt x="173389" y="329583"/>
                  </a:lnTo>
                  <a:lnTo>
                    <a:pt x="178671" y="329302"/>
                  </a:lnTo>
                  <a:lnTo>
                    <a:pt x="183941" y="328855"/>
                  </a:lnTo>
                  <a:lnTo>
                    <a:pt x="189195" y="328241"/>
                  </a:lnTo>
                  <a:lnTo>
                    <a:pt x="194426" y="327461"/>
                  </a:lnTo>
                  <a:lnTo>
                    <a:pt x="199631" y="326516"/>
                  </a:lnTo>
                  <a:lnTo>
                    <a:pt x="204803" y="325406"/>
                  </a:lnTo>
                  <a:lnTo>
                    <a:pt x="209937" y="324134"/>
                  </a:lnTo>
                  <a:lnTo>
                    <a:pt x="215028" y="322700"/>
                  </a:lnTo>
                  <a:lnTo>
                    <a:pt x="220071" y="321106"/>
                  </a:lnTo>
                  <a:lnTo>
                    <a:pt x="225062" y="319352"/>
                  </a:lnTo>
                  <a:lnTo>
                    <a:pt x="229994" y="317442"/>
                  </a:lnTo>
                  <a:lnTo>
                    <a:pt x="234864" y="315377"/>
                  </a:lnTo>
                  <a:lnTo>
                    <a:pt x="239666" y="313158"/>
                  </a:lnTo>
                  <a:lnTo>
                    <a:pt x="244395" y="310789"/>
                  </a:lnTo>
                  <a:lnTo>
                    <a:pt x="249047" y="308272"/>
                  </a:lnTo>
                  <a:lnTo>
                    <a:pt x="253617" y="305608"/>
                  </a:lnTo>
                  <a:lnTo>
                    <a:pt x="258100" y="302801"/>
                  </a:lnTo>
                  <a:lnTo>
                    <a:pt x="262492" y="299854"/>
                  </a:lnTo>
                  <a:lnTo>
                    <a:pt x="266789" y="296769"/>
                  </a:lnTo>
                  <a:lnTo>
                    <a:pt x="270986" y="293550"/>
                  </a:lnTo>
                  <a:lnTo>
                    <a:pt x="275079" y="290200"/>
                  </a:lnTo>
                  <a:lnTo>
                    <a:pt x="279064" y="286722"/>
                  </a:lnTo>
                  <a:lnTo>
                    <a:pt x="282937" y="283119"/>
                  </a:lnTo>
                  <a:lnTo>
                    <a:pt x="286695" y="279396"/>
                  </a:lnTo>
                  <a:lnTo>
                    <a:pt x="290332" y="275556"/>
                  </a:lnTo>
                  <a:lnTo>
                    <a:pt x="293846" y="271603"/>
                  </a:lnTo>
                  <a:lnTo>
                    <a:pt x="297234" y="267540"/>
                  </a:lnTo>
                  <a:lnTo>
                    <a:pt x="300491" y="263373"/>
                  </a:lnTo>
                  <a:lnTo>
                    <a:pt x="303614" y="259104"/>
                  </a:lnTo>
                  <a:lnTo>
                    <a:pt x="306601" y="254739"/>
                  </a:lnTo>
                  <a:lnTo>
                    <a:pt x="309449" y="250281"/>
                  </a:lnTo>
                  <a:lnTo>
                    <a:pt x="312154" y="245736"/>
                  </a:lnTo>
                  <a:lnTo>
                    <a:pt x="314714" y="241107"/>
                  </a:lnTo>
                  <a:lnTo>
                    <a:pt x="317126" y="236399"/>
                  </a:lnTo>
                  <a:lnTo>
                    <a:pt x="319388" y="231618"/>
                  </a:lnTo>
                  <a:lnTo>
                    <a:pt x="321497" y="226767"/>
                  </a:lnTo>
                  <a:lnTo>
                    <a:pt x="323452" y="221853"/>
                  </a:lnTo>
                  <a:lnTo>
                    <a:pt x="325251" y="216878"/>
                  </a:lnTo>
                  <a:lnTo>
                    <a:pt x="326891" y="211850"/>
                  </a:lnTo>
                  <a:lnTo>
                    <a:pt x="328371" y="206772"/>
                  </a:lnTo>
                  <a:lnTo>
                    <a:pt x="329690" y="201649"/>
                  </a:lnTo>
                  <a:lnTo>
                    <a:pt x="330847" y="196488"/>
                  </a:lnTo>
                  <a:lnTo>
                    <a:pt x="331839" y="191292"/>
                  </a:lnTo>
                  <a:lnTo>
                    <a:pt x="332666" y="186068"/>
                  </a:lnTo>
                  <a:lnTo>
                    <a:pt x="333328" y="180820"/>
                  </a:lnTo>
                  <a:lnTo>
                    <a:pt x="333824" y="175554"/>
                  </a:lnTo>
                  <a:lnTo>
                    <a:pt x="334152" y="170275"/>
                  </a:lnTo>
                  <a:lnTo>
                    <a:pt x="334314" y="164988"/>
                  </a:lnTo>
                  <a:lnTo>
                    <a:pt x="334308" y="159698"/>
                  </a:lnTo>
                  <a:lnTo>
                    <a:pt x="334134" y="154412"/>
                  </a:lnTo>
                  <a:lnTo>
                    <a:pt x="333794" y="149133"/>
                  </a:lnTo>
                  <a:lnTo>
                    <a:pt x="333287" y="143868"/>
                  </a:lnTo>
                  <a:lnTo>
                    <a:pt x="332613" y="138622"/>
                  </a:lnTo>
                  <a:lnTo>
                    <a:pt x="331774" y="133399"/>
                  </a:lnTo>
                  <a:lnTo>
                    <a:pt x="330770" y="128206"/>
                  </a:lnTo>
                  <a:lnTo>
                    <a:pt x="329602" y="123047"/>
                  </a:lnTo>
                  <a:lnTo>
                    <a:pt x="328271" y="117928"/>
                  </a:lnTo>
                  <a:lnTo>
                    <a:pt x="326779" y="112853"/>
                  </a:lnTo>
                  <a:lnTo>
                    <a:pt x="325128" y="107828"/>
                  </a:lnTo>
                  <a:lnTo>
                    <a:pt x="323318" y="102858"/>
                  </a:lnTo>
                  <a:lnTo>
                    <a:pt x="321352" y="97947"/>
                  </a:lnTo>
                  <a:lnTo>
                    <a:pt x="319231" y="93102"/>
                  </a:lnTo>
                  <a:lnTo>
                    <a:pt x="316959" y="88325"/>
                  </a:lnTo>
                  <a:lnTo>
                    <a:pt x="314536" y="83623"/>
                  </a:lnTo>
                  <a:lnTo>
                    <a:pt x="311966" y="79000"/>
                  </a:lnTo>
                  <a:lnTo>
                    <a:pt x="309251" y="74461"/>
                  </a:lnTo>
                  <a:lnTo>
                    <a:pt x="306393" y="70010"/>
                  </a:lnTo>
                  <a:lnTo>
                    <a:pt x="303396" y="65651"/>
                  </a:lnTo>
                  <a:lnTo>
                    <a:pt x="300263" y="61390"/>
                  </a:lnTo>
                  <a:lnTo>
                    <a:pt x="296997" y="57229"/>
                  </a:lnTo>
                  <a:lnTo>
                    <a:pt x="293600" y="53174"/>
                  </a:lnTo>
                  <a:lnTo>
                    <a:pt x="290077" y="49229"/>
                  </a:lnTo>
                  <a:lnTo>
                    <a:pt x="286431" y="45397"/>
                  </a:lnTo>
                  <a:lnTo>
                    <a:pt x="282665" y="41682"/>
                  </a:lnTo>
                  <a:lnTo>
                    <a:pt x="278784" y="38089"/>
                  </a:lnTo>
                  <a:lnTo>
                    <a:pt x="274791" y="34620"/>
                  </a:lnTo>
                  <a:lnTo>
                    <a:pt x="270690" y="31279"/>
                  </a:lnTo>
                  <a:lnTo>
                    <a:pt x="266486" y="28069"/>
                  </a:lnTo>
                  <a:lnTo>
                    <a:pt x="262182" y="24994"/>
                  </a:lnTo>
                  <a:lnTo>
                    <a:pt x="257783" y="22057"/>
                  </a:lnTo>
                  <a:lnTo>
                    <a:pt x="253294" y="19260"/>
                  </a:lnTo>
                  <a:lnTo>
                    <a:pt x="248718" y="16607"/>
                  </a:lnTo>
                  <a:lnTo>
                    <a:pt x="244060" y="14100"/>
                  </a:lnTo>
                  <a:lnTo>
                    <a:pt x="239326" y="11741"/>
                  </a:lnTo>
                  <a:lnTo>
                    <a:pt x="167164" y="1625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423235" y="1681503"/>
              <a:ext cx="72161" cy="167167"/>
            </a:xfrm>
            <a:custGeom>
              <a:avLst/>
              <a:pathLst>
                <a:path w="72161" h="167167">
                  <a:moveTo>
                    <a:pt x="72161" y="16377"/>
                  </a:move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853877" y="1322571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7" y="333"/>
                  </a:lnTo>
                  <a:lnTo>
                    <a:pt x="151343" y="750"/>
                  </a:lnTo>
                  <a:lnTo>
                    <a:pt x="146095" y="1332"/>
                  </a:lnTo>
                  <a:lnTo>
                    <a:pt x="140867" y="2080"/>
                  </a:lnTo>
                  <a:lnTo>
                    <a:pt x="135667" y="2993"/>
                  </a:lnTo>
                  <a:lnTo>
                    <a:pt x="130497" y="4070"/>
                  </a:lnTo>
                  <a:lnTo>
                    <a:pt x="125364" y="5309"/>
                  </a:lnTo>
                  <a:lnTo>
                    <a:pt x="120273" y="6710"/>
                  </a:lnTo>
                  <a:lnTo>
                    <a:pt x="115229" y="8271"/>
                  </a:lnTo>
                  <a:lnTo>
                    <a:pt x="110236" y="9990"/>
                  </a:lnTo>
                  <a:lnTo>
                    <a:pt x="105300" y="11866"/>
                  </a:lnTo>
                  <a:lnTo>
                    <a:pt x="100426" y="13898"/>
                  </a:lnTo>
                  <a:lnTo>
                    <a:pt x="95619" y="16082"/>
                  </a:lnTo>
                  <a:lnTo>
                    <a:pt x="90883" y="18417"/>
                  </a:lnTo>
                  <a:lnTo>
                    <a:pt x="86223" y="20900"/>
                  </a:lnTo>
                  <a:lnTo>
                    <a:pt x="81644" y="23529"/>
                  </a:lnTo>
                  <a:lnTo>
                    <a:pt x="77150" y="26302"/>
                  </a:lnTo>
                  <a:lnTo>
                    <a:pt x="72746" y="29215"/>
                  </a:lnTo>
                  <a:lnTo>
                    <a:pt x="68436" y="32266"/>
                  </a:lnTo>
                  <a:lnTo>
                    <a:pt x="64225" y="35451"/>
                  </a:lnTo>
                  <a:lnTo>
                    <a:pt x="60116" y="38768"/>
                  </a:lnTo>
                  <a:lnTo>
                    <a:pt x="56114" y="42213"/>
                  </a:lnTo>
                  <a:lnTo>
                    <a:pt x="52223" y="45782"/>
                  </a:lnTo>
                  <a:lnTo>
                    <a:pt x="48447" y="49473"/>
                  </a:lnTo>
                  <a:lnTo>
                    <a:pt x="44789" y="53281"/>
                  </a:lnTo>
                  <a:lnTo>
                    <a:pt x="41253" y="57203"/>
                  </a:lnTo>
                  <a:lnTo>
                    <a:pt x="37843" y="61234"/>
                  </a:lnTo>
                  <a:lnTo>
                    <a:pt x="34561" y="65371"/>
                  </a:lnTo>
                  <a:lnTo>
                    <a:pt x="31412" y="69610"/>
                  </a:lnTo>
                  <a:lnTo>
                    <a:pt x="28399" y="73946"/>
                  </a:lnTo>
                  <a:lnTo>
                    <a:pt x="25524" y="78375"/>
                  </a:lnTo>
                  <a:lnTo>
                    <a:pt x="22790" y="82893"/>
                  </a:lnTo>
                  <a:lnTo>
                    <a:pt x="20201" y="87494"/>
                  </a:lnTo>
                  <a:lnTo>
                    <a:pt x="17758" y="92176"/>
                  </a:lnTo>
                  <a:lnTo>
                    <a:pt x="15464" y="96932"/>
                  </a:lnTo>
                  <a:lnTo>
                    <a:pt x="13321" y="101758"/>
                  </a:lnTo>
                  <a:lnTo>
                    <a:pt x="11332" y="106649"/>
                  </a:lnTo>
                  <a:lnTo>
                    <a:pt x="9498" y="111601"/>
                  </a:lnTo>
                  <a:lnTo>
                    <a:pt x="7822" y="116608"/>
                  </a:lnTo>
                  <a:lnTo>
                    <a:pt x="6305" y="121666"/>
                  </a:lnTo>
                  <a:lnTo>
                    <a:pt x="4948" y="126769"/>
                  </a:lnTo>
                  <a:lnTo>
                    <a:pt x="3753" y="131912"/>
                  </a:lnTo>
                  <a:lnTo>
                    <a:pt x="2721" y="137091"/>
                  </a:lnTo>
                  <a:lnTo>
                    <a:pt x="1853" y="142299"/>
                  </a:lnTo>
                  <a:lnTo>
                    <a:pt x="1150" y="147533"/>
                  </a:lnTo>
                  <a:lnTo>
                    <a:pt x="613" y="152786"/>
                  </a:lnTo>
                  <a:lnTo>
                    <a:pt x="242" y="158053"/>
                  </a:lnTo>
                  <a:lnTo>
                    <a:pt x="37" y="163329"/>
                  </a:lnTo>
                  <a:lnTo>
                    <a:pt x="0" y="168610"/>
                  </a:lnTo>
                  <a:lnTo>
                    <a:pt x="128" y="173888"/>
                  </a:lnTo>
                  <a:lnTo>
                    <a:pt x="424" y="179160"/>
                  </a:lnTo>
                  <a:lnTo>
                    <a:pt x="886" y="184420"/>
                  </a:lnTo>
                  <a:lnTo>
                    <a:pt x="1514" y="189663"/>
                  </a:lnTo>
                  <a:lnTo>
                    <a:pt x="2307" y="194884"/>
                  </a:lnTo>
                  <a:lnTo>
                    <a:pt x="3265" y="200077"/>
                  </a:lnTo>
                  <a:lnTo>
                    <a:pt x="4386" y="205237"/>
                  </a:lnTo>
                  <a:lnTo>
                    <a:pt x="5669" y="210359"/>
                  </a:lnTo>
                  <a:lnTo>
                    <a:pt x="7114" y="215437"/>
                  </a:lnTo>
                  <a:lnTo>
                    <a:pt x="8718" y="220468"/>
                  </a:lnTo>
                  <a:lnTo>
                    <a:pt x="10481" y="225446"/>
                  </a:lnTo>
                  <a:lnTo>
                    <a:pt x="12400" y="230365"/>
                  </a:lnTo>
                  <a:lnTo>
                    <a:pt x="14473" y="235221"/>
                  </a:lnTo>
                  <a:lnTo>
                    <a:pt x="16699" y="240010"/>
                  </a:lnTo>
                  <a:lnTo>
                    <a:pt x="19074" y="244726"/>
                  </a:lnTo>
                  <a:lnTo>
                    <a:pt x="21598" y="249364"/>
                  </a:lnTo>
                  <a:lnTo>
                    <a:pt x="24266" y="253920"/>
                  </a:lnTo>
                  <a:lnTo>
                    <a:pt x="27078" y="258390"/>
                  </a:lnTo>
                  <a:lnTo>
                    <a:pt x="30029" y="262769"/>
                  </a:lnTo>
                  <a:lnTo>
                    <a:pt x="33116" y="267052"/>
                  </a:lnTo>
                  <a:lnTo>
                    <a:pt x="36338" y="271236"/>
                  </a:lnTo>
                  <a:lnTo>
                    <a:pt x="39690" y="275316"/>
                  </a:lnTo>
                  <a:lnTo>
                    <a:pt x="43169" y="279288"/>
                  </a:lnTo>
                  <a:lnTo>
                    <a:pt x="46772" y="283148"/>
                  </a:lnTo>
                  <a:lnTo>
                    <a:pt x="50495" y="286892"/>
                  </a:lnTo>
                  <a:lnTo>
                    <a:pt x="54335" y="290517"/>
                  </a:lnTo>
                  <a:lnTo>
                    <a:pt x="58287" y="294019"/>
                  </a:lnTo>
                  <a:lnTo>
                    <a:pt x="62348" y="297394"/>
                  </a:lnTo>
                  <a:lnTo>
                    <a:pt x="66513" y="300640"/>
                  </a:lnTo>
                  <a:lnTo>
                    <a:pt x="70779" y="303752"/>
                  </a:lnTo>
                  <a:lnTo>
                    <a:pt x="75141" y="306728"/>
                  </a:lnTo>
                  <a:lnTo>
                    <a:pt x="79594" y="309565"/>
                  </a:lnTo>
                  <a:lnTo>
                    <a:pt x="84135" y="312259"/>
                  </a:lnTo>
                  <a:lnTo>
                    <a:pt x="88759" y="314809"/>
                  </a:lnTo>
                  <a:lnTo>
                    <a:pt x="93462" y="317212"/>
                  </a:lnTo>
                  <a:lnTo>
                    <a:pt x="98237" y="319464"/>
                  </a:lnTo>
                  <a:lnTo>
                    <a:pt x="103082" y="321565"/>
                  </a:lnTo>
                  <a:lnTo>
                    <a:pt x="107990" y="323512"/>
                  </a:lnTo>
                  <a:lnTo>
                    <a:pt x="112957" y="325303"/>
                  </a:lnTo>
                  <a:lnTo>
                    <a:pt x="117979" y="326936"/>
                  </a:lnTo>
                  <a:lnTo>
                    <a:pt x="123049" y="328409"/>
                  </a:lnTo>
                  <a:lnTo>
                    <a:pt x="128164" y="329722"/>
                  </a:lnTo>
                  <a:lnTo>
                    <a:pt x="133317" y="330873"/>
                  </a:lnTo>
                  <a:lnTo>
                    <a:pt x="138505" y="331860"/>
                  </a:lnTo>
                  <a:lnTo>
                    <a:pt x="143721" y="332683"/>
                  </a:lnTo>
                  <a:lnTo>
                    <a:pt x="148960" y="333341"/>
                  </a:lnTo>
                  <a:lnTo>
                    <a:pt x="154217" y="333833"/>
                  </a:lnTo>
                  <a:lnTo>
                    <a:pt x="159487" y="334158"/>
                  </a:lnTo>
                  <a:lnTo>
                    <a:pt x="164765" y="334317"/>
                  </a:lnTo>
                  <a:lnTo>
                    <a:pt x="170046" y="334309"/>
                  </a:lnTo>
                  <a:lnTo>
                    <a:pt x="175323" y="334135"/>
                  </a:lnTo>
                  <a:lnTo>
                    <a:pt x="180593" y="333794"/>
                  </a:lnTo>
                  <a:lnTo>
                    <a:pt x="185849" y="333287"/>
                  </a:lnTo>
                  <a:lnTo>
                    <a:pt x="191086" y="332613"/>
                  </a:lnTo>
                  <a:lnTo>
                    <a:pt x="196299" y="331775"/>
                  </a:lnTo>
                  <a:lnTo>
                    <a:pt x="201484" y="330773"/>
                  </a:lnTo>
                  <a:lnTo>
                    <a:pt x="206634" y="329607"/>
                  </a:lnTo>
                  <a:lnTo>
                    <a:pt x="211744" y="328279"/>
                  </a:lnTo>
                  <a:lnTo>
                    <a:pt x="216811" y="326791"/>
                  </a:lnTo>
                  <a:lnTo>
                    <a:pt x="221827" y="325143"/>
                  </a:lnTo>
                  <a:lnTo>
                    <a:pt x="226789" y="323338"/>
                  </a:lnTo>
                  <a:lnTo>
                    <a:pt x="231692" y="321377"/>
                  </a:lnTo>
                  <a:lnTo>
                    <a:pt x="236530" y="319262"/>
                  </a:lnTo>
                  <a:lnTo>
                    <a:pt x="241299" y="316995"/>
                  </a:lnTo>
                  <a:lnTo>
                    <a:pt x="245994" y="314579"/>
                  </a:lnTo>
                  <a:lnTo>
                    <a:pt x="250611" y="312015"/>
                  </a:lnTo>
                  <a:lnTo>
                    <a:pt x="255144" y="309307"/>
                  </a:lnTo>
                  <a:lnTo>
                    <a:pt x="259589" y="306458"/>
                  </a:lnTo>
                  <a:lnTo>
                    <a:pt x="263942" y="303469"/>
                  </a:lnTo>
                  <a:lnTo>
                    <a:pt x="268199" y="300344"/>
                  </a:lnTo>
                  <a:lnTo>
                    <a:pt x="272355" y="297087"/>
                  </a:lnTo>
                  <a:lnTo>
                    <a:pt x="276406" y="293700"/>
                  </a:lnTo>
                  <a:lnTo>
                    <a:pt x="280347" y="290186"/>
                  </a:lnTo>
                  <a:lnTo>
                    <a:pt x="284176" y="286550"/>
                  </a:lnTo>
                  <a:lnTo>
                    <a:pt x="287888" y="282795"/>
                  </a:lnTo>
                  <a:lnTo>
                    <a:pt x="291480" y="278924"/>
                  </a:lnTo>
                  <a:lnTo>
                    <a:pt x="294948" y="274942"/>
                  </a:lnTo>
                  <a:lnTo>
                    <a:pt x="298288" y="270852"/>
                  </a:lnTo>
                  <a:lnTo>
                    <a:pt x="301497" y="266659"/>
                  </a:lnTo>
                  <a:lnTo>
                    <a:pt x="304572" y="262367"/>
                  </a:lnTo>
                  <a:lnTo>
                    <a:pt x="307511" y="257979"/>
                  </a:lnTo>
                  <a:lnTo>
                    <a:pt x="310309" y="253501"/>
                  </a:lnTo>
                  <a:lnTo>
                    <a:pt x="312964" y="248937"/>
                  </a:lnTo>
                  <a:lnTo>
                    <a:pt x="315474" y="244291"/>
                  </a:lnTo>
                  <a:lnTo>
                    <a:pt x="317836" y="239569"/>
                  </a:lnTo>
                  <a:lnTo>
                    <a:pt x="320047" y="234774"/>
                  </a:lnTo>
                  <a:lnTo>
                    <a:pt x="322106" y="229911"/>
                  </a:lnTo>
                  <a:lnTo>
                    <a:pt x="324011" y="224986"/>
                  </a:lnTo>
                  <a:lnTo>
                    <a:pt x="325758" y="220004"/>
                  </a:lnTo>
                  <a:lnTo>
                    <a:pt x="327348" y="214968"/>
                  </a:lnTo>
                  <a:lnTo>
                    <a:pt x="328778" y="209885"/>
                  </a:lnTo>
                  <a:lnTo>
                    <a:pt x="330046" y="204759"/>
                  </a:lnTo>
                  <a:lnTo>
                    <a:pt x="331152" y="199596"/>
                  </a:lnTo>
                  <a:lnTo>
                    <a:pt x="332095" y="194401"/>
                  </a:lnTo>
                  <a:lnTo>
                    <a:pt x="332873" y="189178"/>
                  </a:lnTo>
                  <a:lnTo>
                    <a:pt x="333485" y="183933"/>
                  </a:lnTo>
                  <a:lnTo>
                    <a:pt x="333932" y="178672"/>
                  </a:lnTo>
                  <a:lnTo>
                    <a:pt x="334212" y="173399"/>
                  </a:lnTo>
                  <a:lnTo>
                    <a:pt x="334325" y="168120"/>
                  </a:lnTo>
                  <a:lnTo>
                    <a:pt x="334272" y="162840"/>
                  </a:lnTo>
                  <a:lnTo>
                    <a:pt x="334052" y="157564"/>
                  </a:lnTo>
                  <a:lnTo>
                    <a:pt x="333666" y="152298"/>
                  </a:lnTo>
                  <a:lnTo>
                    <a:pt x="333113" y="147046"/>
                  </a:lnTo>
                  <a:lnTo>
                    <a:pt x="332395" y="141815"/>
                  </a:lnTo>
                  <a:lnTo>
                    <a:pt x="331511" y="136609"/>
                  </a:lnTo>
                  <a:lnTo>
                    <a:pt x="330464" y="131434"/>
                  </a:lnTo>
                  <a:lnTo>
                    <a:pt x="329254" y="126294"/>
                  </a:lnTo>
                  <a:lnTo>
                    <a:pt x="327883" y="121195"/>
                  </a:lnTo>
                  <a:lnTo>
                    <a:pt x="326350" y="116141"/>
                  </a:lnTo>
                  <a:lnTo>
                    <a:pt x="324659" y="111139"/>
                  </a:lnTo>
                  <a:lnTo>
                    <a:pt x="322811" y="106193"/>
                  </a:lnTo>
                  <a:lnTo>
                    <a:pt x="320808" y="101307"/>
                  </a:lnTo>
                  <a:lnTo>
                    <a:pt x="318651" y="96487"/>
                  </a:lnTo>
                  <a:lnTo>
                    <a:pt x="316343" y="91738"/>
                  </a:lnTo>
                  <a:lnTo>
                    <a:pt x="313887" y="87064"/>
                  </a:lnTo>
                  <a:lnTo>
                    <a:pt x="311284" y="82470"/>
                  </a:lnTo>
                  <a:lnTo>
                    <a:pt x="308537" y="77960"/>
                  </a:lnTo>
                  <a:lnTo>
                    <a:pt x="305649" y="73540"/>
                  </a:lnTo>
                  <a:lnTo>
                    <a:pt x="302623" y="69213"/>
                  </a:lnTo>
                  <a:lnTo>
                    <a:pt x="299461" y="64983"/>
                  </a:lnTo>
                  <a:lnTo>
                    <a:pt x="296168" y="60856"/>
                  </a:lnTo>
                  <a:lnTo>
                    <a:pt x="292746" y="56834"/>
                  </a:lnTo>
                  <a:lnTo>
                    <a:pt x="289199" y="52923"/>
                  </a:lnTo>
                  <a:lnTo>
                    <a:pt x="285529" y="49125"/>
                  </a:lnTo>
                  <a:lnTo>
                    <a:pt x="281742" y="45446"/>
                  </a:lnTo>
                  <a:lnTo>
                    <a:pt x="277841" y="41888"/>
                  </a:lnTo>
                  <a:lnTo>
                    <a:pt x="273829" y="38455"/>
                  </a:lnTo>
                  <a:lnTo>
                    <a:pt x="269710" y="35150"/>
                  </a:lnTo>
                  <a:lnTo>
                    <a:pt x="265490" y="31977"/>
                  </a:lnTo>
                  <a:lnTo>
                    <a:pt x="261171" y="28939"/>
                  </a:lnTo>
                  <a:lnTo>
                    <a:pt x="256758" y="26039"/>
                  </a:lnTo>
                  <a:lnTo>
                    <a:pt x="252256" y="23279"/>
                  </a:lnTo>
                  <a:lnTo>
                    <a:pt x="247670" y="20663"/>
                  </a:lnTo>
                  <a:lnTo>
                    <a:pt x="243002" y="18194"/>
                  </a:lnTo>
                  <a:lnTo>
                    <a:pt x="238259" y="15873"/>
                  </a:lnTo>
                  <a:lnTo>
                    <a:pt x="233446" y="1370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6274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66284" cy="167167"/>
            </a:xfrm>
            <a:custGeom>
              <a:avLst/>
              <a:pathLst>
                <a:path w="66284" h="167167">
                  <a:moveTo>
                    <a:pt x="66284" y="13703"/>
                  </a:moveTo>
                  <a:lnTo>
                    <a:pt x="60552" y="11352"/>
                  </a:lnTo>
                  <a:lnTo>
                    <a:pt x="54736" y="9215"/>
                  </a:lnTo>
                  <a:lnTo>
                    <a:pt x="48845" y="7295"/>
                  </a:lnTo>
                  <a:lnTo>
                    <a:pt x="42887" y="5595"/>
                  </a:lnTo>
                  <a:lnTo>
                    <a:pt x="36871" y="4116"/>
                  </a:lnTo>
                  <a:lnTo>
                    <a:pt x="30803" y="2862"/>
                  </a:lnTo>
                  <a:lnTo>
                    <a:pt x="24693" y="1833"/>
                  </a:lnTo>
                  <a:lnTo>
                    <a:pt x="18550" y="1032"/>
                  </a:lnTo>
                  <a:lnTo>
                    <a:pt x="12380" y="459"/>
                  </a:lnTo>
                  <a:lnTo>
                    <a:pt x="6194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1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7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59" y="29542"/>
                  </a:lnTo>
                  <a:lnTo>
                    <a:pt x="67936" y="32626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2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4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5" y="74730"/>
                  </a:lnTo>
                  <a:lnTo>
                    <a:pt x="24999" y="79201"/>
                  </a:lnTo>
                  <a:lnTo>
                    <a:pt x="22277" y="83761"/>
                  </a:lnTo>
                  <a:lnTo>
                    <a:pt x="19701" y="88405"/>
                  </a:lnTo>
                  <a:lnTo>
                    <a:pt x="17273" y="93128"/>
                  </a:lnTo>
                  <a:lnTo>
                    <a:pt x="14997" y="97927"/>
                  </a:lnTo>
                  <a:lnTo>
                    <a:pt x="12874" y="102795"/>
                  </a:lnTo>
                  <a:lnTo>
                    <a:pt x="10907" y="107728"/>
                  </a:lnTo>
                  <a:lnTo>
                    <a:pt x="9098" y="112721"/>
                  </a:lnTo>
                  <a:lnTo>
                    <a:pt x="7448" y="117769"/>
                  </a:lnTo>
                  <a:lnTo>
                    <a:pt x="5960" y="122867"/>
                  </a:lnTo>
                  <a:lnTo>
                    <a:pt x="4634" y="128009"/>
                  </a:lnTo>
                  <a:lnTo>
                    <a:pt x="3472" y="133191"/>
                  </a:lnTo>
                  <a:lnTo>
                    <a:pt x="2475" y="138408"/>
                  </a:lnTo>
                  <a:lnTo>
                    <a:pt x="1645" y="143653"/>
                  </a:lnTo>
                  <a:lnTo>
                    <a:pt x="982" y="148922"/>
                  </a:lnTo>
                  <a:lnTo>
                    <a:pt x="486" y="154210"/>
                  </a:lnTo>
                  <a:lnTo>
                    <a:pt x="158" y="159511"/>
                  </a:lnTo>
                  <a:lnTo>
                    <a:pt x="0" y="164819"/>
                  </a:lnTo>
                  <a:lnTo>
                    <a:pt x="9" y="170130"/>
                  </a:lnTo>
                  <a:lnTo>
                    <a:pt x="188" y="175438"/>
                  </a:lnTo>
                  <a:lnTo>
                    <a:pt x="535" y="180737"/>
                  </a:lnTo>
                  <a:lnTo>
                    <a:pt x="1050" y="186023"/>
                  </a:lnTo>
                  <a:lnTo>
                    <a:pt x="1733" y="191289"/>
                  </a:lnTo>
                  <a:lnTo>
                    <a:pt x="2582" y="196532"/>
                  </a:lnTo>
                  <a:lnTo>
                    <a:pt x="3598" y="201744"/>
                  </a:lnTo>
                  <a:lnTo>
                    <a:pt x="4779" y="206922"/>
                  </a:lnTo>
                  <a:lnTo>
                    <a:pt x="6124" y="212060"/>
                  </a:lnTo>
                  <a:lnTo>
                    <a:pt x="7631" y="217152"/>
                  </a:lnTo>
                  <a:lnTo>
                    <a:pt x="9299" y="222194"/>
                  </a:lnTo>
                  <a:lnTo>
                    <a:pt x="11127" y="227181"/>
                  </a:lnTo>
                  <a:lnTo>
                    <a:pt x="13112" y="232106"/>
                  </a:lnTo>
                  <a:lnTo>
                    <a:pt x="15253" y="236967"/>
                  </a:lnTo>
                  <a:lnTo>
                    <a:pt x="17546" y="241756"/>
                  </a:lnTo>
                  <a:lnTo>
                    <a:pt x="19991" y="246471"/>
                  </a:lnTo>
                  <a:lnTo>
                    <a:pt x="22585" y="251105"/>
                  </a:lnTo>
                  <a:lnTo>
                    <a:pt x="25324" y="255655"/>
                  </a:lnTo>
                  <a:lnTo>
                    <a:pt x="28206" y="260116"/>
                  </a:lnTo>
                  <a:lnTo>
                    <a:pt x="31229" y="264482"/>
                  </a:lnTo>
                  <a:lnTo>
                    <a:pt x="34389" y="268751"/>
                  </a:lnTo>
                  <a:lnTo>
                    <a:pt x="37683" y="272917"/>
                  </a:lnTo>
                  <a:lnTo>
                    <a:pt x="41107" y="276976"/>
                  </a:lnTo>
                  <a:lnTo>
                    <a:pt x="44659" y="280924"/>
                  </a:lnTo>
                  <a:lnTo>
                    <a:pt x="48334" y="284758"/>
                  </a:lnTo>
                  <a:lnTo>
                    <a:pt x="52129" y="288473"/>
                  </a:lnTo>
                  <a:lnTo>
                    <a:pt x="56041" y="292065"/>
                  </a:lnTo>
                  <a:lnTo>
                    <a:pt x="60064" y="295532"/>
                  </a:lnTo>
                  <a:lnTo>
                    <a:pt x="64196" y="298868"/>
                  </a:lnTo>
                  <a:lnTo>
                    <a:pt x="68431" y="302072"/>
                  </a:lnTo>
                  <a:lnTo>
                    <a:pt x="72766" y="305140"/>
                  </a:lnTo>
                  <a:lnTo>
                    <a:pt x="77197" y="308069"/>
                  </a:lnTo>
                  <a:lnTo>
                    <a:pt x="81718" y="310855"/>
                  </a:lnTo>
                  <a:lnTo>
                    <a:pt x="86325" y="313496"/>
                  </a:lnTo>
                  <a:lnTo>
                    <a:pt x="91014" y="315990"/>
                  </a:lnTo>
                  <a:lnTo>
                    <a:pt x="95780" y="318333"/>
                  </a:lnTo>
                  <a:lnTo>
                    <a:pt x="100618" y="320524"/>
                  </a:lnTo>
                  <a:lnTo>
                    <a:pt x="105523" y="322560"/>
                  </a:lnTo>
                  <a:lnTo>
                    <a:pt x="110490" y="324439"/>
                  </a:lnTo>
                  <a:lnTo>
                    <a:pt x="115514" y="326160"/>
                  </a:lnTo>
                  <a:lnTo>
                    <a:pt x="120591" y="327720"/>
                  </a:lnTo>
                  <a:lnTo>
                    <a:pt x="125714" y="329117"/>
                  </a:lnTo>
                  <a:lnTo>
                    <a:pt x="130879" y="330352"/>
                  </a:lnTo>
                  <a:lnTo>
                    <a:pt x="136081" y="331422"/>
                  </a:lnTo>
                  <a:lnTo>
                    <a:pt x="141314" y="332326"/>
                  </a:lnTo>
                  <a:lnTo>
                    <a:pt x="146574" y="333063"/>
                  </a:lnTo>
                  <a:lnTo>
                    <a:pt x="151854" y="333633"/>
                  </a:lnTo>
                  <a:lnTo>
                    <a:pt x="157149" y="334035"/>
                  </a:lnTo>
                  <a:lnTo>
                    <a:pt x="162455" y="334268"/>
                  </a:lnTo>
                  <a:lnTo>
                    <a:pt x="167765" y="334333"/>
                  </a:lnTo>
                  <a:lnTo>
                    <a:pt x="173075" y="334229"/>
                  </a:lnTo>
                  <a:lnTo>
                    <a:pt x="178379" y="333957"/>
                  </a:lnTo>
                  <a:lnTo>
                    <a:pt x="183671" y="333516"/>
                  </a:lnTo>
                  <a:lnTo>
                    <a:pt x="188947" y="332907"/>
                  </a:lnTo>
                  <a:lnTo>
                    <a:pt x="194201" y="332131"/>
                  </a:lnTo>
                  <a:lnTo>
                    <a:pt x="199427" y="331189"/>
                  </a:lnTo>
                  <a:lnTo>
                    <a:pt x="204621" y="330081"/>
                  </a:lnTo>
                  <a:lnTo>
                    <a:pt x="209777" y="328808"/>
                  </a:lnTo>
                  <a:lnTo>
                    <a:pt x="214890" y="327373"/>
                  </a:lnTo>
                  <a:lnTo>
                    <a:pt x="219955" y="325775"/>
                  </a:lnTo>
                  <a:lnTo>
                    <a:pt x="224967" y="324018"/>
                  </a:lnTo>
                  <a:lnTo>
                    <a:pt x="229920" y="322102"/>
                  </a:lnTo>
                  <a:lnTo>
                    <a:pt x="234810" y="320030"/>
                  </a:lnTo>
                  <a:lnTo>
                    <a:pt x="239631" y="317804"/>
                  </a:lnTo>
                  <a:lnTo>
                    <a:pt x="244380" y="315425"/>
                  </a:lnTo>
                  <a:lnTo>
                    <a:pt x="249050" y="312897"/>
                  </a:lnTo>
                  <a:lnTo>
                    <a:pt x="253638" y="310222"/>
                  </a:lnTo>
                  <a:lnTo>
                    <a:pt x="258139" y="307403"/>
                  </a:lnTo>
                  <a:lnTo>
                    <a:pt x="262547" y="304442"/>
                  </a:lnTo>
                  <a:lnTo>
                    <a:pt x="266860" y="301342"/>
                  </a:lnTo>
                  <a:lnTo>
                    <a:pt x="271071" y="298107"/>
                  </a:lnTo>
                  <a:lnTo>
                    <a:pt x="275178" y="294740"/>
                  </a:lnTo>
                  <a:lnTo>
                    <a:pt x="279176" y="291244"/>
                  </a:lnTo>
                  <a:lnTo>
                    <a:pt x="283061" y="287623"/>
                  </a:lnTo>
                  <a:lnTo>
                    <a:pt x="286829" y="283881"/>
                  </a:lnTo>
                  <a:lnTo>
                    <a:pt x="290476" y="280020"/>
                  </a:lnTo>
                  <a:lnTo>
                    <a:pt x="293998" y="276046"/>
                  </a:lnTo>
                  <a:lnTo>
                    <a:pt x="297393" y="271961"/>
                  </a:lnTo>
                  <a:lnTo>
                    <a:pt x="300656" y="267771"/>
                  </a:lnTo>
                  <a:lnTo>
                    <a:pt x="303784" y="263480"/>
                  </a:lnTo>
                  <a:lnTo>
                    <a:pt x="306775" y="259091"/>
                  </a:lnTo>
                  <a:lnTo>
                    <a:pt x="309624" y="254609"/>
                  </a:lnTo>
                  <a:lnTo>
                    <a:pt x="312330" y="250040"/>
                  </a:lnTo>
                  <a:lnTo>
                    <a:pt x="314889" y="245386"/>
                  </a:lnTo>
                  <a:lnTo>
                    <a:pt x="317299" y="240654"/>
                  </a:lnTo>
                  <a:lnTo>
                    <a:pt x="319558" y="235847"/>
                  </a:lnTo>
                  <a:lnTo>
                    <a:pt x="321662" y="230971"/>
                  </a:lnTo>
                  <a:lnTo>
                    <a:pt x="323611" y="226031"/>
                  </a:lnTo>
                  <a:lnTo>
                    <a:pt x="325402" y="221031"/>
                  </a:lnTo>
                  <a:lnTo>
                    <a:pt x="327033" y="215977"/>
                  </a:lnTo>
                  <a:lnTo>
                    <a:pt x="328503" y="210874"/>
                  </a:lnTo>
                  <a:lnTo>
                    <a:pt x="329810" y="205726"/>
                  </a:lnTo>
                  <a:lnTo>
                    <a:pt x="330953" y="200540"/>
                  </a:lnTo>
                  <a:lnTo>
                    <a:pt x="331930" y="195320"/>
                  </a:lnTo>
                  <a:lnTo>
                    <a:pt x="332741" y="190072"/>
                  </a:lnTo>
                  <a:lnTo>
                    <a:pt x="333385" y="184800"/>
                  </a:lnTo>
                  <a:lnTo>
                    <a:pt x="333862" y="179511"/>
                  </a:lnTo>
                  <a:lnTo>
                    <a:pt x="334170" y="174209"/>
                  </a:lnTo>
                  <a:lnTo>
                    <a:pt x="334309" y="168900"/>
                  </a:lnTo>
                  <a:lnTo>
                    <a:pt x="334280" y="163589"/>
                  </a:lnTo>
                  <a:lnTo>
                    <a:pt x="334082" y="158282"/>
                  </a:lnTo>
                  <a:lnTo>
                    <a:pt x="333715" y="152984"/>
                  </a:lnTo>
                  <a:lnTo>
                    <a:pt x="333181" y="147700"/>
                  </a:lnTo>
                  <a:lnTo>
                    <a:pt x="332478" y="142436"/>
                  </a:lnTo>
                  <a:lnTo>
                    <a:pt x="331609" y="13719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08226"/>
              <a:ext cx="164458" cy="29969"/>
            </a:xfrm>
            <a:custGeom>
              <a:avLst/>
              <a:pathLst>
                <a:path w="164458" h="29969">
                  <a:moveTo>
                    <a:pt x="164458" y="0"/>
                  </a:moveTo>
                  <a:lnTo>
                    <a:pt x="0" y="299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06815"/>
              <a:ext cx="164458" cy="31380"/>
            </a:xfrm>
            <a:custGeom>
              <a:avLst/>
              <a:pathLst>
                <a:path w="164458" h="31380">
                  <a:moveTo>
                    <a:pt x="164458" y="1410"/>
                  </a:moveTo>
                  <a:lnTo>
                    <a:pt x="164195" y="0"/>
                  </a:lnTo>
                  <a:lnTo>
                    <a:pt x="0" y="313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164195" cy="167167"/>
            </a:xfrm>
            <a:custGeom>
              <a:avLst/>
              <a:pathLst>
                <a:path w="164195" h="167167">
                  <a:moveTo>
                    <a:pt x="164195" y="135787"/>
                  </a:moveTo>
                  <a:lnTo>
                    <a:pt x="163074" y="130402"/>
                  </a:lnTo>
                  <a:lnTo>
                    <a:pt x="161776" y="125057"/>
                  </a:lnTo>
                  <a:lnTo>
                    <a:pt x="160303" y="119758"/>
                  </a:lnTo>
                  <a:lnTo>
                    <a:pt x="158657" y="114510"/>
                  </a:lnTo>
                  <a:lnTo>
                    <a:pt x="156839" y="109319"/>
                  </a:lnTo>
                  <a:lnTo>
                    <a:pt x="154851" y="104190"/>
                  </a:lnTo>
                  <a:lnTo>
                    <a:pt x="152695" y="99130"/>
                  </a:lnTo>
                  <a:lnTo>
                    <a:pt x="150374" y="94144"/>
                  </a:lnTo>
                  <a:lnTo>
                    <a:pt x="147890" y="89236"/>
                  </a:lnTo>
                  <a:lnTo>
                    <a:pt x="145247" y="84413"/>
                  </a:lnTo>
                  <a:lnTo>
                    <a:pt x="142446" y="79680"/>
                  </a:lnTo>
                  <a:lnTo>
                    <a:pt x="139490" y="75041"/>
                  </a:lnTo>
                  <a:lnTo>
                    <a:pt x="136384" y="70502"/>
                  </a:lnTo>
                  <a:lnTo>
                    <a:pt x="133130" y="66067"/>
                  </a:lnTo>
                  <a:lnTo>
                    <a:pt x="129732" y="61742"/>
                  </a:lnTo>
                  <a:lnTo>
                    <a:pt x="126194" y="57531"/>
                  </a:lnTo>
                  <a:lnTo>
                    <a:pt x="122519" y="53439"/>
                  </a:lnTo>
                  <a:lnTo>
                    <a:pt x="118711" y="49470"/>
                  </a:lnTo>
                  <a:lnTo>
                    <a:pt x="114775" y="45628"/>
                  </a:lnTo>
                  <a:lnTo>
                    <a:pt x="110714" y="41918"/>
                  </a:lnTo>
                  <a:lnTo>
                    <a:pt x="106534" y="38344"/>
                  </a:lnTo>
                  <a:lnTo>
                    <a:pt x="102238" y="34909"/>
                  </a:lnTo>
                  <a:lnTo>
                    <a:pt x="97832" y="31617"/>
                  </a:lnTo>
                  <a:lnTo>
                    <a:pt x="93320" y="28472"/>
                  </a:lnTo>
                  <a:lnTo>
                    <a:pt x="88706" y="25477"/>
                  </a:lnTo>
                  <a:lnTo>
                    <a:pt x="83997" y="22635"/>
                  </a:lnTo>
                  <a:lnTo>
                    <a:pt x="79197" y="19950"/>
                  </a:lnTo>
                  <a:lnTo>
                    <a:pt x="74311" y="17425"/>
                  </a:lnTo>
                  <a:lnTo>
                    <a:pt x="69344" y="15061"/>
                  </a:lnTo>
                  <a:lnTo>
                    <a:pt x="64303" y="12862"/>
                  </a:lnTo>
                  <a:lnTo>
                    <a:pt x="59192" y="10830"/>
                  </a:lnTo>
                  <a:lnTo>
                    <a:pt x="54017" y="8967"/>
                  </a:lnTo>
                  <a:lnTo>
                    <a:pt x="48783" y="7276"/>
                  </a:lnTo>
                  <a:lnTo>
                    <a:pt x="43497" y="5758"/>
                  </a:lnTo>
                  <a:lnTo>
                    <a:pt x="38163" y="4414"/>
                  </a:lnTo>
                  <a:lnTo>
                    <a:pt x="32788" y="3247"/>
                  </a:lnTo>
                  <a:lnTo>
                    <a:pt x="27378" y="2257"/>
                  </a:lnTo>
                  <a:lnTo>
                    <a:pt x="21938" y="1445"/>
                  </a:lnTo>
                  <a:lnTo>
                    <a:pt x="16474" y="813"/>
                  </a:lnTo>
                  <a:lnTo>
                    <a:pt x="10992" y="361"/>
                  </a:lnTo>
                  <a:lnTo>
                    <a:pt x="549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907385" y="941493"/>
              <a:ext cx="116158" cy="167167"/>
            </a:xfrm>
            <a:custGeom>
              <a:avLst/>
              <a:pathLst>
                <a:path w="116158" h="167167">
                  <a:moveTo>
                    <a:pt x="116158" y="0"/>
                  </a:moveTo>
                  <a:lnTo>
                    <a:pt x="110576" y="93"/>
                  </a:lnTo>
                  <a:lnTo>
                    <a:pt x="104999" y="372"/>
                  </a:lnTo>
                  <a:lnTo>
                    <a:pt x="99435" y="838"/>
                  </a:lnTo>
                  <a:lnTo>
                    <a:pt x="93890" y="1489"/>
                  </a:lnTo>
                  <a:lnTo>
                    <a:pt x="88370" y="2325"/>
                  </a:lnTo>
                  <a:lnTo>
                    <a:pt x="82880" y="3345"/>
                  </a:lnTo>
                  <a:lnTo>
                    <a:pt x="77428" y="4548"/>
                  </a:lnTo>
                  <a:lnTo>
                    <a:pt x="72019" y="5932"/>
                  </a:lnTo>
                  <a:lnTo>
                    <a:pt x="66659" y="7496"/>
                  </a:lnTo>
                  <a:lnTo>
                    <a:pt x="61354" y="9238"/>
                  </a:lnTo>
                  <a:lnTo>
                    <a:pt x="56111" y="11156"/>
                  </a:lnTo>
                  <a:lnTo>
                    <a:pt x="50934" y="13249"/>
                  </a:lnTo>
                  <a:lnTo>
                    <a:pt x="45831" y="15513"/>
                  </a:lnTo>
                  <a:lnTo>
                    <a:pt x="40805" y="17946"/>
                  </a:lnTo>
                  <a:lnTo>
                    <a:pt x="35864" y="20546"/>
                  </a:lnTo>
                  <a:lnTo>
                    <a:pt x="31013" y="23309"/>
                  </a:lnTo>
                  <a:lnTo>
                    <a:pt x="26256" y="26232"/>
                  </a:lnTo>
                  <a:lnTo>
                    <a:pt x="21599" y="29313"/>
                  </a:lnTo>
                  <a:lnTo>
                    <a:pt x="17049" y="32548"/>
                  </a:lnTo>
                  <a:lnTo>
                    <a:pt x="12608" y="35933"/>
                  </a:lnTo>
                  <a:lnTo>
                    <a:pt x="8283" y="39464"/>
                  </a:lnTo>
                  <a:lnTo>
                    <a:pt x="4079" y="43138"/>
                  </a:lnTo>
                  <a:lnTo>
                    <a:pt x="0" y="46950"/>
                  </a:lnTo>
                  <a:lnTo>
                    <a:pt x="116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7385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56384" y="973672"/>
              <a:ext cx="334315" cy="302152"/>
            </a:xfrm>
            <a:custGeom>
              <a:avLst/>
              <a:pathLst>
                <a:path w="334315" h="302152">
                  <a:moveTo>
                    <a:pt x="51000" y="14770"/>
                  </a:moveTo>
                  <a:lnTo>
                    <a:pt x="47247" y="18514"/>
                  </a:lnTo>
                  <a:lnTo>
                    <a:pt x="43614" y="22375"/>
                  </a:lnTo>
                  <a:lnTo>
                    <a:pt x="40105" y="26349"/>
                  </a:lnTo>
                  <a:lnTo>
                    <a:pt x="36724" y="30433"/>
                  </a:lnTo>
                  <a:lnTo>
                    <a:pt x="33474" y="34621"/>
                  </a:lnTo>
                  <a:lnTo>
                    <a:pt x="30359" y="38911"/>
                  </a:lnTo>
                  <a:lnTo>
                    <a:pt x="27381" y="43297"/>
                  </a:lnTo>
                  <a:lnTo>
                    <a:pt x="24544" y="47775"/>
                  </a:lnTo>
                  <a:lnTo>
                    <a:pt x="21850" y="52341"/>
                  </a:lnTo>
                  <a:lnTo>
                    <a:pt x="19303" y="56991"/>
                  </a:lnTo>
                  <a:lnTo>
                    <a:pt x="16904" y="61718"/>
                  </a:lnTo>
                  <a:lnTo>
                    <a:pt x="14656" y="66520"/>
                  </a:lnTo>
                  <a:lnTo>
                    <a:pt x="12562" y="71390"/>
                  </a:lnTo>
                  <a:lnTo>
                    <a:pt x="10623" y="76324"/>
                  </a:lnTo>
                  <a:lnTo>
                    <a:pt x="8841" y="81317"/>
                  </a:lnTo>
                  <a:lnTo>
                    <a:pt x="7219" y="86364"/>
                  </a:lnTo>
                  <a:lnTo>
                    <a:pt x="5758" y="91460"/>
                  </a:lnTo>
                  <a:lnTo>
                    <a:pt x="4459" y="96600"/>
                  </a:lnTo>
                  <a:lnTo>
                    <a:pt x="3323" y="101779"/>
                  </a:lnTo>
                  <a:lnTo>
                    <a:pt x="2353" y="106990"/>
                  </a:lnTo>
                  <a:lnTo>
                    <a:pt x="1548" y="112230"/>
                  </a:lnTo>
                  <a:lnTo>
                    <a:pt x="910" y="117493"/>
                  </a:lnTo>
                  <a:lnTo>
                    <a:pt x="438" y="122774"/>
                  </a:lnTo>
                  <a:lnTo>
                    <a:pt x="135" y="128066"/>
                  </a:lnTo>
                  <a:lnTo>
                    <a:pt x="0" y="133366"/>
                  </a:lnTo>
                  <a:lnTo>
                    <a:pt x="32" y="138667"/>
                  </a:lnTo>
                  <a:lnTo>
                    <a:pt x="233" y="143965"/>
                  </a:lnTo>
                  <a:lnTo>
                    <a:pt x="602" y="149254"/>
                  </a:lnTo>
                  <a:lnTo>
                    <a:pt x="1138" y="154528"/>
                  </a:lnTo>
                  <a:lnTo>
                    <a:pt x="1841" y="159783"/>
                  </a:lnTo>
                  <a:lnTo>
                    <a:pt x="2710" y="165012"/>
                  </a:lnTo>
                  <a:lnTo>
                    <a:pt x="3745" y="170212"/>
                  </a:lnTo>
                  <a:lnTo>
                    <a:pt x="4944" y="175376"/>
                  </a:lnTo>
                  <a:lnTo>
                    <a:pt x="6306" y="180499"/>
                  </a:lnTo>
                  <a:lnTo>
                    <a:pt x="7830" y="185577"/>
                  </a:lnTo>
                  <a:lnTo>
                    <a:pt x="9515" y="190604"/>
                  </a:lnTo>
                  <a:lnTo>
                    <a:pt x="11357" y="195574"/>
                  </a:lnTo>
                  <a:lnTo>
                    <a:pt x="13357" y="200484"/>
                  </a:lnTo>
                  <a:lnTo>
                    <a:pt x="15511" y="205328"/>
                  </a:lnTo>
                  <a:lnTo>
                    <a:pt x="17818" y="210102"/>
                  </a:lnTo>
                  <a:lnTo>
                    <a:pt x="20275" y="214799"/>
                  </a:lnTo>
                  <a:lnTo>
                    <a:pt x="22879" y="219417"/>
                  </a:lnTo>
                  <a:lnTo>
                    <a:pt x="25629" y="223949"/>
                  </a:lnTo>
                  <a:lnTo>
                    <a:pt x="28521" y="228393"/>
                  </a:lnTo>
                  <a:lnTo>
                    <a:pt x="31553" y="232742"/>
                  </a:lnTo>
                  <a:lnTo>
                    <a:pt x="34721" y="236992"/>
                  </a:lnTo>
                  <a:lnTo>
                    <a:pt x="38022" y="241141"/>
                  </a:lnTo>
                  <a:lnTo>
                    <a:pt x="41453" y="245182"/>
                  </a:lnTo>
                  <a:lnTo>
                    <a:pt x="45010" y="249113"/>
                  </a:lnTo>
                  <a:lnTo>
                    <a:pt x="48691" y="252929"/>
                  </a:lnTo>
                  <a:lnTo>
                    <a:pt x="52490" y="256626"/>
                  </a:lnTo>
                  <a:lnTo>
                    <a:pt x="56405" y="260201"/>
                  </a:lnTo>
                  <a:lnTo>
                    <a:pt x="60431" y="263650"/>
                  </a:lnTo>
                  <a:lnTo>
                    <a:pt x="64564" y="266969"/>
                  </a:lnTo>
                  <a:lnTo>
                    <a:pt x="68801" y="270156"/>
                  </a:lnTo>
                  <a:lnTo>
                    <a:pt x="73137" y="273207"/>
                  </a:lnTo>
                  <a:lnTo>
                    <a:pt x="77567" y="276119"/>
                  </a:lnTo>
                  <a:lnTo>
                    <a:pt x="82087" y="278889"/>
                  </a:lnTo>
                  <a:lnTo>
                    <a:pt x="86693" y="281514"/>
                  </a:lnTo>
                  <a:lnTo>
                    <a:pt x="91380" y="283992"/>
                  </a:lnTo>
                  <a:lnTo>
                    <a:pt x="96143" y="286320"/>
                  </a:lnTo>
                  <a:lnTo>
                    <a:pt x="100977" y="288496"/>
                  </a:lnTo>
                  <a:lnTo>
                    <a:pt x="105878" y="290517"/>
                  </a:lnTo>
                  <a:lnTo>
                    <a:pt x="110840" y="292382"/>
                  </a:lnTo>
                  <a:lnTo>
                    <a:pt x="115860" y="294089"/>
                  </a:lnTo>
                  <a:lnTo>
                    <a:pt x="120930" y="295636"/>
                  </a:lnTo>
                  <a:lnTo>
                    <a:pt x="126048" y="297021"/>
                  </a:lnTo>
                  <a:lnTo>
                    <a:pt x="131206" y="298243"/>
                  </a:lnTo>
                  <a:lnTo>
                    <a:pt x="136401" y="299301"/>
                  </a:lnTo>
                  <a:lnTo>
                    <a:pt x="141627" y="300193"/>
                  </a:lnTo>
                  <a:lnTo>
                    <a:pt x="146878" y="300920"/>
                  </a:lnTo>
                  <a:lnTo>
                    <a:pt x="152150" y="301480"/>
                  </a:lnTo>
                  <a:lnTo>
                    <a:pt x="157437" y="301872"/>
                  </a:lnTo>
                  <a:lnTo>
                    <a:pt x="162734" y="302096"/>
                  </a:lnTo>
                  <a:lnTo>
                    <a:pt x="168035" y="302152"/>
                  </a:lnTo>
                  <a:lnTo>
                    <a:pt x="173335" y="302041"/>
                  </a:lnTo>
                  <a:lnTo>
                    <a:pt x="178629" y="301761"/>
                  </a:lnTo>
                  <a:lnTo>
                    <a:pt x="183912" y="301313"/>
                  </a:lnTo>
                  <a:lnTo>
                    <a:pt x="189177" y="300698"/>
                  </a:lnTo>
                  <a:lnTo>
                    <a:pt x="194421" y="299917"/>
                  </a:lnTo>
                  <a:lnTo>
                    <a:pt x="199637" y="298969"/>
                  </a:lnTo>
                  <a:lnTo>
                    <a:pt x="204820" y="297857"/>
                  </a:lnTo>
                  <a:lnTo>
                    <a:pt x="209966" y="296581"/>
                  </a:lnTo>
                  <a:lnTo>
                    <a:pt x="215069" y="295142"/>
                  </a:lnTo>
                  <a:lnTo>
                    <a:pt x="220123" y="293543"/>
                  </a:lnTo>
                  <a:lnTo>
                    <a:pt x="225124" y="291783"/>
                  </a:lnTo>
                  <a:lnTo>
                    <a:pt x="230067" y="289867"/>
                  </a:lnTo>
                  <a:lnTo>
                    <a:pt x="234946" y="287794"/>
                  </a:lnTo>
                  <a:lnTo>
                    <a:pt x="239757" y="285568"/>
                  </a:lnTo>
                  <a:lnTo>
                    <a:pt x="244496" y="283190"/>
                  </a:lnTo>
                  <a:lnTo>
                    <a:pt x="249156" y="280663"/>
                  </a:lnTo>
                  <a:lnTo>
                    <a:pt x="253734" y="277990"/>
                  </a:lnTo>
                  <a:lnTo>
                    <a:pt x="258225" y="275173"/>
                  </a:lnTo>
                  <a:lnTo>
                    <a:pt x="262625" y="272214"/>
                  </a:lnTo>
                  <a:lnTo>
                    <a:pt x="266928" y="269118"/>
                  </a:lnTo>
                  <a:lnTo>
                    <a:pt x="271131" y="265887"/>
                  </a:lnTo>
                  <a:lnTo>
                    <a:pt x="275230" y="262524"/>
                  </a:lnTo>
                  <a:lnTo>
                    <a:pt x="279219" y="259033"/>
                  </a:lnTo>
                  <a:lnTo>
                    <a:pt x="283096" y="255418"/>
                  </a:lnTo>
                  <a:lnTo>
                    <a:pt x="286857" y="251681"/>
                  </a:lnTo>
                  <a:lnTo>
                    <a:pt x="290497" y="247827"/>
                  </a:lnTo>
                  <a:lnTo>
                    <a:pt x="294013" y="243859"/>
                  </a:lnTo>
                  <a:lnTo>
                    <a:pt x="297401" y="239782"/>
                  </a:lnTo>
                  <a:lnTo>
                    <a:pt x="300659" y="235599"/>
                  </a:lnTo>
                  <a:lnTo>
                    <a:pt x="303782" y="231315"/>
                  </a:lnTo>
                  <a:lnTo>
                    <a:pt x="306768" y="226935"/>
                  </a:lnTo>
                  <a:lnTo>
                    <a:pt x="309613" y="222462"/>
                  </a:lnTo>
                  <a:lnTo>
                    <a:pt x="312315" y="217900"/>
                  </a:lnTo>
                  <a:lnTo>
                    <a:pt x="314872" y="213256"/>
                  </a:lnTo>
                  <a:lnTo>
                    <a:pt x="317279" y="208533"/>
                  </a:lnTo>
                  <a:lnTo>
                    <a:pt x="319536" y="203735"/>
                  </a:lnTo>
                  <a:lnTo>
                    <a:pt x="321639" y="198869"/>
                  </a:lnTo>
                  <a:lnTo>
                    <a:pt x="323587" y="193939"/>
                  </a:lnTo>
                  <a:lnTo>
                    <a:pt x="325378" y="188949"/>
                  </a:lnTo>
                  <a:lnTo>
                    <a:pt x="327009" y="183905"/>
                  </a:lnTo>
                  <a:lnTo>
                    <a:pt x="328480" y="178811"/>
                  </a:lnTo>
                  <a:lnTo>
                    <a:pt x="329788" y="173674"/>
                  </a:lnTo>
                  <a:lnTo>
                    <a:pt x="330933" y="168497"/>
                  </a:lnTo>
                  <a:lnTo>
                    <a:pt x="331914" y="163287"/>
                  </a:lnTo>
                  <a:lnTo>
                    <a:pt x="332728" y="158049"/>
                  </a:lnTo>
                  <a:lnTo>
                    <a:pt x="333376" y="152787"/>
                  </a:lnTo>
                  <a:lnTo>
                    <a:pt x="333857" y="147508"/>
                  </a:lnTo>
                  <a:lnTo>
                    <a:pt x="334170" y="142215"/>
                  </a:lnTo>
                  <a:lnTo>
                    <a:pt x="334315" y="136916"/>
                  </a:lnTo>
                  <a:lnTo>
                    <a:pt x="334292" y="131615"/>
                  </a:lnTo>
                  <a:lnTo>
                    <a:pt x="334102" y="126317"/>
                  </a:lnTo>
                  <a:lnTo>
                    <a:pt x="333743" y="121027"/>
                  </a:lnTo>
                  <a:lnTo>
                    <a:pt x="333216" y="115752"/>
                  </a:lnTo>
                  <a:lnTo>
                    <a:pt x="332523" y="110496"/>
                  </a:lnTo>
                  <a:lnTo>
                    <a:pt x="331663" y="105265"/>
                  </a:lnTo>
                  <a:lnTo>
                    <a:pt x="330638" y="100064"/>
                  </a:lnTo>
                  <a:lnTo>
                    <a:pt x="329448" y="94897"/>
                  </a:lnTo>
                  <a:lnTo>
                    <a:pt x="328095" y="89771"/>
                  </a:lnTo>
                  <a:lnTo>
                    <a:pt x="326581" y="84691"/>
                  </a:lnTo>
                  <a:lnTo>
                    <a:pt x="324906" y="79661"/>
                  </a:lnTo>
                  <a:lnTo>
                    <a:pt x="323072" y="74687"/>
                  </a:lnTo>
                  <a:lnTo>
                    <a:pt x="321081" y="69773"/>
                  </a:lnTo>
                  <a:lnTo>
                    <a:pt x="318936" y="64925"/>
                  </a:lnTo>
                  <a:lnTo>
                    <a:pt x="316638" y="60148"/>
                  </a:lnTo>
                  <a:lnTo>
                    <a:pt x="314190" y="55446"/>
                  </a:lnTo>
                  <a:lnTo>
                    <a:pt x="311594" y="50823"/>
                  </a:lnTo>
                  <a:lnTo>
                    <a:pt x="308852" y="46286"/>
                  </a:lnTo>
                  <a:lnTo>
                    <a:pt x="305968" y="41837"/>
                  </a:lnTo>
                  <a:lnTo>
                    <a:pt x="302945" y="37483"/>
                  </a:lnTo>
                  <a:lnTo>
                    <a:pt x="299785" y="33226"/>
                  </a:lnTo>
                  <a:lnTo>
                    <a:pt x="296491" y="29072"/>
                  </a:lnTo>
                  <a:lnTo>
                    <a:pt x="293068" y="25024"/>
                  </a:lnTo>
                  <a:lnTo>
                    <a:pt x="289518" y="21087"/>
                  </a:lnTo>
                  <a:lnTo>
                    <a:pt x="285844" y="17264"/>
                  </a:lnTo>
                  <a:lnTo>
                    <a:pt x="282052" y="13560"/>
                  </a:lnTo>
                  <a:lnTo>
                    <a:pt x="278144" y="9978"/>
                  </a:lnTo>
                  <a:lnTo>
                    <a:pt x="274124" y="6521"/>
                  </a:lnTo>
                  <a:lnTo>
                    <a:pt x="269996" y="3194"/>
                  </a:lnTo>
                  <a:lnTo>
                    <a:pt x="265766" y="0"/>
                  </a:lnTo>
                  <a:lnTo>
                    <a:pt x="167159" y="134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98606" cy="167167"/>
            </a:xfrm>
            <a:custGeom>
              <a:avLst/>
              <a:pathLst>
                <a:path w="98606" h="167167">
                  <a:moveTo>
                    <a:pt x="98606" y="32179"/>
                  </a:moveTo>
                  <a:lnTo>
                    <a:pt x="94070" y="28980"/>
                  </a:lnTo>
                  <a:lnTo>
                    <a:pt x="89431" y="25933"/>
                  </a:lnTo>
                  <a:lnTo>
                    <a:pt x="84693" y="23042"/>
                  </a:lnTo>
                  <a:lnTo>
                    <a:pt x="79861" y="20310"/>
                  </a:lnTo>
                  <a:lnTo>
                    <a:pt x="74942" y="17739"/>
                  </a:lnTo>
                  <a:lnTo>
                    <a:pt x="69939" y="15334"/>
                  </a:lnTo>
                  <a:lnTo>
                    <a:pt x="64860" y="13095"/>
                  </a:lnTo>
                  <a:lnTo>
                    <a:pt x="59709" y="11027"/>
                  </a:lnTo>
                  <a:lnTo>
                    <a:pt x="54493" y="9131"/>
                  </a:lnTo>
                  <a:lnTo>
                    <a:pt x="49216" y="7409"/>
                  </a:lnTo>
                  <a:lnTo>
                    <a:pt x="43885" y="5863"/>
                  </a:lnTo>
                  <a:lnTo>
                    <a:pt x="38506" y="4495"/>
                  </a:lnTo>
                  <a:lnTo>
                    <a:pt x="33084" y="3306"/>
                  </a:lnTo>
                  <a:lnTo>
                    <a:pt x="27626" y="2298"/>
                  </a:lnTo>
                  <a:lnTo>
                    <a:pt x="22137" y="1472"/>
                  </a:lnTo>
                  <a:lnTo>
                    <a:pt x="16624" y="828"/>
                  </a:lnTo>
                  <a:lnTo>
                    <a:pt x="11093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380235" y="941493"/>
              <a:ext cx="105980" cy="167167"/>
            </a:xfrm>
            <a:custGeom>
              <a:avLst/>
              <a:pathLst>
                <a:path w="105980" h="167167">
                  <a:moveTo>
                    <a:pt x="105980" y="0"/>
                  </a:moveTo>
                  <a:lnTo>
                    <a:pt x="100242" y="98"/>
                  </a:lnTo>
                  <a:lnTo>
                    <a:pt x="94510" y="393"/>
                  </a:lnTo>
                  <a:lnTo>
                    <a:pt x="88792" y="886"/>
                  </a:lnTo>
                  <a:lnTo>
                    <a:pt x="83094" y="1574"/>
                  </a:lnTo>
                  <a:lnTo>
                    <a:pt x="77423" y="2457"/>
                  </a:lnTo>
                  <a:lnTo>
                    <a:pt x="71786" y="3534"/>
                  </a:lnTo>
                  <a:lnTo>
                    <a:pt x="66189" y="4804"/>
                  </a:lnTo>
                  <a:lnTo>
                    <a:pt x="60639" y="6266"/>
                  </a:lnTo>
                  <a:lnTo>
                    <a:pt x="55142" y="7917"/>
                  </a:lnTo>
                  <a:lnTo>
                    <a:pt x="49705" y="9756"/>
                  </a:lnTo>
                  <a:lnTo>
                    <a:pt x="44335" y="11781"/>
                  </a:lnTo>
                  <a:lnTo>
                    <a:pt x="39037" y="13989"/>
                  </a:lnTo>
                  <a:lnTo>
                    <a:pt x="33818" y="16377"/>
                  </a:lnTo>
                  <a:lnTo>
                    <a:pt x="28685" y="18943"/>
                  </a:lnTo>
                  <a:lnTo>
                    <a:pt x="23642" y="21684"/>
                  </a:lnTo>
                  <a:lnTo>
                    <a:pt x="18696" y="24596"/>
                  </a:lnTo>
                  <a:lnTo>
                    <a:pt x="13854" y="27676"/>
                  </a:lnTo>
                  <a:lnTo>
                    <a:pt x="9120" y="30921"/>
                  </a:lnTo>
                  <a:lnTo>
                    <a:pt x="4500" y="34326"/>
                  </a:lnTo>
                  <a:lnTo>
                    <a:pt x="0" y="37888"/>
                  </a:lnTo>
                  <a:lnTo>
                    <a:pt x="1059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056" y="979381"/>
              <a:ext cx="167158" cy="289784"/>
            </a:xfrm>
            <a:custGeom>
              <a:avLst/>
              <a:pathLst>
                <a:path w="167158" h="289784">
                  <a:moveTo>
                    <a:pt x="61178" y="0"/>
                  </a:moveTo>
                  <a:lnTo>
                    <a:pt x="57104" y="3449"/>
                  </a:lnTo>
                  <a:lnTo>
                    <a:pt x="53142" y="7028"/>
                  </a:lnTo>
                  <a:lnTo>
                    <a:pt x="49297" y="10731"/>
                  </a:lnTo>
                  <a:lnTo>
                    <a:pt x="45572" y="14554"/>
                  </a:lnTo>
                  <a:lnTo>
                    <a:pt x="41970" y="18495"/>
                  </a:lnTo>
                  <a:lnTo>
                    <a:pt x="38497" y="22549"/>
                  </a:lnTo>
                  <a:lnTo>
                    <a:pt x="35155" y="26712"/>
                  </a:lnTo>
                  <a:lnTo>
                    <a:pt x="31947" y="30979"/>
                  </a:lnTo>
                  <a:lnTo>
                    <a:pt x="28877" y="35347"/>
                  </a:lnTo>
                  <a:lnTo>
                    <a:pt x="25948" y="39810"/>
                  </a:lnTo>
                  <a:lnTo>
                    <a:pt x="23164" y="44364"/>
                  </a:lnTo>
                  <a:lnTo>
                    <a:pt x="20526" y="49006"/>
                  </a:lnTo>
                  <a:lnTo>
                    <a:pt x="18037" y="53729"/>
                  </a:lnTo>
                  <a:lnTo>
                    <a:pt x="15701" y="58529"/>
                  </a:lnTo>
                  <a:lnTo>
                    <a:pt x="13519" y="63401"/>
                  </a:lnTo>
                  <a:lnTo>
                    <a:pt x="11494" y="68340"/>
                  </a:lnTo>
                  <a:lnTo>
                    <a:pt x="9627" y="73342"/>
                  </a:lnTo>
                  <a:lnTo>
                    <a:pt x="7922" y="78400"/>
                  </a:lnTo>
                  <a:lnTo>
                    <a:pt x="6378" y="83511"/>
                  </a:lnTo>
                  <a:lnTo>
                    <a:pt x="4999" y="88668"/>
                  </a:lnTo>
                  <a:lnTo>
                    <a:pt x="3785" y="93866"/>
                  </a:lnTo>
                  <a:lnTo>
                    <a:pt x="2737" y="99101"/>
                  </a:lnTo>
                  <a:lnTo>
                    <a:pt x="1858" y="104367"/>
                  </a:lnTo>
                  <a:lnTo>
                    <a:pt x="1146" y="109657"/>
                  </a:lnTo>
                  <a:lnTo>
                    <a:pt x="605" y="114968"/>
                  </a:lnTo>
                  <a:lnTo>
                    <a:pt x="233" y="120294"/>
                  </a:lnTo>
                  <a:lnTo>
                    <a:pt x="31" y="125628"/>
                  </a:lnTo>
                  <a:lnTo>
                    <a:pt x="0" y="130967"/>
                  </a:lnTo>
                  <a:lnTo>
                    <a:pt x="139" y="136303"/>
                  </a:lnTo>
                  <a:lnTo>
                    <a:pt x="448" y="141633"/>
                  </a:lnTo>
                  <a:lnTo>
                    <a:pt x="928" y="146950"/>
                  </a:lnTo>
                  <a:lnTo>
                    <a:pt x="1577" y="152248"/>
                  </a:lnTo>
                  <a:lnTo>
                    <a:pt x="2394" y="157524"/>
                  </a:lnTo>
                  <a:lnTo>
                    <a:pt x="3380" y="162770"/>
                  </a:lnTo>
                  <a:lnTo>
                    <a:pt x="4533" y="167983"/>
                  </a:lnTo>
                  <a:lnTo>
                    <a:pt x="5852" y="173156"/>
                  </a:lnTo>
                  <a:lnTo>
                    <a:pt x="7335" y="178284"/>
                  </a:lnTo>
                  <a:lnTo>
                    <a:pt x="8982" y="183362"/>
                  </a:lnTo>
                  <a:lnTo>
                    <a:pt x="10789" y="188385"/>
                  </a:lnTo>
                  <a:lnTo>
                    <a:pt x="12756" y="193348"/>
                  </a:lnTo>
                  <a:lnTo>
                    <a:pt x="14881" y="198246"/>
                  </a:lnTo>
                  <a:lnTo>
                    <a:pt x="17161" y="203073"/>
                  </a:lnTo>
                  <a:lnTo>
                    <a:pt x="19593" y="207825"/>
                  </a:lnTo>
                  <a:lnTo>
                    <a:pt x="22177" y="212497"/>
                  </a:lnTo>
                  <a:lnTo>
                    <a:pt x="24908" y="217083"/>
                  </a:lnTo>
                  <a:lnTo>
                    <a:pt x="27784" y="221581"/>
                  </a:lnTo>
                  <a:lnTo>
                    <a:pt x="30802" y="225984"/>
                  </a:lnTo>
                  <a:lnTo>
                    <a:pt x="33960" y="230289"/>
                  </a:lnTo>
                  <a:lnTo>
                    <a:pt x="37253" y="234490"/>
                  </a:lnTo>
                  <a:lnTo>
                    <a:pt x="40679" y="238585"/>
                  </a:lnTo>
                  <a:lnTo>
                    <a:pt x="44233" y="242567"/>
                  </a:lnTo>
                  <a:lnTo>
                    <a:pt x="47913" y="246435"/>
                  </a:lnTo>
                  <a:lnTo>
                    <a:pt x="51715" y="250183"/>
                  </a:lnTo>
                  <a:lnTo>
                    <a:pt x="55634" y="253807"/>
                  </a:lnTo>
                  <a:lnTo>
                    <a:pt x="59668" y="257305"/>
                  </a:lnTo>
                  <a:lnTo>
                    <a:pt x="63810" y="260672"/>
                  </a:lnTo>
                  <a:lnTo>
                    <a:pt x="68058" y="263905"/>
                  </a:lnTo>
                  <a:lnTo>
                    <a:pt x="72408" y="267000"/>
                  </a:lnTo>
                  <a:lnTo>
                    <a:pt x="76854" y="269955"/>
                  </a:lnTo>
                  <a:lnTo>
                    <a:pt x="81391" y="272767"/>
                  </a:lnTo>
                  <a:lnTo>
                    <a:pt x="86017" y="275433"/>
                  </a:lnTo>
                  <a:lnTo>
                    <a:pt x="90725" y="277949"/>
                  </a:lnTo>
                  <a:lnTo>
                    <a:pt x="95511" y="280314"/>
                  </a:lnTo>
                  <a:lnTo>
                    <a:pt x="100370" y="282524"/>
                  </a:lnTo>
                  <a:lnTo>
                    <a:pt x="105298" y="284579"/>
                  </a:lnTo>
                  <a:lnTo>
                    <a:pt x="110288" y="286475"/>
                  </a:lnTo>
                  <a:lnTo>
                    <a:pt x="115336" y="288211"/>
                  </a:lnTo>
                  <a:lnTo>
                    <a:pt x="120438" y="289784"/>
                  </a:lnTo>
                  <a:lnTo>
                    <a:pt x="167158" y="129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39494" y="941493"/>
              <a:ext cx="213870" cy="334334"/>
            </a:xfrm>
            <a:custGeom>
              <a:avLst/>
              <a:pathLst>
                <a:path w="213870" h="334334">
                  <a:moveTo>
                    <a:pt x="0" y="327673"/>
                  </a:moveTo>
                  <a:lnTo>
                    <a:pt x="5112" y="329073"/>
                  </a:lnTo>
                  <a:lnTo>
                    <a:pt x="10266" y="330311"/>
                  </a:lnTo>
                  <a:lnTo>
                    <a:pt x="15457" y="331385"/>
                  </a:lnTo>
                  <a:lnTo>
                    <a:pt x="20680" y="332294"/>
                  </a:lnTo>
                  <a:lnTo>
                    <a:pt x="25929" y="333036"/>
                  </a:lnTo>
                  <a:lnTo>
                    <a:pt x="31198" y="333612"/>
                  </a:lnTo>
                  <a:lnTo>
                    <a:pt x="36483" y="334021"/>
                  </a:lnTo>
                  <a:lnTo>
                    <a:pt x="41779" y="334261"/>
                  </a:lnTo>
                  <a:lnTo>
                    <a:pt x="47079" y="334334"/>
                  </a:lnTo>
                  <a:lnTo>
                    <a:pt x="52379" y="334239"/>
                  </a:lnTo>
                  <a:lnTo>
                    <a:pt x="57674" y="333975"/>
                  </a:lnTo>
                  <a:lnTo>
                    <a:pt x="62957" y="333544"/>
                  </a:lnTo>
                  <a:lnTo>
                    <a:pt x="68224" y="332946"/>
                  </a:lnTo>
                  <a:lnTo>
                    <a:pt x="73469" y="332180"/>
                  </a:lnTo>
                  <a:lnTo>
                    <a:pt x="78688" y="331249"/>
                  </a:lnTo>
                  <a:lnTo>
                    <a:pt x="83874" y="330153"/>
                  </a:lnTo>
                  <a:lnTo>
                    <a:pt x="89023" y="328893"/>
                  </a:lnTo>
                  <a:lnTo>
                    <a:pt x="94130" y="327471"/>
                  </a:lnTo>
                  <a:lnTo>
                    <a:pt x="99189" y="325887"/>
                  </a:lnTo>
                  <a:lnTo>
                    <a:pt x="104195" y="324144"/>
                  </a:lnTo>
                  <a:lnTo>
                    <a:pt x="109143" y="322242"/>
                  </a:lnTo>
                  <a:lnTo>
                    <a:pt x="114028" y="320185"/>
                  </a:lnTo>
                  <a:lnTo>
                    <a:pt x="118846" y="317974"/>
                  </a:lnTo>
                  <a:lnTo>
                    <a:pt x="123591" y="315612"/>
                  </a:lnTo>
                  <a:lnTo>
                    <a:pt x="128259" y="313100"/>
                  </a:lnTo>
                  <a:lnTo>
                    <a:pt x="132845" y="310441"/>
                  </a:lnTo>
                  <a:lnTo>
                    <a:pt x="137345" y="307638"/>
                  </a:lnTo>
                  <a:lnTo>
                    <a:pt x="141753" y="304694"/>
                  </a:lnTo>
                  <a:lnTo>
                    <a:pt x="146066" y="301612"/>
                  </a:lnTo>
                  <a:lnTo>
                    <a:pt x="150278" y="298395"/>
                  </a:lnTo>
                  <a:lnTo>
                    <a:pt x="154387" y="295045"/>
                  </a:lnTo>
                  <a:lnTo>
                    <a:pt x="158388" y="291567"/>
                  </a:lnTo>
                  <a:lnTo>
                    <a:pt x="162276" y="287964"/>
                  </a:lnTo>
                  <a:lnTo>
                    <a:pt x="166048" y="284239"/>
                  </a:lnTo>
                  <a:lnTo>
                    <a:pt x="169700" y="280397"/>
                  </a:lnTo>
                  <a:lnTo>
                    <a:pt x="173228" y="276441"/>
                  </a:lnTo>
                  <a:lnTo>
                    <a:pt x="176629" y="272375"/>
                  </a:lnTo>
                  <a:lnTo>
                    <a:pt x="179899" y="268203"/>
                  </a:lnTo>
                  <a:lnTo>
                    <a:pt x="183036" y="263930"/>
                  </a:lnTo>
                  <a:lnTo>
                    <a:pt x="186035" y="259559"/>
                  </a:lnTo>
                  <a:lnTo>
                    <a:pt x="188895" y="255095"/>
                  </a:lnTo>
                  <a:lnTo>
                    <a:pt x="191611" y="250543"/>
                  </a:lnTo>
                  <a:lnTo>
                    <a:pt x="194182" y="245908"/>
                  </a:lnTo>
                  <a:lnTo>
                    <a:pt x="196604" y="241193"/>
                  </a:lnTo>
                  <a:lnTo>
                    <a:pt x="198876" y="236403"/>
                  </a:lnTo>
                  <a:lnTo>
                    <a:pt x="200995" y="231544"/>
                  </a:lnTo>
                  <a:lnTo>
                    <a:pt x="202958" y="226620"/>
                  </a:lnTo>
                  <a:lnTo>
                    <a:pt x="204765" y="221637"/>
                  </a:lnTo>
                  <a:lnTo>
                    <a:pt x="206412" y="216598"/>
                  </a:lnTo>
                  <a:lnTo>
                    <a:pt x="207899" y="211510"/>
                  </a:lnTo>
                  <a:lnTo>
                    <a:pt x="209224" y="206377"/>
                  </a:lnTo>
                  <a:lnTo>
                    <a:pt x="210386" y="201205"/>
                  </a:lnTo>
                  <a:lnTo>
                    <a:pt x="211383" y="195999"/>
                  </a:lnTo>
                  <a:lnTo>
                    <a:pt x="212214" y="190764"/>
                  </a:lnTo>
                  <a:lnTo>
                    <a:pt x="212879" y="185505"/>
                  </a:lnTo>
                  <a:lnTo>
                    <a:pt x="213377" y="180227"/>
                  </a:lnTo>
                  <a:lnTo>
                    <a:pt x="213707" y="174936"/>
                  </a:lnTo>
                  <a:lnTo>
                    <a:pt x="213870" y="169638"/>
                  </a:lnTo>
                  <a:lnTo>
                    <a:pt x="213864" y="164337"/>
                  </a:lnTo>
                  <a:lnTo>
                    <a:pt x="213690" y="159039"/>
                  </a:lnTo>
                  <a:lnTo>
                    <a:pt x="213348" y="153749"/>
                  </a:lnTo>
                  <a:lnTo>
                    <a:pt x="212839" y="148473"/>
                  </a:lnTo>
                  <a:lnTo>
                    <a:pt x="212163" y="143215"/>
                  </a:lnTo>
                  <a:lnTo>
                    <a:pt x="211320" y="137982"/>
                  </a:lnTo>
                  <a:lnTo>
                    <a:pt x="210312" y="132777"/>
                  </a:lnTo>
                  <a:lnTo>
                    <a:pt x="209140" y="127608"/>
                  </a:lnTo>
                  <a:lnTo>
                    <a:pt x="207804" y="122478"/>
                  </a:lnTo>
                  <a:lnTo>
                    <a:pt x="206306" y="117393"/>
                  </a:lnTo>
                  <a:lnTo>
                    <a:pt x="204647" y="112358"/>
                  </a:lnTo>
                  <a:lnTo>
                    <a:pt x="202830" y="107379"/>
                  </a:lnTo>
                  <a:lnTo>
                    <a:pt x="200856" y="102459"/>
                  </a:lnTo>
                  <a:lnTo>
                    <a:pt x="198727" y="97604"/>
                  </a:lnTo>
                  <a:lnTo>
                    <a:pt x="196445" y="92820"/>
                  </a:lnTo>
                  <a:lnTo>
                    <a:pt x="194012" y="88110"/>
                  </a:lnTo>
                  <a:lnTo>
                    <a:pt x="191432" y="83480"/>
                  </a:lnTo>
                  <a:lnTo>
                    <a:pt x="188706" y="78934"/>
                  </a:lnTo>
                  <a:lnTo>
                    <a:pt x="185837" y="74476"/>
                  </a:lnTo>
                  <a:lnTo>
                    <a:pt x="182828" y="70112"/>
                  </a:lnTo>
                  <a:lnTo>
                    <a:pt x="179682" y="65845"/>
                  </a:lnTo>
                  <a:lnTo>
                    <a:pt x="176403" y="61680"/>
                  </a:lnTo>
                  <a:lnTo>
                    <a:pt x="172993" y="57622"/>
                  </a:lnTo>
                  <a:lnTo>
                    <a:pt x="169456" y="53673"/>
                  </a:lnTo>
                  <a:lnTo>
                    <a:pt x="165796" y="49839"/>
                  </a:lnTo>
                  <a:lnTo>
                    <a:pt x="162016" y="46122"/>
                  </a:lnTo>
                  <a:lnTo>
                    <a:pt x="158120" y="42527"/>
                  </a:lnTo>
                  <a:lnTo>
                    <a:pt x="154112" y="39058"/>
                  </a:lnTo>
                  <a:lnTo>
                    <a:pt x="149997" y="35717"/>
                  </a:lnTo>
                  <a:lnTo>
                    <a:pt x="145777" y="32509"/>
                  </a:lnTo>
                  <a:lnTo>
                    <a:pt x="141458" y="29436"/>
                  </a:lnTo>
                  <a:lnTo>
                    <a:pt x="137043" y="26501"/>
                  </a:lnTo>
                  <a:lnTo>
                    <a:pt x="132538" y="23708"/>
                  </a:lnTo>
                  <a:lnTo>
                    <a:pt x="127946" y="21060"/>
                  </a:lnTo>
                  <a:lnTo>
                    <a:pt x="123273" y="18558"/>
                  </a:lnTo>
                  <a:lnTo>
                    <a:pt x="118522" y="16205"/>
                  </a:lnTo>
                  <a:lnTo>
                    <a:pt x="113700" y="14005"/>
                  </a:lnTo>
                  <a:lnTo>
                    <a:pt x="108810" y="11958"/>
                  </a:lnTo>
                  <a:lnTo>
                    <a:pt x="103858" y="10067"/>
                  </a:lnTo>
                  <a:lnTo>
                    <a:pt x="98848" y="8335"/>
                  </a:lnTo>
                  <a:lnTo>
                    <a:pt x="93786" y="6762"/>
                  </a:lnTo>
                  <a:lnTo>
                    <a:pt x="88676" y="5350"/>
                  </a:lnTo>
                  <a:lnTo>
                    <a:pt x="83524" y="4101"/>
                  </a:lnTo>
                  <a:lnTo>
                    <a:pt x="78336" y="3016"/>
                  </a:lnTo>
                  <a:lnTo>
                    <a:pt x="73115" y="2096"/>
                  </a:lnTo>
                  <a:lnTo>
                    <a:pt x="67868" y="1343"/>
                  </a:lnTo>
                  <a:lnTo>
                    <a:pt x="62600" y="755"/>
                  </a:lnTo>
                  <a:lnTo>
                    <a:pt x="57316" y="336"/>
                  </a:lnTo>
                  <a:lnTo>
                    <a:pt x="52021" y="84"/>
                  </a:lnTo>
                  <a:lnTo>
                    <a:pt x="46720" y="0"/>
                  </a:lnTo>
                  <a:lnTo>
                    <a:pt x="4672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797334" y="1071028"/>
              <a:ext cx="167167" cy="330189"/>
            </a:xfrm>
            <a:custGeom>
              <a:avLst/>
              <a:pathLst>
                <a:path w="167167" h="330189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8" y="773"/>
                  </a:lnTo>
                  <a:lnTo>
                    <a:pt x="145781" y="1373"/>
                  </a:lnTo>
                  <a:lnTo>
                    <a:pt x="140476" y="2144"/>
                  </a:lnTo>
                  <a:lnTo>
                    <a:pt x="135198" y="3085"/>
                  </a:lnTo>
                  <a:lnTo>
                    <a:pt x="129953" y="4194"/>
                  </a:lnTo>
                  <a:lnTo>
                    <a:pt x="124747" y="5471"/>
                  </a:lnTo>
                  <a:lnTo>
                    <a:pt x="119584" y="6915"/>
                  </a:lnTo>
                  <a:lnTo>
                    <a:pt x="114470" y="8523"/>
                  </a:lnTo>
                  <a:lnTo>
                    <a:pt x="109410" y="10294"/>
                  </a:lnTo>
                  <a:lnTo>
                    <a:pt x="104409" y="12227"/>
                  </a:lnTo>
                  <a:lnTo>
                    <a:pt x="99474" y="14319"/>
                  </a:lnTo>
                  <a:lnTo>
                    <a:pt x="94607" y="16568"/>
                  </a:lnTo>
                  <a:lnTo>
                    <a:pt x="89816" y="18972"/>
                  </a:lnTo>
                  <a:lnTo>
                    <a:pt x="85104" y="21529"/>
                  </a:lnTo>
                  <a:lnTo>
                    <a:pt x="80476" y="24235"/>
                  </a:lnTo>
                  <a:lnTo>
                    <a:pt x="75937" y="27088"/>
                  </a:lnTo>
                  <a:lnTo>
                    <a:pt x="71493" y="30085"/>
                  </a:lnTo>
                  <a:lnTo>
                    <a:pt x="67146" y="33224"/>
                  </a:lnTo>
                  <a:lnTo>
                    <a:pt x="62903" y="36500"/>
                  </a:lnTo>
                  <a:lnTo>
                    <a:pt x="58766" y="39910"/>
                  </a:lnTo>
                  <a:lnTo>
                    <a:pt x="54742" y="43451"/>
                  </a:lnTo>
                  <a:lnTo>
                    <a:pt x="50833" y="47120"/>
                  </a:lnTo>
                  <a:lnTo>
                    <a:pt x="47043" y="50912"/>
                  </a:lnTo>
                  <a:lnTo>
                    <a:pt x="43377" y="54823"/>
                  </a:lnTo>
                  <a:lnTo>
                    <a:pt x="39839" y="58851"/>
                  </a:lnTo>
                  <a:lnTo>
                    <a:pt x="36431" y="62989"/>
                  </a:lnTo>
                  <a:lnTo>
                    <a:pt x="33158" y="67235"/>
                  </a:lnTo>
                  <a:lnTo>
                    <a:pt x="30022" y="71583"/>
                  </a:lnTo>
                  <a:lnTo>
                    <a:pt x="27028" y="76030"/>
                  </a:lnTo>
                  <a:lnTo>
                    <a:pt x="24178" y="80570"/>
                  </a:lnTo>
                  <a:lnTo>
                    <a:pt x="21474" y="85200"/>
                  </a:lnTo>
                  <a:lnTo>
                    <a:pt x="18921" y="89914"/>
                  </a:lnTo>
                  <a:lnTo>
                    <a:pt x="16520" y="94707"/>
                  </a:lnTo>
                  <a:lnTo>
                    <a:pt x="14274" y="99575"/>
                  </a:lnTo>
                  <a:lnTo>
                    <a:pt x="12185" y="104512"/>
                  </a:lnTo>
                  <a:lnTo>
                    <a:pt x="10256" y="109513"/>
                  </a:lnTo>
                  <a:lnTo>
                    <a:pt x="8488" y="114574"/>
                  </a:lnTo>
                  <a:lnTo>
                    <a:pt x="6883" y="119690"/>
                  </a:lnTo>
                  <a:lnTo>
                    <a:pt x="5443" y="124853"/>
                  </a:lnTo>
                  <a:lnTo>
                    <a:pt x="4170" y="130061"/>
                  </a:lnTo>
                  <a:lnTo>
                    <a:pt x="3064" y="135307"/>
                  </a:lnTo>
                  <a:lnTo>
                    <a:pt x="2126" y="140585"/>
                  </a:lnTo>
                  <a:lnTo>
                    <a:pt x="1359" y="145891"/>
                  </a:lnTo>
                  <a:lnTo>
                    <a:pt x="762" y="151218"/>
                  </a:lnTo>
                  <a:lnTo>
                    <a:pt x="336" y="156562"/>
                  </a:lnTo>
                  <a:lnTo>
                    <a:pt x="82" y="161917"/>
                  </a:lnTo>
                  <a:lnTo>
                    <a:pt x="0" y="167277"/>
                  </a:lnTo>
                  <a:lnTo>
                    <a:pt x="89" y="172637"/>
                  </a:lnTo>
                  <a:lnTo>
                    <a:pt x="350" y="177992"/>
                  </a:lnTo>
                  <a:lnTo>
                    <a:pt x="783" y="183335"/>
                  </a:lnTo>
                  <a:lnTo>
                    <a:pt x="1387" y="188662"/>
                  </a:lnTo>
                  <a:lnTo>
                    <a:pt x="2162" y="193967"/>
                  </a:lnTo>
                  <a:lnTo>
                    <a:pt x="3106" y="199244"/>
                  </a:lnTo>
                  <a:lnTo>
                    <a:pt x="4219" y="204488"/>
                  </a:lnTo>
                  <a:lnTo>
                    <a:pt x="5499" y="209694"/>
                  </a:lnTo>
                  <a:lnTo>
                    <a:pt x="6946" y="214856"/>
                  </a:lnTo>
                  <a:lnTo>
                    <a:pt x="8558" y="219969"/>
                  </a:lnTo>
                  <a:lnTo>
                    <a:pt x="10332" y="225028"/>
                  </a:lnTo>
                  <a:lnTo>
                    <a:pt x="12268" y="230027"/>
                  </a:lnTo>
                  <a:lnTo>
                    <a:pt x="14363" y="234961"/>
                  </a:lnTo>
                  <a:lnTo>
                    <a:pt x="16616" y="239826"/>
                  </a:lnTo>
                  <a:lnTo>
                    <a:pt x="19023" y="244616"/>
                  </a:lnTo>
                  <a:lnTo>
                    <a:pt x="21583" y="249326"/>
                  </a:lnTo>
                  <a:lnTo>
                    <a:pt x="24292" y="253952"/>
                  </a:lnTo>
                  <a:lnTo>
                    <a:pt x="27148" y="258489"/>
                  </a:lnTo>
                  <a:lnTo>
                    <a:pt x="30148" y="262932"/>
                  </a:lnTo>
                  <a:lnTo>
                    <a:pt x="33290" y="267276"/>
                  </a:lnTo>
                  <a:lnTo>
                    <a:pt x="36569" y="271517"/>
                  </a:lnTo>
                  <a:lnTo>
                    <a:pt x="39982" y="275651"/>
                  </a:lnTo>
                  <a:lnTo>
                    <a:pt x="43526" y="279674"/>
                  </a:lnTo>
                  <a:lnTo>
                    <a:pt x="47197" y="283580"/>
                  </a:lnTo>
                  <a:lnTo>
                    <a:pt x="50991" y="287367"/>
                  </a:lnTo>
                  <a:lnTo>
                    <a:pt x="54905" y="291031"/>
                  </a:lnTo>
                  <a:lnTo>
                    <a:pt x="58935" y="294567"/>
                  </a:lnTo>
                  <a:lnTo>
                    <a:pt x="63075" y="297972"/>
                  </a:lnTo>
                  <a:lnTo>
                    <a:pt x="67323" y="301242"/>
                  </a:lnTo>
                  <a:lnTo>
                    <a:pt x="71674" y="304375"/>
                  </a:lnTo>
                  <a:lnTo>
                    <a:pt x="76122" y="307366"/>
                  </a:lnTo>
                  <a:lnTo>
                    <a:pt x="80665" y="310213"/>
                  </a:lnTo>
                  <a:lnTo>
                    <a:pt x="85296" y="312914"/>
                  </a:lnTo>
                  <a:lnTo>
                    <a:pt x="90011" y="315464"/>
                  </a:lnTo>
                  <a:lnTo>
                    <a:pt x="94806" y="317862"/>
                  </a:lnTo>
                  <a:lnTo>
                    <a:pt x="99675" y="320104"/>
                  </a:lnTo>
                  <a:lnTo>
                    <a:pt x="104614" y="322190"/>
                  </a:lnTo>
                  <a:lnTo>
                    <a:pt x="109617" y="324116"/>
                  </a:lnTo>
                  <a:lnTo>
                    <a:pt x="114679" y="325881"/>
                  </a:lnTo>
                  <a:lnTo>
                    <a:pt x="119795" y="327482"/>
                  </a:lnTo>
                  <a:lnTo>
                    <a:pt x="124960" y="328918"/>
                  </a:lnTo>
                  <a:lnTo>
                    <a:pt x="130169" y="33018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27503" y="1238196"/>
              <a:ext cx="36998" cy="163021"/>
            </a:xfrm>
            <a:custGeom>
              <a:avLst/>
              <a:pathLst>
                <a:path w="36998" h="163021">
                  <a:moveTo>
                    <a:pt x="0" y="163021"/>
                  </a:moveTo>
                  <a:lnTo>
                    <a:pt x="369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27503" y="1086792"/>
              <a:ext cx="204153" cy="318571"/>
            </a:xfrm>
            <a:custGeom>
              <a:avLst/>
              <a:pathLst>
                <a:path w="204153" h="318571">
                  <a:moveTo>
                    <a:pt x="0" y="314425"/>
                  </a:moveTo>
                  <a:lnTo>
                    <a:pt x="5204" y="315520"/>
                  </a:lnTo>
                  <a:lnTo>
                    <a:pt x="10441" y="316448"/>
                  </a:lnTo>
                  <a:lnTo>
                    <a:pt x="15704" y="317209"/>
                  </a:lnTo>
                  <a:lnTo>
                    <a:pt x="20989" y="317803"/>
                  </a:lnTo>
                  <a:lnTo>
                    <a:pt x="26290" y="318228"/>
                  </a:lnTo>
                  <a:lnTo>
                    <a:pt x="31602" y="318484"/>
                  </a:lnTo>
                  <a:lnTo>
                    <a:pt x="36920" y="318571"/>
                  </a:lnTo>
                  <a:lnTo>
                    <a:pt x="42238" y="318489"/>
                  </a:lnTo>
                  <a:lnTo>
                    <a:pt x="47550" y="318238"/>
                  </a:lnTo>
                  <a:lnTo>
                    <a:pt x="52851" y="317817"/>
                  </a:lnTo>
                  <a:lnTo>
                    <a:pt x="58137" y="317229"/>
                  </a:lnTo>
                  <a:lnTo>
                    <a:pt x="63401" y="316473"/>
                  </a:lnTo>
                  <a:lnTo>
                    <a:pt x="68639" y="315549"/>
                  </a:lnTo>
                  <a:lnTo>
                    <a:pt x="73844" y="314460"/>
                  </a:lnTo>
                  <a:lnTo>
                    <a:pt x="79012" y="313205"/>
                  </a:lnTo>
                  <a:lnTo>
                    <a:pt x="84138" y="311787"/>
                  </a:lnTo>
                  <a:lnTo>
                    <a:pt x="89216" y="310206"/>
                  </a:lnTo>
                  <a:lnTo>
                    <a:pt x="94241" y="308465"/>
                  </a:lnTo>
                  <a:lnTo>
                    <a:pt x="99208" y="306564"/>
                  </a:lnTo>
                  <a:lnTo>
                    <a:pt x="104112" y="304507"/>
                  </a:lnTo>
                  <a:lnTo>
                    <a:pt x="108948" y="302294"/>
                  </a:lnTo>
                  <a:lnTo>
                    <a:pt x="113712" y="299929"/>
                  </a:lnTo>
                  <a:lnTo>
                    <a:pt x="118398" y="297414"/>
                  </a:lnTo>
                  <a:lnTo>
                    <a:pt x="123001" y="294751"/>
                  </a:lnTo>
                  <a:lnTo>
                    <a:pt x="127517" y="291942"/>
                  </a:lnTo>
                  <a:lnTo>
                    <a:pt x="131942" y="288992"/>
                  </a:lnTo>
                  <a:lnTo>
                    <a:pt x="136271" y="285902"/>
                  </a:lnTo>
                  <a:lnTo>
                    <a:pt x="140499" y="282676"/>
                  </a:lnTo>
                  <a:lnTo>
                    <a:pt x="144622" y="279317"/>
                  </a:lnTo>
                  <a:lnTo>
                    <a:pt x="148637" y="275829"/>
                  </a:lnTo>
                  <a:lnTo>
                    <a:pt x="152538" y="272215"/>
                  </a:lnTo>
                  <a:lnTo>
                    <a:pt x="156323" y="268478"/>
                  </a:lnTo>
                  <a:lnTo>
                    <a:pt x="159986" y="264623"/>
                  </a:lnTo>
                  <a:lnTo>
                    <a:pt x="163526" y="260654"/>
                  </a:lnTo>
                  <a:lnTo>
                    <a:pt x="166937" y="256574"/>
                  </a:lnTo>
                  <a:lnTo>
                    <a:pt x="170217" y="252387"/>
                  </a:lnTo>
                  <a:lnTo>
                    <a:pt x="173361" y="248098"/>
                  </a:lnTo>
                  <a:lnTo>
                    <a:pt x="176368" y="243712"/>
                  </a:lnTo>
                  <a:lnTo>
                    <a:pt x="179234" y="239232"/>
                  </a:lnTo>
                  <a:lnTo>
                    <a:pt x="181956" y="234663"/>
                  </a:lnTo>
                  <a:lnTo>
                    <a:pt x="184531" y="230010"/>
                  </a:lnTo>
                  <a:lnTo>
                    <a:pt x="186957" y="225277"/>
                  </a:lnTo>
                  <a:lnTo>
                    <a:pt x="189231" y="220469"/>
                  </a:lnTo>
                  <a:lnTo>
                    <a:pt x="191351" y="215592"/>
                  </a:lnTo>
                  <a:lnTo>
                    <a:pt x="193314" y="210649"/>
                  </a:lnTo>
                  <a:lnTo>
                    <a:pt x="195120" y="205647"/>
                  </a:lnTo>
                  <a:lnTo>
                    <a:pt x="196765" y="200590"/>
                  </a:lnTo>
                  <a:lnTo>
                    <a:pt x="198249" y="195483"/>
                  </a:lnTo>
                  <a:lnTo>
                    <a:pt x="199570" y="190331"/>
                  </a:lnTo>
                  <a:lnTo>
                    <a:pt x="200726" y="185140"/>
                  </a:lnTo>
                  <a:lnTo>
                    <a:pt x="201716" y="179914"/>
                  </a:lnTo>
                  <a:lnTo>
                    <a:pt x="202540" y="174660"/>
                  </a:lnTo>
                  <a:lnTo>
                    <a:pt x="203196" y="169383"/>
                  </a:lnTo>
                  <a:lnTo>
                    <a:pt x="203683" y="164087"/>
                  </a:lnTo>
                  <a:lnTo>
                    <a:pt x="204003" y="158778"/>
                  </a:lnTo>
                  <a:lnTo>
                    <a:pt x="204153" y="153462"/>
                  </a:lnTo>
                  <a:lnTo>
                    <a:pt x="204134" y="148144"/>
                  </a:lnTo>
                  <a:lnTo>
                    <a:pt x="203945" y="142829"/>
                  </a:lnTo>
                  <a:lnTo>
                    <a:pt x="203588" y="137523"/>
                  </a:lnTo>
                  <a:lnTo>
                    <a:pt x="203062" y="132231"/>
                  </a:lnTo>
                  <a:lnTo>
                    <a:pt x="202368" y="126958"/>
                  </a:lnTo>
                  <a:lnTo>
                    <a:pt x="201507" y="121710"/>
                  </a:lnTo>
                  <a:lnTo>
                    <a:pt x="200479" y="116492"/>
                  </a:lnTo>
                  <a:lnTo>
                    <a:pt x="199286" y="111309"/>
                  </a:lnTo>
                  <a:lnTo>
                    <a:pt x="197928" y="106167"/>
                  </a:lnTo>
                  <a:lnTo>
                    <a:pt x="196408" y="101071"/>
                  </a:lnTo>
                  <a:lnTo>
                    <a:pt x="194726" y="96025"/>
                  </a:lnTo>
                  <a:lnTo>
                    <a:pt x="192885" y="91036"/>
                  </a:lnTo>
                  <a:lnTo>
                    <a:pt x="190886" y="86108"/>
                  </a:lnTo>
                  <a:lnTo>
                    <a:pt x="188731" y="81246"/>
                  </a:lnTo>
                  <a:lnTo>
                    <a:pt x="186422" y="76455"/>
                  </a:lnTo>
                  <a:lnTo>
                    <a:pt x="183963" y="71739"/>
                  </a:lnTo>
                  <a:lnTo>
                    <a:pt x="181354" y="67105"/>
                  </a:lnTo>
                  <a:lnTo>
                    <a:pt x="178599" y="62556"/>
                  </a:lnTo>
                  <a:lnTo>
                    <a:pt x="175702" y="58096"/>
                  </a:lnTo>
                  <a:lnTo>
                    <a:pt x="172663" y="53731"/>
                  </a:lnTo>
                  <a:lnTo>
                    <a:pt x="169488" y="49465"/>
                  </a:lnTo>
                  <a:lnTo>
                    <a:pt x="166178" y="45302"/>
                  </a:lnTo>
                  <a:lnTo>
                    <a:pt x="162738" y="41247"/>
                  </a:lnTo>
                  <a:lnTo>
                    <a:pt x="159170" y="37303"/>
                  </a:lnTo>
                  <a:lnTo>
                    <a:pt x="155479" y="33474"/>
                  </a:lnTo>
                  <a:lnTo>
                    <a:pt x="151667" y="29765"/>
                  </a:lnTo>
                  <a:lnTo>
                    <a:pt x="147740" y="26179"/>
                  </a:lnTo>
                  <a:lnTo>
                    <a:pt x="143700" y="22720"/>
                  </a:lnTo>
                  <a:lnTo>
                    <a:pt x="139553" y="19391"/>
                  </a:lnTo>
                  <a:lnTo>
                    <a:pt x="135302" y="16195"/>
                  </a:lnTo>
                  <a:lnTo>
                    <a:pt x="130951" y="13137"/>
                  </a:lnTo>
                  <a:lnTo>
                    <a:pt x="126505" y="10218"/>
                  </a:lnTo>
                  <a:lnTo>
                    <a:pt x="121969" y="7442"/>
                  </a:lnTo>
                  <a:lnTo>
                    <a:pt x="117347" y="4812"/>
                  </a:lnTo>
                  <a:lnTo>
                    <a:pt x="112643" y="2330"/>
                  </a:lnTo>
                  <a:lnTo>
                    <a:pt x="107863" y="0"/>
                  </a:lnTo>
                  <a:lnTo>
                    <a:pt x="36998" y="151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70864" cy="167167"/>
            </a:xfrm>
            <a:custGeom>
              <a:avLst/>
              <a:pathLst>
                <a:path w="70864" h="167167">
                  <a:moveTo>
                    <a:pt x="70864" y="15763"/>
                  </a:moveTo>
                  <a:lnTo>
                    <a:pt x="65295" y="13279"/>
                  </a:lnTo>
                  <a:lnTo>
                    <a:pt x="59639" y="11000"/>
                  </a:lnTo>
                  <a:lnTo>
                    <a:pt x="53904" y="8929"/>
                  </a:lnTo>
                  <a:lnTo>
                    <a:pt x="48096" y="7068"/>
                  </a:lnTo>
                  <a:lnTo>
                    <a:pt x="42225" y="5420"/>
                  </a:lnTo>
                  <a:lnTo>
                    <a:pt x="36298" y="3988"/>
                  </a:lnTo>
                  <a:lnTo>
                    <a:pt x="30322" y="2773"/>
                  </a:lnTo>
                  <a:lnTo>
                    <a:pt x="24306" y="1776"/>
                  </a:lnTo>
                  <a:lnTo>
                    <a:pt x="18258" y="1000"/>
                  </a:lnTo>
                  <a:lnTo>
                    <a:pt x="12185" y="444"/>
                  </a:lnTo>
                  <a:lnTo>
                    <a:pt x="6096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387240" y="1322571"/>
              <a:ext cx="101480" cy="167167"/>
            </a:xfrm>
            <a:custGeom>
              <a:avLst/>
              <a:pathLst>
                <a:path w="101480" h="167167">
                  <a:moveTo>
                    <a:pt x="101480" y="0"/>
                  </a:moveTo>
                  <a:lnTo>
                    <a:pt x="95741" y="98"/>
                  </a:lnTo>
                  <a:lnTo>
                    <a:pt x="90010" y="393"/>
                  </a:lnTo>
                  <a:lnTo>
                    <a:pt x="84291" y="886"/>
                  </a:lnTo>
                  <a:lnTo>
                    <a:pt x="78594" y="1574"/>
                  </a:lnTo>
                  <a:lnTo>
                    <a:pt x="72923" y="2457"/>
                  </a:lnTo>
                  <a:lnTo>
                    <a:pt x="67285" y="3534"/>
                  </a:lnTo>
                  <a:lnTo>
                    <a:pt x="61688" y="4804"/>
                  </a:lnTo>
                  <a:lnTo>
                    <a:pt x="56138" y="6266"/>
                  </a:lnTo>
                  <a:lnTo>
                    <a:pt x="50642" y="7917"/>
                  </a:lnTo>
                  <a:lnTo>
                    <a:pt x="45205" y="9756"/>
                  </a:lnTo>
                  <a:lnTo>
                    <a:pt x="39835" y="11781"/>
                  </a:lnTo>
                  <a:lnTo>
                    <a:pt x="34537" y="13989"/>
                  </a:lnTo>
                  <a:lnTo>
                    <a:pt x="29318" y="16377"/>
                  </a:lnTo>
                  <a:lnTo>
                    <a:pt x="24184" y="18943"/>
                  </a:lnTo>
                  <a:lnTo>
                    <a:pt x="19142" y="21684"/>
                  </a:lnTo>
                  <a:lnTo>
                    <a:pt x="14196" y="24596"/>
                  </a:lnTo>
                  <a:lnTo>
                    <a:pt x="9354" y="27676"/>
                  </a:lnTo>
                  <a:lnTo>
                    <a:pt x="4619" y="30921"/>
                  </a:lnTo>
                  <a:lnTo>
                    <a:pt x="0" y="34326"/>
                  </a:lnTo>
                  <a:lnTo>
                    <a:pt x="10148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7240" y="1356898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21553" y="1356898"/>
              <a:ext cx="334334" cy="299987"/>
            </a:xfrm>
            <a:custGeom>
              <a:avLst/>
              <a:pathLst>
                <a:path w="334334" h="299987">
                  <a:moveTo>
                    <a:pt x="65687" y="0"/>
                  </a:moveTo>
                  <a:lnTo>
                    <a:pt x="61526" y="3284"/>
                  </a:lnTo>
                  <a:lnTo>
                    <a:pt x="57471" y="6698"/>
                  </a:lnTo>
                  <a:lnTo>
                    <a:pt x="53527" y="10240"/>
                  </a:lnTo>
                  <a:lnTo>
                    <a:pt x="49697" y="13905"/>
                  </a:lnTo>
                  <a:lnTo>
                    <a:pt x="45985" y="17689"/>
                  </a:lnTo>
                  <a:lnTo>
                    <a:pt x="42395" y="21589"/>
                  </a:lnTo>
                  <a:lnTo>
                    <a:pt x="38930" y="25601"/>
                  </a:lnTo>
                  <a:lnTo>
                    <a:pt x="35594" y="29721"/>
                  </a:lnTo>
                  <a:lnTo>
                    <a:pt x="32391" y="33944"/>
                  </a:lnTo>
                  <a:lnTo>
                    <a:pt x="29323" y="38267"/>
                  </a:lnTo>
                  <a:lnTo>
                    <a:pt x="26394" y="42686"/>
                  </a:lnTo>
                  <a:lnTo>
                    <a:pt x="23606" y="47194"/>
                  </a:lnTo>
                  <a:lnTo>
                    <a:pt x="20963" y="51789"/>
                  </a:lnTo>
                  <a:lnTo>
                    <a:pt x="18466" y="56465"/>
                  </a:lnTo>
                  <a:lnTo>
                    <a:pt x="16120" y="61219"/>
                  </a:lnTo>
                  <a:lnTo>
                    <a:pt x="13925" y="66044"/>
                  </a:lnTo>
                  <a:lnTo>
                    <a:pt x="11884" y="70936"/>
                  </a:lnTo>
                  <a:lnTo>
                    <a:pt x="9999" y="75891"/>
                  </a:lnTo>
                  <a:lnTo>
                    <a:pt x="8273" y="80902"/>
                  </a:lnTo>
                  <a:lnTo>
                    <a:pt x="6706" y="85966"/>
                  </a:lnTo>
                  <a:lnTo>
                    <a:pt x="5300" y="91078"/>
                  </a:lnTo>
                  <a:lnTo>
                    <a:pt x="4057" y="96231"/>
                  </a:lnTo>
                  <a:lnTo>
                    <a:pt x="2979" y="101421"/>
                  </a:lnTo>
                  <a:lnTo>
                    <a:pt x="2065" y="106642"/>
                  </a:lnTo>
                  <a:lnTo>
                    <a:pt x="1317" y="111890"/>
                  </a:lnTo>
                  <a:lnTo>
                    <a:pt x="736" y="117159"/>
                  </a:lnTo>
                  <a:lnTo>
                    <a:pt x="323" y="122444"/>
                  </a:lnTo>
                  <a:lnTo>
                    <a:pt x="77" y="127739"/>
                  </a:lnTo>
                  <a:lnTo>
                    <a:pt x="0" y="133040"/>
                  </a:lnTo>
                  <a:lnTo>
                    <a:pt x="90" y="138340"/>
                  </a:lnTo>
                  <a:lnTo>
                    <a:pt x="348" y="143634"/>
                  </a:lnTo>
                  <a:lnTo>
                    <a:pt x="774" y="148918"/>
                  </a:lnTo>
                  <a:lnTo>
                    <a:pt x="1368" y="154186"/>
                  </a:lnTo>
                  <a:lnTo>
                    <a:pt x="2128" y="159432"/>
                  </a:lnTo>
                  <a:lnTo>
                    <a:pt x="3054" y="164651"/>
                  </a:lnTo>
                  <a:lnTo>
                    <a:pt x="4145" y="169839"/>
                  </a:lnTo>
                  <a:lnTo>
                    <a:pt x="5400" y="174989"/>
                  </a:lnTo>
                  <a:lnTo>
                    <a:pt x="6818" y="180097"/>
                  </a:lnTo>
                  <a:lnTo>
                    <a:pt x="8397" y="185157"/>
                  </a:lnTo>
                  <a:lnTo>
                    <a:pt x="10135" y="190165"/>
                  </a:lnTo>
                  <a:lnTo>
                    <a:pt x="12032" y="195115"/>
                  </a:lnTo>
                  <a:lnTo>
                    <a:pt x="14084" y="200002"/>
                  </a:lnTo>
                  <a:lnTo>
                    <a:pt x="16291" y="204822"/>
                  </a:lnTo>
                  <a:lnTo>
                    <a:pt x="18649" y="209570"/>
                  </a:lnTo>
                  <a:lnTo>
                    <a:pt x="21156" y="214240"/>
                  </a:lnTo>
                  <a:lnTo>
                    <a:pt x="23811" y="218829"/>
                  </a:lnTo>
                  <a:lnTo>
                    <a:pt x="26609" y="223331"/>
                  </a:lnTo>
                  <a:lnTo>
                    <a:pt x="29549" y="227742"/>
                  </a:lnTo>
                  <a:lnTo>
                    <a:pt x="32627" y="232057"/>
                  </a:lnTo>
                  <a:lnTo>
                    <a:pt x="35841" y="236273"/>
                  </a:lnTo>
                  <a:lnTo>
                    <a:pt x="39186" y="240385"/>
                  </a:lnTo>
                  <a:lnTo>
                    <a:pt x="42660" y="244389"/>
                  </a:lnTo>
                  <a:lnTo>
                    <a:pt x="46260" y="248280"/>
                  </a:lnTo>
                  <a:lnTo>
                    <a:pt x="49981" y="252056"/>
                  </a:lnTo>
                  <a:lnTo>
                    <a:pt x="53819" y="255712"/>
                  </a:lnTo>
                  <a:lnTo>
                    <a:pt x="57772" y="259244"/>
                  </a:lnTo>
                  <a:lnTo>
                    <a:pt x="61835" y="262649"/>
                  </a:lnTo>
                  <a:lnTo>
                    <a:pt x="66004" y="265923"/>
                  </a:lnTo>
                  <a:lnTo>
                    <a:pt x="70274" y="269064"/>
                  </a:lnTo>
                  <a:lnTo>
                    <a:pt x="74642" y="272067"/>
                  </a:lnTo>
                  <a:lnTo>
                    <a:pt x="79103" y="274931"/>
                  </a:lnTo>
                  <a:lnTo>
                    <a:pt x="83652" y="277652"/>
                  </a:lnTo>
                  <a:lnTo>
                    <a:pt x="88286" y="280227"/>
                  </a:lnTo>
                  <a:lnTo>
                    <a:pt x="92998" y="282654"/>
                  </a:lnTo>
                  <a:lnTo>
                    <a:pt x="97786" y="284930"/>
                  </a:lnTo>
                  <a:lnTo>
                    <a:pt x="102643" y="287053"/>
                  </a:lnTo>
                  <a:lnTo>
                    <a:pt x="107565" y="289022"/>
                  </a:lnTo>
                  <a:lnTo>
                    <a:pt x="112546" y="290833"/>
                  </a:lnTo>
                  <a:lnTo>
                    <a:pt x="117583" y="292485"/>
                  </a:lnTo>
                  <a:lnTo>
                    <a:pt x="122670" y="293977"/>
                  </a:lnTo>
                  <a:lnTo>
                    <a:pt x="127801" y="295307"/>
                  </a:lnTo>
                  <a:lnTo>
                    <a:pt x="132972" y="296473"/>
                  </a:lnTo>
                  <a:lnTo>
                    <a:pt x="138178" y="297475"/>
                  </a:lnTo>
                  <a:lnTo>
                    <a:pt x="143412" y="298311"/>
                  </a:lnTo>
                  <a:lnTo>
                    <a:pt x="148671" y="298981"/>
                  </a:lnTo>
                  <a:lnTo>
                    <a:pt x="153948" y="299484"/>
                  </a:lnTo>
                  <a:lnTo>
                    <a:pt x="159238" y="299820"/>
                  </a:lnTo>
                  <a:lnTo>
                    <a:pt x="164536" y="299987"/>
                  </a:lnTo>
                  <a:lnTo>
                    <a:pt x="169837" y="299987"/>
                  </a:lnTo>
                  <a:lnTo>
                    <a:pt x="175135" y="299818"/>
                  </a:lnTo>
                  <a:lnTo>
                    <a:pt x="180426" y="299481"/>
                  </a:lnTo>
                  <a:lnTo>
                    <a:pt x="185703" y="298977"/>
                  </a:lnTo>
                  <a:lnTo>
                    <a:pt x="190961" y="298306"/>
                  </a:lnTo>
                  <a:lnTo>
                    <a:pt x="196195" y="297468"/>
                  </a:lnTo>
                  <a:lnTo>
                    <a:pt x="201400" y="296465"/>
                  </a:lnTo>
                  <a:lnTo>
                    <a:pt x="206571" y="295297"/>
                  </a:lnTo>
                  <a:lnTo>
                    <a:pt x="211702" y="293966"/>
                  </a:lnTo>
                  <a:lnTo>
                    <a:pt x="216788" y="292473"/>
                  </a:lnTo>
                  <a:lnTo>
                    <a:pt x="221825" y="290820"/>
                  </a:lnTo>
                  <a:lnTo>
                    <a:pt x="226806" y="289007"/>
                  </a:lnTo>
                  <a:lnTo>
                    <a:pt x="231728" y="287038"/>
                  </a:lnTo>
                  <a:lnTo>
                    <a:pt x="236584" y="284913"/>
                  </a:lnTo>
                  <a:lnTo>
                    <a:pt x="241371" y="282636"/>
                  </a:lnTo>
                  <a:lnTo>
                    <a:pt x="246083" y="280208"/>
                  </a:lnTo>
                  <a:lnTo>
                    <a:pt x="250716" y="277632"/>
                  </a:lnTo>
                  <a:lnTo>
                    <a:pt x="255265" y="274910"/>
                  </a:lnTo>
                  <a:lnTo>
                    <a:pt x="259725" y="272045"/>
                  </a:lnTo>
                  <a:lnTo>
                    <a:pt x="264092" y="269040"/>
                  </a:lnTo>
                  <a:lnTo>
                    <a:pt x="268362" y="265899"/>
                  </a:lnTo>
                  <a:lnTo>
                    <a:pt x="272530" y="262623"/>
                  </a:lnTo>
                  <a:lnTo>
                    <a:pt x="276592" y="259217"/>
                  </a:lnTo>
                  <a:lnTo>
                    <a:pt x="280544" y="255684"/>
                  </a:lnTo>
                  <a:lnTo>
                    <a:pt x="284382" y="252028"/>
                  </a:lnTo>
                  <a:lnTo>
                    <a:pt x="288102" y="248252"/>
                  </a:lnTo>
                  <a:lnTo>
                    <a:pt x="291700" y="244359"/>
                  </a:lnTo>
                  <a:lnTo>
                    <a:pt x="295173" y="240355"/>
                  </a:lnTo>
                  <a:lnTo>
                    <a:pt x="298518" y="236242"/>
                  </a:lnTo>
                  <a:lnTo>
                    <a:pt x="301730" y="232025"/>
                  </a:lnTo>
                  <a:lnTo>
                    <a:pt x="304807" y="227709"/>
                  </a:lnTo>
                  <a:lnTo>
                    <a:pt x="307746" y="223297"/>
                  </a:lnTo>
                  <a:lnTo>
                    <a:pt x="310543" y="218794"/>
                  </a:lnTo>
                  <a:lnTo>
                    <a:pt x="313197" y="214205"/>
                  </a:lnTo>
                  <a:lnTo>
                    <a:pt x="315703" y="209534"/>
                  </a:lnTo>
                  <a:lnTo>
                    <a:pt x="318060" y="204786"/>
                  </a:lnTo>
                  <a:lnTo>
                    <a:pt x="320265" y="199966"/>
                  </a:lnTo>
                  <a:lnTo>
                    <a:pt x="322317" y="195078"/>
                  </a:lnTo>
                  <a:lnTo>
                    <a:pt x="324212" y="190127"/>
                  </a:lnTo>
                  <a:lnTo>
                    <a:pt x="325949" y="185119"/>
                  </a:lnTo>
                  <a:lnTo>
                    <a:pt x="327527" y="180059"/>
                  </a:lnTo>
                  <a:lnTo>
                    <a:pt x="328944" y="174950"/>
                  </a:lnTo>
                  <a:lnTo>
                    <a:pt x="330197" y="169800"/>
                  </a:lnTo>
                  <a:lnTo>
                    <a:pt x="331287" y="164612"/>
                  </a:lnTo>
                  <a:lnTo>
                    <a:pt x="332212" y="159393"/>
                  </a:lnTo>
                  <a:lnTo>
                    <a:pt x="332971" y="154146"/>
                  </a:lnTo>
                  <a:lnTo>
                    <a:pt x="333563" y="148879"/>
                  </a:lnTo>
                  <a:lnTo>
                    <a:pt x="333988" y="143595"/>
                  </a:lnTo>
                  <a:lnTo>
                    <a:pt x="334245" y="138300"/>
                  </a:lnTo>
                  <a:lnTo>
                    <a:pt x="334334" y="133000"/>
                  </a:lnTo>
                  <a:lnTo>
                    <a:pt x="334255" y="127700"/>
                  </a:lnTo>
                  <a:lnTo>
                    <a:pt x="334008" y="122404"/>
                  </a:lnTo>
                  <a:lnTo>
                    <a:pt x="333593" y="117120"/>
                  </a:lnTo>
                  <a:lnTo>
                    <a:pt x="333011" y="111851"/>
                  </a:lnTo>
                  <a:lnTo>
                    <a:pt x="332262" y="106603"/>
                  </a:lnTo>
                  <a:lnTo>
                    <a:pt x="331348" y="101382"/>
                  </a:lnTo>
                  <a:lnTo>
                    <a:pt x="330268" y="96192"/>
                  </a:lnTo>
                  <a:lnTo>
                    <a:pt x="329024" y="91039"/>
                  </a:lnTo>
                  <a:lnTo>
                    <a:pt x="327617" y="85928"/>
                  </a:lnTo>
                  <a:lnTo>
                    <a:pt x="326049" y="80865"/>
                  </a:lnTo>
                  <a:lnTo>
                    <a:pt x="324321" y="75853"/>
                  </a:lnTo>
                  <a:lnTo>
                    <a:pt x="322435" y="70899"/>
                  </a:lnTo>
                  <a:lnTo>
                    <a:pt x="320393" y="66007"/>
                  </a:lnTo>
                  <a:lnTo>
                    <a:pt x="318197" y="61183"/>
                  </a:lnTo>
                  <a:lnTo>
                    <a:pt x="315849" y="56430"/>
                  </a:lnTo>
                  <a:lnTo>
                    <a:pt x="313352" y="51754"/>
                  </a:lnTo>
                  <a:lnTo>
                    <a:pt x="167167" y="1328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146184" cy="167167"/>
            </a:xfrm>
            <a:custGeom>
              <a:avLst/>
              <a:pathLst>
                <a:path w="146184" h="167167">
                  <a:moveTo>
                    <a:pt x="146184" y="86081"/>
                  </a:moveTo>
                  <a:lnTo>
                    <a:pt x="143407" y="81264"/>
                  </a:lnTo>
                  <a:lnTo>
                    <a:pt x="140471" y="76543"/>
                  </a:lnTo>
                  <a:lnTo>
                    <a:pt x="137379" y="71921"/>
                  </a:lnTo>
                  <a:lnTo>
                    <a:pt x="134136" y="67405"/>
                  </a:lnTo>
                  <a:lnTo>
                    <a:pt x="130744" y="63000"/>
                  </a:lnTo>
                  <a:lnTo>
                    <a:pt x="127208" y="58710"/>
                  </a:lnTo>
                  <a:lnTo>
                    <a:pt x="123531" y="54539"/>
                  </a:lnTo>
                  <a:lnTo>
                    <a:pt x="119717" y="50493"/>
                  </a:lnTo>
                  <a:lnTo>
                    <a:pt x="115771" y="46577"/>
                  </a:lnTo>
                  <a:lnTo>
                    <a:pt x="111696" y="42793"/>
                  </a:lnTo>
                  <a:lnTo>
                    <a:pt x="107498" y="39148"/>
                  </a:lnTo>
                  <a:lnTo>
                    <a:pt x="103182" y="35644"/>
                  </a:lnTo>
                  <a:lnTo>
                    <a:pt x="98751" y="32285"/>
                  </a:lnTo>
                  <a:lnTo>
                    <a:pt x="94211" y="29076"/>
                  </a:lnTo>
                  <a:lnTo>
                    <a:pt x="89566" y="26019"/>
                  </a:lnTo>
                  <a:lnTo>
                    <a:pt x="84823" y="23118"/>
                  </a:lnTo>
                  <a:lnTo>
                    <a:pt x="79985" y="20377"/>
                  </a:lnTo>
                  <a:lnTo>
                    <a:pt x="75060" y="17799"/>
                  </a:lnTo>
                  <a:lnTo>
                    <a:pt x="70051" y="15385"/>
                  </a:lnTo>
                  <a:lnTo>
                    <a:pt x="64965" y="13139"/>
                  </a:lnTo>
                  <a:lnTo>
                    <a:pt x="59806" y="11064"/>
                  </a:lnTo>
                  <a:lnTo>
                    <a:pt x="54582" y="9162"/>
                  </a:lnTo>
                  <a:lnTo>
                    <a:pt x="49297" y="7434"/>
                  </a:lnTo>
                  <a:lnTo>
                    <a:pt x="43958" y="5883"/>
                  </a:lnTo>
                  <a:lnTo>
                    <a:pt x="38570" y="4510"/>
                  </a:lnTo>
                  <a:lnTo>
                    <a:pt x="33140" y="3317"/>
                  </a:lnTo>
                  <a:lnTo>
                    <a:pt x="27673" y="2306"/>
                  </a:lnTo>
                  <a:lnTo>
                    <a:pt x="22175" y="1477"/>
                  </a:lnTo>
                  <a:lnTo>
                    <a:pt x="16653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43952" y="1681503"/>
              <a:ext cx="42572" cy="167167"/>
            </a:xfrm>
            <a:custGeom>
              <a:avLst/>
              <a:pathLst>
                <a:path w="42572" h="167167">
                  <a:moveTo>
                    <a:pt x="42572" y="0"/>
                  </a:moveTo>
                  <a:lnTo>
                    <a:pt x="36424" y="113"/>
                  </a:lnTo>
                  <a:lnTo>
                    <a:pt x="30284" y="452"/>
                  </a:lnTo>
                  <a:lnTo>
                    <a:pt x="24161" y="1016"/>
                  </a:lnTo>
                  <a:lnTo>
                    <a:pt x="18063" y="1806"/>
                  </a:lnTo>
                  <a:lnTo>
                    <a:pt x="11998" y="2819"/>
                  </a:lnTo>
                  <a:lnTo>
                    <a:pt x="5974" y="4055"/>
                  </a:lnTo>
                  <a:lnTo>
                    <a:pt x="0" y="5511"/>
                  </a:lnTo>
                  <a:lnTo>
                    <a:pt x="4257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43952" y="1687015"/>
              <a:ext cx="42572" cy="161655"/>
            </a:xfrm>
            <a:custGeom>
              <a:avLst/>
              <a:pathLst>
                <a:path w="42572" h="161655">
                  <a:moveTo>
                    <a:pt x="0" y="0"/>
                  </a:moveTo>
                  <a:lnTo>
                    <a:pt x="42572" y="1616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19371" y="1681503"/>
              <a:ext cx="334302" cy="334334"/>
            </a:xfrm>
            <a:custGeom>
              <a:avLst/>
              <a:pathLst>
                <a:path w="334302" h="334334">
                  <a:moveTo>
                    <a:pt x="124580" y="5511"/>
                  </a:moveTo>
                  <a:lnTo>
                    <a:pt x="119476" y="6943"/>
                  </a:lnTo>
                  <a:lnTo>
                    <a:pt x="114419" y="8535"/>
                  </a:lnTo>
                  <a:lnTo>
                    <a:pt x="109416" y="10287"/>
                  </a:lnTo>
                  <a:lnTo>
                    <a:pt x="104470" y="12197"/>
                  </a:lnTo>
                  <a:lnTo>
                    <a:pt x="99588" y="14262"/>
                  </a:lnTo>
                  <a:lnTo>
                    <a:pt x="94773" y="16481"/>
                  </a:lnTo>
                  <a:lnTo>
                    <a:pt x="90032" y="18852"/>
                  </a:lnTo>
                  <a:lnTo>
                    <a:pt x="85367" y="21372"/>
                  </a:lnTo>
                  <a:lnTo>
                    <a:pt x="80786" y="24039"/>
                  </a:lnTo>
                  <a:lnTo>
                    <a:pt x="76291" y="26849"/>
                  </a:lnTo>
                  <a:lnTo>
                    <a:pt x="71887" y="29801"/>
                  </a:lnTo>
                  <a:lnTo>
                    <a:pt x="67579" y="32891"/>
                  </a:lnTo>
                  <a:lnTo>
                    <a:pt x="63372" y="36116"/>
                  </a:lnTo>
                  <a:lnTo>
                    <a:pt x="59268" y="39472"/>
                  </a:lnTo>
                  <a:lnTo>
                    <a:pt x="55273" y="42958"/>
                  </a:lnTo>
                  <a:lnTo>
                    <a:pt x="51391" y="46568"/>
                  </a:lnTo>
                  <a:lnTo>
                    <a:pt x="47625" y="50299"/>
                  </a:lnTo>
                  <a:lnTo>
                    <a:pt x="43980" y="54148"/>
                  </a:lnTo>
                  <a:lnTo>
                    <a:pt x="40458" y="58110"/>
                  </a:lnTo>
                  <a:lnTo>
                    <a:pt x="37064" y="62182"/>
                  </a:lnTo>
                  <a:lnTo>
                    <a:pt x="33800" y="66360"/>
                  </a:lnTo>
                  <a:lnTo>
                    <a:pt x="30671" y="70639"/>
                  </a:lnTo>
                  <a:lnTo>
                    <a:pt x="27679" y="75015"/>
                  </a:lnTo>
                  <a:lnTo>
                    <a:pt x="24827" y="79484"/>
                  </a:lnTo>
                  <a:lnTo>
                    <a:pt x="22118" y="84041"/>
                  </a:lnTo>
                  <a:lnTo>
                    <a:pt x="19555" y="88682"/>
                  </a:lnTo>
                  <a:lnTo>
                    <a:pt x="17141" y="93402"/>
                  </a:lnTo>
                  <a:lnTo>
                    <a:pt x="14877" y="98196"/>
                  </a:lnTo>
                  <a:lnTo>
                    <a:pt x="12767" y="103059"/>
                  </a:lnTo>
                  <a:lnTo>
                    <a:pt x="10811" y="107986"/>
                  </a:lnTo>
                  <a:lnTo>
                    <a:pt x="9014" y="112973"/>
                  </a:lnTo>
                  <a:lnTo>
                    <a:pt x="7375" y="118015"/>
                  </a:lnTo>
                  <a:lnTo>
                    <a:pt x="5896" y="123106"/>
                  </a:lnTo>
                  <a:lnTo>
                    <a:pt x="4580" y="128242"/>
                  </a:lnTo>
                  <a:lnTo>
                    <a:pt x="3428" y="133416"/>
                  </a:lnTo>
                  <a:lnTo>
                    <a:pt x="2440" y="138625"/>
                  </a:lnTo>
                  <a:lnTo>
                    <a:pt x="1618" y="143862"/>
                  </a:lnTo>
                  <a:lnTo>
                    <a:pt x="962" y="149122"/>
                  </a:lnTo>
                  <a:lnTo>
                    <a:pt x="473" y="154401"/>
                  </a:lnTo>
                  <a:lnTo>
                    <a:pt x="153" y="159693"/>
                  </a:lnTo>
                  <a:lnTo>
                    <a:pt x="0" y="164992"/>
                  </a:lnTo>
                  <a:lnTo>
                    <a:pt x="15" y="170293"/>
                  </a:lnTo>
                  <a:lnTo>
                    <a:pt x="198" y="175591"/>
                  </a:lnTo>
                  <a:lnTo>
                    <a:pt x="549" y="180881"/>
                  </a:lnTo>
                  <a:lnTo>
                    <a:pt x="1067" y="186157"/>
                  </a:lnTo>
                  <a:lnTo>
                    <a:pt x="1753" y="191414"/>
                  </a:lnTo>
                  <a:lnTo>
                    <a:pt x="2605" y="196646"/>
                  </a:lnTo>
                  <a:lnTo>
                    <a:pt x="3623" y="201849"/>
                  </a:lnTo>
                  <a:lnTo>
                    <a:pt x="4805" y="207017"/>
                  </a:lnTo>
                  <a:lnTo>
                    <a:pt x="6150" y="212145"/>
                  </a:lnTo>
                  <a:lnTo>
                    <a:pt x="7657" y="217227"/>
                  </a:lnTo>
                  <a:lnTo>
                    <a:pt x="9325" y="222260"/>
                  </a:lnTo>
                  <a:lnTo>
                    <a:pt x="11151" y="227237"/>
                  </a:lnTo>
                  <a:lnTo>
                    <a:pt x="13134" y="232153"/>
                  </a:lnTo>
                  <a:lnTo>
                    <a:pt x="15272" y="237004"/>
                  </a:lnTo>
                  <a:lnTo>
                    <a:pt x="17563" y="241785"/>
                  </a:lnTo>
                  <a:lnTo>
                    <a:pt x="20004" y="246491"/>
                  </a:lnTo>
                  <a:lnTo>
                    <a:pt x="22593" y="251117"/>
                  </a:lnTo>
                  <a:lnTo>
                    <a:pt x="25328" y="255658"/>
                  </a:lnTo>
                  <a:lnTo>
                    <a:pt x="28205" y="260111"/>
                  </a:lnTo>
                  <a:lnTo>
                    <a:pt x="31222" y="264470"/>
                  </a:lnTo>
                  <a:lnTo>
                    <a:pt x="34376" y="268731"/>
                  </a:lnTo>
                  <a:lnTo>
                    <a:pt x="37663" y="272890"/>
                  </a:lnTo>
                  <a:lnTo>
                    <a:pt x="41081" y="276943"/>
                  </a:lnTo>
                  <a:lnTo>
                    <a:pt x="44625" y="280885"/>
                  </a:lnTo>
                  <a:lnTo>
                    <a:pt x="48293" y="284714"/>
                  </a:lnTo>
                  <a:lnTo>
                    <a:pt x="52080" y="288423"/>
                  </a:lnTo>
                  <a:lnTo>
                    <a:pt x="55982" y="292011"/>
                  </a:lnTo>
                  <a:lnTo>
                    <a:pt x="59997" y="295473"/>
                  </a:lnTo>
                  <a:lnTo>
                    <a:pt x="64119" y="298807"/>
                  </a:lnTo>
                  <a:lnTo>
                    <a:pt x="68345" y="302008"/>
                  </a:lnTo>
                  <a:lnTo>
                    <a:pt x="72670" y="305073"/>
                  </a:lnTo>
                  <a:lnTo>
                    <a:pt x="77091" y="307999"/>
                  </a:lnTo>
                  <a:lnTo>
                    <a:pt x="81602" y="310784"/>
                  </a:lnTo>
                  <a:lnTo>
                    <a:pt x="86199" y="313425"/>
                  </a:lnTo>
                  <a:lnTo>
                    <a:pt x="90877" y="315918"/>
                  </a:lnTo>
                  <a:lnTo>
                    <a:pt x="95632" y="318262"/>
                  </a:lnTo>
                  <a:lnTo>
                    <a:pt x="100459" y="320454"/>
                  </a:lnTo>
                  <a:lnTo>
                    <a:pt x="105353" y="322492"/>
                  </a:lnTo>
                  <a:lnTo>
                    <a:pt x="110309" y="324373"/>
                  </a:lnTo>
                  <a:lnTo>
                    <a:pt x="115323" y="326097"/>
                  </a:lnTo>
                  <a:lnTo>
                    <a:pt x="120388" y="327660"/>
                  </a:lnTo>
                  <a:lnTo>
                    <a:pt x="125501" y="329062"/>
                  </a:lnTo>
                  <a:lnTo>
                    <a:pt x="130655" y="330302"/>
                  </a:lnTo>
                  <a:lnTo>
                    <a:pt x="135847" y="331377"/>
                  </a:lnTo>
                  <a:lnTo>
                    <a:pt x="141069" y="332287"/>
                  </a:lnTo>
                  <a:lnTo>
                    <a:pt x="146318" y="333031"/>
                  </a:lnTo>
                  <a:lnTo>
                    <a:pt x="151588" y="333608"/>
                  </a:lnTo>
                  <a:lnTo>
                    <a:pt x="156873" y="334018"/>
                  </a:lnTo>
                  <a:lnTo>
                    <a:pt x="162169" y="334260"/>
                  </a:lnTo>
                  <a:lnTo>
                    <a:pt x="167470" y="334334"/>
                  </a:lnTo>
                  <a:lnTo>
                    <a:pt x="172770" y="334240"/>
                  </a:lnTo>
                  <a:lnTo>
                    <a:pt x="178065" y="333978"/>
                  </a:lnTo>
                  <a:lnTo>
                    <a:pt x="183349" y="333548"/>
                  </a:lnTo>
                  <a:lnTo>
                    <a:pt x="188617" y="332951"/>
                  </a:lnTo>
                  <a:lnTo>
                    <a:pt x="193863" y="332187"/>
                  </a:lnTo>
                  <a:lnTo>
                    <a:pt x="199082" y="331257"/>
                  </a:lnTo>
                  <a:lnTo>
                    <a:pt x="204269" y="330162"/>
                  </a:lnTo>
                  <a:lnTo>
                    <a:pt x="209419" y="328903"/>
                  </a:lnTo>
                  <a:lnTo>
                    <a:pt x="214526" y="327481"/>
                  </a:lnTo>
                  <a:lnTo>
                    <a:pt x="219585" y="325899"/>
                  </a:lnTo>
                  <a:lnTo>
                    <a:pt x="224592" y="324156"/>
                  </a:lnTo>
                  <a:lnTo>
                    <a:pt x="229541" y="322256"/>
                  </a:lnTo>
                  <a:lnTo>
                    <a:pt x="234428" y="320200"/>
                  </a:lnTo>
                  <a:lnTo>
                    <a:pt x="239246" y="317990"/>
                  </a:lnTo>
                  <a:lnTo>
                    <a:pt x="243992" y="315628"/>
                  </a:lnTo>
                  <a:lnTo>
                    <a:pt x="248661" y="313117"/>
                  </a:lnTo>
                  <a:lnTo>
                    <a:pt x="253248" y="310459"/>
                  </a:lnTo>
                  <a:lnTo>
                    <a:pt x="257749" y="307657"/>
                  </a:lnTo>
                  <a:lnTo>
                    <a:pt x="262158" y="304713"/>
                  </a:lnTo>
                  <a:lnTo>
                    <a:pt x="266471" y="301632"/>
                  </a:lnTo>
                  <a:lnTo>
                    <a:pt x="270685" y="298415"/>
                  </a:lnTo>
                  <a:lnTo>
                    <a:pt x="274795" y="295066"/>
                  </a:lnTo>
                  <a:lnTo>
                    <a:pt x="278796" y="291588"/>
                  </a:lnTo>
                  <a:lnTo>
                    <a:pt x="282685" y="287986"/>
                  </a:lnTo>
                  <a:lnTo>
                    <a:pt x="286458" y="284262"/>
                  </a:lnTo>
                  <a:lnTo>
                    <a:pt x="290111" y="280420"/>
                  </a:lnTo>
                  <a:lnTo>
                    <a:pt x="293640" y="276464"/>
                  </a:lnTo>
                  <a:lnTo>
                    <a:pt x="297043" y="272398"/>
                  </a:lnTo>
                  <a:lnTo>
                    <a:pt x="300314" y="268227"/>
                  </a:lnTo>
                  <a:lnTo>
                    <a:pt x="303451" y="263953"/>
                  </a:lnTo>
                  <a:lnTo>
                    <a:pt x="306452" y="259583"/>
                  </a:lnTo>
                  <a:lnTo>
                    <a:pt x="309312" y="255119"/>
                  </a:lnTo>
                  <a:lnTo>
                    <a:pt x="312030" y="250567"/>
                  </a:lnTo>
                  <a:lnTo>
                    <a:pt x="314601" y="245932"/>
                  </a:lnTo>
                  <a:lnTo>
                    <a:pt x="317025" y="241217"/>
                  </a:lnTo>
                  <a:lnTo>
                    <a:pt x="319297" y="236427"/>
                  </a:lnTo>
                  <a:lnTo>
                    <a:pt x="321417" y="231568"/>
                  </a:lnTo>
                  <a:lnTo>
                    <a:pt x="323382" y="226644"/>
                  </a:lnTo>
                  <a:lnTo>
                    <a:pt x="325189" y="221660"/>
                  </a:lnTo>
                  <a:lnTo>
                    <a:pt x="326837" y="216622"/>
                  </a:lnTo>
                  <a:lnTo>
                    <a:pt x="328325" y="211534"/>
                  </a:lnTo>
                  <a:lnTo>
                    <a:pt x="329651" y="206401"/>
                  </a:lnTo>
                  <a:lnTo>
                    <a:pt x="330813" y="201228"/>
                  </a:lnTo>
                  <a:lnTo>
                    <a:pt x="331811" y="196022"/>
                  </a:lnTo>
                  <a:lnTo>
                    <a:pt x="332643" y="190786"/>
                  </a:lnTo>
                  <a:lnTo>
                    <a:pt x="333309" y="185527"/>
                  </a:lnTo>
                  <a:lnTo>
                    <a:pt x="333808" y="180249"/>
                  </a:lnTo>
                  <a:lnTo>
                    <a:pt x="334139" y="174958"/>
                  </a:lnTo>
                  <a:lnTo>
                    <a:pt x="334302" y="169659"/>
                  </a:lnTo>
                  <a:lnTo>
                    <a:pt x="334297" y="164358"/>
                  </a:lnTo>
                  <a:lnTo>
                    <a:pt x="334124" y="159059"/>
                  </a:lnTo>
                  <a:lnTo>
                    <a:pt x="333782" y="153769"/>
                  </a:lnTo>
                  <a:lnTo>
                    <a:pt x="333274" y="148492"/>
                  </a:lnTo>
                  <a:lnTo>
                    <a:pt x="332598" y="143234"/>
                  </a:lnTo>
                  <a:lnTo>
                    <a:pt x="331756" y="138000"/>
                  </a:lnTo>
                  <a:lnTo>
                    <a:pt x="330748" y="132795"/>
                  </a:lnTo>
                  <a:lnTo>
                    <a:pt x="329576" y="127625"/>
                  </a:lnTo>
                  <a:lnTo>
                    <a:pt x="328241" y="122495"/>
                  </a:lnTo>
                  <a:lnTo>
                    <a:pt x="326743" y="117409"/>
                  </a:lnTo>
                  <a:lnTo>
                    <a:pt x="325085" y="112374"/>
                  </a:lnTo>
                  <a:lnTo>
                    <a:pt x="323268" y="107393"/>
                  </a:lnTo>
                  <a:lnTo>
                    <a:pt x="321295" y="102473"/>
                  </a:lnTo>
                  <a:lnTo>
                    <a:pt x="319166" y="97618"/>
                  </a:lnTo>
                  <a:lnTo>
                    <a:pt x="316884" y="92833"/>
                  </a:lnTo>
                  <a:lnTo>
                    <a:pt x="314452" y="88123"/>
                  </a:lnTo>
                  <a:lnTo>
                    <a:pt x="311871" y="83492"/>
                  </a:lnTo>
                  <a:lnTo>
                    <a:pt x="309145" y="78945"/>
                  </a:lnTo>
                  <a:lnTo>
                    <a:pt x="306276" y="74487"/>
                  </a:lnTo>
                  <a:lnTo>
                    <a:pt x="303268" y="70122"/>
                  </a:lnTo>
                  <a:lnTo>
                    <a:pt x="300122" y="65855"/>
                  </a:lnTo>
                  <a:lnTo>
                    <a:pt x="296843" y="61689"/>
                  </a:lnTo>
                  <a:lnTo>
                    <a:pt x="293433" y="57630"/>
                  </a:lnTo>
                  <a:lnTo>
                    <a:pt x="289896" y="53681"/>
                  </a:lnTo>
                  <a:lnTo>
                    <a:pt x="286236" y="49846"/>
                  </a:lnTo>
                  <a:lnTo>
                    <a:pt x="282456" y="46129"/>
                  </a:lnTo>
                  <a:lnTo>
                    <a:pt x="278560" y="42534"/>
                  </a:lnTo>
                  <a:lnTo>
                    <a:pt x="274552" y="39064"/>
                  </a:lnTo>
                  <a:lnTo>
                    <a:pt x="270436" y="35723"/>
                  </a:lnTo>
                  <a:lnTo>
                    <a:pt x="266216" y="32514"/>
                  </a:lnTo>
                  <a:lnTo>
                    <a:pt x="261897" y="29441"/>
                  </a:lnTo>
                  <a:lnTo>
                    <a:pt x="257482" y="26506"/>
                  </a:lnTo>
                  <a:lnTo>
                    <a:pt x="252976" y="23712"/>
                  </a:lnTo>
                  <a:lnTo>
                    <a:pt x="248384" y="21063"/>
                  </a:lnTo>
                  <a:lnTo>
                    <a:pt x="243711" y="18561"/>
                  </a:lnTo>
                  <a:lnTo>
                    <a:pt x="238960" y="16208"/>
                  </a:lnTo>
                  <a:lnTo>
                    <a:pt x="234137" y="14007"/>
                  </a:lnTo>
                  <a:lnTo>
                    <a:pt x="229247" y="11960"/>
                  </a:lnTo>
                  <a:lnTo>
                    <a:pt x="224294" y="10069"/>
                  </a:lnTo>
                  <a:lnTo>
                    <a:pt x="219284" y="8336"/>
                  </a:lnTo>
                  <a:lnTo>
                    <a:pt x="214222" y="6763"/>
                  </a:lnTo>
                  <a:lnTo>
                    <a:pt x="209112" y="5351"/>
                  </a:lnTo>
                  <a:lnTo>
                    <a:pt x="203960" y="4102"/>
                  </a:lnTo>
                  <a:lnTo>
                    <a:pt x="198771" y="3017"/>
                  </a:lnTo>
                  <a:lnTo>
                    <a:pt x="193550" y="2097"/>
                  </a:lnTo>
                  <a:lnTo>
                    <a:pt x="188302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85600" y="2126963"/>
              <a:ext cx="95687" cy="167167"/>
            </a:xfrm>
            <a:custGeom>
              <a:avLst/>
              <a:pathLst>
                <a:path w="95687" h="167167">
                  <a:moveTo>
                    <a:pt x="95687" y="0"/>
                  </a:moveTo>
                  <a:lnTo>
                    <a:pt x="90028" y="95"/>
                  </a:lnTo>
                  <a:lnTo>
                    <a:pt x="84376" y="383"/>
                  </a:lnTo>
                  <a:lnTo>
                    <a:pt x="78736" y="861"/>
                  </a:lnTo>
                  <a:lnTo>
                    <a:pt x="73116" y="1530"/>
                  </a:lnTo>
                  <a:lnTo>
                    <a:pt x="67522" y="2389"/>
                  </a:lnTo>
                  <a:lnTo>
                    <a:pt x="61961" y="3437"/>
                  </a:lnTo>
                  <a:lnTo>
                    <a:pt x="56438" y="4672"/>
                  </a:lnTo>
                  <a:lnTo>
                    <a:pt x="50959" y="6094"/>
                  </a:lnTo>
                  <a:lnTo>
                    <a:pt x="45533" y="7701"/>
                  </a:lnTo>
                  <a:lnTo>
                    <a:pt x="40163" y="9490"/>
                  </a:lnTo>
                  <a:lnTo>
                    <a:pt x="34858" y="11460"/>
                  </a:lnTo>
                  <a:lnTo>
                    <a:pt x="29622" y="13608"/>
                  </a:lnTo>
                  <a:lnTo>
                    <a:pt x="24461" y="15932"/>
                  </a:lnTo>
                  <a:lnTo>
                    <a:pt x="19383" y="18430"/>
                  </a:lnTo>
                  <a:lnTo>
                    <a:pt x="14392" y="21098"/>
                  </a:lnTo>
                  <a:lnTo>
                    <a:pt x="9494" y="23934"/>
                  </a:lnTo>
                  <a:lnTo>
                    <a:pt x="4694" y="26934"/>
                  </a:lnTo>
                  <a:lnTo>
                    <a:pt x="0" y="30094"/>
                  </a:lnTo>
                  <a:lnTo>
                    <a:pt x="9568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14126" y="2127579"/>
              <a:ext cx="334323" cy="333714"/>
            </a:xfrm>
            <a:custGeom>
              <a:avLst/>
              <a:pathLst>
                <a:path w="334323" h="333714">
                  <a:moveTo>
                    <a:pt x="71473" y="29479"/>
                  </a:moveTo>
                  <a:lnTo>
                    <a:pt x="67170" y="32586"/>
                  </a:lnTo>
                  <a:lnTo>
                    <a:pt x="62968" y="35827"/>
                  </a:lnTo>
                  <a:lnTo>
                    <a:pt x="58871" y="39201"/>
                  </a:lnTo>
                  <a:lnTo>
                    <a:pt x="54882" y="42702"/>
                  </a:lnTo>
                  <a:lnTo>
                    <a:pt x="51008" y="46329"/>
                  </a:lnTo>
                  <a:lnTo>
                    <a:pt x="47250" y="50077"/>
                  </a:lnTo>
                  <a:lnTo>
                    <a:pt x="43613" y="53942"/>
                  </a:lnTo>
                  <a:lnTo>
                    <a:pt x="40100" y="57920"/>
                  </a:lnTo>
                  <a:lnTo>
                    <a:pt x="36716" y="62009"/>
                  </a:lnTo>
                  <a:lnTo>
                    <a:pt x="33463" y="66202"/>
                  </a:lnTo>
                  <a:lnTo>
                    <a:pt x="30345" y="70497"/>
                  </a:lnTo>
                  <a:lnTo>
                    <a:pt x="27365" y="74888"/>
                  </a:lnTo>
                  <a:lnTo>
                    <a:pt x="24525" y="79372"/>
                  </a:lnTo>
                  <a:lnTo>
                    <a:pt x="21830" y="83944"/>
                  </a:lnTo>
                  <a:lnTo>
                    <a:pt x="19281" y="88599"/>
                  </a:lnTo>
                  <a:lnTo>
                    <a:pt x="16881" y="93333"/>
                  </a:lnTo>
                  <a:lnTo>
                    <a:pt x="14632" y="98140"/>
                  </a:lnTo>
                  <a:lnTo>
                    <a:pt x="12537" y="103016"/>
                  </a:lnTo>
                  <a:lnTo>
                    <a:pt x="10598" y="107957"/>
                  </a:lnTo>
                  <a:lnTo>
                    <a:pt x="8817" y="112956"/>
                  </a:lnTo>
                  <a:lnTo>
                    <a:pt x="7196" y="118010"/>
                  </a:lnTo>
                  <a:lnTo>
                    <a:pt x="5736" y="123112"/>
                  </a:lnTo>
                  <a:lnTo>
                    <a:pt x="4438" y="128258"/>
                  </a:lnTo>
                  <a:lnTo>
                    <a:pt x="3304" y="133443"/>
                  </a:lnTo>
                  <a:lnTo>
                    <a:pt x="2336" y="138661"/>
                  </a:lnTo>
                  <a:lnTo>
                    <a:pt x="1534" y="143908"/>
                  </a:lnTo>
                  <a:lnTo>
                    <a:pt x="898" y="149177"/>
                  </a:lnTo>
                  <a:lnTo>
                    <a:pt x="431" y="154463"/>
                  </a:lnTo>
                  <a:lnTo>
                    <a:pt x="131" y="159762"/>
                  </a:lnTo>
                  <a:lnTo>
                    <a:pt x="0" y="165068"/>
                  </a:lnTo>
                  <a:lnTo>
                    <a:pt x="37" y="170375"/>
                  </a:lnTo>
                  <a:lnTo>
                    <a:pt x="242" y="175678"/>
                  </a:lnTo>
                  <a:lnTo>
                    <a:pt x="616" y="180972"/>
                  </a:lnTo>
                  <a:lnTo>
                    <a:pt x="1158" y="186252"/>
                  </a:lnTo>
                  <a:lnTo>
                    <a:pt x="1867" y="191511"/>
                  </a:lnTo>
                  <a:lnTo>
                    <a:pt x="2742" y="196746"/>
                  </a:lnTo>
                  <a:lnTo>
                    <a:pt x="3784" y="201950"/>
                  </a:lnTo>
                  <a:lnTo>
                    <a:pt x="4990" y="207118"/>
                  </a:lnTo>
                  <a:lnTo>
                    <a:pt x="6359" y="212246"/>
                  </a:lnTo>
                  <a:lnTo>
                    <a:pt x="7891" y="217327"/>
                  </a:lnTo>
                  <a:lnTo>
                    <a:pt x="9583" y="222358"/>
                  </a:lnTo>
                  <a:lnTo>
                    <a:pt x="11434" y="227332"/>
                  </a:lnTo>
                  <a:lnTo>
                    <a:pt x="13442" y="232245"/>
                  </a:lnTo>
                  <a:lnTo>
                    <a:pt x="15605" y="237091"/>
                  </a:lnTo>
                  <a:lnTo>
                    <a:pt x="17920" y="241867"/>
                  </a:lnTo>
                  <a:lnTo>
                    <a:pt x="20386" y="246566"/>
                  </a:lnTo>
                  <a:lnTo>
                    <a:pt x="23000" y="251185"/>
                  </a:lnTo>
                  <a:lnTo>
                    <a:pt x="25760" y="255719"/>
                  </a:lnTo>
                  <a:lnTo>
                    <a:pt x="28661" y="260162"/>
                  </a:lnTo>
                  <a:lnTo>
                    <a:pt x="31703" y="264512"/>
                  </a:lnTo>
                  <a:lnTo>
                    <a:pt x="34881" y="268762"/>
                  </a:lnTo>
                  <a:lnTo>
                    <a:pt x="38192" y="272910"/>
                  </a:lnTo>
                  <a:lnTo>
                    <a:pt x="41633" y="276950"/>
                  </a:lnTo>
                  <a:lnTo>
                    <a:pt x="45201" y="280879"/>
                  </a:lnTo>
                  <a:lnTo>
                    <a:pt x="48892" y="284693"/>
                  </a:lnTo>
                  <a:lnTo>
                    <a:pt x="52702" y="288388"/>
                  </a:lnTo>
                  <a:lnTo>
                    <a:pt x="56627" y="291960"/>
                  </a:lnTo>
                  <a:lnTo>
                    <a:pt x="60664" y="295406"/>
                  </a:lnTo>
                  <a:lnTo>
                    <a:pt x="64808" y="298721"/>
                  </a:lnTo>
                  <a:lnTo>
                    <a:pt x="69055" y="301904"/>
                  </a:lnTo>
                  <a:lnTo>
                    <a:pt x="73401" y="304950"/>
                  </a:lnTo>
                  <a:lnTo>
                    <a:pt x="77842" y="307857"/>
                  </a:lnTo>
                  <a:lnTo>
                    <a:pt x="82372" y="310621"/>
                  </a:lnTo>
                  <a:lnTo>
                    <a:pt x="86988" y="313240"/>
                  </a:lnTo>
                  <a:lnTo>
                    <a:pt x="91685" y="315711"/>
                  </a:lnTo>
                  <a:lnTo>
                    <a:pt x="96458" y="318031"/>
                  </a:lnTo>
                  <a:lnTo>
                    <a:pt x="101302" y="320199"/>
                  </a:lnTo>
                  <a:lnTo>
                    <a:pt x="106213" y="322213"/>
                  </a:lnTo>
                  <a:lnTo>
                    <a:pt x="111185" y="324069"/>
                  </a:lnTo>
                  <a:lnTo>
                    <a:pt x="116214" y="325766"/>
                  </a:lnTo>
                  <a:lnTo>
                    <a:pt x="121293" y="327303"/>
                  </a:lnTo>
                  <a:lnTo>
                    <a:pt x="126419" y="328678"/>
                  </a:lnTo>
                  <a:lnTo>
                    <a:pt x="131587" y="329890"/>
                  </a:lnTo>
                  <a:lnTo>
                    <a:pt x="136790" y="330937"/>
                  </a:lnTo>
                  <a:lnTo>
                    <a:pt x="142023" y="331818"/>
                  </a:lnTo>
                  <a:lnTo>
                    <a:pt x="147282" y="332533"/>
                  </a:lnTo>
                  <a:lnTo>
                    <a:pt x="152561" y="333080"/>
                  </a:lnTo>
                  <a:lnTo>
                    <a:pt x="157855" y="333460"/>
                  </a:lnTo>
                  <a:lnTo>
                    <a:pt x="163158" y="333671"/>
                  </a:lnTo>
                  <a:lnTo>
                    <a:pt x="168465" y="333714"/>
                  </a:lnTo>
                  <a:lnTo>
                    <a:pt x="173771" y="333588"/>
                  </a:lnTo>
                  <a:lnTo>
                    <a:pt x="179070" y="333294"/>
                  </a:lnTo>
                  <a:lnTo>
                    <a:pt x="184357" y="332832"/>
                  </a:lnTo>
                  <a:lnTo>
                    <a:pt x="189627" y="332202"/>
                  </a:lnTo>
                  <a:lnTo>
                    <a:pt x="194874" y="331406"/>
                  </a:lnTo>
                  <a:lnTo>
                    <a:pt x="200093" y="330443"/>
                  </a:lnTo>
                  <a:lnTo>
                    <a:pt x="205279" y="329315"/>
                  </a:lnTo>
                  <a:lnTo>
                    <a:pt x="210426" y="328023"/>
                  </a:lnTo>
                  <a:lnTo>
                    <a:pt x="215530" y="326568"/>
                  </a:lnTo>
                  <a:lnTo>
                    <a:pt x="220586" y="324952"/>
                  </a:lnTo>
                  <a:lnTo>
                    <a:pt x="225587" y="323176"/>
                  </a:lnTo>
                  <a:lnTo>
                    <a:pt x="230530" y="321242"/>
                  </a:lnTo>
                  <a:lnTo>
                    <a:pt x="235408" y="319153"/>
                  </a:lnTo>
                  <a:lnTo>
                    <a:pt x="240218" y="316910"/>
                  </a:lnTo>
                  <a:lnTo>
                    <a:pt x="244954" y="314515"/>
                  </a:lnTo>
                  <a:lnTo>
                    <a:pt x="249612" y="311971"/>
                  </a:lnTo>
                  <a:lnTo>
                    <a:pt x="254187" y="309280"/>
                  </a:lnTo>
                  <a:lnTo>
                    <a:pt x="258673" y="306445"/>
                  </a:lnTo>
                  <a:lnTo>
                    <a:pt x="263068" y="303470"/>
                  </a:lnTo>
                  <a:lnTo>
                    <a:pt x="267366" y="300356"/>
                  </a:lnTo>
                  <a:lnTo>
                    <a:pt x="271563" y="297108"/>
                  </a:lnTo>
                  <a:lnTo>
                    <a:pt x="275655" y="293728"/>
                  </a:lnTo>
                  <a:lnTo>
                    <a:pt x="279637" y="290220"/>
                  </a:lnTo>
                  <a:lnTo>
                    <a:pt x="283506" y="286587"/>
                  </a:lnTo>
                  <a:lnTo>
                    <a:pt x="287258" y="282833"/>
                  </a:lnTo>
                  <a:lnTo>
                    <a:pt x="290889" y="278962"/>
                  </a:lnTo>
                  <a:lnTo>
                    <a:pt x="294395" y="274978"/>
                  </a:lnTo>
                  <a:lnTo>
                    <a:pt x="297773" y="270884"/>
                  </a:lnTo>
                  <a:lnTo>
                    <a:pt x="301019" y="266686"/>
                  </a:lnTo>
                  <a:lnTo>
                    <a:pt x="304130" y="262386"/>
                  </a:lnTo>
                  <a:lnTo>
                    <a:pt x="307103" y="257990"/>
                  </a:lnTo>
                  <a:lnTo>
                    <a:pt x="309935" y="253501"/>
                  </a:lnTo>
                  <a:lnTo>
                    <a:pt x="312624" y="248925"/>
                  </a:lnTo>
                  <a:lnTo>
                    <a:pt x="315165" y="244266"/>
                  </a:lnTo>
                  <a:lnTo>
                    <a:pt x="317558" y="239528"/>
                  </a:lnTo>
                  <a:lnTo>
                    <a:pt x="319798" y="234717"/>
                  </a:lnTo>
                  <a:lnTo>
                    <a:pt x="321885" y="229838"/>
                  </a:lnTo>
                  <a:lnTo>
                    <a:pt x="323816" y="224894"/>
                  </a:lnTo>
                  <a:lnTo>
                    <a:pt x="325589" y="219892"/>
                  </a:lnTo>
                  <a:lnTo>
                    <a:pt x="327203" y="214836"/>
                  </a:lnTo>
                  <a:lnTo>
                    <a:pt x="328655" y="209731"/>
                  </a:lnTo>
                  <a:lnTo>
                    <a:pt x="329944" y="204583"/>
                  </a:lnTo>
                  <a:lnTo>
                    <a:pt x="331069" y="199396"/>
                  </a:lnTo>
                  <a:lnTo>
                    <a:pt x="332029" y="194176"/>
                  </a:lnTo>
                  <a:lnTo>
                    <a:pt x="332823" y="188929"/>
                  </a:lnTo>
                  <a:lnTo>
                    <a:pt x="333450" y="183659"/>
                  </a:lnTo>
                  <a:lnTo>
                    <a:pt x="333909" y="178371"/>
                  </a:lnTo>
                  <a:lnTo>
                    <a:pt x="334201" y="173072"/>
                  </a:lnTo>
                  <a:lnTo>
                    <a:pt x="334323" y="167766"/>
                  </a:lnTo>
                  <a:lnTo>
                    <a:pt x="334278" y="162459"/>
                  </a:lnTo>
                  <a:lnTo>
                    <a:pt x="334064" y="157156"/>
                  </a:lnTo>
                  <a:lnTo>
                    <a:pt x="333681" y="151863"/>
                  </a:lnTo>
                  <a:lnTo>
                    <a:pt x="333131" y="146584"/>
                  </a:lnTo>
                  <a:lnTo>
                    <a:pt x="332414" y="141326"/>
                  </a:lnTo>
                  <a:lnTo>
                    <a:pt x="331529" y="136092"/>
                  </a:lnTo>
                  <a:lnTo>
                    <a:pt x="330480" y="130890"/>
                  </a:lnTo>
                  <a:lnTo>
                    <a:pt x="329265" y="125724"/>
                  </a:lnTo>
                  <a:lnTo>
                    <a:pt x="327888" y="120598"/>
                  </a:lnTo>
                  <a:lnTo>
                    <a:pt x="326348" y="115519"/>
                  </a:lnTo>
                  <a:lnTo>
                    <a:pt x="324648" y="110492"/>
                  </a:lnTo>
                  <a:lnTo>
                    <a:pt x="322789" y="105521"/>
                  </a:lnTo>
                  <a:lnTo>
                    <a:pt x="320773" y="100611"/>
                  </a:lnTo>
                  <a:lnTo>
                    <a:pt x="318602" y="95768"/>
                  </a:lnTo>
                  <a:lnTo>
                    <a:pt x="316279" y="90996"/>
                  </a:lnTo>
                  <a:lnTo>
                    <a:pt x="313805" y="86301"/>
                  </a:lnTo>
                  <a:lnTo>
                    <a:pt x="311184" y="81686"/>
                  </a:lnTo>
                  <a:lnTo>
                    <a:pt x="308417" y="77157"/>
                  </a:lnTo>
                  <a:lnTo>
                    <a:pt x="305508" y="72718"/>
                  </a:lnTo>
                  <a:lnTo>
                    <a:pt x="302460" y="68373"/>
                  </a:lnTo>
                  <a:lnTo>
                    <a:pt x="299275" y="64128"/>
                  </a:lnTo>
                  <a:lnTo>
                    <a:pt x="295957" y="59986"/>
                  </a:lnTo>
                  <a:lnTo>
                    <a:pt x="292510" y="55951"/>
                  </a:lnTo>
                  <a:lnTo>
                    <a:pt x="288936" y="52027"/>
                  </a:lnTo>
                  <a:lnTo>
                    <a:pt x="285239" y="48220"/>
                  </a:lnTo>
                  <a:lnTo>
                    <a:pt x="281423" y="44531"/>
                  </a:lnTo>
                  <a:lnTo>
                    <a:pt x="277492" y="40965"/>
                  </a:lnTo>
                  <a:lnTo>
                    <a:pt x="273450" y="37526"/>
                  </a:lnTo>
                  <a:lnTo>
                    <a:pt x="269300" y="34217"/>
                  </a:lnTo>
                  <a:lnTo>
                    <a:pt x="265048" y="31041"/>
                  </a:lnTo>
                  <a:lnTo>
                    <a:pt x="260697" y="28002"/>
                  </a:lnTo>
                  <a:lnTo>
                    <a:pt x="256252" y="25103"/>
                  </a:lnTo>
                  <a:lnTo>
                    <a:pt x="251717" y="22346"/>
                  </a:lnTo>
                  <a:lnTo>
                    <a:pt x="247096" y="19735"/>
                  </a:lnTo>
                  <a:lnTo>
                    <a:pt x="242395" y="17271"/>
                  </a:lnTo>
                  <a:lnTo>
                    <a:pt x="237619" y="14958"/>
                  </a:lnTo>
                  <a:lnTo>
                    <a:pt x="232771" y="12798"/>
                  </a:lnTo>
                  <a:lnTo>
                    <a:pt x="227857" y="10793"/>
                  </a:lnTo>
                  <a:lnTo>
                    <a:pt x="222882" y="8944"/>
                  </a:lnTo>
                  <a:lnTo>
                    <a:pt x="217851" y="7255"/>
                  </a:lnTo>
                  <a:lnTo>
                    <a:pt x="212769" y="5726"/>
                  </a:lnTo>
                  <a:lnTo>
                    <a:pt x="207640" y="4359"/>
                  </a:lnTo>
                  <a:lnTo>
                    <a:pt x="202471" y="3156"/>
                  </a:lnTo>
                  <a:lnTo>
                    <a:pt x="197267" y="2117"/>
                  </a:lnTo>
                  <a:lnTo>
                    <a:pt x="192032" y="1245"/>
                  </a:lnTo>
                  <a:lnTo>
                    <a:pt x="186772" y="538"/>
                  </a:lnTo>
                  <a:lnTo>
                    <a:pt x="181492" y="0"/>
                  </a:lnTo>
                  <a:lnTo>
                    <a:pt x="167160" y="166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14331" cy="167167"/>
            </a:xfrm>
            <a:custGeom>
              <a:avLst/>
              <a:pathLst>
                <a:path w="14331" h="167167">
                  <a:moveTo>
                    <a:pt x="14331" y="6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23596" y="2633064"/>
              <a:ext cx="334313" cy="334333"/>
            </a:xfrm>
            <a:custGeom>
              <a:avLst/>
              <a:pathLst>
                <a:path w="334313" h="334333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8" y="759"/>
                  </a:lnTo>
                  <a:lnTo>
                    <a:pt x="145958" y="1348"/>
                  </a:lnTo>
                  <a:lnTo>
                    <a:pt x="140700" y="2106"/>
                  </a:lnTo>
                  <a:lnTo>
                    <a:pt x="135468" y="3030"/>
                  </a:lnTo>
                  <a:lnTo>
                    <a:pt x="130268" y="4119"/>
                  </a:lnTo>
                  <a:lnTo>
                    <a:pt x="125106" y="5373"/>
                  </a:lnTo>
                  <a:lnTo>
                    <a:pt x="119986" y="6791"/>
                  </a:lnTo>
                  <a:lnTo>
                    <a:pt x="114914" y="8371"/>
                  </a:lnTo>
                  <a:lnTo>
                    <a:pt x="109895" y="10111"/>
                  </a:lnTo>
                  <a:lnTo>
                    <a:pt x="104933" y="12010"/>
                  </a:lnTo>
                  <a:lnTo>
                    <a:pt x="100034" y="14065"/>
                  </a:lnTo>
                  <a:lnTo>
                    <a:pt x="95203" y="16275"/>
                  </a:lnTo>
                  <a:lnTo>
                    <a:pt x="90445" y="18637"/>
                  </a:lnTo>
                  <a:lnTo>
                    <a:pt x="85764" y="21150"/>
                  </a:lnTo>
                  <a:lnTo>
                    <a:pt x="81165" y="23810"/>
                  </a:lnTo>
                  <a:lnTo>
                    <a:pt x="76653" y="26614"/>
                  </a:lnTo>
                  <a:lnTo>
                    <a:pt x="72233" y="29561"/>
                  </a:lnTo>
                  <a:lnTo>
                    <a:pt x="67908" y="32647"/>
                  </a:lnTo>
                  <a:lnTo>
                    <a:pt x="63684" y="35868"/>
                  </a:lnTo>
                  <a:lnTo>
                    <a:pt x="59564" y="39222"/>
                  </a:lnTo>
                  <a:lnTo>
                    <a:pt x="55553" y="42705"/>
                  </a:lnTo>
                  <a:lnTo>
                    <a:pt x="51654" y="46314"/>
                  </a:lnTo>
                  <a:lnTo>
                    <a:pt x="47873" y="50045"/>
                  </a:lnTo>
                  <a:lnTo>
                    <a:pt x="44211" y="53895"/>
                  </a:lnTo>
                  <a:lnTo>
                    <a:pt x="40674" y="57858"/>
                  </a:lnTo>
                  <a:lnTo>
                    <a:pt x="37264" y="61933"/>
                  </a:lnTo>
                  <a:lnTo>
                    <a:pt x="33986" y="66113"/>
                  </a:lnTo>
                  <a:lnTo>
                    <a:pt x="30842" y="70395"/>
                  </a:lnTo>
                  <a:lnTo>
                    <a:pt x="27836" y="74776"/>
                  </a:lnTo>
                  <a:lnTo>
                    <a:pt x="24971" y="79249"/>
                  </a:lnTo>
                  <a:lnTo>
                    <a:pt x="22249" y="83811"/>
                  </a:lnTo>
                  <a:lnTo>
                    <a:pt x="19673" y="88458"/>
                  </a:lnTo>
                  <a:lnTo>
                    <a:pt x="17247" y="93184"/>
                  </a:lnTo>
                  <a:lnTo>
                    <a:pt x="14972" y="97985"/>
                  </a:lnTo>
                  <a:lnTo>
                    <a:pt x="12850" y="102855"/>
                  </a:lnTo>
                  <a:lnTo>
                    <a:pt x="10885" y="107791"/>
                  </a:lnTo>
                  <a:lnTo>
                    <a:pt x="9077" y="112786"/>
                  </a:lnTo>
                  <a:lnTo>
                    <a:pt x="7429" y="117836"/>
                  </a:lnTo>
                  <a:lnTo>
                    <a:pt x="5942" y="122937"/>
                  </a:lnTo>
                  <a:lnTo>
                    <a:pt x="4618" y="128082"/>
                  </a:lnTo>
                  <a:lnTo>
                    <a:pt x="3458" y="133266"/>
                  </a:lnTo>
                  <a:lnTo>
                    <a:pt x="2463" y="138485"/>
                  </a:lnTo>
                  <a:lnTo>
                    <a:pt x="1635" y="143732"/>
                  </a:lnTo>
                  <a:lnTo>
                    <a:pt x="974" y="149003"/>
                  </a:lnTo>
                  <a:lnTo>
                    <a:pt x="481" y="154293"/>
                  </a:lnTo>
                  <a:lnTo>
                    <a:pt x="156" y="159595"/>
                  </a:lnTo>
                  <a:lnTo>
                    <a:pt x="0" y="164906"/>
                  </a:lnTo>
                  <a:lnTo>
                    <a:pt x="12" y="170218"/>
                  </a:lnTo>
                  <a:lnTo>
                    <a:pt x="193" y="175528"/>
                  </a:lnTo>
                  <a:lnTo>
                    <a:pt x="543" y="180829"/>
                  </a:lnTo>
                  <a:lnTo>
                    <a:pt x="1062" y="186116"/>
                  </a:lnTo>
                  <a:lnTo>
                    <a:pt x="1748" y="191384"/>
                  </a:lnTo>
                  <a:lnTo>
                    <a:pt x="2601" y="196627"/>
                  </a:lnTo>
                  <a:lnTo>
                    <a:pt x="3620" y="201841"/>
                  </a:lnTo>
                  <a:lnTo>
                    <a:pt x="4804" y="207020"/>
                  </a:lnTo>
                  <a:lnTo>
                    <a:pt x="6153" y="212159"/>
                  </a:lnTo>
                  <a:lnTo>
                    <a:pt x="7664" y="217252"/>
                  </a:lnTo>
                  <a:lnTo>
                    <a:pt x="9336" y="222294"/>
                  </a:lnTo>
                  <a:lnTo>
                    <a:pt x="11167" y="227281"/>
                  </a:lnTo>
                  <a:lnTo>
                    <a:pt x="13156" y="232207"/>
                  </a:lnTo>
                  <a:lnTo>
                    <a:pt x="15300" y="237068"/>
                  </a:lnTo>
                  <a:lnTo>
                    <a:pt x="17598" y="241858"/>
                  </a:lnTo>
                  <a:lnTo>
                    <a:pt x="20047" y="246572"/>
                  </a:lnTo>
                  <a:lnTo>
                    <a:pt x="22644" y="251206"/>
                  </a:lnTo>
                  <a:lnTo>
                    <a:pt x="25388" y="255756"/>
                  </a:lnTo>
                  <a:lnTo>
                    <a:pt x="28274" y="260216"/>
                  </a:lnTo>
                  <a:lnTo>
                    <a:pt x="31301" y="264582"/>
                  </a:lnTo>
                  <a:lnTo>
                    <a:pt x="34465" y="268849"/>
                  </a:lnTo>
                  <a:lnTo>
                    <a:pt x="37763" y="273014"/>
                  </a:lnTo>
                  <a:lnTo>
                    <a:pt x="41192" y="277072"/>
                  </a:lnTo>
                  <a:lnTo>
                    <a:pt x="44748" y="281019"/>
                  </a:lnTo>
                  <a:lnTo>
                    <a:pt x="48427" y="284851"/>
                  </a:lnTo>
                  <a:lnTo>
                    <a:pt x="52227" y="288564"/>
                  </a:lnTo>
                  <a:lnTo>
                    <a:pt x="56142" y="292154"/>
                  </a:lnTo>
                  <a:lnTo>
                    <a:pt x="60170" y="295619"/>
                  </a:lnTo>
                  <a:lnTo>
                    <a:pt x="64306" y="298953"/>
                  </a:lnTo>
                  <a:lnTo>
                    <a:pt x="68545" y="302155"/>
                  </a:lnTo>
                  <a:lnTo>
                    <a:pt x="72884" y="305220"/>
                  </a:lnTo>
                  <a:lnTo>
                    <a:pt x="77319" y="308146"/>
                  </a:lnTo>
                  <a:lnTo>
                    <a:pt x="81844" y="310929"/>
                  </a:lnTo>
                  <a:lnTo>
                    <a:pt x="86455" y="313567"/>
                  </a:lnTo>
                  <a:lnTo>
                    <a:pt x="91148" y="316057"/>
                  </a:lnTo>
                  <a:lnTo>
                    <a:pt x="95917" y="318397"/>
                  </a:lnTo>
                  <a:lnTo>
                    <a:pt x="100758" y="320584"/>
                  </a:lnTo>
                  <a:lnTo>
                    <a:pt x="105667" y="322617"/>
                  </a:lnTo>
                  <a:lnTo>
                    <a:pt x="110637" y="324492"/>
                  </a:lnTo>
                  <a:lnTo>
                    <a:pt x="115665" y="326208"/>
                  </a:lnTo>
                  <a:lnTo>
                    <a:pt x="120745" y="327764"/>
                  </a:lnTo>
                  <a:lnTo>
                    <a:pt x="125871" y="329157"/>
                  </a:lnTo>
                  <a:lnTo>
                    <a:pt x="131039" y="330387"/>
                  </a:lnTo>
                  <a:lnTo>
                    <a:pt x="136244" y="331452"/>
                  </a:lnTo>
                  <a:lnTo>
                    <a:pt x="141480" y="332351"/>
                  </a:lnTo>
                  <a:lnTo>
                    <a:pt x="146742" y="333084"/>
                  </a:lnTo>
                  <a:lnTo>
                    <a:pt x="152024" y="333649"/>
                  </a:lnTo>
                  <a:lnTo>
                    <a:pt x="157322" y="334045"/>
                  </a:lnTo>
                  <a:lnTo>
                    <a:pt x="162630" y="334273"/>
                  </a:lnTo>
                  <a:lnTo>
                    <a:pt x="167942" y="334333"/>
                  </a:lnTo>
                  <a:lnTo>
                    <a:pt x="173253" y="334223"/>
                  </a:lnTo>
                  <a:lnTo>
                    <a:pt x="178558" y="333945"/>
                  </a:lnTo>
                  <a:lnTo>
                    <a:pt x="183852" y="333498"/>
                  </a:lnTo>
                  <a:lnTo>
                    <a:pt x="189129" y="332883"/>
                  </a:lnTo>
                  <a:lnTo>
                    <a:pt x="194384" y="332101"/>
                  </a:lnTo>
                  <a:lnTo>
                    <a:pt x="199611" y="331153"/>
                  </a:lnTo>
                  <a:lnTo>
                    <a:pt x="204805" y="330039"/>
                  </a:lnTo>
                  <a:lnTo>
                    <a:pt x="209961" y="328760"/>
                  </a:lnTo>
                  <a:lnTo>
                    <a:pt x="215075" y="327318"/>
                  </a:lnTo>
                  <a:lnTo>
                    <a:pt x="220139" y="325714"/>
                  </a:lnTo>
                  <a:lnTo>
                    <a:pt x="225150" y="323951"/>
                  </a:lnTo>
                  <a:lnTo>
                    <a:pt x="230103" y="322028"/>
                  </a:lnTo>
                  <a:lnTo>
                    <a:pt x="234992" y="319950"/>
                  </a:lnTo>
                  <a:lnTo>
                    <a:pt x="239813" y="317717"/>
                  </a:lnTo>
                  <a:lnTo>
                    <a:pt x="244560" y="315332"/>
                  </a:lnTo>
                  <a:lnTo>
                    <a:pt x="249229" y="312798"/>
                  </a:lnTo>
                  <a:lnTo>
                    <a:pt x="253815" y="310116"/>
                  </a:lnTo>
                  <a:lnTo>
                    <a:pt x="258313" y="307290"/>
                  </a:lnTo>
                  <a:lnTo>
                    <a:pt x="262720" y="304323"/>
                  </a:lnTo>
                  <a:lnTo>
                    <a:pt x="267030" y="301217"/>
                  </a:lnTo>
                  <a:lnTo>
                    <a:pt x="271239" y="297975"/>
                  </a:lnTo>
                  <a:lnTo>
                    <a:pt x="275343" y="294602"/>
                  </a:lnTo>
                  <a:lnTo>
                    <a:pt x="279337" y="291100"/>
                  </a:lnTo>
                  <a:lnTo>
                    <a:pt x="283219" y="287472"/>
                  </a:lnTo>
                  <a:lnTo>
                    <a:pt x="286983" y="283723"/>
                  </a:lnTo>
                  <a:lnTo>
                    <a:pt x="290626" y="279857"/>
                  </a:lnTo>
                  <a:lnTo>
                    <a:pt x="294145" y="275876"/>
                  </a:lnTo>
                  <a:lnTo>
                    <a:pt x="297535" y="271786"/>
                  </a:lnTo>
                  <a:lnTo>
                    <a:pt x="300793" y="267590"/>
                  </a:lnTo>
                  <a:lnTo>
                    <a:pt x="303917" y="263293"/>
                  </a:lnTo>
                  <a:lnTo>
                    <a:pt x="306902" y="258899"/>
                  </a:lnTo>
                  <a:lnTo>
                    <a:pt x="309746" y="254412"/>
                  </a:lnTo>
                  <a:lnTo>
                    <a:pt x="312447" y="249837"/>
                  </a:lnTo>
                  <a:lnTo>
                    <a:pt x="315000" y="245178"/>
                  </a:lnTo>
                  <a:lnTo>
                    <a:pt x="317404" y="240441"/>
                  </a:lnTo>
                  <a:lnTo>
                    <a:pt x="319657" y="235629"/>
                  </a:lnTo>
                  <a:lnTo>
                    <a:pt x="321755" y="230749"/>
                  </a:lnTo>
                  <a:lnTo>
                    <a:pt x="323698" y="225804"/>
                  </a:lnTo>
                  <a:lnTo>
                    <a:pt x="325482" y="220800"/>
                  </a:lnTo>
                  <a:lnTo>
                    <a:pt x="327106" y="215742"/>
                  </a:lnTo>
                  <a:lnTo>
                    <a:pt x="328569" y="210635"/>
                  </a:lnTo>
                  <a:lnTo>
                    <a:pt x="329869" y="205484"/>
                  </a:lnTo>
                  <a:lnTo>
                    <a:pt x="331004" y="200294"/>
                  </a:lnTo>
                  <a:lnTo>
                    <a:pt x="331974" y="195071"/>
                  </a:lnTo>
                  <a:lnTo>
                    <a:pt x="332777" y="189819"/>
                  </a:lnTo>
                  <a:lnTo>
                    <a:pt x="333413" y="184545"/>
                  </a:lnTo>
                  <a:lnTo>
                    <a:pt x="333882" y="179253"/>
                  </a:lnTo>
                  <a:lnTo>
                    <a:pt x="334181" y="173949"/>
                  </a:lnTo>
                  <a:lnTo>
                    <a:pt x="334313" y="168638"/>
                  </a:lnTo>
                  <a:lnTo>
                    <a:pt x="334275" y="163326"/>
                  </a:lnTo>
                  <a:lnTo>
                    <a:pt x="334069" y="158017"/>
                  </a:lnTo>
                  <a:lnTo>
                    <a:pt x="333693" y="152718"/>
                  </a:lnTo>
                  <a:lnTo>
                    <a:pt x="333150" y="147433"/>
                  </a:lnTo>
                  <a:lnTo>
                    <a:pt x="332439" y="142169"/>
                  </a:lnTo>
                  <a:lnTo>
                    <a:pt x="331562" y="136929"/>
                  </a:lnTo>
                  <a:lnTo>
                    <a:pt x="330518" y="131720"/>
                  </a:lnTo>
                  <a:lnTo>
                    <a:pt x="329309" y="126547"/>
                  </a:lnTo>
                  <a:lnTo>
                    <a:pt x="327936" y="121415"/>
                  </a:lnTo>
                  <a:lnTo>
                    <a:pt x="326401" y="11632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9393"/>
              <a:ext cx="159249" cy="50838"/>
            </a:xfrm>
            <a:custGeom>
              <a:avLst/>
              <a:pathLst>
                <a:path w="159249" h="50838">
                  <a:moveTo>
                    <a:pt x="159249" y="0"/>
                  </a:moveTo>
                  <a:lnTo>
                    <a:pt x="0" y="508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41878"/>
              <a:ext cx="159249" cy="158353"/>
            </a:xfrm>
            <a:custGeom>
              <a:avLst/>
              <a:pathLst>
                <a:path w="159249" h="158353">
                  <a:moveTo>
                    <a:pt x="159249" y="107515"/>
                  </a:moveTo>
                  <a:lnTo>
                    <a:pt x="157462" y="102223"/>
                  </a:lnTo>
                  <a:lnTo>
                    <a:pt x="155499" y="96994"/>
                  </a:lnTo>
                  <a:lnTo>
                    <a:pt x="153362" y="91833"/>
                  </a:lnTo>
                  <a:lnTo>
                    <a:pt x="151054" y="86746"/>
                  </a:lnTo>
                  <a:lnTo>
                    <a:pt x="148577" y="81740"/>
                  </a:lnTo>
                  <a:lnTo>
                    <a:pt x="145935" y="76819"/>
                  </a:lnTo>
                  <a:lnTo>
                    <a:pt x="143130" y="71989"/>
                  </a:lnTo>
                  <a:lnTo>
                    <a:pt x="140164" y="67255"/>
                  </a:lnTo>
                  <a:lnTo>
                    <a:pt x="137043" y="62624"/>
                  </a:lnTo>
                  <a:lnTo>
                    <a:pt x="133768" y="58099"/>
                  </a:lnTo>
                  <a:lnTo>
                    <a:pt x="130344" y="53686"/>
                  </a:lnTo>
                  <a:lnTo>
                    <a:pt x="126775" y="49389"/>
                  </a:lnTo>
                  <a:lnTo>
                    <a:pt x="123063" y="45215"/>
                  </a:lnTo>
                  <a:lnTo>
                    <a:pt x="119215" y="41167"/>
                  </a:lnTo>
                  <a:lnTo>
                    <a:pt x="115233" y="37249"/>
                  </a:lnTo>
                  <a:lnTo>
                    <a:pt x="111123" y="33467"/>
                  </a:lnTo>
                  <a:lnTo>
                    <a:pt x="106889" y="29824"/>
                  </a:lnTo>
                  <a:lnTo>
                    <a:pt x="102535" y="26325"/>
                  </a:lnTo>
                  <a:lnTo>
                    <a:pt x="98067" y="22973"/>
                  </a:lnTo>
                  <a:lnTo>
                    <a:pt x="93490" y="19773"/>
                  </a:lnTo>
                  <a:lnTo>
                    <a:pt x="88808" y="16726"/>
                  </a:lnTo>
                  <a:lnTo>
                    <a:pt x="84027" y="13839"/>
                  </a:lnTo>
                  <a:lnTo>
                    <a:pt x="79152" y="11112"/>
                  </a:lnTo>
                  <a:lnTo>
                    <a:pt x="74188" y="8550"/>
                  </a:lnTo>
                  <a:lnTo>
                    <a:pt x="69142" y="6155"/>
                  </a:lnTo>
                  <a:lnTo>
                    <a:pt x="64019" y="3930"/>
                  </a:lnTo>
                  <a:lnTo>
                    <a:pt x="58824" y="1877"/>
                  </a:lnTo>
                  <a:lnTo>
                    <a:pt x="53564" y="0"/>
                  </a:lnTo>
                  <a:lnTo>
                    <a:pt x="0" y="1583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53564" cy="167167"/>
            </a:xfrm>
            <a:custGeom>
              <a:avLst/>
              <a:pathLst>
                <a:path w="53564" h="167167">
                  <a:moveTo>
                    <a:pt x="53564" y="8813"/>
                  </a:moveTo>
                  <a:lnTo>
                    <a:pt x="47791" y="6977"/>
                  </a:lnTo>
                  <a:lnTo>
                    <a:pt x="41955" y="5350"/>
                  </a:lnTo>
                  <a:lnTo>
                    <a:pt x="36064" y="3936"/>
                  </a:lnTo>
                  <a:lnTo>
                    <a:pt x="30126" y="2737"/>
                  </a:lnTo>
                  <a:lnTo>
                    <a:pt x="24149" y="1753"/>
                  </a:lnTo>
                  <a:lnTo>
                    <a:pt x="18139" y="987"/>
                  </a:lnTo>
                  <a:lnTo>
                    <a:pt x="12106" y="438"/>
                  </a:lnTo>
                  <a:lnTo>
                    <a:pt x="605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358819" y="3170392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7" y="333"/>
                  </a:lnTo>
                  <a:lnTo>
                    <a:pt x="151343" y="750"/>
                  </a:lnTo>
                  <a:lnTo>
                    <a:pt x="146095" y="1332"/>
                  </a:lnTo>
                  <a:lnTo>
                    <a:pt x="140867" y="2080"/>
                  </a:lnTo>
                  <a:lnTo>
                    <a:pt x="135667" y="2993"/>
                  </a:lnTo>
                  <a:lnTo>
                    <a:pt x="130497" y="4070"/>
                  </a:lnTo>
                  <a:lnTo>
                    <a:pt x="125364" y="5309"/>
                  </a:lnTo>
                  <a:lnTo>
                    <a:pt x="120273" y="6710"/>
                  </a:lnTo>
                  <a:lnTo>
                    <a:pt x="115229" y="8271"/>
                  </a:lnTo>
                  <a:lnTo>
                    <a:pt x="110236" y="9990"/>
                  </a:lnTo>
                  <a:lnTo>
                    <a:pt x="105300" y="11866"/>
                  </a:lnTo>
                  <a:lnTo>
                    <a:pt x="100426" y="13898"/>
                  </a:lnTo>
                  <a:lnTo>
                    <a:pt x="95619" y="16082"/>
                  </a:lnTo>
                  <a:lnTo>
                    <a:pt x="90883" y="18417"/>
                  </a:lnTo>
                  <a:lnTo>
                    <a:pt x="86223" y="20900"/>
                  </a:lnTo>
                  <a:lnTo>
                    <a:pt x="81644" y="23529"/>
                  </a:lnTo>
                  <a:lnTo>
                    <a:pt x="77150" y="26302"/>
                  </a:lnTo>
                  <a:lnTo>
                    <a:pt x="72746" y="29215"/>
                  </a:lnTo>
                  <a:lnTo>
                    <a:pt x="68436" y="32266"/>
                  </a:lnTo>
                  <a:lnTo>
                    <a:pt x="64225" y="35451"/>
                  </a:lnTo>
                  <a:lnTo>
                    <a:pt x="60116" y="38768"/>
                  </a:lnTo>
                  <a:lnTo>
                    <a:pt x="56114" y="42213"/>
                  </a:lnTo>
                  <a:lnTo>
                    <a:pt x="52223" y="45782"/>
                  </a:lnTo>
                  <a:lnTo>
                    <a:pt x="48447" y="49473"/>
                  </a:lnTo>
                  <a:lnTo>
                    <a:pt x="44789" y="53281"/>
                  </a:lnTo>
                  <a:lnTo>
                    <a:pt x="41253" y="57203"/>
                  </a:lnTo>
                  <a:lnTo>
                    <a:pt x="37843" y="61234"/>
                  </a:lnTo>
                  <a:lnTo>
                    <a:pt x="34561" y="65371"/>
                  </a:lnTo>
                  <a:lnTo>
                    <a:pt x="31412" y="69610"/>
                  </a:lnTo>
                  <a:lnTo>
                    <a:pt x="28399" y="73946"/>
                  </a:lnTo>
                  <a:lnTo>
                    <a:pt x="25524" y="78375"/>
                  </a:lnTo>
                  <a:lnTo>
                    <a:pt x="22790" y="82893"/>
                  </a:lnTo>
                  <a:lnTo>
                    <a:pt x="20201" y="87494"/>
                  </a:lnTo>
                  <a:lnTo>
                    <a:pt x="17758" y="92176"/>
                  </a:lnTo>
                  <a:lnTo>
                    <a:pt x="15464" y="96932"/>
                  </a:lnTo>
                  <a:lnTo>
                    <a:pt x="13321" y="101758"/>
                  </a:lnTo>
                  <a:lnTo>
                    <a:pt x="11332" y="106649"/>
                  </a:lnTo>
                  <a:lnTo>
                    <a:pt x="9498" y="111601"/>
                  </a:lnTo>
                  <a:lnTo>
                    <a:pt x="7822" y="116608"/>
                  </a:lnTo>
                  <a:lnTo>
                    <a:pt x="6305" y="121666"/>
                  </a:lnTo>
                  <a:lnTo>
                    <a:pt x="4948" y="126769"/>
                  </a:lnTo>
                  <a:lnTo>
                    <a:pt x="3753" y="131912"/>
                  </a:lnTo>
                  <a:lnTo>
                    <a:pt x="2721" y="137091"/>
                  </a:lnTo>
                  <a:lnTo>
                    <a:pt x="1853" y="142299"/>
                  </a:lnTo>
                  <a:lnTo>
                    <a:pt x="1150" y="147533"/>
                  </a:lnTo>
                  <a:lnTo>
                    <a:pt x="613" y="152786"/>
                  </a:lnTo>
                  <a:lnTo>
                    <a:pt x="242" y="158053"/>
                  </a:lnTo>
                  <a:lnTo>
                    <a:pt x="37" y="163329"/>
                  </a:lnTo>
                  <a:lnTo>
                    <a:pt x="0" y="168610"/>
                  </a:lnTo>
                  <a:lnTo>
                    <a:pt x="128" y="173888"/>
                  </a:lnTo>
                  <a:lnTo>
                    <a:pt x="424" y="179160"/>
                  </a:lnTo>
                  <a:lnTo>
                    <a:pt x="886" y="184420"/>
                  </a:lnTo>
                  <a:lnTo>
                    <a:pt x="1514" y="189663"/>
                  </a:lnTo>
                  <a:lnTo>
                    <a:pt x="2307" y="194884"/>
                  </a:lnTo>
                  <a:lnTo>
                    <a:pt x="3265" y="200077"/>
                  </a:lnTo>
                  <a:lnTo>
                    <a:pt x="4386" y="205237"/>
                  </a:lnTo>
                  <a:lnTo>
                    <a:pt x="5669" y="210359"/>
                  </a:lnTo>
                  <a:lnTo>
                    <a:pt x="7114" y="215437"/>
                  </a:lnTo>
                  <a:lnTo>
                    <a:pt x="8718" y="220468"/>
                  </a:lnTo>
                  <a:lnTo>
                    <a:pt x="10481" y="225446"/>
                  </a:lnTo>
                  <a:lnTo>
                    <a:pt x="12400" y="230365"/>
                  </a:lnTo>
                  <a:lnTo>
                    <a:pt x="14473" y="235221"/>
                  </a:lnTo>
                  <a:lnTo>
                    <a:pt x="16699" y="240010"/>
                  </a:lnTo>
                  <a:lnTo>
                    <a:pt x="19074" y="244726"/>
                  </a:lnTo>
                  <a:lnTo>
                    <a:pt x="21598" y="249364"/>
                  </a:lnTo>
                  <a:lnTo>
                    <a:pt x="24266" y="253920"/>
                  </a:lnTo>
                  <a:lnTo>
                    <a:pt x="27078" y="258390"/>
                  </a:lnTo>
                  <a:lnTo>
                    <a:pt x="30029" y="262769"/>
                  </a:lnTo>
                  <a:lnTo>
                    <a:pt x="33116" y="267052"/>
                  </a:lnTo>
                  <a:lnTo>
                    <a:pt x="36338" y="271236"/>
                  </a:lnTo>
                  <a:lnTo>
                    <a:pt x="39690" y="275316"/>
                  </a:lnTo>
                  <a:lnTo>
                    <a:pt x="43169" y="279288"/>
                  </a:lnTo>
                  <a:lnTo>
                    <a:pt x="46772" y="283148"/>
                  </a:lnTo>
                  <a:lnTo>
                    <a:pt x="50495" y="286892"/>
                  </a:lnTo>
                  <a:lnTo>
                    <a:pt x="54335" y="290517"/>
                  </a:lnTo>
                  <a:lnTo>
                    <a:pt x="58287" y="294019"/>
                  </a:lnTo>
                  <a:lnTo>
                    <a:pt x="62348" y="297394"/>
                  </a:lnTo>
                  <a:lnTo>
                    <a:pt x="66513" y="300640"/>
                  </a:lnTo>
                  <a:lnTo>
                    <a:pt x="70779" y="303752"/>
                  </a:lnTo>
                  <a:lnTo>
                    <a:pt x="75141" y="306728"/>
                  </a:lnTo>
                  <a:lnTo>
                    <a:pt x="79594" y="309565"/>
                  </a:lnTo>
                  <a:lnTo>
                    <a:pt x="84135" y="312259"/>
                  </a:lnTo>
                  <a:lnTo>
                    <a:pt x="88759" y="314809"/>
                  </a:lnTo>
                  <a:lnTo>
                    <a:pt x="93462" y="317212"/>
                  </a:lnTo>
                  <a:lnTo>
                    <a:pt x="98237" y="319464"/>
                  </a:lnTo>
                  <a:lnTo>
                    <a:pt x="103082" y="321565"/>
                  </a:lnTo>
                  <a:lnTo>
                    <a:pt x="107990" y="323512"/>
                  </a:lnTo>
                  <a:lnTo>
                    <a:pt x="112957" y="325303"/>
                  </a:lnTo>
                  <a:lnTo>
                    <a:pt x="117979" y="326936"/>
                  </a:lnTo>
                  <a:lnTo>
                    <a:pt x="123049" y="328409"/>
                  </a:lnTo>
                  <a:lnTo>
                    <a:pt x="128164" y="329722"/>
                  </a:lnTo>
                  <a:lnTo>
                    <a:pt x="133317" y="330873"/>
                  </a:lnTo>
                  <a:lnTo>
                    <a:pt x="138505" y="331860"/>
                  </a:lnTo>
                  <a:lnTo>
                    <a:pt x="143721" y="332683"/>
                  </a:lnTo>
                  <a:lnTo>
                    <a:pt x="148960" y="333341"/>
                  </a:lnTo>
                  <a:lnTo>
                    <a:pt x="154217" y="333833"/>
                  </a:lnTo>
                  <a:lnTo>
                    <a:pt x="159487" y="334158"/>
                  </a:lnTo>
                  <a:lnTo>
                    <a:pt x="164765" y="334317"/>
                  </a:lnTo>
                  <a:lnTo>
                    <a:pt x="170046" y="334309"/>
                  </a:lnTo>
                  <a:lnTo>
                    <a:pt x="175323" y="334135"/>
                  </a:lnTo>
                  <a:lnTo>
                    <a:pt x="180593" y="333794"/>
                  </a:lnTo>
                  <a:lnTo>
                    <a:pt x="185849" y="333287"/>
                  </a:lnTo>
                  <a:lnTo>
                    <a:pt x="191086" y="332613"/>
                  </a:lnTo>
                  <a:lnTo>
                    <a:pt x="196299" y="331775"/>
                  </a:lnTo>
                  <a:lnTo>
                    <a:pt x="201484" y="330773"/>
                  </a:lnTo>
                  <a:lnTo>
                    <a:pt x="206634" y="329607"/>
                  </a:lnTo>
                  <a:lnTo>
                    <a:pt x="211744" y="328279"/>
                  </a:lnTo>
                  <a:lnTo>
                    <a:pt x="216811" y="326791"/>
                  </a:lnTo>
                  <a:lnTo>
                    <a:pt x="221827" y="325143"/>
                  </a:lnTo>
                  <a:lnTo>
                    <a:pt x="226789" y="323338"/>
                  </a:lnTo>
                  <a:lnTo>
                    <a:pt x="231692" y="321377"/>
                  </a:lnTo>
                  <a:lnTo>
                    <a:pt x="236530" y="319262"/>
                  </a:lnTo>
                  <a:lnTo>
                    <a:pt x="241299" y="316995"/>
                  </a:lnTo>
                  <a:lnTo>
                    <a:pt x="245994" y="314579"/>
                  </a:lnTo>
                  <a:lnTo>
                    <a:pt x="250611" y="312015"/>
                  </a:lnTo>
                  <a:lnTo>
                    <a:pt x="255144" y="309307"/>
                  </a:lnTo>
                  <a:lnTo>
                    <a:pt x="259589" y="306458"/>
                  </a:lnTo>
                  <a:lnTo>
                    <a:pt x="263942" y="303469"/>
                  </a:lnTo>
                  <a:lnTo>
                    <a:pt x="268199" y="300344"/>
                  </a:lnTo>
                  <a:lnTo>
                    <a:pt x="272355" y="297087"/>
                  </a:lnTo>
                  <a:lnTo>
                    <a:pt x="276406" y="293700"/>
                  </a:lnTo>
                  <a:lnTo>
                    <a:pt x="280347" y="290186"/>
                  </a:lnTo>
                  <a:lnTo>
                    <a:pt x="284176" y="286550"/>
                  </a:lnTo>
                  <a:lnTo>
                    <a:pt x="287888" y="282795"/>
                  </a:lnTo>
                  <a:lnTo>
                    <a:pt x="291480" y="278924"/>
                  </a:lnTo>
                  <a:lnTo>
                    <a:pt x="294948" y="274942"/>
                  </a:lnTo>
                  <a:lnTo>
                    <a:pt x="298288" y="270852"/>
                  </a:lnTo>
                  <a:lnTo>
                    <a:pt x="301497" y="266659"/>
                  </a:lnTo>
                  <a:lnTo>
                    <a:pt x="304572" y="262367"/>
                  </a:lnTo>
                  <a:lnTo>
                    <a:pt x="307511" y="257979"/>
                  </a:lnTo>
                  <a:lnTo>
                    <a:pt x="310309" y="253501"/>
                  </a:lnTo>
                  <a:lnTo>
                    <a:pt x="312964" y="248937"/>
                  </a:lnTo>
                  <a:lnTo>
                    <a:pt x="315474" y="244291"/>
                  </a:lnTo>
                  <a:lnTo>
                    <a:pt x="317836" y="239569"/>
                  </a:lnTo>
                  <a:lnTo>
                    <a:pt x="320047" y="234774"/>
                  </a:lnTo>
                  <a:lnTo>
                    <a:pt x="322106" y="229911"/>
                  </a:lnTo>
                  <a:lnTo>
                    <a:pt x="324011" y="224986"/>
                  </a:lnTo>
                  <a:lnTo>
                    <a:pt x="325758" y="220004"/>
                  </a:lnTo>
                  <a:lnTo>
                    <a:pt x="327348" y="214968"/>
                  </a:lnTo>
                  <a:lnTo>
                    <a:pt x="328778" y="209885"/>
                  </a:lnTo>
                  <a:lnTo>
                    <a:pt x="330046" y="204759"/>
                  </a:lnTo>
                  <a:lnTo>
                    <a:pt x="331152" y="199596"/>
                  </a:lnTo>
                  <a:lnTo>
                    <a:pt x="332095" y="194401"/>
                  </a:lnTo>
                  <a:lnTo>
                    <a:pt x="332873" y="189178"/>
                  </a:lnTo>
                  <a:lnTo>
                    <a:pt x="333485" y="183933"/>
                  </a:lnTo>
                  <a:lnTo>
                    <a:pt x="333932" y="178672"/>
                  </a:lnTo>
                  <a:lnTo>
                    <a:pt x="334212" y="173399"/>
                  </a:lnTo>
                  <a:lnTo>
                    <a:pt x="334325" y="168120"/>
                  </a:lnTo>
                  <a:lnTo>
                    <a:pt x="334272" y="162840"/>
                  </a:lnTo>
                  <a:lnTo>
                    <a:pt x="334052" y="157564"/>
                  </a:lnTo>
                  <a:lnTo>
                    <a:pt x="333666" y="152298"/>
                  </a:lnTo>
                  <a:lnTo>
                    <a:pt x="333113" y="147046"/>
                  </a:lnTo>
                  <a:lnTo>
                    <a:pt x="332395" y="141815"/>
                  </a:lnTo>
                  <a:lnTo>
                    <a:pt x="331511" y="136609"/>
                  </a:lnTo>
                  <a:lnTo>
                    <a:pt x="330464" y="131434"/>
                  </a:lnTo>
                  <a:lnTo>
                    <a:pt x="329254" y="126294"/>
                  </a:lnTo>
                  <a:lnTo>
                    <a:pt x="327883" y="121195"/>
                  </a:lnTo>
                  <a:lnTo>
                    <a:pt x="326350" y="116141"/>
                  </a:lnTo>
                  <a:lnTo>
                    <a:pt x="324659" y="111139"/>
                  </a:lnTo>
                  <a:lnTo>
                    <a:pt x="322811" y="106193"/>
                  </a:lnTo>
                  <a:lnTo>
                    <a:pt x="320808" y="101307"/>
                  </a:lnTo>
                  <a:lnTo>
                    <a:pt x="318651" y="96487"/>
                  </a:lnTo>
                  <a:lnTo>
                    <a:pt x="316343" y="91738"/>
                  </a:lnTo>
                  <a:lnTo>
                    <a:pt x="313887" y="87064"/>
                  </a:lnTo>
                  <a:lnTo>
                    <a:pt x="311284" y="82470"/>
                  </a:lnTo>
                  <a:lnTo>
                    <a:pt x="308537" y="77960"/>
                  </a:lnTo>
                  <a:lnTo>
                    <a:pt x="305649" y="73540"/>
                  </a:lnTo>
                  <a:lnTo>
                    <a:pt x="302623" y="69213"/>
                  </a:lnTo>
                  <a:lnTo>
                    <a:pt x="299461" y="64983"/>
                  </a:lnTo>
                  <a:lnTo>
                    <a:pt x="296168" y="60856"/>
                  </a:lnTo>
                  <a:lnTo>
                    <a:pt x="292746" y="56834"/>
                  </a:lnTo>
                  <a:lnTo>
                    <a:pt x="289199" y="52923"/>
                  </a:lnTo>
                  <a:lnTo>
                    <a:pt x="285529" y="49125"/>
                  </a:lnTo>
                  <a:lnTo>
                    <a:pt x="281742" y="45446"/>
                  </a:lnTo>
                  <a:lnTo>
                    <a:pt x="277841" y="41888"/>
                  </a:lnTo>
                  <a:lnTo>
                    <a:pt x="273829" y="38455"/>
                  </a:lnTo>
                  <a:lnTo>
                    <a:pt x="269710" y="35150"/>
                  </a:lnTo>
                  <a:lnTo>
                    <a:pt x="265490" y="31977"/>
                  </a:lnTo>
                  <a:lnTo>
                    <a:pt x="261171" y="28939"/>
                  </a:lnTo>
                  <a:lnTo>
                    <a:pt x="256758" y="26039"/>
                  </a:lnTo>
                  <a:lnTo>
                    <a:pt x="252256" y="23279"/>
                  </a:lnTo>
                  <a:lnTo>
                    <a:pt x="247670" y="20663"/>
                  </a:lnTo>
                  <a:lnTo>
                    <a:pt x="243002" y="18194"/>
                  </a:lnTo>
                  <a:lnTo>
                    <a:pt x="238259" y="15873"/>
                  </a:lnTo>
                  <a:lnTo>
                    <a:pt x="233446" y="1370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7879"/>
              <a:ext cx="66284" cy="159680"/>
            </a:xfrm>
            <a:custGeom>
              <a:avLst/>
              <a:pathLst>
                <a:path w="66284" h="159680">
                  <a:moveTo>
                    <a:pt x="66284" y="6215"/>
                  </a:moveTo>
                  <a:lnTo>
                    <a:pt x="57960" y="2882"/>
                  </a:lnTo>
                  <a:lnTo>
                    <a:pt x="49469" y="0"/>
                  </a:lnTo>
                  <a:lnTo>
                    <a:pt x="0" y="1596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49469" cy="167167"/>
            </a:xfrm>
            <a:custGeom>
              <a:avLst/>
              <a:pathLst>
                <a:path w="49469" h="167167">
                  <a:moveTo>
                    <a:pt x="49469" y="7487"/>
                  </a:moveTo>
                  <a:lnTo>
                    <a:pt x="43439" y="5742"/>
                  </a:lnTo>
                  <a:lnTo>
                    <a:pt x="37348" y="4225"/>
                  </a:lnTo>
                  <a:lnTo>
                    <a:pt x="31204" y="2938"/>
                  </a:lnTo>
                  <a:lnTo>
                    <a:pt x="25016" y="1882"/>
                  </a:lnTo>
                  <a:lnTo>
                    <a:pt x="18793" y="1059"/>
                  </a:lnTo>
                  <a:lnTo>
                    <a:pt x="12543" y="471"/>
                  </a:lnTo>
                  <a:lnTo>
                    <a:pt x="6276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423596" y="3707720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3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3" y="42472"/>
                  </a:lnTo>
                  <a:lnTo>
                    <a:pt x="51918" y="46062"/>
                  </a:lnTo>
                  <a:lnTo>
                    <a:pt x="48139" y="49774"/>
                  </a:lnTo>
                  <a:lnTo>
                    <a:pt x="44479" y="53604"/>
                  </a:lnTo>
                  <a:lnTo>
                    <a:pt x="40943" y="57548"/>
                  </a:lnTo>
                  <a:lnTo>
                    <a:pt x="37533" y="61602"/>
                  </a:lnTo>
                  <a:lnTo>
                    <a:pt x="34253" y="65762"/>
                  </a:lnTo>
                  <a:lnTo>
                    <a:pt x="31107" y="70023"/>
                  </a:lnTo>
                  <a:lnTo>
                    <a:pt x="28097" y="74383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7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7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5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1" y="132625"/>
                  </a:lnTo>
                  <a:lnTo>
                    <a:pt x="2579" y="137825"/>
                  </a:lnTo>
                  <a:lnTo>
                    <a:pt x="1732" y="143054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60"/>
                  </a:lnTo>
                  <a:lnTo>
                    <a:pt x="0" y="169457"/>
                  </a:lnTo>
                  <a:lnTo>
                    <a:pt x="156" y="174752"/>
                  </a:lnTo>
                  <a:lnTo>
                    <a:pt x="480" y="180039"/>
                  </a:lnTo>
                  <a:lnTo>
                    <a:pt x="972" y="185314"/>
                  </a:lnTo>
                  <a:lnTo>
                    <a:pt x="1630" y="190570"/>
                  </a:lnTo>
                  <a:lnTo>
                    <a:pt x="2455" y="195803"/>
                  </a:lnTo>
                  <a:lnTo>
                    <a:pt x="3445" y="201007"/>
                  </a:lnTo>
                  <a:lnTo>
                    <a:pt x="4599" y="206177"/>
                  </a:lnTo>
                  <a:lnTo>
                    <a:pt x="5917" y="211307"/>
                  </a:lnTo>
                  <a:lnTo>
                    <a:pt x="7396" y="216394"/>
                  </a:lnTo>
                  <a:lnTo>
                    <a:pt x="9036" y="221431"/>
                  </a:lnTo>
                  <a:lnTo>
                    <a:pt x="10835" y="226414"/>
                  </a:lnTo>
                  <a:lnTo>
                    <a:pt x="12791" y="231337"/>
                  </a:lnTo>
                  <a:lnTo>
                    <a:pt x="14901" y="236195"/>
                  </a:lnTo>
                  <a:lnTo>
                    <a:pt x="17165" y="240985"/>
                  </a:lnTo>
                  <a:lnTo>
                    <a:pt x="19579" y="245700"/>
                  </a:lnTo>
                  <a:lnTo>
                    <a:pt x="22141" y="250336"/>
                  </a:lnTo>
                  <a:lnTo>
                    <a:pt x="24849" y="254889"/>
                  </a:lnTo>
                  <a:lnTo>
                    <a:pt x="27700" y="259354"/>
                  </a:lnTo>
                  <a:lnTo>
                    <a:pt x="30691" y="263726"/>
                  </a:lnTo>
                  <a:lnTo>
                    <a:pt x="33819" y="268001"/>
                  </a:lnTo>
                  <a:lnTo>
                    <a:pt x="37081" y="272175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8"/>
                  </a:lnTo>
                  <a:lnTo>
                    <a:pt x="51400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6" y="301442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2" y="310288"/>
                  </a:lnTo>
                  <a:lnTo>
                    <a:pt x="85350" y="312953"/>
                  </a:lnTo>
                  <a:lnTo>
                    <a:pt x="90010" y="315471"/>
                  </a:lnTo>
                  <a:lnTo>
                    <a:pt x="94748" y="317841"/>
                  </a:lnTo>
                  <a:lnTo>
                    <a:pt x="99558" y="320060"/>
                  </a:lnTo>
                  <a:lnTo>
                    <a:pt x="104437" y="322124"/>
                  </a:lnTo>
                  <a:lnTo>
                    <a:pt x="109378" y="324034"/>
                  </a:lnTo>
                  <a:lnTo>
                    <a:pt x="114377" y="325785"/>
                  </a:lnTo>
                  <a:lnTo>
                    <a:pt x="119429" y="327378"/>
                  </a:lnTo>
                  <a:lnTo>
                    <a:pt x="124529" y="328810"/>
                  </a:lnTo>
                  <a:lnTo>
                    <a:pt x="129672" y="330079"/>
                  </a:lnTo>
                  <a:lnTo>
                    <a:pt x="134853" y="331185"/>
                  </a:lnTo>
                  <a:lnTo>
                    <a:pt x="140066" y="332126"/>
                  </a:lnTo>
                  <a:lnTo>
                    <a:pt x="145306" y="332901"/>
                  </a:lnTo>
                  <a:lnTo>
                    <a:pt x="150569" y="333510"/>
                  </a:lnTo>
                  <a:lnTo>
                    <a:pt x="155847" y="333952"/>
                  </a:lnTo>
                  <a:lnTo>
                    <a:pt x="161138" y="334226"/>
                  </a:lnTo>
                  <a:lnTo>
                    <a:pt x="166434" y="334333"/>
                  </a:lnTo>
                  <a:lnTo>
                    <a:pt x="171731" y="334272"/>
                  </a:lnTo>
                  <a:lnTo>
                    <a:pt x="177023" y="334043"/>
                  </a:lnTo>
                  <a:lnTo>
                    <a:pt x="182306" y="333646"/>
                  </a:lnTo>
                  <a:lnTo>
                    <a:pt x="187573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30" y="330395"/>
                  </a:lnTo>
                  <a:lnTo>
                    <a:pt x="208384" y="329169"/>
                  </a:lnTo>
                  <a:lnTo>
                    <a:pt x="213496" y="327782"/>
                  </a:lnTo>
                  <a:lnTo>
                    <a:pt x="218562" y="326233"/>
                  </a:lnTo>
                  <a:lnTo>
                    <a:pt x="223576" y="324524"/>
                  </a:lnTo>
                  <a:lnTo>
                    <a:pt x="228534" y="322657"/>
                  </a:lnTo>
                  <a:lnTo>
                    <a:pt x="233429" y="320634"/>
                  </a:lnTo>
                  <a:lnTo>
                    <a:pt x="238259" y="318457"/>
                  </a:lnTo>
                  <a:lnTo>
                    <a:pt x="243017" y="316128"/>
                  </a:lnTo>
                  <a:lnTo>
                    <a:pt x="247698" y="313649"/>
                  </a:lnTo>
                  <a:lnTo>
                    <a:pt x="252299" y="311024"/>
                  </a:lnTo>
                  <a:lnTo>
                    <a:pt x="256814" y="308254"/>
                  </a:lnTo>
                  <a:lnTo>
                    <a:pt x="261240" y="305342"/>
                  </a:lnTo>
                  <a:lnTo>
                    <a:pt x="265570" y="302291"/>
                  </a:lnTo>
                  <a:lnTo>
                    <a:pt x="269802" y="299105"/>
                  </a:lnTo>
                  <a:lnTo>
                    <a:pt x="273931" y="295787"/>
                  </a:lnTo>
                  <a:lnTo>
                    <a:pt x="277953" y="292339"/>
                  </a:lnTo>
                  <a:lnTo>
                    <a:pt x="281863" y="288765"/>
                  </a:lnTo>
                  <a:lnTo>
                    <a:pt x="285658" y="285069"/>
                  </a:lnTo>
                  <a:lnTo>
                    <a:pt x="289335" y="281255"/>
                  </a:lnTo>
                  <a:lnTo>
                    <a:pt x="292888" y="277327"/>
                  </a:lnTo>
                  <a:lnTo>
                    <a:pt x="296315" y="273288"/>
                  </a:lnTo>
                  <a:lnTo>
                    <a:pt x="299613" y="269142"/>
                  </a:lnTo>
                  <a:lnTo>
                    <a:pt x="302777" y="264894"/>
                  </a:lnTo>
                  <a:lnTo>
                    <a:pt x="305806" y="260547"/>
                  </a:lnTo>
                  <a:lnTo>
                    <a:pt x="308695" y="256107"/>
                  </a:lnTo>
                  <a:lnTo>
                    <a:pt x="311442" y="251578"/>
                  </a:lnTo>
                  <a:lnTo>
                    <a:pt x="314044" y="246964"/>
                  </a:lnTo>
                  <a:lnTo>
                    <a:pt x="316498" y="242269"/>
                  </a:lnTo>
                  <a:lnTo>
                    <a:pt x="318803" y="237500"/>
                  </a:lnTo>
                  <a:lnTo>
                    <a:pt x="320955" y="232659"/>
                  </a:lnTo>
                  <a:lnTo>
                    <a:pt x="322953" y="227753"/>
                  </a:lnTo>
                  <a:lnTo>
                    <a:pt x="324795" y="222786"/>
                  </a:lnTo>
                  <a:lnTo>
                    <a:pt x="326478" y="217763"/>
                  </a:lnTo>
                  <a:lnTo>
                    <a:pt x="328001" y="212690"/>
                  </a:lnTo>
                  <a:lnTo>
                    <a:pt x="329363" y="207570"/>
                  </a:lnTo>
                  <a:lnTo>
                    <a:pt x="330561" y="202411"/>
                  </a:lnTo>
                  <a:lnTo>
                    <a:pt x="331596" y="197215"/>
                  </a:lnTo>
                  <a:lnTo>
                    <a:pt x="332465" y="191990"/>
                  </a:lnTo>
                  <a:lnTo>
                    <a:pt x="333169" y="186739"/>
                  </a:lnTo>
                  <a:lnTo>
                    <a:pt x="333706" y="181469"/>
                  </a:lnTo>
                  <a:lnTo>
                    <a:pt x="334075" y="176185"/>
                  </a:lnTo>
                  <a:lnTo>
                    <a:pt x="334277" y="170892"/>
                  </a:lnTo>
                  <a:lnTo>
                    <a:pt x="334311" y="165594"/>
                  </a:lnTo>
                  <a:lnTo>
                    <a:pt x="334178" y="160299"/>
                  </a:lnTo>
                  <a:lnTo>
                    <a:pt x="333876" y="155010"/>
                  </a:lnTo>
                  <a:lnTo>
                    <a:pt x="333407" y="149734"/>
                  </a:lnTo>
                  <a:lnTo>
                    <a:pt x="332771" y="144475"/>
                  </a:lnTo>
                  <a:lnTo>
                    <a:pt x="331969" y="139238"/>
                  </a:lnTo>
                  <a:lnTo>
                    <a:pt x="331002" y="134030"/>
                  </a:lnTo>
                  <a:lnTo>
                    <a:pt x="329869" y="128855"/>
                  </a:lnTo>
                  <a:lnTo>
                    <a:pt x="328574" y="123719"/>
                  </a:lnTo>
                  <a:lnTo>
                    <a:pt x="327116" y="118626"/>
                  </a:lnTo>
                  <a:lnTo>
                    <a:pt x="325498" y="113582"/>
                  </a:lnTo>
                  <a:lnTo>
                    <a:pt x="323720" y="108592"/>
                  </a:lnTo>
                  <a:lnTo>
                    <a:pt x="321786" y="103660"/>
                  </a:lnTo>
                  <a:lnTo>
                    <a:pt x="319696" y="98793"/>
                  </a:lnTo>
                  <a:lnTo>
                    <a:pt x="317453" y="93994"/>
                  </a:lnTo>
                  <a:lnTo>
                    <a:pt x="315059" y="89268"/>
                  </a:lnTo>
                  <a:lnTo>
                    <a:pt x="312517" y="84621"/>
                  </a:lnTo>
                  <a:lnTo>
                    <a:pt x="309828" y="80056"/>
                  </a:lnTo>
                  <a:lnTo>
                    <a:pt x="306997" y="75580"/>
                  </a:lnTo>
                  <a:lnTo>
                    <a:pt x="304024" y="71195"/>
                  </a:lnTo>
                  <a:lnTo>
                    <a:pt x="300915" y="66906"/>
                  </a:lnTo>
                  <a:lnTo>
                    <a:pt x="297671" y="62718"/>
                  </a:lnTo>
                  <a:lnTo>
                    <a:pt x="294296" y="58635"/>
                  </a:lnTo>
                  <a:lnTo>
                    <a:pt x="290793" y="54661"/>
                  </a:lnTo>
                  <a:lnTo>
                    <a:pt x="287167" y="50800"/>
                  </a:lnTo>
                  <a:lnTo>
                    <a:pt x="283419" y="47056"/>
                  </a:lnTo>
                  <a:lnTo>
                    <a:pt x="279555" y="43432"/>
                  </a:lnTo>
                  <a:lnTo>
                    <a:pt x="275578" y="39933"/>
                  </a:lnTo>
                  <a:lnTo>
                    <a:pt x="271493" y="36561"/>
                  </a:lnTo>
                  <a:lnTo>
                    <a:pt x="267302" y="33321"/>
                  </a:lnTo>
                  <a:lnTo>
                    <a:pt x="263011" y="30215"/>
                  </a:lnTo>
                  <a:lnTo>
                    <a:pt x="258623" y="27246"/>
                  </a:lnTo>
                  <a:lnTo>
                    <a:pt x="254144" y="24418"/>
                  </a:lnTo>
                  <a:lnTo>
                    <a:pt x="249578" y="21734"/>
                  </a:lnTo>
                  <a:lnTo>
                    <a:pt x="244928" y="19195"/>
                  </a:lnTo>
                  <a:lnTo>
                    <a:pt x="240201" y="16805"/>
                  </a:lnTo>
                  <a:lnTo>
                    <a:pt x="235400" y="14566"/>
                  </a:lnTo>
                  <a:lnTo>
                    <a:pt x="230530" y="12480"/>
                  </a:lnTo>
                  <a:lnTo>
                    <a:pt x="225597" y="10550"/>
                  </a:lnTo>
                  <a:lnTo>
                    <a:pt x="220606" y="8776"/>
                  </a:lnTo>
                  <a:lnTo>
                    <a:pt x="215560" y="7162"/>
                  </a:lnTo>
                  <a:lnTo>
                    <a:pt x="210466" y="5709"/>
                  </a:lnTo>
                  <a:lnTo>
                    <a:pt x="205329" y="4417"/>
                  </a:lnTo>
                  <a:lnTo>
                    <a:pt x="200153" y="3289"/>
                  </a:lnTo>
                  <a:lnTo>
                    <a:pt x="194944" y="2326"/>
                  </a:lnTo>
                  <a:lnTo>
                    <a:pt x="189707" y="1528"/>
                  </a:lnTo>
                  <a:lnTo>
                    <a:pt x="184448" y="897"/>
                  </a:lnTo>
                  <a:lnTo>
                    <a:pt x="179171" y="432"/>
                  </a:lnTo>
                  <a:lnTo>
                    <a:pt x="173882" y="135"/>
                  </a:lnTo>
                  <a:lnTo>
                    <a:pt x="168586" y="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14135" y="4213821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3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3" y="42472"/>
                  </a:lnTo>
                  <a:lnTo>
                    <a:pt x="51918" y="46062"/>
                  </a:lnTo>
                  <a:lnTo>
                    <a:pt x="48139" y="49774"/>
                  </a:lnTo>
                  <a:lnTo>
                    <a:pt x="44479" y="53604"/>
                  </a:lnTo>
                  <a:lnTo>
                    <a:pt x="40943" y="57548"/>
                  </a:lnTo>
                  <a:lnTo>
                    <a:pt x="37533" y="61602"/>
                  </a:lnTo>
                  <a:lnTo>
                    <a:pt x="34253" y="65762"/>
                  </a:lnTo>
                  <a:lnTo>
                    <a:pt x="31107" y="70023"/>
                  </a:lnTo>
                  <a:lnTo>
                    <a:pt x="28097" y="74383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7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7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5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1" y="132625"/>
                  </a:lnTo>
                  <a:lnTo>
                    <a:pt x="2579" y="137825"/>
                  </a:lnTo>
                  <a:lnTo>
                    <a:pt x="1732" y="143054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60"/>
                  </a:lnTo>
                  <a:lnTo>
                    <a:pt x="0" y="169457"/>
                  </a:lnTo>
                  <a:lnTo>
                    <a:pt x="156" y="174752"/>
                  </a:lnTo>
                  <a:lnTo>
                    <a:pt x="480" y="180039"/>
                  </a:lnTo>
                  <a:lnTo>
                    <a:pt x="972" y="185314"/>
                  </a:lnTo>
                  <a:lnTo>
                    <a:pt x="1630" y="190570"/>
                  </a:lnTo>
                  <a:lnTo>
                    <a:pt x="2455" y="195803"/>
                  </a:lnTo>
                  <a:lnTo>
                    <a:pt x="3445" y="201007"/>
                  </a:lnTo>
                  <a:lnTo>
                    <a:pt x="4599" y="206177"/>
                  </a:lnTo>
                  <a:lnTo>
                    <a:pt x="5917" y="211307"/>
                  </a:lnTo>
                  <a:lnTo>
                    <a:pt x="7396" y="216394"/>
                  </a:lnTo>
                  <a:lnTo>
                    <a:pt x="9036" y="221431"/>
                  </a:lnTo>
                  <a:lnTo>
                    <a:pt x="10835" y="226414"/>
                  </a:lnTo>
                  <a:lnTo>
                    <a:pt x="12791" y="231337"/>
                  </a:lnTo>
                  <a:lnTo>
                    <a:pt x="14901" y="236195"/>
                  </a:lnTo>
                  <a:lnTo>
                    <a:pt x="17165" y="240985"/>
                  </a:lnTo>
                  <a:lnTo>
                    <a:pt x="19579" y="245700"/>
                  </a:lnTo>
                  <a:lnTo>
                    <a:pt x="22141" y="250336"/>
                  </a:lnTo>
                  <a:lnTo>
                    <a:pt x="24849" y="254889"/>
                  </a:lnTo>
                  <a:lnTo>
                    <a:pt x="27700" y="259354"/>
                  </a:lnTo>
                  <a:lnTo>
                    <a:pt x="30691" y="263726"/>
                  </a:lnTo>
                  <a:lnTo>
                    <a:pt x="33819" y="268001"/>
                  </a:lnTo>
                  <a:lnTo>
                    <a:pt x="37081" y="272175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8"/>
                  </a:lnTo>
                  <a:lnTo>
                    <a:pt x="51400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6" y="301442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2" y="310288"/>
                  </a:lnTo>
                  <a:lnTo>
                    <a:pt x="85350" y="312953"/>
                  </a:lnTo>
                  <a:lnTo>
                    <a:pt x="90010" y="315471"/>
                  </a:lnTo>
                  <a:lnTo>
                    <a:pt x="94748" y="317841"/>
                  </a:lnTo>
                  <a:lnTo>
                    <a:pt x="99558" y="320060"/>
                  </a:lnTo>
                  <a:lnTo>
                    <a:pt x="104437" y="322124"/>
                  </a:lnTo>
                  <a:lnTo>
                    <a:pt x="109378" y="324034"/>
                  </a:lnTo>
                  <a:lnTo>
                    <a:pt x="114377" y="325785"/>
                  </a:lnTo>
                  <a:lnTo>
                    <a:pt x="119429" y="327378"/>
                  </a:lnTo>
                  <a:lnTo>
                    <a:pt x="124529" y="328810"/>
                  </a:lnTo>
                  <a:lnTo>
                    <a:pt x="129672" y="330079"/>
                  </a:lnTo>
                  <a:lnTo>
                    <a:pt x="134853" y="331185"/>
                  </a:lnTo>
                  <a:lnTo>
                    <a:pt x="140066" y="332126"/>
                  </a:lnTo>
                  <a:lnTo>
                    <a:pt x="145306" y="332901"/>
                  </a:lnTo>
                  <a:lnTo>
                    <a:pt x="150569" y="333510"/>
                  </a:lnTo>
                  <a:lnTo>
                    <a:pt x="155847" y="333952"/>
                  </a:lnTo>
                  <a:lnTo>
                    <a:pt x="161138" y="334226"/>
                  </a:lnTo>
                  <a:lnTo>
                    <a:pt x="166434" y="334333"/>
                  </a:lnTo>
                  <a:lnTo>
                    <a:pt x="171731" y="334272"/>
                  </a:lnTo>
                  <a:lnTo>
                    <a:pt x="177023" y="334043"/>
                  </a:lnTo>
                  <a:lnTo>
                    <a:pt x="182306" y="333646"/>
                  </a:lnTo>
                  <a:lnTo>
                    <a:pt x="187573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30" y="330395"/>
                  </a:lnTo>
                  <a:lnTo>
                    <a:pt x="208384" y="329169"/>
                  </a:lnTo>
                  <a:lnTo>
                    <a:pt x="213496" y="327782"/>
                  </a:lnTo>
                  <a:lnTo>
                    <a:pt x="218562" y="326233"/>
                  </a:lnTo>
                  <a:lnTo>
                    <a:pt x="223576" y="324524"/>
                  </a:lnTo>
                  <a:lnTo>
                    <a:pt x="228534" y="322657"/>
                  </a:lnTo>
                  <a:lnTo>
                    <a:pt x="233429" y="320634"/>
                  </a:lnTo>
                  <a:lnTo>
                    <a:pt x="238259" y="318457"/>
                  </a:lnTo>
                  <a:lnTo>
                    <a:pt x="243017" y="316128"/>
                  </a:lnTo>
                  <a:lnTo>
                    <a:pt x="247698" y="313649"/>
                  </a:lnTo>
                  <a:lnTo>
                    <a:pt x="252299" y="311024"/>
                  </a:lnTo>
                  <a:lnTo>
                    <a:pt x="256814" y="308254"/>
                  </a:lnTo>
                  <a:lnTo>
                    <a:pt x="261240" y="305342"/>
                  </a:lnTo>
                  <a:lnTo>
                    <a:pt x="265570" y="302291"/>
                  </a:lnTo>
                  <a:lnTo>
                    <a:pt x="269802" y="299105"/>
                  </a:lnTo>
                  <a:lnTo>
                    <a:pt x="273931" y="295787"/>
                  </a:lnTo>
                  <a:lnTo>
                    <a:pt x="277953" y="292339"/>
                  </a:lnTo>
                  <a:lnTo>
                    <a:pt x="281863" y="288765"/>
                  </a:lnTo>
                  <a:lnTo>
                    <a:pt x="285658" y="285069"/>
                  </a:lnTo>
                  <a:lnTo>
                    <a:pt x="289335" y="281255"/>
                  </a:lnTo>
                  <a:lnTo>
                    <a:pt x="292888" y="277327"/>
                  </a:lnTo>
                  <a:lnTo>
                    <a:pt x="296315" y="273288"/>
                  </a:lnTo>
                  <a:lnTo>
                    <a:pt x="299613" y="269142"/>
                  </a:lnTo>
                  <a:lnTo>
                    <a:pt x="302777" y="264894"/>
                  </a:lnTo>
                  <a:lnTo>
                    <a:pt x="305806" y="260547"/>
                  </a:lnTo>
                  <a:lnTo>
                    <a:pt x="308695" y="256107"/>
                  </a:lnTo>
                  <a:lnTo>
                    <a:pt x="311442" y="251578"/>
                  </a:lnTo>
                  <a:lnTo>
                    <a:pt x="314044" y="246964"/>
                  </a:lnTo>
                  <a:lnTo>
                    <a:pt x="316498" y="242269"/>
                  </a:lnTo>
                  <a:lnTo>
                    <a:pt x="318803" y="237500"/>
                  </a:lnTo>
                  <a:lnTo>
                    <a:pt x="320955" y="232659"/>
                  </a:lnTo>
                  <a:lnTo>
                    <a:pt x="322953" y="227753"/>
                  </a:lnTo>
                  <a:lnTo>
                    <a:pt x="324795" y="222786"/>
                  </a:lnTo>
                  <a:lnTo>
                    <a:pt x="326478" y="217763"/>
                  </a:lnTo>
                  <a:lnTo>
                    <a:pt x="328001" y="212690"/>
                  </a:lnTo>
                  <a:lnTo>
                    <a:pt x="329363" y="207570"/>
                  </a:lnTo>
                  <a:lnTo>
                    <a:pt x="330561" y="202411"/>
                  </a:lnTo>
                  <a:lnTo>
                    <a:pt x="331596" y="197215"/>
                  </a:lnTo>
                  <a:lnTo>
                    <a:pt x="332465" y="191990"/>
                  </a:lnTo>
                  <a:lnTo>
                    <a:pt x="333169" y="186739"/>
                  </a:lnTo>
                  <a:lnTo>
                    <a:pt x="333706" y="181469"/>
                  </a:lnTo>
                  <a:lnTo>
                    <a:pt x="334075" y="176185"/>
                  </a:lnTo>
                  <a:lnTo>
                    <a:pt x="334277" y="170892"/>
                  </a:lnTo>
                  <a:lnTo>
                    <a:pt x="334311" y="165594"/>
                  </a:lnTo>
                  <a:lnTo>
                    <a:pt x="334178" y="160299"/>
                  </a:lnTo>
                  <a:lnTo>
                    <a:pt x="333876" y="155010"/>
                  </a:lnTo>
                  <a:lnTo>
                    <a:pt x="333407" y="149734"/>
                  </a:lnTo>
                  <a:lnTo>
                    <a:pt x="332771" y="144475"/>
                  </a:lnTo>
                  <a:lnTo>
                    <a:pt x="331969" y="139238"/>
                  </a:lnTo>
                  <a:lnTo>
                    <a:pt x="331002" y="134030"/>
                  </a:lnTo>
                  <a:lnTo>
                    <a:pt x="329869" y="128855"/>
                  </a:lnTo>
                  <a:lnTo>
                    <a:pt x="328574" y="123719"/>
                  </a:lnTo>
                  <a:lnTo>
                    <a:pt x="327116" y="118626"/>
                  </a:lnTo>
                  <a:lnTo>
                    <a:pt x="325498" y="113582"/>
                  </a:lnTo>
                  <a:lnTo>
                    <a:pt x="323720" y="108592"/>
                  </a:lnTo>
                  <a:lnTo>
                    <a:pt x="321786" y="103660"/>
                  </a:lnTo>
                  <a:lnTo>
                    <a:pt x="319696" y="98793"/>
                  </a:lnTo>
                  <a:lnTo>
                    <a:pt x="317453" y="93994"/>
                  </a:lnTo>
                  <a:lnTo>
                    <a:pt x="315059" y="89268"/>
                  </a:lnTo>
                  <a:lnTo>
                    <a:pt x="312517" y="84621"/>
                  </a:lnTo>
                  <a:lnTo>
                    <a:pt x="309828" y="80056"/>
                  </a:lnTo>
                  <a:lnTo>
                    <a:pt x="306997" y="75580"/>
                  </a:lnTo>
                  <a:lnTo>
                    <a:pt x="304024" y="71195"/>
                  </a:lnTo>
                  <a:lnTo>
                    <a:pt x="300915" y="66906"/>
                  </a:lnTo>
                  <a:lnTo>
                    <a:pt x="297671" y="62718"/>
                  </a:lnTo>
                  <a:lnTo>
                    <a:pt x="294296" y="58635"/>
                  </a:lnTo>
                  <a:lnTo>
                    <a:pt x="290793" y="54661"/>
                  </a:lnTo>
                  <a:lnTo>
                    <a:pt x="287167" y="50800"/>
                  </a:lnTo>
                  <a:lnTo>
                    <a:pt x="283419" y="47056"/>
                  </a:lnTo>
                  <a:lnTo>
                    <a:pt x="279555" y="43432"/>
                  </a:lnTo>
                  <a:lnTo>
                    <a:pt x="275578" y="39933"/>
                  </a:lnTo>
                  <a:lnTo>
                    <a:pt x="271493" y="36561"/>
                  </a:lnTo>
                  <a:lnTo>
                    <a:pt x="267302" y="33321"/>
                  </a:lnTo>
                  <a:lnTo>
                    <a:pt x="263011" y="30215"/>
                  </a:lnTo>
                  <a:lnTo>
                    <a:pt x="258623" y="27246"/>
                  </a:lnTo>
                  <a:lnTo>
                    <a:pt x="254144" y="24418"/>
                  </a:lnTo>
                  <a:lnTo>
                    <a:pt x="249578" y="21734"/>
                  </a:lnTo>
                  <a:lnTo>
                    <a:pt x="244928" y="19195"/>
                  </a:lnTo>
                  <a:lnTo>
                    <a:pt x="240201" y="16805"/>
                  </a:lnTo>
                  <a:lnTo>
                    <a:pt x="235400" y="14566"/>
                  </a:lnTo>
                  <a:lnTo>
                    <a:pt x="230530" y="12480"/>
                  </a:lnTo>
                  <a:lnTo>
                    <a:pt x="225597" y="10550"/>
                  </a:lnTo>
                  <a:lnTo>
                    <a:pt x="220606" y="8776"/>
                  </a:lnTo>
                  <a:lnTo>
                    <a:pt x="215560" y="7162"/>
                  </a:lnTo>
                  <a:lnTo>
                    <a:pt x="210466" y="5709"/>
                  </a:lnTo>
                  <a:lnTo>
                    <a:pt x="205329" y="4417"/>
                  </a:lnTo>
                  <a:lnTo>
                    <a:pt x="200153" y="3289"/>
                  </a:lnTo>
                  <a:lnTo>
                    <a:pt x="194944" y="2326"/>
                  </a:lnTo>
                  <a:lnTo>
                    <a:pt x="189707" y="1528"/>
                  </a:lnTo>
                  <a:lnTo>
                    <a:pt x="184448" y="897"/>
                  </a:lnTo>
                  <a:lnTo>
                    <a:pt x="179171" y="432"/>
                  </a:lnTo>
                  <a:lnTo>
                    <a:pt x="173882" y="135"/>
                  </a:lnTo>
                  <a:lnTo>
                    <a:pt x="168586" y="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921239" y="4659281"/>
              <a:ext cx="165285" cy="167167"/>
            </a:xfrm>
            <a:custGeom>
              <a:avLst/>
              <a:pathLst>
                <a:path w="165285" h="167167">
                  <a:moveTo>
                    <a:pt x="165285" y="0"/>
                  </a:moveTo>
                  <a:lnTo>
                    <a:pt x="159888" y="87"/>
                  </a:lnTo>
                  <a:lnTo>
                    <a:pt x="154498" y="348"/>
                  </a:lnTo>
                  <a:lnTo>
                    <a:pt x="149118" y="783"/>
                  </a:lnTo>
                  <a:lnTo>
                    <a:pt x="143756" y="1392"/>
                  </a:lnTo>
                  <a:lnTo>
                    <a:pt x="138416" y="2173"/>
                  </a:lnTo>
                  <a:lnTo>
                    <a:pt x="133104" y="3126"/>
                  </a:lnTo>
                  <a:lnTo>
                    <a:pt x="127825" y="4251"/>
                  </a:lnTo>
                  <a:lnTo>
                    <a:pt x="122586" y="5545"/>
                  </a:lnTo>
                  <a:lnTo>
                    <a:pt x="117391" y="7007"/>
                  </a:lnTo>
                  <a:lnTo>
                    <a:pt x="112246" y="8637"/>
                  </a:lnTo>
                  <a:lnTo>
                    <a:pt x="107156" y="10431"/>
                  </a:lnTo>
                  <a:lnTo>
                    <a:pt x="102127" y="12390"/>
                  </a:lnTo>
                  <a:lnTo>
                    <a:pt x="97163" y="14509"/>
                  </a:lnTo>
                  <a:lnTo>
                    <a:pt x="92271" y="16788"/>
                  </a:lnTo>
                  <a:lnTo>
                    <a:pt x="87455" y="19223"/>
                  </a:lnTo>
                  <a:lnTo>
                    <a:pt x="82720" y="21812"/>
                  </a:lnTo>
                  <a:lnTo>
                    <a:pt x="78070" y="24553"/>
                  </a:lnTo>
                  <a:lnTo>
                    <a:pt x="73512" y="27443"/>
                  </a:lnTo>
                  <a:lnTo>
                    <a:pt x="69050" y="30478"/>
                  </a:lnTo>
                  <a:lnTo>
                    <a:pt x="64688" y="33656"/>
                  </a:lnTo>
                  <a:lnTo>
                    <a:pt x="60430" y="36973"/>
                  </a:lnTo>
                  <a:lnTo>
                    <a:pt x="56282" y="40425"/>
                  </a:lnTo>
                  <a:lnTo>
                    <a:pt x="52248" y="44010"/>
                  </a:lnTo>
                  <a:lnTo>
                    <a:pt x="48331" y="47723"/>
                  </a:lnTo>
                  <a:lnTo>
                    <a:pt x="44536" y="51561"/>
                  </a:lnTo>
                  <a:lnTo>
                    <a:pt x="40867" y="55519"/>
                  </a:lnTo>
                  <a:lnTo>
                    <a:pt x="37328" y="59593"/>
                  </a:lnTo>
                  <a:lnTo>
                    <a:pt x="33922" y="63780"/>
                  </a:lnTo>
                  <a:lnTo>
                    <a:pt x="30653" y="68074"/>
                  </a:lnTo>
                  <a:lnTo>
                    <a:pt x="27525" y="72472"/>
                  </a:lnTo>
                  <a:lnTo>
                    <a:pt x="24540" y="76968"/>
                  </a:lnTo>
                  <a:lnTo>
                    <a:pt x="21702" y="81558"/>
                  </a:lnTo>
                  <a:lnTo>
                    <a:pt x="19013" y="86238"/>
                  </a:lnTo>
                  <a:lnTo>
                    <a:pt x="16477" y="91002"/>
                  </a:lnTo>
                  <a:lnTo>
                    <a:pt x="14096" y="95845"/>
                  </a:lnTo>
                  <a:lnTo>
                    <a:pt x="11872" y="100762"/>
                  </a:lnTo>
                  <a:lnTo>
                    <a:pt x="9808" y="105749"/>
                  </a:lnTo>
                  <a:lnTo>
                    <a:pt x="7907" y="110800"/>
                  </a:lnTo>
                  <a:lnTo>
                    <a:pt x="6169" y="115910"/>
                  </a:lnTo>
                  <a:lnTo>
                    <a:pt x="4598" y="121073"/>
                  </a:lnTo>
                  <a:lnTo>
                    <a:pt x="3193" y="126284"/>
                  </a:lnTo>
                  <a:lnTo>
                    <a:pt x="1958" y="131537"/>
                  </a:lnTo>
                  <a:lnTo>
                    <a:pt x="893" y="136828"/>
                  </a:lnTo>
                  <a:lnTo>
                    <a:pt x="0" y="142151"/>
                  </a:lnTo>
                  <a:lnTo>
                    <a:pt x="16528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1239" y="4801432"/>
              <a:ext cx="165285" cy="25016"/>
            </a:xfrm>
            <a:custGeom>
              <a:avLst/>
              <a:pathLst>
                <a:path w="165285" h="25016">
                  <a:moveTo>
                    <a:pt x="0" y="0"/>
                  </a:moveTo>
                  <a:lnTo>
                    <a:pt x="165285" y="250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371" y="4801432"/>
              <a:ext cx="167153" cy="27168"/>
            </a:xfrm>
            <a:custGeom>
              <a:avLst/>
              <a:pathLst>
                <a:path w="167153" h="27168">
                  <a:moveTo>
                    <a:pt x="1868" y="0"/>
                  </a:moveTo>
                  <a:lnTo>
                    <a:pt x="986" y="6757"/>
                  </a:lnTo>
                  <a:lnTo>
                    <a:pt x="380" y="13546"/>
                  </a:lnTo>
                  <a:lnTo>
                    <a:pt x="51" y="20353"/>
                  </a:lnTo>
                  <a:lnTo>
                    <a:pt x="0" y="27168"/>
                  </a:lnTo>
                  <a:lnTo>
                    <a:pt x="167153" y="250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371" y="4659281"/>
              <a:ext cx="334302" cy="334334"/>
            </a:xfrm>
            <a:custGeom>
              <a:avLst/>
              <a:pathLst>
                <a:path w="334302" h="334334">
                  <a:moveTo>
                    <a:pt x="0" y="169319"/>
                  </a:moveTo>
                  <a:lnTo>
                    <a:pt x="152" y="174625"/>
                  </a:lnTo>
                  <a:lnTo>
                    <a:pt x="473" y="179923"/>
                  </a:lnTo>
                  <a:lnTo>
                    <a:pt x="962" y="185209"/>
                  </a:lnTo>
                  <a:lnTo>
                    <a:pt x="1619" y="190476"/>
                  </a:lnTo>
                  <a:lnTo>
                    <a:pt x="2442" y="195719"/>
                  </a:lnTo>
                  <a:lnTo>
                    <a:pt x="3432" y="200934"/>
                  </a:lnTo>
                  <a:lnTo>
                    <a:pt x="4586" y="206115"/>
                  </a:lnTo>
                  <a:lnTo>
                    <a:pt x="5905" y="211257"/>
                  </a:lnTo>
                  <a:lnTo>
                    <a:pt x="7386" y="216354"/>
                  </a:lnTo>
                  <a:lnTo>
                    <a:pt x="9028" y="221401"/>
                  </a:lnTo>
                  <a:lnTo>
                    <a:pt x="10829" y="226394"/>
                  </a:lnTo>
                  <a:lnTo>
                    <a:pt x="12789" y="231327"/>
                  </a:lnTo>
                  <a:lnTo>
                    <a:pt x="14903" y="236196"/>
                  </a:lnTo>
                  <a:lnTo>
                    <a:pt x="17172" y="240994"/>
                  </a:lnTo>
                  <a:lnTo>
                    <a:pt x="19591" y="245719"/>
                  </a:lnTo>
                  <a:lnTo>
                    <a:pt x="22159" y="250364"/>
                  </a:lnTo>
                  <a:lnTo>
                    <a:pt x="24874" y="254925"/>
                  </a:lnTo>
                  <a:lnTo>
                    <a:pt x="27732" y="259398"/>
                  </a:lnTo>
                  <a:lnTo>
                    <a:pt x="30730" y="263778"/>
                  </a:lnTo>
                  <a:lnTo>
                    <a:pt x="33866" y="268061"/>
                  </a:lnTo>
                  <a:lnTo>
                    <a:pt x="37137" y="272241"/>
                  </a:lnTo>
                  <a:lnTo>
                    <a:pt x="40538" y="276316"/>
                  </a:lnTo>
                  <a:lnTo>
                    <a:pt x="44067" y="280281"/>
                  </a:lnTo>
                  <a:lnTo>
                    <a:pt x="47720" y="284132"/>
                  </a:lnTo>
                  <a:lnTo>
                    <a:pt x="51494" y="287865"/>
                  </a:lnTo>
                  <a:lnTo>
                    <a:pt x="55384" y="291476"/>
                  </a:lnTo>
                  <a:lnTo>
                    <a:pt x="59387" y="294961"/>
                  </a:lnTo>
                  <a:lnTo>
                    <a:pt x="63499" y="298318"/>
                  </a:lnTo>
                  <a:lnTo>
                    <a:pt x="67715" y="301543"/>
                  </a:lnTo>
                  <a:lnTo>
                    <a:pt x="72031" y="304632"/>
                  </a:lnTo>
                  <a:lnTo>
                    <a:pt x="76443" y="307583"/>
                  </a:lnTo>
                  <a:lnTo>
                    <a:pt x="80947" y="310392"/>
                  </a:lnTo>
                  <a:lnTo>
                    <a:pt x="85538" y="313057"/>
                  </a:lnTo>
                  <a:lnTo>
                    <a:pt x="90210" y="315574"/>
                  </a:lnTo>
                  <a:lnTo>
                    <a:pt x="94961" y="317942"/>
                  </a:lnTo>
                  <a:lnTo>
                    <a:pt x="99784" y="320158"/>
                  </a:lnTo>
                  <a:lnTo>
                    <a:pt x="104675" y="322220"/>
                  </a:lnTo>
                  <a:lnTo>
                    <a:pt x="109629" y="324125"/>
                  </a:lnTo>
                  <a:lnTo>
                    <a:pt x="114641" y="325873"/>
                  </a:lnTo>
                  <a:lnTo>
                    <a:pt x="119707" y="327460"/>
                  </a:lnTo>
                  <a:lnTo>
                    <a:pt x="124819" y="328885"/>
                  </a:lnTo>
                  <a:lnTo>
                    <a:pt x="129975" y="330148"/>
                  </a:lnTo>
                  <a:lnTo>
                    <a:pt x="135168" y="331246"/>
                  </a:lnTo>
                  <a:lnTo>
                    <a:pt x="140393" y="332179"/>
                  </a:lnTo>
                  <a:lnTo>
                    <a:pt x="145646" y="332945"/>
                  </a:lnTo>
                  <a:lnTo>
                    <a:pt x="150920" y="333544"/>
                  </a:lnTo>
                  <a:lnTo>
                    <a:pt x="156210" y="333976"/>
                  </a:lnTo>
                  <a:lnTo>
                    <a:pt x="161512" y="334239"/>
                  </a:lnTo>
                  <a:lnTo>
                    <a:pt x="166819" y="334334"/>
                  </a:lnTo>
                  <a:lnTo>
                    <a:pt x="172126" y="334260"/>
                  </a:lnTo>
                  <a:lnTo>
                    <a:pt x="177428" y="334018"/>
                  </a:lnTo>
                  <a:lnTo>
                    <a:pt x="182720" y="333608"/>
                  </a:lnTo>
                  <a:lnTo>
                    <a:pt x="187997" y="333030"/>
                  </a:lnTo>
                  <a:lnTo>
                    <a:pt x="193252" y="332284"/>
                  </a:lnTo>
                  <a:lnTo>
                    <a:pt x="198481" y="331373"/>
                  </a:lnTo>
                  <a:lnTo>
                    <a:pt x="203679" y="330295"/>
                  </a:lnTo>
                  <a:lnTo>
                    <a:pt x="208839" y="329053"/>
                  </a:lnTo>
                  <a:lnTo>
                    <a:pt x="213958" y="327648"/>
                  </a:lnTo>
                  <a:lnTo>
                    <a:pt x="219029" y="326081"/>
                  </a:lnTo>
                  <a:lnTo>
                    <a:pt x="224048" y="324354"/>
                  </a:lnTo>
                  <a:lnTo>
                    <a:pt x="229010" y="322469"/>
                  </a:lnTo>
                  <a:lnTo>
                    <a:pt x="233909" y="320427"/>
                  </a:lnTo>
                  <a:lnTo>
                    <a:pt x="238741" y="318230"/>
                  </a:lnTo>
                  <a:lnTo>
                    <a:pt x="243501" y="315881"/>
                  </a:lnTo>
                  <a:lnTo>
                    <a:pt x="248184" y="313382"/>
                  </a:lnTo>
                  <a:lnTo>
                    <a:pt x="252785" y="310736"/>
                  </a:lnTo>
                  <a:lnTo>
                    <a:pt x="257300" y="307945"/>
                  </a:lnTo>
                  <a:lnTo>
                    <a:pt x="261724" y="305012"/>
                  </a:lnTo>
                  <a:lnTo>
                    <a:pt x="266053" y="301940"/>
                  </a:lnTo>
                  <a:lnTo>
                    <a:pt x="270282" y="298732"/>
                  </a:lnTo>
                  <a:lnTo>
                    <a:pt x="274407" y="295392"/>
                  </a:lnTo>
                  <a:lnTo>
                    <a:pt x="278424" y="291922"/>
                  </a:lnTo>
                  <a:lnTo>
                    <a:pt x="282328" y="288326"/>
                  </a:lnTo>
                  <a:lnTo>
                    <a:pt x="286117" y="284609"/>
                  </a:lnTo>
                  <a:lnTo>
                    <a:pt x="289785" y="280773"/>
                  </a:lnTo>
                  <a:lnTo>
                    <a:pt x="293330" y="276822"/>
                  </a:lnTo>
                  <a:lnTo>
                    <a:pt x="296748" y="272761"/>
                  </a:lnTo>
                  <a:lnTo>
                    <a:pt x="300035" y="268593"/>
                  </a:lnTo>
                  <a:lnTo>
                    <a:pt x="303188" y="264323"/>
                  </a:lnTo>
                  <a:lnTo>
                    <a:pt x="306204" y="259956"/>
                  </a:lnTo>
                  <a:lnTo>
                    <a:pt x="309080" y="255494"/>
                  </a:lnTo>
                  <a:lnTo>
                    <a:pt x="311813" y="250944"/>
                  </a:lnTo>
                  <a:lnTo>
                    <a:pt x="314400" y="246309"/>
                  </a:lnTo>
                  <a:lnTo>
                    <a:pt x="316838" y="241594"/>
                  </a:lnTo>
                  <a:lnTo>
                    <a:pt x="319125" y="236804"/>
                  </a:lnTo>
                  <a:lnTo>
                    <a:pt x="321260" y="231944"/>
                  </a:lnTo>
                  <a:lnTo>
                    <a:pt x="323239" y="227019"/>
                  </a:lnTo>
                  <a:lnTo>
                    <a:pt x="325060" y="222034"/>
                  </a:lnTo>
                  <a:lnTo>
                    <a:pt x="326722" y="216993"/>
                  </a:lnTo>
                  <a:lnTo>
                    <a:pt x="328224" y="211902"/>
                  </a:lnTo>
                  <a:lnTo>
                    <a:pt x="329563" y="206765"/>
                  </a:lnTo>
                  <a:lnTo>
                    <a:pt x="330738" y="201589"/>
                  </a:lnTo>
                  <a:lnTo>
                    <a:pt x="331749" y="196378"/>
                  </a:lnTo>
                  <a:lnTo>
                    <a:pt x="332593" y="191138"/>
                  </a:lnTo>
                  <a:lnTo>
                    <a:pt x="333271" y="185873"/>
                  </a:lnTo>
                  <a:lnTo>
                    <a:pt x="333781" y="180590"/>
                  </a:lnTo>
                  <a:lnTo>
                    <a:pt x="334123" y="175293"/>
                  </a:lnTo>
                  <a:lnTo>
                    <a:pt x="334297" y="169988"/>
                  </a:lnTo>
                  <a:lnTo>
                    <a:pt x="334302" y="164680"/>
                  </a:lnTo>
                  <a:lnTo>
                    <a:pt x="334139" y="159375"/>
                  </a:lnTo>
                  <a:lnTo>
                    <a:pt x="333807" y="154077"/>
                  </a:lnTo>
                  <a:lnTo>
                    <a:pt x="333308" y="148793"/>
                  </a:lnTo>
                  <a:lnTo>
                    <a:pt x="332641" y="143527"/>
                  </a:lnTo>
                  <a:lnTo>
                    <a:pt x="331807" y="138285"/>
                  </a:lnTo>
                  <a:lnTo>
                    <a:pt x="330807" y="133072"/>
                  </a:lnTo>
                  <a:lnTo>
                    <a:pt x="329642" y="127894"/>
                  </a:lnTo>
                  <a:lnTo>
                    <a:pt x="328313" y="122755"/>
                  </a:lnTo>
                  <a:lnTo>
                    <a:pt x="326822" y="117661"/>
                  </a:lnTo>
                  <a:lnTo>
                    <a:pt x="325170" y="112616"/>
                  </a:lnTo>
                  <a:lnTo>
                    <a:pt x="323358" y="107627"/>
                  </a:lnTo>
                  <a:lnTo>
                    <a:pt x="321389" y="102698"/>
                  </a:lnTo>
                  <a:lnTo>
                    <a:pt x="319264" y="97834"/>
                  </a:lnTo>
                  <a:lnTo>
                    <a:pt x="316987" y="93039"/>
                  </a:lnTo>
                  <a:lnTo>
                    <a:pt x="314558" y="88320"/>
                  </a:lnTo>
                  <a:lnTo>
                    <a:pt x="311980" y="83680"/>
                  </a:lnTo>
                  <a:lnTo>
                    <a:pt x="309256" y="79124"/>
                  </a:lnTo>
                  <a:lnTo>
                    <a:pt x="306390" y="74657"/>
                  </a:lnTo>
                  <a:lnTo>
                    <a:pt x="303382" y="70283"/>
                  </a:lnTo>
                  <a:lnTo>
                    <a:pt x="300238" y="66007"/>
                  </a:lnTo>
                  <a:lnTo>
                    <a:pt x="296959" y="61833"/>
                  </a:lnTo>
                  <a:lnTo>
                    <a:pt x="293550" y="57765"/>
                  </a:lnTo>
                  <a:lnTo>
                    <a:pt x="290012" y="53807"/>
                  </a:lnTo>
                  <a:lnTo>
                    <a:pt x="286352" y="49963"/>
                  </a:lnTo>
                  <a:lnTo>
                    <a:pt x="282571" y="46238"/>
                  </a:lnTo>
                  <a:lnTo>
                    <a:pt x="278673" y="42635"/>
                  </a:lnTo>
                  <a:lnTo>
                    <a:pt x="274663" y="39157"/>
                  </a:lnTo>
                  <a:lnTo>
                    <a:pt x="270545" y="35808"/>
                  </a:lnTo>
                  <a:lnTo>
                    <a:pt x="266322" y="32592"/>
                  </a:lnTo>
                  <a:lnTo>
                    <a:pt x="262000" y="29511"/>
                  </a:lnTo>
                  <a:lnTo>
                    <a:pt x="257582" y="26570"/>
                  </a:lnTo>
                  <a:lnTo>
                    <a:pt x="253072" y="23770"/>
                  </a:lnTo>
                  <a:lnTo>
                    <a:pt x="248477" y="21114"/>
                  </a:lnTo>
                  <a:lnTo>
                    <a:pt x="243799" y="18606"/>
                  </a:lnTo>
                  <a:lnTo>
                    <a:pt x="239044" y="16247"/>
                  </a:lnTo>
                  <a:lnTo>
                    <a:pt x="234216" y="14041"/>
                  </a:lnTo>
                  <a:lnTo>
                    <a:pt x="229321" y="11989"/>
                  </a:lnTo>
                  <a:lnTo>
                    <a:pt x="224363" y="10094"/>
                  </a:lnTo>
                  <a:lnTo>
                    <a:pt x="219347" y="8357"/>
                  </a:lnTo>
                  <a:lnTo>
                    <a:pt x="214279" y="6780"/>
                  </a:lnTo>
                  <a:lnTo>
                    <a:pt x="209163" y="5364"/>
                  </a:lnTo>
                  <a:lnTo>
                    <a:pt x="204005" y="4112"/>
                  </a:lnTo>
                  <a:lnTo>
                    <a:pt x="198810" y="3024"/>
                  </a:lnTo>
                  <a:lnTo>
                    <a:pt x="193582" y="2102"/>
                  </a:lnTo>
                  <a:lnTo>
                    <a:pt x="188329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321565" y="5018213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6" y="3006"/>
                  </a:lnTo>
                  <a:lnTo>
                    <a:pt x="130416" y="4087"/>
                  </a:lnTo>
                  <a:lnTo>
                    <a:pt x="125273" y="5331"/>
                  </a:lnTo>
                  <a:lnTo>
                    <a:pt x="120172" y="6738"/>
                  </a:lnTo>
                  <a:lnTo>
                    <a:pt x="115118" y="8305"/>
                  </a:lnTo>
                  <a:lnTo>
                    <a:pt x="110116" y="10032"/>
                  </a:lnTo>
                  <a:lnTo>
                    <a:pt x="105171" y="11916"/>
                  </a:lnTo>
                  <a:lnTo>
                    <a:pt x="100289" y="13955"/>
                  </a:lnTo>
                  <a:lnTo>
                    <a:pt x="95473" y="16148"/>
                  </a:lnTo>
                  <a:lnTo>
                    <a:pt x="90730" y="18492"/>
                  </a:lnTo>
                  <a:lnTo>
                    <a:pt x="86062" y="20986"/>
                  </a:lnTo>
                  <a:lnTo>
                    <a:pt x="81477" y="23625"/>
                  </a:lnTo>
                  <a:lnTo>
                    <a:pt x="76976" y="26409"/>
                  </a:lnTo>
                  <a:lnTo>
                    <a:pt x="72567" y="29334"/>
                  </a:lnTo>
                  <a:lnTo>
                    <a:pt x="68252" y="32396"/>
                  </a:lnTo>
                  <a:lnTo>
                    <a:pt x="64036" y="35594"/>
                  </a:lnTo>
                  <a:lnTo>
                    <a:pt x="59923" y="38924"/>
                  </a:lnTo>
                  <a:lnTo>
                    <a:pt x="55918" y="42382"/>
                  </a:lnTo>
                  <a:lnTo>
                    <a:pt x="52025" y="45965"/>
                  </a:lnTo>
                  <a:lnTo>
                    <a:pt x="48246" y="49669"/>
                  </a:lnTo>
                  <a:lnTo>
                    <a:pt x="44587" y="53492"/>
                  </a:lnTo>
                  <a:lnTo>
                    <a:pt x="41051" y="57428"/>
                  </a:lnTo>
                  <a:lnTo>
                    <a:pt x="37641" y="61474"/>
                  </a:lnTo>
                  <a:lnTo>
                    <a:pt x="34361" y="65626"/>
                  </a:lnTo>
                  <a:lnTo>
                    <a:pt x="31213" y="69880"/>
                  </a:lnTo>
                  <a:lnTo>
                    <a:pt x="28202" y="74231"/>
                  </a:lnTo>
                  <a:lnTo>
                    <a:pt x="25331" y="78675"/>
                  </a:lnTo>
                  <a:lnTo>
                    <a:pt x="22601" y="83208"/>
                  </a:lnTo>
                  <a:lnTo>
                    <a:pt x="20016" y="87825"/>
                  </a:lnTo>
                  <a:lnTo>
                    <a:pt x="17579" y="92522"/>
                  </a:lnTo>
                  <a:lnTo>
                    <a:pt x="15291" y="97293"/>
                  </a:lnTo>
                  <a:lnTo>
                    <a:pt x="13156" y="102135"/>
                  </a:lnTo>
                  <a:lnTo>
                    <a:pt x="11175" y="107041"/>
                  </a:lnTo>
                  <a:lnTo>
                    <a:pt x="9350" y="112008"/>
                  </a:lnTo>
                  <a:lnTo>
                    <a:pt x="7683" y="117030"/>
                  </a:lnTo>
                  <a:lnTo>
                    <a:pt x="6176" y="122102"/>
                  </a:lnTo>
                  <a:lnTo>
                    <a:pt x="4831" y="127220"/>
                  </a:lnTo>
                  <a:lnTo>
                    <a:pt x="3648" y="132377"/>
                  </a:lnTo>
                  <a:lnTo>
                    <a:pt x="2629" y="137570"/>
                  </a:lnTo>
                  <a:lnTo>
                    <a:pt x="1774" y="142792"/>
                  </a:lnTo>
                  <a:lnTo>
                    <a:pt x="1086" y="148038"/>
                  </a:lnTo>
                  <a:lnTo>
                    <a:pt x="563" y="153304"/>
                  </a:lnTo>
                  <a:lnTo>
                    <a:pt x="208" y="158583"/>
                  </a:lnTo>
                  <a:lnTo>
                    <a:pt x="20" y="163871"/>
                  </a:lnTo>
                  <a:lnTo>
                    <a:pt x="0" y="169163"/>
                  </a:lnTo>
                  <a:lnTo>
                    <a:pt x="146" y="174452"/>
                  </a:lnTo>
                  <a:lnTo>
                    <a:pt x="461" y="179734"/>
                  </a:lnTo>
                  <a:lnTo>
                    <a:pt x="942" y="185004"/>
                  </a:lnTo>
                  <a:lnTo>
                    <a:pt x="1590" y="190255"/>
                  </a:lnTo>
                  <a:lnTo>
                    <a:pt x="2403" y="195484"/>
                  </a:lnTo>
                  <a:lnTo>
                    <a:pt x="3382" y="200684"/>
                  </a:lnTo>
                  <a:lnTo>
                    <a:pt x="4525" y="205850"/>
                  </a:lnTo>
                  <a:lnTo>
                    <a:pt x="5831" y="210978"/>
                  </a:lnTo>
                  <a:lnTo>
                    <a:pt x="7298" y="216062"/>
                  </a:lnTo>
                  <a:lnTo>
                    <a:pt x="8926" y="221097"/>
                  </a:lnTo>
                  <a:lnTo>
                    <a:pt x="10712" y="226078"/>
                  </a:lnTo>
                  <a:lnTo>
                    <a:pt x="12655" y="230999"/>
                  </a:lnTo>
                  <a:lnTo>
                    <a:pt x="14752" y="235857"/>
                  </a:lnTo>
                  <a:lnTo>
                    <a:pt x="17003" y="240646"/>
                  </a:lnTo>
                  <a:lnTo>
                    <a:pt x="19404" y="245362"/>
                  </a:lnTo>
                  <a:lnTo>
                    <a:pt x="21952" y="249999"/>
                  </a:lnTo>
                  <a:lnTo>
                    <a:pt x="24647" y="254553"/>
                  </a:lnTo>
                  <a:lnTo>
                    <a:pt x="27484" y="259020"/>
                  </a:lnTo>
                  <a:lnTo>
                    <a:pt x="30461" y="263394"/>
                  </a:lnTo>
                  <a:lnTo>
                    <a:pt x="33575" y="267672"/>
                  </a:lnTo>
                  <a:lnTo>
                    <a:pt x="36823" y="271849"/>
                  </a:lnTo>
                  <a:lnTo>
                    <a:pt x="40201" y="275922"/>
                  </a:lnTo>
                  <a:lnTo>
                    <a:pt x="43707" y="279886"/>
                  </a:lnTo>
                  <a:lnTo>
                    <a:pt x="47336" y="283736"/>
                  </a:lnTo>
                  <a:lnTo>
                    <a:pt x="51085" y="287470"/>
                  </a:lnTo>
                  <a:lnTo>
                    <a:pt x="54951" y="291083"/>
                  </a:lnTo>
                  <a:lnTo>
                    <a:pt x="58929" y="294572"/>
                  </a:lnTo>
                  <a:lnTo>
                    <a:pt x="63016" y="297934"/>
                  </a:lnTo>
                  <a:lnTo>
                    <a:pt x="67207" y="301164"/>
                  </a:lnTo>
                  <a:lnTo>
                    <a:pt x="71498" y="304260"/>
                  </a:lnTo>
                  <a:lnTo>
                    <a:pt x="75884" y="307219"/>
                  </a:lnTo>
                  <a:lnTo>
                    <a:pt x="80363" y="310038"/>
                  </a:lnTo>
                  <a:lnTo>
                    <a:pt x="84928" y="312713"/>
                  </a:lnTo>
                  <a:lnTo>
                    <a:pt x="89576" y="315243"/>
                  </a:lnTo>
                  <a:lnTo>
                    <a:pt x="94301" y="317624"/>
                  </a:lnTo>
                  <a:lnTo>
                    <a:pt x="99099" y="319854"/>
                  </a:lnTo>
                  <a:lnTo>
                    <a:pt x="103966" y="321932"/>
                  </a:lnTo>
                  <a:lnTo>
                    <a:pt x="108896" y="323854"/>
                  </a:lnTo>
                  <a:lnTo>
                    <a:pt x="113884" y="325619"/>
                  </a:lnTo>
                  <a:lnTo>
                    <a:pt x="118926" y="327226"/>
                  </a:lnTo>
                  <a:lnTo>
                    <a:pt x="124016" y="328672"/>
                  </a:lnTo>
                  <a:lnTo>
                    <a:pt x="129149" y="329957"/>
                  </a:lnTo>
                  <a:lnTo>
                    <a:pt x="134320" y="331078"/>
                  </a:lnTo>
                  <a:lnTo>
                    <a:pt x="139524" y="332035"/>
                  </a:lnTo>
                  <a:lnTo>
                    <a:pt x="144756" y="332827"/>
                  </a:lnTo>
                  <a:lnTo>
                    <a:pt x="150010" y="333453"/>
                  </a:lnTo>
                  <a:lnTo>
                    <a:pt x="155282" y="333912"/>
                  </a:lnTo>
                  <a:lnTo>
                    <a:pt x="160565" y="334204"/>
                  </a:lnTo>
                  <a:lnTo>
                    <a:pt x="165855" y="334329"/>
                  </a:lnTo>
                  <a:lnTo>
                    <a:pt x="171146" y="334287"/>
                  </a:lnTo>
                  <a:lnTo>
                    <a:pt x="176433" y="334077"/>
                  </a:lnTo>
                  <a:lnTo>
                    <a:pt x="181711" y="333699"/>
                  </a:lnTo>
                  <a:lnTo>
                    <a:pt x="186975" y="333155"/>
                  </a:lnTo>
                  <a:lnTo>
                    <a:pt x="192218" y="332445"/>
                  </a:lnTo>
                  <a:lnTo>
                    <a:pt x="197437" y="331569"/>
                  </a:lnTo>
                  <a:lnTo>
                    <a:pt x="202625" y="330528"/>
                  </a:lnTo>
                  <a:lnTo>
                    <a:pt x="207777" y="329324"/>
                  </a:lnTo>
                  <a:lnTo>
                    <a:pt x="212889" y="327957"/>
                  </a:lnTo>
                  <a:lnTo>
                    <a:pt x="217955" y="326429"/>
                  </a:lnTo>
                  <a:lnTo>
                    <a:pt x="222970" y="324741"/>
                  </a:lnTo>
                  <a:lnTo>
                    <a:pt x="227929" y="322896"/>
                  </a:lnTo>
                  <a:lnTo>
                    <a:pt x="232828" y="320894"/>
                  </a:lnTo>
                  <a:lnTo>
                    <a:pt x="237660" y="318739"/>
                  </a:lnTo>
                  <a:lnTo>
                    <a:pt x="242422" y="316431"/>
                  </a:lnTo>
                  <a:lnTo>
                    <a:pt x="247108" y="313974"/>
                  </a:lnTo>
                  <a:lnTo>
                    <a:pt x="251715" y="311370"/>
                  </a:lnTo>
                  <a:lnTo>
                    <a:pt x="256236" y="308622"/>
                  </a:lnTo>
                  <a:lnTo>
                    <a:pt x="260668" y="305732"/>
                  </a:lnTo>
                  <a:lnTo>
                    <a:pt x="265007" y="302703"/>
                  </a:lnTo>
                  <a:lnTo>
                    <a:pt x="269248" y="299538"/>
                  </a:lnTo>
                  <a:lnTo>
                    <a:pt x="273386" y="296240"/>
                  </a:lnTo>
                  <a:lnTo>
                    <a:pt x="277418" y="292813"/>
                  </a:lnTo>
                  <a:lnTo>
                    <a:pt x="281339" y="289261"/>
                  </a:lnTo>
                  <a:lnTo>
                    <a:pt x="285146" y="285586"/>
                  </a:lnTo>
                  <a:lnTo>
                    <a:pt x="288835" y="281792"/>
                  </a:lnTo>
                  <a:lnTo>
                    <a:pt x="292402" y="277884"/>
                  </a:lnTo>
                  <a:lnTo>
                    <a:pt x="295843" y="273864"/>
                  </a:lnTo>
                  <a:lnTo>
                    <a:pt x="299156" y="269738"/>
                  </a:lnTo>
                  <a:lnTo>
                    <a:pt x="302336" y="265509"/>
                  </a:lnTo>
                  <a:lnTo>
                    <a:pt x="305381" y="261181"/>
                  </a:lnTo>
                  <a:lnTo>
                    <a:pt x="308287" y="256759"/>
                  </a:lnTo>
                  <a:lnTo>
                    <a:pt x="311052" y="252247"/>
                  </a:lnTo>
                  <a:lnTo>
                    <a:pt x="313672" y="247651"/>
                  </a:lnTo>
                  <a:lnTo>
                    <a:pt x="316146" y="242973"/>
                  </a:lnTo>
                  <a:lnTo>
                    <a:pt x="318471" y="238220"/>
                  </a:lnTo>
                  <a:lnTo>
                    <a:pt x="320644" y="233395"/>
                  </a:lnTo>
                  <a:lnTo>
                    <a:pt x="322663" y="228504"/>
                  </a:lnTo>
                  <a:lnTo>
                    <a:pt x="324526" y="223551"/>
                  </a:lnTo>
                  <a:lnTo>
                    <a:pt x="326232" y="218543"/>
                  </a:lnTo>
                  <a:lnTo>
                    <a:pt x="327778" y="213482"/>
                  </a:lnTo>
                  <a:lnTo>
                    <a:pt x="329164" y="208375"/>
                  </a:lnTo>
                  <a:lnTo>
                    <a:pt x="330387" y="203227"/>
                  </a:lnTo>
                  <a:lnTo>
                    <a:pt x="331446" y="198043"/>
                  </a:lnTo>
                  <a:lnTo>
                    <a:pt x="332341" y="192828"/>
                  </a:lnTo>
                  <a:lnTo>
                    <a:pt x="333071" y="187587"/>
                  </a:lnTo>
                  <a:lnTo>
                    <a:pt x="333634" y="182325"/>
                  </a:lnTo>
                  <a:lnTo>
                    <a:pt x="334030" y="177049"/>
                  </a:lnTo>
                  <a:lnTo>
                    <a:pt x="334259" y="171762"/>
                  </a:lnTo>
                  <a:lnTo>
                    <a:pt x="334321" y="166471"/>
                  </a:lnTo>
                  <a:lnTo>
                    <a:pt x="334215" y="161181"/>
                  </a:lnTo>
                  <a:lnTo>
                    <a:pt x="333942" y="155897"/>
                  </a:lnTo>
                  <a:lnTo>
                    <a:pt x="333502" y="150624"/>
                  </a:lnTo>
                  <a:lnTo>
                    <a:pt x="332895" y="145367"/>
                  </a:lnTo>
                  <a:lnTo>
                    <a:pt x="332122" y="140132"/>
                  </a:lnTo>
                  <a:lnTo>
                    <a:pt x="331184" y="134925"/>
                  </a:lnTo>
                  <a:lnTo>
                    <a:pt x="330081" y="129750"/>
                  </a:lnTo>
                  <a:lnTo>
                    <a:pt x="328815" y="124612"/>
                  </a:lnTo>
                  <a:lnTo>
                    <a:pt x="327387" y="119517"/>
                  </a:lnTo>
                  <a:lnTo>
                    <a:pt x="325799" y="114469"/>
                  </a:lnTo>
                  <a:lnTo>
                    <a:pt x="324052" y="109475"/>
                  </a:lnTo>
                  <a:lnTo>
                    <a:pt x="322147" y="104538"/>
                  </a:lnTo>
                  <a:lnTo>
                    <a:pt x="320087" y="99664"/>
                  </a:lnTo>
                  <a:lnTo>
                    <a:pt x="317874" y="94858"/>
                  </a:lnTo>
                  <a:lnTo>
                    <a:pt x="315510" y="90124"/>
                  </a:lnTo>
                  <a:lnTo>
                    <a:pt x="312998" y="85467"/>
                  </a:lnTo>
                  <a:lnTo>
                    <a:pt x="310339" y="80892"/>
                  </a:lnTo>
                  <a:lnTo>
                    <a:pt x="307536" y="76403"/>
                  </a:lnTo>
                  <a:lnTo>
                    <a:pt x="304593" y="72006"/>
                  </a:lnTo>
                  <a:lnTo>
                    <a:pt x="301513" y="67704"/>
                  </a:lnTo>
                  <a:lnTo>
                    <a:pt x="298298" y="63501"/>
                  </a:lnTo>
                  <a:lnTo>
                    <a:pt x="294951" y="59403"/>
                  </a:lnTo>
                  <a:lnTo>
                    <a:pt x="291476" y="55412"/>
                  </a:lnTo>
                  <a:lnTo>
                    <a:pt x="287877" y="51533"/>
                  </a:lnTo>
                  <a:lnTo>
                    <a:pt x="284157" y="47770"/>
                  </a:lnTo>
                  <a:lnTo>
                    <a:pt x="280319" y="44127"/>
                  </a:lnTo>
                  <a:lnTo>
                    <a:pt x="276368" y="40607"/>
                  </a:lnTo>
                  <a:lnTo>
                    <a:pt x="272308" y="37214"/>
                  </a:lnTo>
                  <a:lnTo>
                    <a:pt x="268143" y="33951"/>
                  </a:lnTo>
                  <a:lnTo>
                    <a:pt x="263876" y="30822"/>
                  </a:lnTo>
                  <a:lnTo>
                    <a:pt x="259512" y="27829"/>
                  </a:lnTo>
                  <a:lnTo>
                    <a:pt x="255056" y="24976"/>
                  </a:lnTo>
                  <a:lnTo>
                    <a:pt x="250512" y="22265"/>
                  </a:lnTo>
                  <a:lnTo>
                    <a:pt x="245884" y="19699"/>
                  </a:lnTo>
                  <a:lnTo>
                    <a:pt x="241177" y="17281"/>
                  </a:lnTo>
                  <a:lnTo>
                    <a:pt x="236396" y="15014"/>
                  </a:lnTo>
                  <a:lnTo>
                    <a:pt x="231546" y="12898"/>
                  </a:lnTo>
                  <a:lnTo>
                    <a:pt x="226631" y="10938"/>
                  </a:lnTo>
                  <a:lnTo>
                    <a:pt x="221657" y="9134"/>
                  </a:lnTo>
                  <a:lnTo>
                    <a:pt x="216628" y="7488"/>
                  </a:lnTo>
                  <a:lnTo>
                    <a:pt x="211549" y="6002"/>
                  </a:lnTo>
                  <a:lnTo>
                    <a:pt x="206426" y="4678"/>
                  </a:lnTo>
                  <a:lnTo>
                    <a:pt x="201264" y="3516"/>
                  </a:lnTo>
                  <a:lnTo>
                    <a:pt x="196067" y="2519"/>
                  </a:lnTo>
                  <a:lnTo>
                    <a:pt x="190842" y="1686"/>
                  </a:lnTo>
                  <a:lnTo>
                    <a:pt x="185593" y="1019"/>
                  </a:lnTo>
                  <a:lnTo>
                    <a:pt x="180325" y="519"/>
                  </a:lnTo>
                  <a:lnTo>
                    <a:pt x="175044" y="186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7888" cy="167167"/>
            </a:xfrm>
            <a:custGeom>
              <a:avLst/>
              <a:pathLst>
                <a:path w="7888" h="167167">
                  <a:moveTo>
                    <a:pt x="7888" y="1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797487" y="5269756"/>
              <a:ext cx="167013" cy="167167"/>
            </a:xfrm>
            <a:custGeom>
              <a:avLst/>
              <a:pathLst>
                <a:path w="167013" h="167167">
                  <a:moveTo>
                    <a:pt x="167013" y="0"/>
                  </a:moveTo>
                  <a:lnTo>
                    <a:pt x="161580" y="88"/>
                  </a:lnTo>
                  <a:lnTo>
                    <a:pt x="156152" y="353"/>
                  </a:lnTo>
                  <a:lnTo>
                    <a:pt x="150736" y="794"/>
                  </a:lnTo>
                  <a:lnTo>
                    <a:pt x="145337" y="1411"/>
                  </a:lnTo>
                  <a:lnTo>
                    <a:pt x="139961" y="2203"/>
                  </a:lnTo>
                  <a:lnTo>
                    <a:pt x="134614" y="3169"/>
                  </a:lnTo>
                  <a:lnTo>
                    <a:pt x="129300" y="4309"/>
                  </a:lnTo>
                  <a:lnTo>
                    <a:pt x="124027" y="5621"/>
                  </a:lnTo>
                  <a:lnTo>
                    <a:pt x="118799" y="7103"/>
                  </a:lnTo>
                  <a:lnTo>
                    <a:pt x="113622" y="8755"/>
                  </a:lnTo>
                  <a:lnTo>
                    <a:pt x="108502" y="10574"/>
                  </a:lnTo>
                  <a:lnTo>
                    <a:pt x="103443" y="12558"/>
                  </a:lnTo>
                  <a:lnTo>
                    <a:pt x="98451" y="14706"/>
                  </a:lnTo>
                  <a:lnTo>
                    <a:pt x="93532" y="17015"/>
                  </a:lnTo>
                  <a:lnTo>
                    <a:pt x="88691" y="19483"/>
                  </a:lnTo>
                  <a:lnTo>
                    <a:pt x="83932" y="22107"/>
                  </a:lnTo>
                  <a:lnTo>
                    <a:pt x="79261" y="24883"/>
                  </a:lnTo>
                  <a:lnTo>
                    <a:pt x="74683" y="27811"/>
                  </a:lnTo>
                  <a:lnTo>
                    <a:pt x="70202" y="30885"/>
                  </a:lnTo>
                  <a:lnTo>
                    <a:pt x="65824" y="34104"/>
                  </a:lnTo>
                  <a:lnTo>
                    <a:pt x="61553" y="37463"/>
                  </a:lnTo>
                  <a:lnTo>
                    <a:pt x="57393" y="40959"/>
                  </a:lnTo>
                  <a:lnTo>
                    <a:pt x="53349" y="44589"/>
                  </a:lnTo>
                  <a:lnTo>
                    <a:pt x="49425" y="48348"/>
                  </a:lnTo>
                  <a:lnTo>
                    <a:pt x="45625" y="52233"/>
                  </a:lnTo>
                  <a:lnTo>
                    <a:pt x="41953" y="56239"/>
                  </a:lnTo>
                  <a:lnTo>
                    <a:pt x="38414" y="60362"/>
                  </a:lnTo>
                  <a:lnTo>
                    <a:pt x="35011" y="64598"/>
                  </a:lnTo>
                  <a:lnTo>
                    <a:pt x="31747" y="68943"/>
                  </a:lnTo>
                  <a:lnTo>
                    <a:pt x="28626" y="73391"/>
                  </a:lnTo>
                  <a:lnTo>
                    <a:pt x="25651" y="77939"/>
                  </a:lnTo>
                  <a:lnTo>
                    <a:pt x="22825" y="82581"/>
                  </a:lnTo>
                  <a:lnTo>
                    <a:pt x="20152" y="87312"/>
                  </a:lnTo>
                  <a:lnTo>
                    <a:pt x="17634" y="92127"/>
                  </a:lnTo>
                  <a:lnTo>
                    <a:pt x="15274" y="97022"/>
                  </a:lnTo>
                  <a:lnTo>
                    <a:pt x="13075" y="101991"/>
                  </a:lnTo>
                  <a:lnTo>
                    <a:pt x="11038" y="107029"/>
                  </a:lnTo>
                  <a:lnTo>
                    <a:pt x="9165" y="112130"/>
                  </a:lnTo>
                  <a:lnTo>
                    <a:pt x="7460" y="117290"/>
                  </a:lnTo>
                  <a:lnTo>
                    <a:pt x="5923" y="122502"/>
                  </a:lnTo>
                  <a:lnTo>
                    <a:pt x="4556" y="127761"/>
                  </a:lnTo>
                  <a:lnTo>
                    <a:pt x="3361" y="133062"/>
                  </a:lnTo>
                  <a:lnTo>
                    <a:pt x="2339" y="138399"/>
                  </a:lnTo>
                  <a:lnTo>
                    <a:pt x="1491" y="143767"/>
                  </a:lnTo>
                  <a:lnTo>
                    <a:pt x="818" y="149159"/>
                  </a:lnTo>
                  <a:lnTo>
                    <a:pt x="321" y="154570"/>
                  </a:lnTo>
                  <a:lnTo>
                    <a:pt x="0" y="159995"/>
                  </a:lnTo>
                  <a:lnTo>
                    <a:pt x="16701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797344" y="5269756"/>
              <a:ext cx="334307" cy="334334"/>
            </a:xfrm>
            <a:custGeom>
              <a:avLst/>
              <a:pathLst>
                <a:path w="334307" h="334334">
                  <a:moveTo>
                    <a:pt x="143" y="159995"/>
                  </a:moveTo>
                  <a:lnTo>
                    <a:pt x="0" y="165292"/>
                  </a:lnTo>
                  <a:lnTo>
                    <a:pt x="24" y="170591"/>
                  </a:lnTo>
                  <a:lnTo>
                    <a:pt x="217" y="175887"/>
                  </a:lnTo>
                  <a:lnTo>
                    <a:pt x="577" y="181174"/>
                  </a:lnTo>
                  <a:lnTo>
                    <a:pt x="1105" y="186447"/>
                  </a:lnTo>
                  <a:lnTo>
                    <a:pt x="1799" y="191701"/>
                  </a:lnTo>
                  <a:lnTo>
                    <a:pt x="2660" y="196930"/>
                  </a:lnTo>
                  <a:lnTo>
                    <a:pt x="3686" y="202129"/>
                  </a:lnTo>
                  <a:lnTo>
                    <a:pt x="4876" y="207293"/>
                  </a:lnTo>
                  <a:lnTo>
                    <a:pt x="6230" y="212416"/>
                  </a:lnTo>
                  <a:lnTo>
                    <a:pt x="7745" y="217494"/>
                  </a:lnTo>
                  <a:lnTo>
                    <a:pt x="9420" y="222522"/>
                  </a:lnTo>
                  <a:lnTo>
                    <a:pt x="11254" y="227494"/>
                  </a:lnTo>
                  <a:lnTo>
                    <a:pt x="13244" y="232405"/>
                  </a:lnTo>
                  <a:lnTo>
                    <a:pt x="15390" y="237251"/>
                  </a:lnTo>
                  <a:lnTo>
                    <a:pt x="17687" y="242026"/>
                  </a:lnTo>
                  <a:lnTo>
                    <a:pt x="20135" y="246726"/>
                  </a:lnTo>
                  <a:lnTo>
                    <a:pt x="22731" y="251346"/>
                  </a:lnTo>
                  <a:lnTo>
                    <a:pt x="25472" y="255882"/>
                  </a:lnTo>
                  <a:lnTo>
                    <a:pt x="28355" y="260328"/>
                  </a:lnTo>
                  <a:lnTo>
                    <a:pt x="31377" y="264681"/>
                  </a:lnTo>
                  <a:lnTo>
                    <a:pt x="34536" y="268936"/>
                  </a:lnTo>
                  <a:lnTo>
                    <a:pt x="37829" y="273088"/>
                  </a:lnTo>
                  <a:lnTo>
                    <a:pt x="41251" y="277134"/>
                  </a:lnTo>
                  <a:lnTo>
                    <a:pt x="44800" y="281070"/>
                  </a:lnTo>
                  <a:lnTo>
                    <a:pt x="48472" y="284891"/>
                  </a:lnTo>
                  <a:lnTo>
                    <a:pt x="52263" y="288594"/>
                  </a:lnTo>
                  <a:lnTo>
                    <a:pt x="56170" y="292174"/>
                  </a:lnTo>
                  <a:lnTo>
                    <a:pt x="60188" y="295630"/>
                  </a:lnTo>
                  <a:lnTo>
                    <a:pt x="64313" y="298956"/>
                  </a:lnTo>
                  <a:lnTo>
                    <a:pt x="68542" y="302149"/>
                  </a:lnTo>
                  <a:lnTo>
                    <a:pt x="72870" y="305207"/>
                  </a:lnTo>
                  <a:lnTo>
                    <a:pt x="77293" y="308126"/>
                  </a:lnTo>
                  <a:lnTo>
                    <a:pt x="81806" y="310904"/>
                  </a:lnTo>
                  <a:lnTo>
                    <a:pt x="86405" y="313537"/>
                  </a:lnTo>
                  <a:lnTo>
                    <a:pt x="91085" y="316023"/>
                  </a:lnTo>
                  <a:lnTo>
                    <a:pt x="95842" y="318359"/>
                  </a:lnTo>
                  <a:lnTo>
                    <a:pt x="100670" y="320544"/>
                  </a:lnTo>
                  <a:lnTo>
                    <a:pt x="105565" y="322574"/>
                  </a:lnTo>
                  <a:lnTo>
                    <a:pt x="110521" y="324448"/>
                  </a:lnTo>
                  <a:lnTo>
                    <a:pt x="115535" y="326164"/>
                  </a:lnTo>
                  <a:lnTo>
                    <a:pt x="120601" y="327721"/>
                  </a:lnTo>
                  <a:lnTo>
                    <a:pt x="125713" y="329116"/>
                  </a:lnTo>
                  <a:lnTo>
                    <a:pt x="130867" y="330348"/>
                  </a:lnTo>
                  <a:lnTo>
                    <a:pt x="136058" y="331416"/>
                  </a:lnTo>
                  <a:lnTo>
                    <a:pt x="141280" y="332319"/>
                  </a:lnTo>
                  <a:lnTo>
                    <a:pt x="146528" y="333057"/>
                  </a:lnTo>
                  <a:lnTo>
                    <a:pt x="151796" y="333627"/>
                  </a:lnTo>
                  <a:lnTo>
                    <a:pt x="157080" y="334030"/>
                  </a:lnTo>
                  <a:lnTo>
                    <a:pt x="162374" y="334266"/>
                  </a:lnTo>
                  <a:lnTo>
                    <a:pt x="167673" y="334334"/>
                  </a:lnTo>
                  <a:lnTo>
                    <a:pt x="172971" y="334233"/>
                  </a:lnTo>
                  <a:lnTo>
                    <a:pt x="178264" y="333965"/>
                  </a:lnTo>
                  <a:lnTo>
                    <a:pt x="183545" y="333529"/>
                  </a:lnTo>
                  <a:lnTo>
                    <a:pt x="188810" y="332926"/>
                  </a:lnTo>
                  <a:lnTo>
                    <a:pt x="194053" y="332156"/>
                  </a:lnTo>
                  <a:lnTo>
                    <a:pt x="199269" y="331221"/>
                  </a:lnTo>
                  <a:lnTo>
                    <a:pt x="204453" y="330121"/>
                  </a:lnTo>
                  <a:lnTo>
                    <a:pt x="209600" y="328857"/>
                  </a:lnTo>
                  <a:lnTo>
                    <a:pt x="214703" y="327430"/>
                  </a:lnTo>
                  <a:lnTo>
                    <a:pt x="219759" y="325842"/>
                  </a:lnTo>
                  <a:lnTo>
                    <a:pt x="224762" y="324095"/>
                  </a:lnTo>
                  <a:lnTo>
                    <a:pt x="229707" y="322191"/>
                  </a:lnTo>
                  <a:lnTo>
                    <a:pt x="234590" y="320130"/>
                  </a:lnTo>
                  <a:lnTo>
                    <a:pt x="239404" y="317916"/>
                  </a:lnTo>
                  <a:lnTo>
                    <a:pt x="244146" y="315550"/>
                  </a:lnTo>
                  <a:lnTo>
                    <a:pt x="248811" y="313035"/>
                  </a:lnTo>
                  <a:lnTo>
                    <a:pt x="253393" y="310374"/>
                  </a:lnTo>
                  <a:lnTo>
                    <a:pt x="257889" y="307568"/>
                  </a:lnTo>
                  <a:lnTo>
                    <a:pt x="262294" y="304622"/>
                  </a:lnTo>
                  <a:lnTo>
                    <a:pt x="266603" y="301537"/>
                  </a:lnTo>
                  <a:lnTo>
                    <a:pt x="270812" y="298317"/>
                  </a:lnTo>
                  <a:lnTo>
                    <a:pt x="274917" y="294966"/>
                  </a:lnTo>
                  <a:lnTo>
                    <a:pt x="278914" y="291486"/>
                  </a:lnTo>
                  <a:lnTo>
                    <a:pt x="282798" y="287881"/>
                  </a:lnTo>
                  <a:lnTo>
                    <a:pt x="286566" y="284155"/>
                  </a:lnTo>
                  <a:lnTo>
                    <a:pt x="290214" y="280312"/>
                  </a:lnTo>
                  <a:lnTo>
                    <a:pt x="293739" y="276354"/>
                  </a:lnTo>
                  <a:lnTo>
                    <a:pt x="297136" y="272287"/>
                  </a:lnTo>
                  <a:lnTo>
                    <a:pt x="300403" y="268114"/>
                  </a:lnTo>
                  <a:lnTo>
                    <a:pt x="303536" y="263840"/>
                  </a:lnTo>
                  <a:lnTo>
                    <a:pt x="306531" y="259469"/>
                  </a:lnTo>
                  <a:lnTo>
                    <a:pt x="309387" y="255005"/>
                  </a:lnTo>
                  <a:lnTo>
                    <a:pt x="312100" y="250452"/>
                  </a:lnTo>
                  <a:lnTo>
                    <a:pt x="314667" y="245816"/>
                  </a:lnTo>
                  <a:lnTo>
                    <a:pt x="317085" y="241101"/>
                  </a:lnTo>
                  <a:lnTo>
                    <a:pt x="319354" y="236312"/>
                  </a:lnTo>
                  <a:lnTo>
                    <a:pt x="321469" y="231453"/>
                  </a:lnTo>
                  <a:lnTo>
                    <a:pt x="323429" y="226529"/>
                  </a:lnTo>
                  <a:lnTo>
                    <a:pt x="325232" y="221546"/>
                  </a:lnTo>
                  <a:lnTo>
                    <a:pt x="326876" y="216508"/>
                  </a:lnTo>
                  <a:lnTo>
                    <a:pt x="328360" y="211421"/>
                  </a:lnTo>
                  <a:lnTo>
                    <a:pt x="329682" y="206289"/>
                  </a:lnTo>
                  <a:lnTo>
                    <a:pt x="330840" y="201118"/>
                  </a:lnTo>
                  <a:lnTo>
                    <a:pt x="331834" y="195913"/>
                  </a:lnTo>
                  <a:lnTo>
                    <a:pt x="332662" y="190678"/>
                  </a:lnTo>
                  <a:lnTo>
                    <a:pt x="333324" y="185421"/>
                  </a:lnTo>
                  <a:lnTo>
                    <a:pt x="333819" y="180144"/>
                  </a:lnTo>
                  <a:lnTo>
                    <a:pt x="334147" y="174855"/>
                  </a:lnTo>
                  <a:lnTo>
                    <a:pt x="334307" y="169558"/>
                  </a:lnTo>
                  <a:lnTo>
                    <a:pt x="334299" y="164259"/>
                  </a:lnTo>
                  <a:lnTo>
                    <a:pt x="334122" y="158963"/>
                  </a:lnTo>
                  <a:lnTo>
                    <a:pt x="333778" y="153674"/>
                  </a:lnTo>
                  <a:lnTo>
                    <a:pt x="333267" y="148400"/>
                  </a:lnTo>
                  <a:lnTo>
                    <a:pt x="332589" y="143144"/>
                  </a:lnTo>
                  <a:lnTo>
                    <a:pt x="331744" y="137913"/>
                  </a:lnTo>
                  <a:lnTo>
                    <a:pt x="330734" y="132710"/>
                  </a:lnTo>
                  <a:lnTo>
                    <a:pt x="329560" y="127543"/>
                  </a:lnTo>
                  <a:lnTo>
                    <a:pt x="328222" y="122415"/>
                  </a:lnTo>
                  <a:lnTo>
                    <a:pt x="326723" y="117332"/>
                  </a:lnTo>
                  <a:lnTo>
                    <a:pt x="325063" y="112300"/>
                  </a:lnTo>
                  <a:lnTo>
                    <a:pt x="323245" y="107322"/>
                  </a:lnTo>
                  <a:lnTo>
                    <a:pt x="321269" y="102405"/>
                  </a:lnTo>
                  <a:lnTo>
                    <a:pt x="319139" y="97552"/>
                  </a:lnTo>
                  <a:lnTo>
                    <a:pt x="316856" y="92770"/>
                  </a:lnTo>
                  <a:lnTo>
                    <a:pt x="314423" y="88062"/>
                  </a:lnTo>
                  <a:lnTo>
                    <a:pt x="311842" y="83434"/>
                  </a:lnTo>
                  <a:lnTo>
                    <a:pt x="309115" y="78890"/>
                  </a:lnTo>
                  <a:lnTo>
                    <a:pt x="306245" y="74435"/>
                  </a:lnTo>
                  <a:lnTo>
                    <a:pt x="303236" y="70073"/>
                  </a:lnTo>
                  <a:lnTo>
                    <a:pt x="300090" y="65808"/>
                  </a:lnTo>
                  <a:lnTo>
                    <a:pt x="296811" y="61646"/>
                  </a:lnTo>
                  <a:lnTo>
                    <a:pt x="293401" y="57589"/>
                  </a:lnTo>
                  <a:lnTo>
                    <a:pt x="289864" y="53643"/>
                  </a:lnTo>
                  <a:lnTo>
                    <a:pt x="286204" y="49810"/>
                  </a:lnTo>
                  <a:lnTo>
                    <a:pt x="282425" y="46096"/>
                  </a:lnTo>
                  <a:lnTo>
                    <a:pt x="278529" y="42503"/>
                  </a:lnTo>
                  <a:lnTo>
                    <a:pt x="274522" y="39035"/>
                  </a:lnTo>
                  <a:lnTo>
                    <a:pt x="270406" y="35697"/>
                  </a:lnTo>
                  <a:lnTo>
                    <a:pt x="266187" y="32490"/>
                  </a:lnTo>
                  <a:lnTo>
                    <a:pt x="261869" y="29419"/>
                  </a:lnTo>
                  <a:lnTo>
                    <a:pt x="257455" y="26486"/>
                  </a:lnTo>
                  <a:lnTo>
                    <a:pt x="252950" y="23695"/>
                  </a:lnTo>
                  <a:lnTo>
                    <a:pt x="248360" y="21047"/>
                  </a:lnTo>
                  <a:lnTo>
                    <a:pt x="243687" y="18547"/>
                  </a:lnTo>
                  <a:lnTo>
                    <a:pt x="238938" y="16196"/>
                  </a:lnTo>
                  <a:lnTo>
                    <a:pt x="234117" y="13996"/>
                  </a:lnTo>
                  <a:lnTo>
                    <a:pt x="229228" y="11951"/>
                  </a:lnTo>
                  <a:lnTo>
                    <a:pt x="224277" y="10061"/>
                  </a:lnTo>
                  <a:lnTo>
                    <a:pt x="219269" y="8330"/>
                  </a:lnTo>
                  <a:lnTo>
                    <a:pt x="214208" y="6758"/>
                  </a:lnTo>
                  <a:lnTo>
                    <a:pt x="209100" y="5347"/>
                  </a:lnTo>
                  <a:lnTo>
                    <a:pt x="203950" y="4099"/>
                  </a:lnTo>
                  <a:lnTo>
                    <a:pt x="198762" y="3015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74030" y="5399291"/>
              <a:ext cx="12185" cy="167167"/>
            </a:xfrm>
            <a:custGeom>
              <a:avLst/>
              <a:pathLst>
                <a:path w="12185" h="167167">
                  <a:moveTo>
                    <a:pt x="12185" y="0"/>
                  </a:moveTo>
                  <a:lnTo>
                    <a:pt x="0" y="444"/>
                  </a:lnTo>
                  <a:lnTo>
                    <a:pt x="1218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74030" y="5399736"/>
              <a:ext cx="12185" cy="166722"/>
            </a:xfrm>
            <a:custGeom>
              <a:avLst/>
              <a:pathLst>
                <a:path w="12185" h="166722">
                  <a:moveTo>
                    <a:pt x="0" y="0"/>
                  </a:moveTo>
                  <a:lnTo>
                    <a:pt x="12185" y="166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74030" y="5399736"/>
              <a:ext cx="12185" cy="166722"/>
            </a:xfrm>
            <a:custGeom>
              <a:avLst/>
              <a:pathLst>
                <a:path w="12185" h="166722">
                  <a:moveTo>
                    <a:pt x="0" y="0"/>
                  </a:moveTo>
                  <a:lnTo>
                    <a:pt x="12185" y="166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74030" y="5399736"/>
              <a:ext cx="12185" cy="166722"/>
            </a:xfrm>
            <a:custGeom>
              <a:avLst/>
              <a:pathLst>
                <a:path w="12185" h="166722">
                  <a:moveTo>
                    <a:pt x="0" y="0"/>
                  </a:moveTo>
                  <a:lnTo>
                    <a:pt x="12185" y="166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74030" y="5399736"/>
              <a:ext cx="12185" cy="166722"/>
            </a:xfrm>
            <a:custGeom>
              <a:avLst/>
              <a:pathLst>
                <a:path w="12185" h="166722">
                  <a:moveTo>
                    <a:pt x="0" y="0"/>
                  </a:moveTo>
                  <a:lnTo>
                    <a:pt x="12185" y="166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74030" y="5399736"/>
              <a:ext cx="12185" cy="166722"/>
            </a:xfrm>
            <a:custGeom>
              <a:avLst/>
              <a:pathLst>
                <a:path w="12185" h="166722">
                  <a:moveTo>
                    <a:pt x="0" y="0"/>
                  </a:moveTo>
                  <a:lnTo>
                    <a:pt x="12185" y="1667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74030" y="5399736"/>
              <a:ext cx="12185" cy="166722"/>
            </a:xfrm>
            <a:custGeom>
              <a:avLst/>
              <a:pathLst>
                <a:path w="12185" h="166722">
                  <a:moveTo>
                    <a:pt x="0" y="0"/>
                  </a:moveTo>
                  <a:lnTo>
                    <a:pt x="12185" y="1667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319059" y="5399736"/>
              <a:ext cx="334315" cy="333890"/>
            </a:xfrm>
            <a:custGeom>
              <a:avLst/>
              <a:pathLst>
                <a:path w="334315" h="333890">
                  <a:moveTo>
                    <a:pt x="154971" y="0"/>
                  </a:moveTo>
                  <a:lnTo>
                    <a:pt x="149704" y="468"/>
                  </a:lnTo>
                  <a:lnTo>
                    <a:pt x="144455" y="1103"/>
                  </a:lnTo>
                  <a:lnTo>
                    <a:pt x="139229" y="1904"/>
                  </a:lnTo>
                  <a:lnTo>
                    <a:pt x="134031" y="2870"/>
                  </a:lnTo>
                  <a:lnTo>
                    <a:pt x="128866" y="3999"/>
                  </a:lnTo>
                  <a:lnTo>
                    <a:pt x="123739" y="5292"/>
                  </a:lnTo>
                  <a:lnTo>
                    <a:pt x="118655" y="6745"/>
                  </a:lnTo>
                  <a:lnTo>
                    <a:pt x="113620" y="8359"/>
                  </a:lnTo>
                  <a:lnTo>
                    <a:pt x="108639" y="10131"/>
                  </a:lnTo>
                  <a:lnTo>
                    <a:pt x="103716" y="12060"/>
                  </a:lnTo>
                  <a:lnTo>
                    <a:pt x="98857" y="14144"/>
                  </a:lnTo>
                  <a:lnTo>
                    <a:pt x="94066" y="16380"/>
                  </a:lnTo>
                  <a:lnTo>
                    <a:pt x="89348" y="18767"/>
                  </a:lnTo>
                  <a:lnTo>
                    <a:pt x="84708" y="21301"/>
                  </a:lnTo>
                  <a:lnTo>
                    <a:pt x="80150" y="23982"/>
                  </a:lnTo>
                  <a:lnTo>
                    <a:pt x="75680" y="26804"/>
                  </a:lnTo>
                  <a:lnTo>
                    <a:pt x="71301" y="29767"/>
                  </a:lnTo>
                  <a:lnTo>
                    <a:pt x="67017" y="32867"/>
                  </a:lnTo>
                  <a:lnTo>
                    <a:pt x="62834" y="36101"/>
                  </a:lnTo>
                  <a:lnTo>
                    <a:pt x="58756" y="39465"/>
                  </a:lnTo>
                  <a:lnTo>
                    <a:pt x="54786" y="42957"/>
                  </a:lnTo>
                  <a:lnTo>
                    <a:pt x="50928" y="46573"/>
                  </a:lnTo>
                  <a:lnTo>
                    <a:pt x="47186" y="50309"/>
                  </a:lnTo>
                  <a:lnTo>
                    <a:pt x="43565" y="54161"/>
                  </a:lnTo>
                  <a:lnTo>
                    <a:pt x="40067" y="58126"/>
                  </a:lnTo>
                  <a:lnTo>
                    <a:pt x="36696" y="62199"/>
                  </a:lnTo>
                  <a:lnTo>
                    <a:pt x="33456" y="66377"/>
                  </a:lnTo>
                  <a:lnTo>
                    <a:pt x="30350" y="70655"/>
                  </a:lnTo>
                  <a:lnTo>
                    <a:pt x="27380" y="75030"/>
                  </a:lnTo>
                  <a:lnTo>
                    <a:pt x="24550" y="79496"/>
                  </a:lnTo>
                  <a:lnTo>
                    <a:pt x="21863" y="84049"/>
                  </a:lnTo>
                  <a:lnTo>
                    <a:pt x="19321" y="88686"/>
                  </a:lnTo>
                  <a:lnTo>
                    <a:pt x="16927" y="93400"/>
                  </a:lnTo>
                  <a:lnTo>
                    <a:pt x="14684" y="98187"/>
                  </a:lnTo>
                  <a:lnTo>
                    <a:pt x="12593" y="103044"/>
                  </a:lnTo>
                  <a:lnTo>
                    <a:pt x="10656" y="107963"/>
                  </a:lnTo>
                  <a:lnTo>
                    <a:pt x="8876" y="112942"/>
                  </a:lnTo>
                  <a:lnTo>
                    <a:pt x="7255" y="117974"/>
                  </a:lnTo>
                  <a:lnTo>
                    <a:pt x="5793" y="123056"/>
                  </a:lnTo>
                  <a:lnTo>
                    <a:pt x="4493" y="128180"/>
                  </a:lnTo>
                  <a:lnTo>
                    <a:pt x="3355" y="133344"/>
                  </a:lnTo>
                  <a:lnTo>
                    <a:pt x="2382" y="138541"/>
                  </a:lnTo>
                  <a:lnTo>
                    <a:pt x="1573" y="143766"/>
                  </a:lnTo>
                  <a:lnTo>
                    <a:pt x="930" y="149014"/>
                  </a:lnTo>
                  <a:lnTo>
                    <a:pt x="453" y="154279"/>
                  </a:lnTo>
                  <a:lnTo>
                    <a:pt x="143" y="159557"/>
                  </a:lnTo>
                  <a:lnTo>
                    <a:pt x="0" y="164843"/>
                  </a:lnTo>
                  <a:lnTo>
                    <a:pt x="24" y="170130"/>
                  </a:lnTo>
                  <a:lnTo>
                    <a:pt x="215" y="175414"/>
                  </a:lnTo>
                  <a:lnTo>
                    <a:pt x="573" y="180689"/>
                  </a:lnTo>
                  <a:lnTo>
                    <a:pt x="1098" y="185950"/>
                  </a:lnTo>
                  <a:lnTo>
                    <a:pt x="1790" y="191192"/>
                  </a:lnTo>
                  <a:lnTo>
                    <a:pt x="2646" y="196409"/>
                  </a:lnTo>
                  <a:lnTo>
                    <a:pt x="3667" y="201597"/>
                  </a:lnTo>
                  <a:lnTo>
                    <a:pt x="4852" y="206749"/>
                  </a:lnTo>
                  <a:lnTo>
                    <a:pt x="6199" y="211862"/>
                  </a:lnTo>
                  <a:lnTo>
                    <a:pt x="7707" y="216930"/>
                  </a:lnTo>
                  <a:lnTo>
                    <a:pt x="9374" y="221947"/>
                  </a:lnTo>
                  <a:lnTo>
                    <a:pt x="11200" y="226909"/>
                  </a:lnTo>
                  <a:lnTo>
                    <a:pt x="13181" y="231811"/>
                  </a:lnTo>
                  <a:lnTo>
                    <a:pt x="15317" y="236648"/>
                  </a:lnTo>
                  <a:lnTo>
                    <a:pt x="17604" y="241415"/>
                  </a:lnTo>
                  <a:lnTo>
                    <a:pt x="20041" y="246107"/>
                  </a:lnTo>
                  <a:lnTo>
                    <a:pt x="22625" y="250720"/>
                  </a:lnTo>
                  <a:lnTo>
                    <a:pt x="25354" y="255249"/>
                  </a:lnTo>
                  <a:lnTo>
                    <a:pt x="28224" y="259689"/>
                  </a:lnTo>
                  <a:lnTo>
                    <a:pt x="31234" y="264036"/>
                  </a:lnTo>
                  <a:lnTo>
                    <a:pt x="34379" y="268286"/>
                  </a:lnTo>
                  <a:lnTo>
                    <a:pt x="37657" y="272434"/>
                  </a:lnTo>
                  <a:lnTo>
                    <a:pt x="41065" y="276476"/>
                  </a:lnTo>
                  <a:lnTo>
                    <a:pt x="44599" y="280409"/>
                  </a:lnTo>
                  <a:lnTo>
                    <a:pt x="48256" y="284228"/>
                  </a:lnTo>
                  <a:lnTo>
                    <a:pt x="52031" y="287929"/>
                  </a:lnTo>
                  <a:lnTo>
                    <a:pt x="55922" y="291509"/>
                  </a:lnTo>
                  <a:lnTo>
                    <a:pt x="59924" y="294965"/>
                  </a:lnTo>
                  <a:lnTo>
                    <a:pt x="64033" y="298292"/>
                  </a:lnTo>
                  <a:lnTo>
                    <a:pt x="68245" y="301487"/>
                  </a:lnTo>
                  <a:lnTo>
                    <a:pt x="72557" y="304548"/>
                  </a:lnTo>
                  <a:lnTo>
                    <a:pt x="76963" y="307470"/>
                  </a:lnTo>
                  <a:lnTo>
                    <a:pt x="81459" y="310252"/>
                  </a:lnTo>
                  <a:lnTo>
                    <a:pt x="86041" y="312891"/>
                  </a:lnTo>
                  <a:lnTo>
                    <a:pt x="90704" y="315383"/>
                  </a:lnTo>
                  <a:lnTo>
                    <a:pt x="95443" y="317726"/>
                  </a:lnTo>
                  <a:lnTo>
                    <a:pt x="100255" y="319919"/>
                  </a:lnTo>
                  <a:lnTo>
                    <a:pt x="105133" y="321958"/>
                  </a:lnTo>
                  <a:lnTo>
                    <a:pt x="110073" y="323841"/>
                  </a:lnTo>
                  <a:lnTo>
                    <a:pt x="115070" y="325568"/>
                  </a:lnTo>
                  <a:lnTo>
                    <a:pt x="120120" y="327136"/>
                  </a:lnTo>
                  <a:lnTo>
                    <a:pt x="125216" y="328543"/>
                  </a:lnTo>
                  <a:lnTo>
                    <a:pt x="130355" y="329788"/>
                  </a:lnTo>
                  <a:lnTo>
                    <a:pt x="135530" y="330871"/>
                  </a:lnTo>
                  <a:lnTo>
                    <a:pt x="140737" y="331789"/>
                  </a:lnTo>
                  <a:lnTo>
                    <a:pt x="145970" y="332542"/>
                  </a:lnTo>
                  <a:lnTo>
                    <a:pt x="151225" y="333129"/>
                  </a:lnTo>
                  <a:lnTo>
                    <a:pt x="156495" y="333549"/>
                  </a:lnTo>
                  <a:lnTo>
                    <a:pt x="161776" y="333803"/>
                  </a:lnTo>
                  <a:lnTo>
                    <a:pt x="167063" y="333890"/>
                  </a:lnTo>
                  <a:lnTo>
                    <a:pt x="172350" y="333809"/>
                  </a:lnTo>
                  <a:lnTo>
                    <a:pt x="177631" y="333561"/>
                  </a:lnTo>
                  <a:lnTo>
                    <a:pt x="182902" y="333146"/>
                  </a:lnTo>
                  <a:lnTo>
                    <a:pt x="188157" y="332565"/>
                  </a:lnTo>
                  <a:lnTo>
                    <a:pt x="193391" y="331818"/>
                  </a:lnTo>
                  <a:lnTo>
                    <a:pt x="198599" y="330906"/>
                  </a:lnTo>
                  <a:lnTo>
                    <a:pt x="203776" y="329829"/>
                  </a:lnTo>
                  <a:lnTo>
                    <a:pt x="208916" y="328590"/>
                  </a:lnTo>
                  <a:lnTo>
                    <a:pt x="214014" y="327188"/>
                  </a:lnTo>
                  <a:lnTo>
                    <a:pt x="219065" y="325626"/>
                  </a:lnTo>
                  <a:lnTo>
                    <a:pt x="224064" y="323905"/>
                  </a:lnTo>
                  <a:lnTo>
                    <a:pt x="229006" y="322027"/>
                  </a:lnTo>
                  <a:lnTo>
                    <a:pt x="233887" y="319993"/>
                  </a:lnTo>
                  <a:lnTo>
                    <a:pt x="238701" y="317806"/>
                  </a:lnTo>
                  <a:lnTo>
                    <a:pt x="243443" y="315468"/>
                  </a:lnTo>
                  <a:lnTo>
                    <a:pt x="248109" y="312981"/>
                  </a:lnTo>
                  <a:lnTo>
                    <a:pt x="252693" y="310348"/>
                  </a:lnTo>
                  <a:lnTo>
                    <a:pt x="257193" y="307571"/>
                  </a:lnTo>
                  <a:lnTo>
                    <a:pt x="261602" y="304653"/>
                  </a:lnTo>
                  <a:lnTo>
                    <a:pt x="265917" y="301598"/>
                  </a:lnTo>
                  <a:lnTo>
                    <a:pt x="270133" y="298407"/>
                  </a:lnTo>
                  <a:lnTo>
                    <a:pt x="274246" y="295084"/>
                  </a:lnTo>
                  <a:lnTo>
                    <a:pt x="278251" y="291634"/>
                  </a:lnTo>
                  <a:lnTo>
                    <a:pt x="282146" y="288058"/>
                  </a:lnTo>
                  <a:lnTo>
                    <a:pt x="285926" y="284361"/>
                  </a:lnTo>
                  <a:lnTo>
                    <a:pt x="289587" y="280546"/>
                  </a:lnTo>
                  <a:lnTo>
                    <a:pt x="293125" y="276617"/>
                  </a:lnTo>
                  <a:lnTo>
                    <a:pt x="296537" y="272578"/>
                  </a:lnTo>
                  <a:lnTo>
                    <a:pt x="299820" y="268434"/>
                  </a:lnTo>
                  <a:lnTo>
                    <a:pt x="302970" y="264188"/>
                  </a:lnTo>
                  <a:lnTo>
                    <a:pt x="305985" y="259844"/>
                  </a:lnTo>
                  <a:lnTo>
                    <a:pt x="308860" y="255407"/>
                  </a:lnTo>
                  <a:lnTo>
                    <a:pt x="311594" y="250881"/>
                  </a:lnTo>
                  <a:lnTo>
                    <a:pt x="314183" y="246271"/>
                  </a:lnTo>
                  <a:lnTo>
                    <a:pt x="316625" y="241582"/>
                  </a:lnTo>
                  <a:lnTo>
                    <a:pt x="318918" y="236818"/>
                  </a:lnTo>
                  <a:lnTo>
                    <a:pt x="321059" y="231983"/>
                  </a:lnTo>
                  <a:lnTo>
                    <a:pt x="323046" y="227084"/>
                  </a:lnTo>
                  <a:lnTo>
                    <a:pt x="324877" y="222124"/>
                  </a:lnTo>
                  <a:lnTo>
                    <a:pt x="326550" y="217108"/>
                  </a:lnTo>
                  <a:lnTo>
                    <a:pt x="328063" y="212042"/>
                  </a:lnTo>
                  <a:lnTo>
                    <a:pt x="329416" y="206931"/>
                  </a:lnTo>
                  <a:lnTo>
                    <a:pt x="330607" y="201779"/>
                  </a:lnTo>
                  <a:lnTo>
                    <a:pt x="331633" y="196593"/>
                  </a:lnTo>
                  <a:lnTo>
                    <a:pt x="332496" y="191376"/>
                  </a:lnTo>
                  <a:lnTo>
                    <a:pt x="333193" y="186135"/>
                  </a:lnTo>
                  <a:lnTo>
                    <a:pt x="333724" y="180875"/>
                  </a:lnTo>
                  <a:lnTo>
                    <a:pt x="334088" y="175600"/>
                  </a:lnTo>
                  <a:lnTo>
                    <a:pt x="334285" y="170317"/>
                  </a:lnTo>
                  <a:lnTo>
                    <a:pt x="334315" y="165030"/>
                  </a:lnTo>
                  <a:lnTo>
                    <a:pt x="334178" y="159744"/>
                  </a:lnTo>
                  <a:lnTo>
                    <a:pt x="333874" y="154466"/>
                  </a:lnTo>
                  <a:lnTo>
                    <a:pt x="333403" y="149199"/>
                  </a:lnTo>
                  <a:lnTo>
                    <a:pt x="332766" y="143951"/>
                  </a:lnTo>
                  <a:lnTo>
                    <a:pt x="331963" y="138725"/>
                  </a:lnTo>
                  <a:lnTo>
                    <a:pt x="330995" y="133527"/>
                  </a:lnTo>
                  <a:lnTo>
                    <a:pt x="329863" y="128362"/>
                  </a:lnTo>
                  <a:lnTo>
                    <a:pt x="328569" y="123236"/>
                  </a:lnTo>
                  <a:lnTo>
                    <a:pt x="327113" y="118153"/>
                  </a:lnTo>
                  <a:lnTo>
                    <a:pt x="325497" y="113119"/>
                  </a:lnTo>
                  <a:lnTo>
                    <a:pt x="323722" y="108138"/>
                  </a:lnTo>
                  <a:lnTo>
                    <a:pt x="321791" y="103216"/>
                  </a:lnTo>
                  <a:lnTo>
                    <a:pt x="319706" y="98358"/>
                  </a:lnTo>
                  <a:lnTo>
                    <a:pt x="317467" y="93568"/>
                  </a:lnTo>
                  <a:lnTo>
                    <a:pt x="315079" y="88851"/>
                  </a:lnTo>
                  <a:lnTo>
                    <a:pt x="312542" y="84212"/>
                  </a:lnTo>
                  <a:lnTo>
                    <a:pt x="309860" y="79655"/>
                  </a:lnTo>
                  <a:lnTo>
                    <a:pt x="307035" y="75186"/>
                  </a:lnTo>
                  <a:lnTo>
                    <a:pt x="304070" y="70808"/>
                  </a:lnTo>
                  <a:lnTo>
                    <a:pt x="300969" y="66526"/>
                  </a:lnTo>
                  <a:lnTo>
                    <a:pt x="297733" y="62345"/>
                  </a:lnTo>
                  <a:lnTo>
                    <a:pt x="294367" y="58268"/>
                  </a:lnTo>
                  <a:lnTo>
                    <a:pt x="290874" y="54299"/>
                  </a:lnTo>
                  <a:lnTo>
                    <a:pt x="287256" y="50443"/>
                  </a:lnTo>
                  <a:lnTo>
                    <a:pt x="283519" y="46703"/>
                  </a:lnTo>
                  <a:lnTo>
                    <a:pt x="279665" y="43083"/>
                  </a:lnTo>
                  <a:lnTo>
                    <a:pt x="275699" y="39587"/>
                  </a:lnTo>
                  <a:lnTo>
                    <a:pt x="271624" y="36218"/>
                  </a:lnTo>
                  <a:lnTo>
                    <a:pt x="267445" y="32979"/>
                  </a:lnTo>
                  <a:lnTo>
                    <a:pt x="263165" y="29875"/>
                  </a:lnTo>
                  <a:lnTo>
                    <a:pt x="258789" y="26907"/>
                  </a:lnTo>
                  <a:lnTo>
                    <a:pt x="254322" y="24079"/>
                  </a:lnTo>
                  <a:lnTo>
                    <a:pt x="249767" y="21394"/>
                  </a:lnTo>
                  <a:lnTo>
                    <a:pt x="245130" y="18854"/>
                  </a:lnTo>
                  <a:lnTo>
                    <a:pt x="240415" y="16462"/>
                  </a:lnTo>
                  <a:lnTo>
                    <a:pt x="235626" y="14220"/>
                  </a:lnTo>
                  <a:lnTo>
                    <a:pt x="230769" y="12131"/>
                  </a:lnTo>
                  <a:lnTo>
                    <a:pt x="225849" y="10197"/>
                  </a:lnTo>
                  <a:lnTo>
                    <a:pt x="220869" y="8419"/>
                  </a:lnTo>
                  <a:lnTo>
                    <a:pt x="215836" y="6800"/>
                  </a:lnTo>
                  <a:lnTo>
                    <a:pt x="210754" y="5340"/>
                  </a:lnTo>
                  <a:lnTo>
                    <a:pt x="205629" y="4042"/>
                  </a:lnTo>
                  <a:lnTo>
                    <a:pt x="200465" y="2907"/>
                  </a:lnTo>
                  <a:lnTo>
                    <a:pt x="195268" y="1935"/>
                  </a:lnTo>
                  <a:lnTo>
                    <a:pt x="190043" y="1129"/>
                  </a:lnTo>
                  <a:lnTo>
                    <a:pt x="167156" y="166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22886" cy="167167"/>
            </a:xfrm>
            <a:custGeom>
              <a:avLst/>
              <a:pathLst>
                <a:path w="22886" h="167167">
                  <a:moveTo>
                    <a:pt x="22886" y="1574"/>
                  </a:moveTo>
                  <a:lnTo>
                    <a:pt x="15284" y="700"/>
                  </a:lnTo>
                  <a:lnTo>
                    <a:pt x="7650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856383" y="5399291"/>
              <a:ext cx="167160" cy="305862"/>
            </a:xfrm>
            <a:custGeom>
              <a:avLst/>
              <a:pathLst>
                <a:path w="167160" h="305862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09" y="1356"/>
                  </a:lnTo>
                  <a:lnTo>
                    <a:pt x="140637" y="2117"/>
                  </a:lnTo>
                  <a:lnTo>
                    <a:pt x="135392" y="3046"/>
                  </a:lnTo>
                  <a:lnTo>
                    <a:pt x="130179" y="4141"/>
                  </a:lnTo>
                  <a:lnTo>
                    <a:pt x="125003" y="5402"/>
                  </a:lnTo>
                  <a:lnTo>
                    <a:pt x="119871" y="6828"/>
                  </a:lnTo>
                  <a:lnTo>
                    <a:pt x="114786" y="8416"/>
                  </a:lnTo>
                  <a:lnTo>
                    <a:pt x="109755" y="10165"/>
                  </a:lnTo>
                  <a:lnTo>
                    <a:pt x="104782" y="12074"/>
                  </a:lnTo>
                  <a:lnTo>
                    <a:pt x="99872" y="14140"/>
                  </a:lnTo>
                  <a:lnTo>
                    <a:pt x="95030" y="16361"/>
                  </a:lnTo>
                  <a:lnTo>
                    <a:pt x="90262" y="18736"/>
                  </a:lnTo>
                  <a:lnTo>
                    <a:pt x="85572" y="21261"/>
                  </a:lnTo>
                  <a:lnTo>
                    <a:pt x="80965" y="23935"/>
                  </a:lnTo>
                  <a:lnTo>
                    <a:pt x="76445" y="26754"/>
                  </a:lnTo>
                  <a:lnTo>
                    <a:pt x="72017" y="29716"/>
                  </a:lnTo>
                  <a:lnTo>
                    <a:pt x="67686" y="32817"/>
                  </a:lnTo>
                  <a:lnTo>
                    <a:pt x="63456" y="36054"/>
                  </a:lnTo>
                  <a:lnTo>
                    <a:pt x="59331" y="39425"/>
                  </a:lnTo>
                  <a:lnTo>
                    <a:pt x="55316" y="42925"/>
                  </a:lnTo>
                  <a:lnTo>
                    <a:pt x="51414" y="46552"/>
                  </a:lnTo>
                  <a:lnTo>
                    <a:pt x="47630" y="50301"/>
                  </a:lnTo>
                  <a:lnTo>
                    <a:pt x="43967" y="54169"/>
                  </a:lnTo>
                  <a:lnTo>
                    <a:pt x="40430" y="58151"/>
                  </a:lnTo>
                  <a:lnTo>
                    <a:pt x="37021" y="62244"/>
                  </a:lnTo>
                  <a:lnTo>
                    <a:pt x="33744" y="66444"/>
                  </a:lnTo>
                  <a:lnTo>
                    <a:pt x="30602" y="70746"/>
                  </a:lnTo>
                  <a:lnTo>
                    <a:pt x="27600" y="75145"/>
                  </a:lnTo>
                  <a:lnTo>
                    <a:pt x="24739" y="79639"/>
                  </a:lnTo>
                  <a:lnTo>
                    <a:pt x="22022" y="84221"/>
                  </a:lnTo>
                  <a:lnTo>
                    <a:pt x="19453" y="88887"/>
                  </a:lnTo>
                  <a:lnTo>
                    <a:pt x="17034" y="93633"/>
                  </a:lnTo>
                  <a:lnTo>
                    <a:pt x="14767" y="98454"/>
                  </a:lnTo>
                  <a:lnTo>
                    <a:pt x="12655" y="103344"/>
                  </a:lnTo>
                  <a:lnTo>
                    <a:pt x="10700" y="108299"/>
                  </a:lnTo>
                  <a:lnTo>
                    <a:pt x="8904" y="113314"/>
                  </a:lnTo>
                  <a:lnTo>
                    <a:pt x="7269" y="118383"/>
                  </a:lnTo>
                  <a:lnTo>
                    <a:pt x="5796" y="123502"/>
                  </a:lnTo>
                  <a:lnTo>
                    <a:pt x="4486" y="128666"/>
                  </a:lnTo>
                  <a:lnTo>
                    <a:pt x="3342" y="133868"/>
                  </a:lnTo>
                  <a:lnTo>
                    <a:pt x="2364" y="139105"/>
                  </a:lnTo>
                  <a:lnTo>
                    <a:pt x="1554" y="144370"/>
                  </a:lnTo>
                  <a:lnTo>
                    <a:pt x="912" y="149658"/>
                  </a:lnTo>
                  <a:lnTo>
                    <a:pt x="438" y="154963"/>
                  </a:lnTo>
                  <a:lnTo>
                    <a:pt x="134" y="160281"/>
                  </a:lnTo>
                  <a:lnTo>
                    <a:pt x="0" y="165607"/>
                  </a:lnTo>
                  <a:lnTo>
                    <a:pt x="35" y="170933"/>
                  </a:lnTo>
                  <a:lnTo>
                    <a:pt x="239" y="176256"/>
                  </a:lnTo>
                  <a:lnTo>
                    <a:pt x="614" y="181570"/>
                  </a:lnTo>
                  <a:lnTo>
                    <a:pt x="1157" y="186869"/>
                  </a:lnTo>
                  <a:lnTo>
                    <a:pt x="1869" y="192148"/>
                  </a:lnTo>
                  <a:lnTo>
                    <a:pt x="2749" y="197401"/>
                  </a:lnTo>
                  <a:lnTo>
                    <a:pt x="3796" y="202624"/>
                  </a:lnTo>
                  <a:lnTo>
                    <a:pt x="5009" y="207811"/>
                  </a:lnTo>
                  <a:lnTo>
                    <a:pt x="6386" y="212957"/>
                  </a:lnTo>
                  <a:lnTo>
                    <a:pt x="7926" y="218056"/>
                  </a:lnTo>
                  <a:lnTo>
                    <a:pt x="9629" y="223104"/>
                  </a:lnTo>
                  <a:lnTo>
                    <a:pt x="11491" y="228095"/>
                  </a:lnTo>
                  <a:lnTo>
                    <a:pt x="13511" y="233023"/>
                  </a:lnTo>
                  <a:lnTo>
                    <a:pt x="15687" y="237885"/>
                  </a:lnTo>
                  <a:lnTo>
                    <a:pt x="18017" y="242676"/>
                  </a:lnTo>
                  <a:lnTo>
                    <a:pt x="20499" y="247389"/>
                  </a:lnTo>
                  <a:lnTo>
                    <a:pt x="23129" y="252021"/>
                  </a:lnTo>
                  <a:lnTo>
                    <a:pt x="25906" y="256567"/>
                  </a:lnTo>
                  <a:lnTo>
                    <a:pt x="28826" y="261022"/>
                  </a:lnTo>
                  <a:lnTo>
                    <a:pt x="31887" y="265382"/>
                  </a:lnTo>
                  <a:lnTo>
                    <a:pt x="35085" y="269642"/>
                  </a:lnTo>
                  <a:lnTo>
                    <a:pt x="38417" y="273798"/>
                  </a:lnTo>
                  <a:lnTo>
                    <a:pt x="41879" y="277846"/>
                  </a:lnTo>
                  <a:lnTo>
                    <a:pt x="45469" y="281781"/>
                  </a:lnTo>
                  <a:lnTo>
                    <a:pt x="49183" y="285600"/>
                  </a:lnTo>
                  <a:lnTo>
                    <a:pt x="53016" y="289299"/>
                  </a:lnTo>
                  <a:lnTo>
                    <a:pt x="56965" y="292874"/>
                  </a:lnTo>
                  <a:lnTo>
                    <a:pt x="61027" y="296321"/>
                  </a:lnTo>
                  <a:lnTo>
                    <a:pt x="65195" y="299637"/>
                  </a:lnTo>
                  <a:lnTo>
                    <a:pt x="69468" y="302818"/>
                  </a:lnTo>
                  <a:lnTo>
                    <a:pt x="73839" y="30586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930223" y="5566459"/>
              <a:ext cx="93320" cy="138694"/>
            </a:xfrm>
            <a:custGeom>
              <a:avLst/>
              <a:pathLst>
                <a:path w="93320" h="138694">
                  <a:moveTo>
                    <a:pt x="0" y="138694"/>
                  </a:moveTo>
                  <a:lnTo>
                    <a:pt x="9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930223" y="5566459"/>
              <a:ext cx="93320" cy="138694"/>
            </a:xfrm>
            <a:custGeom>
              <a:avLst/>
              <a:pathLst>
                <a:path w="93320" h="138694">
                  <a:moveTo>
                    <a:pt x="0" y="138694"/>
                  </a:moveTo>
                  <a:lnTo>
                    <a:pt x="9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930223" y="5566459"/>
              <a:ext cx="93320" cy="138694"/>
            </a:xfrm>
            <a:custGeom>
              <a:avLst/>
              <a:pathLst>
                <a:path w="93320" h="138694">
                  <a:moveTo>
                    <a:pt x="0" y="138694"/>
                  </a:moveTo>
                  <a:lnTo>
                    <a:pt x="9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930223" y="5566459"/>
              <a:ext cx="93320" cy="138694"/>
            </a:xfrm>
            <a:custGeom>
              <a:avLst/>
              <a:pathLst>
                <a:path w="93320" h="138694">
                  <a:moveTo>
                    <a:pt x="0" y="138694"/>
                  </a:moveTo>
                  <a:lnTo>
                    <a:pt x="933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930223" y="5566459"/>
              <a:ext cx="93320" cy="138694"/>
            </a:xfrm>
            <a:custGeom>
              <a:avLst/>
              <a:pathLst>
                <a:path w="93320" h="138694">
                  <a:moveTo>
                    <a:pt x="0" y="138694"/>
                  </a:moveTo>
                  <a:lnTo>
                    <a:pt x="933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930223" y="5566459"/>
              <a:ext cx="93320" cy="167112"/>
            </a:xfrm>
            <a:custGeom>
              <a:avLst/>
              <a:pathLst>
                <a:path w="93320" h="167112">
                  <a:moveTo>
                    <a:pt x="0" y="138694"/>
                  </a:moveTo>
                  <a:lnTo>
                    <a:pt x="4672" y="141727"/>
                  </a:lnTo>
                  <a:lnTo>
                    <a:pt x="9444" y="144602"/>
                  </a:lnTo>
                  <a:lnTo>
                    <a:pt x="14308" y="147316"/>
                  </a:lnTo>
                  <a:lnTo>
                    <a:pt x="19260" y="149867"/>
                  </a:lnTo>
                  <a:lnTo>
                    <a:pt x="24295" y="152251"/>
                  </a:lnTo>
                  <a:lnTo>
                    <a:pt x="29406" y="154466"/>
                  </a:lnTo>
                  <a:lnTo>
                    <a:pt x="34588" y="156510"/>
                  </a:lnTo>
                  <a:lnTo>
                    <a:pt x="39835" y="158380"/>
                  </a:lnTo>
                  <a:lnTo>
                    <a:pt x="45142" y="160074"/>
                  </a:lnTo>
                  <a:lnTo>
                    <a:pt x="50502" y="161590"/>
                  </a:lnTo>
                  <a:lnTo>
                    <a:pt x="55910" y="162927"/>
                  </a:lnTo>
                  <a:lnTo>
                    <a:pt x="61359" y="164083"/>
                  </a:lnTo>
                  <a:lnTo>
                    <a:pt x="66844" y="165057"/>
                  </a:lnTo>
                  <a:lnTo>
                    <a:pt x="72358" y="165848"/>
                  </a:lnTo>
                  <a:lnTo>
                    <a:pt x="77895" y="166454"/>
                  </a:lnTo>
                  <a:lnTo>
                    <a:pt x="83450" y="166875"/>
                  </a:lnTo>
                  <a:lnTo>
                    <a:pt x="89015" y="167112"/>
                  </a:lnTo>
                  <a:lnTo>
                    <a:pt x="9332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19239" y="5399291"/>
              <a:ext cx="171470" cy="334331"/>
            </a:xfrm>
            <a:custGeom>
              <a:avLst/>
              <a:pathLst>
                <a:path w="171470" h="334331">
                  <a:moveTo>
                    <a:pt x="0" y="334279"/>
                  </a:moveTo>
                  <a:lnTo>
                    <a:pt x="5347" y="334331"/>
                  </a:lnTo>
                  <a:lnTo>
                    <a:pt x="10694" y="334212"/>
                  </a:lnTo>
                  <a:lnTo>
                    <a:pt x="16034" y="333922"/>
                  </a:lnTo>
                  <a:lnTo>
                    <a:pt x="21362" y="333462"/>
                  </a:lnTo>
                  <a:lnTo>
                    <a:pt x="26673" y="332831"/>
                  </a:lnTo>
                  <a:lnTo>
                    <a:pt x="31961" y="332031"/>
                  </a:lnTo>
                  <a:lnTo>
                    <a:pt x="37220" y="331062"/>
                  </a:lnTo>
                  <a:lnTo>
                    <a:pt x="42446" y="329925"/>
                  </a:lnTo>
                  <a:lnTo>
                    <a:pt x="47633" y="328621"/>
                  </a:lnTo>
                  <a:lnTo>
                    <a:pt x="52775" y="327153"/>
                  </a:lnTo>
                  <a:lnTo>
                    <a:pt x="57868" y="325520"/>
                  </a:lnTo>
                  <a:lnTo>
                    <a:pt x="62906" y="323726"/>
                  </a:lnTo>
                  <a:lnTo>
                    <a:pt x="67884" y="321771"/>
                  </a:lnTo>
                  <a:lnTo>
                    <a:pt x="72797" y="319658"/>
                  </a:lnTo>
                  <a:lnTo>
                    <a:pt x="77640" y="317389"/>
                  </a:lnTo>
                  <a:lnTo>
                    <a:pt x="82408" y="314967"/>
                  </a:lnTo>
                  <a:lnTo>
                    <a:pt x="87095" y="312393"/>
                  </a:lnTo>
                  <a:lnTo>
                    <a:pt x="91699" y="309670"/>
                  </a:lnTo>
                  <a:lnTo>
                    <a:pt x="96212" y="306801"/>
                  </a:lnTo>
                  <a:lnTo>
                    <a:pt x="100632" y="303790"/>
                  </a:lnTo>
                  <a:lnTo>
                    <a:pt x="104953" y="300639"/>
                  </a:lnTo>
                  <a:lnTo>
                    <a:pt x="109171" y="297351"/>
                  </a:lnTo>
                  <a:lnTo>
                    <a:pt x="113281" y="293930"/>
                  </a:lnTo>
                  <a:lnTo>
                    <a:pt x="117280" y="290379"/>
                  </a:lnTo>
                  <a:lnTo>
                    <a:pt x="121164" y="286702"/>
                  </a:lnTo>
                  <a:lnTo>
                    <a:pt x="124928" y="282903"/>
                  </a:lnTo>
                  <a:lnTo>
                    <a:pt x="128568" y="278985"/>
                  </a:lnTo>
                  <a:lnTo>
                    <a:pt x="132081" y="274953"/>
                  </a:lnTo>
                  <a:lnTo>
                    <a:pt x="135464" y="270810"/>
                  </a:lnTo>
                  <a:lnTo>
                    <a:pt x="138712" y="266562"/>
                  </a:lnTo>
                  <a:lnTo>
                    <a:pt x="141823" y="262211"/>
                  </a:lnTo>
                  <a:lnTo>
                    <a:pt x="144793" y="257764"/>
                  </a:lnTo>
                  <a:lnTo>
                    <a:pt x="147619" y="253224"/>
                  </a:lnTo>
                  <a:lnTo>
                    <a:pt x="150298" y="248595"/>
                  </a:lnTo>
                  <a:lnTo>
                    <a:pt x="152828" y="243883"/>
                  </a:lnTo>
                  <a:lnTo>
                    <a:pt x="155206" y="239093"/>
                  </a:lnTo>
                  <a:lnTo>
                    <a:pt x="157430" y="234229"/>
                  </a:lnTo>
                  <a:lnTo>
                    <a:pt x="159497" y="229297"/>
                  </a:lnTo>
                  <a:lnTo>
                    <a:pt x="161405" y="224301"/>
                  </a:lnTo>
                  <a:lnTo>
                    <a:pt x="163152" y="219246"/>
                  </a:lnTo>
                  <a:lnTo>
                    <a:pt x="164736" y="214138"/>
                  </a:lnTo>
                  <a:lnTo>
                    <a:pt x="166157" y="208982"/>
                  </a:lnTo>
                  <a:lnTo>
                    <a:pt x="167412" y="203784"/>
                  </a:lnTo>
                  <a:lnTo>
                    <a:pt x="168499" y="198547"/>
                  </a:lnTo>
                  <a:lnTo>
                    <a:pt x="169419" y="193279"/>
                  </a:lnTo>
                  <a:lnTo>
                    <a:pt x="170170" y="187984"/>
                  </a:lnTo>
                  <a:lnTo>
                    <a:pt x="170751" y="182668"/>
                  </a:lnTo>
                  <a:lnTo>
                    <a:pt x="171162" y="177335"/>
                  </a:lnTo>
                  <a:lnTo>
                    <a:pt x="171401" y="171993"/>
                  </a:lnTo>
                  <a:lnTo>
                    <a:pt x="171470" y="166645"/>
                  </a:lnTo>
                  <a:lnTo>
                    <a:pt x="171368" y="161298"/>
                  </a:lnTo>
                  <a:lnTo>
                    <a:pt x="171095" y="155957"/>
                  </a:lnTo>
                  <a:lnTo>
                    <a:pt x="170651" y="150628"/>
                  </a:lnTo>
                  <a:lnTo>
                    <a:pt x="170037" y="145315"/>
                  </a:lnTo>
                  <a:lnTo>
                    <a:pt x="169253" y="140025"/>
                  </a:lnTo>
                  <a:lnTo>
                    <a:pt x="168300" y="134762"/>
                  </a:lnTo>
                  <a:lnTo>
                    <a:pt x="167180" y="129533"/>
                  </a:lnTo>
                  <a:lnTo>
                    <a:pt x="165893" y="124342"/>
                  </a:lnTo>
                  <a:lnTo>
                    <a:pt x="164440" y="119195"/>
                  </a:lnTo>
                  <a:lnTo>
                    <a:pt x="162824" y="114097"/>
                  </a:lnTo>
                  <a:lnTo>
                    <a:pt x="161045" y="109054"/>
                  </a:lnTo>
                  <a:lnTo>
                    <a:pt x="159106" y="104069"/>
                  </a:lnTo>
                  <a:lnTo>
                    <a:pt x="157008" y="99150"/>
                  </a:lnTo>
                  <a:lnTo>
                    <a:pt x="154754" y="94300"/>
                  </a:lnTo>
                  <a:lnTo>
                    <a:pt x="152346" y="89525"/>
                  </a:lnTo>
                  <a:lnTo>
                    <a:pt x="149787" y="84829"/>
                  </a:lnTo>
                  <a:lnTo>
                    <a:pt x="147079" y="80217"/>
                  </a:lnTo>
                  <a:lnTo>
                    <a:pt x="144224" y="75695"/>
                  </a:lnTo>
                  <a:lnTo>
                    <a:pt x="141227" y="71266"/>
                  </a:lnTo>
                  <a:lnTo>
                    <a:pt x="138089" y="66935"/>
                  </a:lnTo>
                  <a:lnTo>
                    <a:pt x="134814" y="62707"/>
                  </a:lnTo>
                  <a:lnTo>
                    <a:pt x="131406" y="58585"/>
                  </a:lnTo>
                  <a:lnTo>
                    <a:pt x="127868" y="54575"/>
                  </a:lnTo>
                  <a:lnTo>
                    <a:pt x="124203" y="50680"/>
                  </a:lnTo>
                  <a:lnTo>
                    <a:pt x="120415" y="46905"/>
                  </a:lnTo>
                  <a:lnTo>
                    <a:pt x="116509" y="43252"/>
                  </a:lnTo>
                  <a:lnTo>
                    <a:pt x="112488" y="39726"/>
                  </a:lnTo>
                  <a:lnTo>
                    <a:pt x="108356" y="36331"/>
                  </a:lnTo>
                  <a:lnTo>
                    <a:pt x="104118" y="33069"/>
                  </a:lnTo>
                  <a:lnTo>
                    <a:pt x="99777" y="29945"/>
                  </a:lnTo>
                  <a:lnTo>
                    <a:pt x="95339" y="26961"/>
                  </a:lnTo>
                  <a:lnTo>
                    <a:pt x="90807" y="24121"/>
                  </a:lnTo>
                  <a:lnTo>
                    <a:pt x="86187" y="21427"/>
                  </a:lnTo>
                  <a:lnTo>
                    <a:pt x="81483" y="18883"/>
                  </a:lnTo>
                  <a:lnTo>
                    <a:pt x="76701" y="16490"/>
                  </a:lnTo>
                  <a:lnTo>
                    <a:pt x="71844" y="14251"/>
                  </a:lnTo>
                  <a:lnTo>
                    <a:pt x="66918" y="12169"/>
                  </a:lnTo>
                  <a:lnTo>
                    <a:pt x="61928" y="10245"/>
                  </a:lnTo>
                  <a:lnTo>
                    <a:pt x="56878" y="8482"/>
                  </a:lnTo>
                  <a:lnTo>
                    <a:pt x="51776" y="6882"/>
                  </a:lnTo>
                  <a:lnTo>
                    <a:pt x="46624" y="5445"/>
                  </a:lnTo>
                  <a:lnTo>
                    <a:pt x="41429" y="4174"/>
                  </a:lnTo>
                  <a:lnTo>
                    <a:pt x="36196" y="3070"/>
                  </a:lnTo>
                  <a:lnTo>
                    <a:pt x="30931" y="2134"/>
                  </a:lnTo>
                  <a:lnTo>
                    <a:pt x="25638" y="1367"/>
                  </a:lnTo>
                  <a:lnTo>
                    <a:pt x="20324" y="769"/>
                  </a:lnTo>
                  <a:lnTo>
                    <a:pt x="14993" y="342"/>
                  </a:lnTo>
                  <a:lnTo>
                    <a:pt x="9651" y="85"/>
                  </a:lnTo>
                  <a:lnTo>
                    <a:pt x="4304" y="0"/>
                  </a:lnTo>
                  <a:lnTo>
                    <a:pt x="430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413735" y="5269756"/>
              <a:ext cx="131523" cy="167167"/>
            </a:xfrm>
            <a:custGeom>
              <a:avLst/>
              <a:pathLst>
                <a:path w="131523" h="167167">
                  <a:moveTo>
                    <a:pt x="131523" y="0"/>
                  </a:moveTo>
                  <a:lnTo>
                    <a:pt x="125917" y="94"/>
                  </a:lnTo>
                  <a:lnTo>
                    <a:pt x="120318" y="375"/>
                  </a:lnTo>
                  <a:lnTo>
                    <a:pt x="114731" y="845"/>
                  </a:lnTo>
                  <a:lnTo>
                    <a:pt x="109163" y="1502"/>
                  </a:lnTo>
                  <a:lnTo>
                    <a:pt x="103620" y="2345"/>
                  </a:lnTo>
                  <a:lnTo>
                    <a:pt x="98109" y="3373"/>
                  </a:lnTo>
                  <a:lnTo>
                    <a:pt x="92635" y="4586"/>
                  </a:lnTo>
                  <a:lnTo>
                    <a:pt x="87205" y="5981"/>
                  </a:lnTo>
                  <a:lnTo>
                    <a:pt x="81825" y="7558"/>
                  </a:lnTo>
                  <a:lnTo>
                    <a:pt x="76501" y="9314"/>
                  </a:lnTo>
                  <a:lnTo>
                    <a:pt x="71239" y="11248"/>
                  </a:lnTo>
                  <a:lnTo>
                    <a:pt x="66044" y="13357"/>
                  </a:lnTo>
                  <a:lnTo>
                    <a:pt x="60923" y="15639"/>
                  </a:lnTo>
                  <a:lnTo>
                    <a:pt x="55881" y="18092"/>
                  </a:lnTo>
                  <a:lnTo>
                    <a:pt x="50925" y="20712"/>
                  </a:lnTo>
                  <a:lnTo>
                    <a:pt x="46059" y="23497"/>
                  </a:lnTo>
                  <a:lnTo>
                    <a:pt x="41290" y="26444"/>
                  </a:lnTo>
                  <a:lnTo>
                    <a:pt x="36621" y="29549"/>
                  </a:lnTo>
                  <a:lnTo>
                    <a:pt x="32060" y="32809"/>
                  </a:lnTo>
                  <a:lnTo>
                    <a:pt x="27611" y="36220"/>
                  </a:lnTo>
                  <a:lnTo>
                    <a:pt x="23278" y="39778"/>
                  </a:lnTo>
                  <a:lnTo>
                    <a:pt x="19067" y="43479"/>
                  </a:lnTo>
                  <a:lnTo>
                    <a:pt x="14983" y="47320"/>
                  </a:lnTo>
                  <a:lnTo>
                    <a:pt x="11029" y="51295"/>
                  </a:lnTo>
                  <a:lnTo>
                    <a:pt x="7211" y="55401"/>
                  </a:lnTo>
                  <a:lnTo>
                    <a:pt x="3534" y="59632"/>
                  </a:lnTo>
                  <a:lnTo>
                    <a:pt x="0" y="63985"/>
                  </a:lnTo>
                  <a:lnTo>
                    <a:pt x="13152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413735" y="5333741"/>
              <a:ext cx="131523" cy="103182"/>
            </a:xfrm>
            <a:custGeom>
              <a:avLst/>
              <a:pathLst>
                <a:path w="131523" h="103182">
                  <a:moveTo>
                    <a:pt x="0" y="0"/>
                  </a:moveTo>
                  <a:lnTo>
                    <a:pt x="131523" y="103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413735" y="5333741"/>
              <a:ext cx="131523" cy="103182"/>
            </a:xfrm>
            <a:custGeom>
              <a:avLst/>
              <a:pathLst>
                <a:path w="131523" h="103182">
                  <a:moveTo>
                    <a:pt x="0" y="0"/>
                  </a:moveTo>
                  <a:lnTo>
                    <a:pt x="131523" y="103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13735" y="5333741"/>
              <a:ext cx="131523" cy="103182"/>
            </a:xfrm>
            <a:custGeom>
              <a:avLst/>
              <a:pathLst>
                <a:path w="131523" h="103182">
                  <a:moveTo>
                    <a:pt x="0" y="0"/>
                  </a:moveTo>
                  <a:lnTo>
                    <a:pt x="131523" y="1031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413735" y="5333741"/>
              <a:ext cx="131523" cy="103182"/>
            </a:xfrm>
            <a:custGeom>
              <a:avLst/>
              <a:pathLst>
                <a:path w="131523" h="103182">
                  <a:moveTo>
                    <a:pt x="0" y="0"/>
                  </a:moveTo>
                  <a:lnTo>
                    <a:pt x="131523" y="1031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391511" y="5333741"/>
              <a:ext cx="153747" cy="103182"/>
            </a:xfrm>
            <a:custGeom>
              <a:avLst/>
              <a:pathLst>
                <a:path w="153747" h="103182">
                  <a:moveTo>
                    <a:pt x="22223" y="0"/>
                  </a:moveTo>
                  <a:lnTo>
                    <a:pt x="18457" y="4989"/>
                  </a:lnTo>
                  <a:lnTo>
                    <a:pt x="14880" y="10117"/>
                  </a:lnTo>
                  <a:lnTo>
                    <a:pt x="11498" y="15374"/>
                  </a:lnTo>
                  <a:lnTo>
                    <a:pt x="8314" y="20754"/>
                  </a:lnTo>
                  <a:lnTo>
                    <a:pt x="5334" y="26250"/>
                  </a:lnTo>
                  <a:lnTo>
                    <a:pt x="2561" y="31853"/>
                  </a:lnTo>
                  <a:lnTo>
                    <a:pt x="0" y="37556"/>
                  </a:lnTo>
                  <a:lnTo>
                    <a:pt x="153747" y="1031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378098" y="5269756"/>
              <a:ext cx="334311" cy="334333"/>
            </a:xfrm>
            <a:custGeom>
              <a:avLst/>
              <a:pathLst>
                <a:path w="334311" h="334333">
                  <a:moveTo>
                    <a:pt x="13412" y="101541"/>
                  </a:moveTo>
                  <a:lnTo>
                    <a:pt x="11405" y="106459"/>
                  </a:lnTo>
                  <a:lnTo>
                    <a:pt x="9554" y="111438"/>
                  </a:lnTo>
                  <a:lnTo>
                    <a:pt x="7864" y="116473"/>
                  </a:lnTo>
                  <a:lnTo>
                    <a:pt x="6333" y="121560"/>
                  </a:lnTo>
                  <a:lnTo>
                    <a:pt x="4966" y="126692"/>
                  </a:lnTo>
                  <a:lnTo>
                    <a:pt x="3762" y="131865"/>
                  </a:lnTo>
                  <a:lnTo>
                    <a:pt x="2723" y="137074"/>
                  </a:lnTo>
                  <a:lnTo>
                    <a:pt x="1850" y="142314"/>
                  </a:lnTo>
                  <a:lnTo>
                    <a:pt x="1143" y="147578"/>
                  </a:lnTo>
                  <a:lnTo>
                    <a:pt x="605" y="152862"/>
                  </a:lnTo>
                  <a:lnTo>
                    <a:pt x="234" y="158161"/>
                  </a:lnTo>
                  <a:lnTo>
                    <a:pt x="33" y="163469"/>
                  </a:lnTo>
                  <a:lnTo>
                    <a:pt x="0" y="168780"/>
                  </a:lnTo>
                  <a:lnTo>
                    <a:pt x="135" y="174090"/>
                  </a:lnTo>
                  <a:lnTo>
                    <a:pt x="439" y="179393"/>
                  </a:lnTo>
                  <a:lnTo>
                    <a:pt x="912" y="184683"/>
                  </a:lnTo>
                  <a:lnTo>
                    <a:pt x="1552" y="189956"/>
                  </a:lnTo>
                  <a:lnTo>
                    <a:pt x="2360" y="195206"/>
                  </a:lnTo>
                  <a:lnTo>
                    <a:pt x="3334" y="200427"/>
                  </a:lnTo>
                  <a:lnTo>
                    <a:pt x="4473" y="205615"/>
                  </a:lnTo>
                  <a:lnTo>
                    <a:pt x="5777" y="210764"/>
                  </a:lnTo>
                  <a:lnTo>
                    <a:pt x="7244" y="215869"/>
                  </a:lnTo>
                  <a:lnTo>
                    <a:pt x="8872" y="220925"/>
                  </a:lnTo>
                  <a:lnTo>
                    <a:pt x="10659" y="225927"/>
                  </a:lnTo>
                  <a:lnTo>
                    <a:pt x="12605" y="230869"/>
                  </a:lnTo>
                  <a:lnTo>
                    <a:pt x="14707" y="235747"/>
                  </a:lnTo>
                  <a:lnTo>
                    <a:pt x="16963" y="240556"/>
                  </a:lnTo>
                  <a:lnTo>
                    <a:pt x="19370" y="245291"/>
                  </a:lnTo>
                  <a:lnTo>
                    <a:pt x="21927" y="249947"/>
                  </a:lnTo>
                  <a:lnTo>
                    <a:pt x="24630" y="254519"/>
                  </a:lnTo>
                  <a:lnTo>
                    <a:pt x="27477" y="259003"/>
                  </a:lnTo>
                  <a:lnTo>
                    <a:pt x="30465" y="263394"/>
                  </a:lnTo>
                  <a:lnTo>
                    <a:pt x="33591" y="267688"/>
                  </a:lnTo>
                  <a:lnTo>
                    <a:pt x="36852" y="271881"/>
                  </a:lnTo>
                  <a:lnTo>
                    <a:pt x="40245" y="275968"/>
                  </a:lnTo>
                  <a:lnTo>
                    <a:pt x="43765" y="279945"/>
                  </a:lnTo>
                  <a:lnTo>
                    <a:pt x="47411" y="283809"/>
                  </a:lnTo>
                  <a:lnTo>
                    <a:pt x="51177" y="287554"/>
                  </a:lnTo>
                  <a:lnTo>
                    <a:pt x="55060" y="291178"/>
                  </a:lnTo>
                  <a:lnTo>
                    <a:pt x="59057" y="294677"/>
                  </a:lnTo>
                  <a:lnTo>
                    <a:pt x="63162" y="298047"/>
                  </a:lnTo>
                  <a:lnTo>
                    <a:pt x="67373" y="301285"/>
                  </a:lnTo>
                  <a:lnTo>
                    <a:pt x="71684" y="304387"/>
                  </a:lnTo>
                  <a:lnTo>
                    <a:pt x="76092" y="307351"/>
                  </a:lnTo>
                  <a:lnTo>
                    <a:pt x="80591" y="310174"/>
                  </a:lnTo>
                  <a:lnTo>
                    <a:pt x="85178" y="312852"/>
                  </a:lnTo>
                  <a:lnTo>
                    <a:pt x="89848" y="315383"/>
                  </a:lnTo>
                  <a:lnTo>
                    <a:pt x="94596" y="317764"/>
                  </a:lnTo>
                  <a:lnTo>
                    <a:pt x="99417" y="319993"/>
                  </a:lnTo>
                  <a:lnTo>
                    <a:pt x="104306" y="322068"/>
                  </a:lnTo>
                  <a:lnTo>
                    <a:pt x="109259" y="323987"/>
                  </a:lnTo>
                  <a:lnTo>
                    <a:pt x="114271" y="325747"/>
                  </a:lnTo>
                  <a:lnTo>
                    <a:pt x="119335" y="327348"/>
                  </a:lnTo>
                  <a:lnTo>
                    <a:pt x="124449" y="328786"/>
                  </a:lnTo>
                  <a:lnTo>
                    <a:pt x="129605" y="330061"/>
                  </a:lnTo>
                  <a:lnTo>
                    <a:pt x="134799" y="331172"/>
                  </a:lnTo>
                  <a:lnTo>
                    <a:pt x="140026" y="332118"/>
                  </a:lnTo>
                  <a:lnTo>
                    <a:pt x="145280" y="332896"/>
                  </a:lnTo>
                  <a:lnTo>
                    <a:pt x="150556" y="333508"/>
                  </a:lnTo>
                  <a:lnTo>
                    <a:pt x="155849" y="333951"/>
                  </a:lnTo>
                  <a:lnTo>
                    <a:pt x="161153" y="334226"/>
                  </a:lnTo>
                  <a:lnTo>
                    <a:pt x="166464" y="334333"/>
                  </a:lnTo>
                  <a:lnTo>
                    <a:pt x="171775" y="334271"/>
                  </a:lnTo>
                  <a:lnTo>
                    <a:pt x="177082" y="334040"/>
                  </a:lnTo>
                  <a:lnTo>
                    <a:pt x="182378" y="333640"/>
                  </a:lnTo>
                  <a:lnTo>
                    <a:pt x="187659" y="333073"/>
                  </a:lnTo>
                  <a:lnTo>
                    <a:pt x="192920" y="332338"/>
                  </a:lnTo>
                  <a:lnTo>
                    <a:pt x="198154" y="331436"/>
                  </a:lnTo>
                  <a:lnTo>
                    <a:pt x="203357" y="330368"/>
                  </a:lnTo>
                  <a:lnTo>
                    <a:pt x="208524" y="329136"/>
                  </a:lnTo>
                  <a:lnTo>
                    <a:pt x="213649" y="327740"/>
                  </a:lnTo>
                  <a:lnTo>
                    <a:pt x="218727" y="326182"/>
                  </a:lnTo>
                  <a:lnTo>
                    <a:pt x="223753" y="324463"/>
                  </a:lnTo>
                  <a:lnTo>
                    <a:pt x="228721" y="322586"/>
                  </a:lnTo>
                  <a:lnTo>
                    <a:pt x="233628" y="320552"/>
                  </a:lnTo>
                  <a:lnTo>
                    <a:pt x="238467" y="318362"/>
                  </a:lnTo>
                  <a:lnTo>
                    <a:pt x="243235" y="316021"/>
                  </a:lnTo>
                  <a:lnTo>
                    <a:pt x="247926" y="313529"/>
                  </a:lnTo>
                  <a:lnTo>
                    <a:pt x="252535" y="310889"/>
                  </a:lnTo>
                  <a:lnTo>
                    <a:pt x="257058" y="308104"/>
                  </a:lnTo>
                  <a:lnTo>
                    <a:pt x="261490" y="305177"/>
                  </a:lnTo>
                  <a:lnTo>
                    <a:pt x="265827" y="302110"/>
                  </a:lnTo>
                  <a:lnTo>
                    <a:pt x="270064" y="298907"/>
                  </a:lnTo>
                  <a:lnTo>
                    <a:pt x="274198" y="295572"/>
                  </a:lnTo>
                  <a:lnTo>
                    <a:pt x="278223" y="292106"/>
                  </a:lnTo>
                  <a:lnTo>
                    <a:pt x="282136" y="288515"/>
                  </a:lnTo>
                  <a:lnTo>
                    <a:pt x="285933" y="284800"/>
                  </a:lnTo>
                  <a:lnTo>
                    <a:pt x="289611" y="280968"/>
                  </a:lnTo>
                  <a:lnTo>
                    <a:pt x="293164" y="277020"/>
                  </a:lnTo>
                  <a:lnTo>
                    <a:pt x="296591" y="272961"/>
                  </a:lnTo>
                  <a:lnTo>
                    <a:pt x="299886" y="268796"/>
                  </a:lnTo>
                  <a:lnTo>
                    <a:pt x="303048" y="264528"/>
                  </a:lnTo>
                  <a:lnTo>
                    <a:pt x="306073" y="260162"/>
                  </a:lnTo>
                  <a:lnTo>
                    <a:pt x="308957" y="255701"/>
                  </a:lnTo>
                  <a:lnTo>
                    <a:pt x="311698" y="251152"/>
                  </a:lnTo>
                  <a:lnTo>
                    <a:pt x="314293" y="246517"/>
                  </a:lnTo>
                  <a:lnTo>
                    <a:pt x="316740" y="241803"/>
                  </a:lnTo>
                  <a:lnTo>
                    <a:pt x="319036" y="237013"/>
                  </a:lnTo>
                  <a:lnTo>
                    <a:pt x="321178" y="232153"/>
                  </a:lnTo>
                  <a:lnTo>
                    <a:pt x="323165" y="227227"/>
                  </a:lnTo>
                  <a:lnTo>
                    <a:pt x="324994" y="222240"/>
                  </a:lnTo>
                  <a:lnTo>
                    <a:pt x="326664" y="217198"/>
                  </a:lnTo>
                  <a:lnTo>
                    <a:pt x="328173" y="212105"/>
                  </a:lnTo>
                  <a:lnTo>
                    <a:pt x="329520" y="206967"/>
                  </a:lnTo>
                  <a:lnTo>
                    <a:pt x="330702" y="201789"/>
                  </a:lnTo>
                  <a:lnTo>
                    <a:pt x="331719" y="196576"/>
                  </a:lnTo>
                  <a:lnTo>
                    <a:pt x="332571" y="191333"/>
                  </a:lnTo>
                  <a:lnTo>
                    <a:pt x="333255" y="186065"/>
                  </a:lnTo>
                  <a:lnTo>
                    <a:pt x="333771" y="180779"/>
                  </a:lnTo>
                  <a:lnTo>
                    <a:pt x="334120" y="175479"/>
                  </a:lnTo>
                  <a:lnTo>
                    <a:pt x="334300" y="170170"/>
                  </a:lnTo>
                  <a:lnTo>
                    <a:pt x="334311" y="164859"/>
                  </a:lnTo>
                  <a:lnTo>
                    <a:pt x="334153" y="159549"/>
                  </a:lnTo>
                  <a:lnTo>
                    <a:pt x="333827" y="154248"/>
                  </a:lnTo>
                  <a:lnTo>
                    <a:pt x="333332" y="148959"/>
                  </a:lnTo>
                  <a:lnTo>
                    <a:pt x="332670" y="143689"/>
                  </a:lnTo>
                  <a:lnTo>
                    <a:pt x="331840" y="138443"/>
                  </a:lnTo>
                  <a:lnTo>
                    <a:pt x="330845" y="133226"/>
                  </a:lnTo>
                  <a:lnTo>
                    <a:pt x="329684" y="128042"/>
                  </a:lnTo>
                  <a:lnTo>
                    <a:pt x="328359" y="122899"/>
                  </a:lnTo>
                  <a:lnTo>
                    <a:pt x="326871" y="117800"/>
                  </a:lnTo>
                  <a:lnTo>
                    <a:pt x="325222" y="112751"/>
                  </a:lnTo>
                  <a:lnTo>
                    <a:pt x="323413" y="107757"/>
                  </a:lnTo>
                  <a:lnTo>
                    <a:pt x="321447" y="102822"/>
                  </a:lnTo>
                  <a:lnTo>
                    <a:pt x="319325" y="97953"/>
                  </a:lnTo>
                  <a:lnTo>
                    <a:pt x="317049" y="93154"/>
                  </a:lnTo>
                  <a:lnTo>
                    <a:pt x="314622" y="88429"/>
                  </a:lnTo>
                  <a:lnTo>
                    <a:pt x="312046" y="83784"/>
                  </a:lnTo>
                  <a:lnTo>
                    <a:pt x="309324" y="79223"/>
                  </a:lnTo>
                  <a:lnTo>
                    <a:pt x="306458" y="74751"/>
                  </a:lnTo>
                  <a:lnTo>
                    <a:pt x="303452" y="70372"/>
                  </a:lnTo>
                  <a:lnTo>
                    <a:pt x="300308" y="66091"/>
                  </a:lnTo>
                  <a:lnTo>
                    <a:pt x="297029" y="61912"/>
                  </a:lnTo>
                  <a:lnTo>
                    <a:pt x="293620" y="57839"/>
                  </a:lnTo>
                  <a:lnTo>
                    <a:pt x="290083" y="53876"/>
                  </a:lnTo>
                  <a:lnTo>
                    <a:pt x="286421" y="50028"/>
                  </a:lnTo>
                  <a:lnTo>
                    <a:pt x="282640" y="46299"/>
                  </a:lnTo>
                  <a:lnTo>
                    <a:pt x="278742" y="42691"/>
                  </a:lnTo>
                  <a:lnTo>
                    <a:pt x="274731" y="39209"/>
                  </a:lnTo>
                  <a:lnTo>
                    <a:pt x="270611" y="35856"/>
                  </a:lnTo>
                  <a:lnTo>
                    <a:pt x="266387" y="32635"/>
                  </a:lnTo>
                  <a:lnTo>
                    <a:pt x="262063" y="29551"/>
                  </a:lnTo>
                  <a:lnTo>
                    <a:pt x="257643" y="26605"/>
                  </a:lnTo>
                  <a:lnTo>
                    <a:pt x="253132" y="23801"/>
                  </a:lnTo>
                  <a:lnTo>
                    <a:pt x="248534" y="21142"/>
                  </a:lnTo>
                  <a:lnTo>
                    <a:pt x="243853" y="18631"/>
                  </a:lnTo>
                  <a:lnTo>
                    <a:pt x="239096" y="16269"/>
                  </a:lnTo>
                  <a:lnTo>
                    <a:pt x="234265" y="14060"/>
                  </a:lnTo>
                  <a:lnTo>
                    <a:pt x="229367" y="12005"/>
                  </a:lnTo>
                  <a:lnTo>
                    <a:pt x="224406" y="10107"/>
                  </a:lnTo>
                  <a:lnTo>
                    <a:pt x="219388" y="8368"/>
                  </a:lnTo>
                  <a:lnTo>
                    <a:pt x="214316" y="6789"/>
                  </a:lnTo>
                  <a:lnTo>
                    <a:pt x="209197" y="5372"/>
                  </a:lnTo>
                  <a:lnTo>
                    <a:pt x="204036" y="4118"/>
                  </a:lnTo>
                  <a:lnTo>
                    <a:pt x="198837" y="3028"/>
                  </a:lnTo>
                  <a:lnTo>
                    <a:pt x="193607" y="2105"/>
                  </a:lnTo>
                  <a:lnTo>
                    <a:pt x="188349" y="1348"/>
                  </a:lnTo>
                  <a:lnTo>
                    <a:pt x="183070" y="758"/>
                  </a:lnTo>
                  <a:lnTo>
                    <a:pt x="177776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857554" y="5018213"/>
              <a:ext cx="163484" cy="167167"/>
            </a:xfrm>
            <a:custGeom>
              <a:avLst/>
              <a:pathLst>
                <a:path w="163484" h="167167">
                  <a:moveTo>
                    <a:pt x="163484" y="0"/>
                  </a:moveTo>
                  <a:lnTo>
                    <a:pt x="158070" y="87"/>
                  </a:lnTo>
                  <a:lnTo>
                    <a:pt x="152662" y="350"/>
                  </a:lnTo>
                  <a:lnTo>
                    <a:pt x="147265" y="788"/>
                  </a:lnTo>
                  <a:lnTo>
                    <a:pt x="141884" y="1401"/>
                  </a:lnTo>
                  <a:lnTo>
                    <a:pt x="136527" y="2187"/>
                  </a:lnTo>
                  <a:lnTo>
                    <a:pt x="131198" y="3147"/>
                  </a:lnTo>
                  <a:lnTo>
                    <a:pt x="125903" y="4279"/>
                  </a:lnTo>
                  <a:lnTo>
                    <a:pt x="120647" y="5581"/>
                  </a:lnTo>
                  <a:lnTo>
                    <a:pt x="115436" y="7053"/>
                  </a:lnTo>
                  <a:lnTo>
                    <a:pt x="110276" y="8693"/>
                  </a:lnTo>
                  <a:lnTo>
                    <a:pt x="105171" y="10500"/>
                  </a:lnTo>
                  <a:lnTo>
                    <a:pt x="100128" y="12471"/>
                  </a:lnTo>
                  <a:lnTo>
                    <a:pt x="95151" y="14604"/>
                  </a:lnTo>
                  <a:lnTo>
                    <a:pt x="90246" y="16897"/>
                  </a:lnTo>
                  <a:lnTo>
                    <a:pt x="85417" y="19348"/>
                  </a:lnTo>
                  <a:lnTo>
                    <a:pt x="80671" y="21954"/>
                  </a:lnTo>
                  <a:lnTo>
                    <a:pt x="76011" y="24712"/>
                  </a:lnTo>
                  <a:lnTo>
                    <a:pt x="71443" y="27620"/>
                  </a:lnTo>
                  <a:lnTo>
                    <a:pt x="66972" y="30674"/>
                  </a:lnTo>
                  <a:lnTo>
                    <a:pt x="62602" y="33871"/>
                  </a:lnTo>
                  <a:lnTo>
                    <a:pt x="58338" y="37208"/>
                  </a:lnTo>
                  <a:lnTo>
                    <a:pt x="54184" y="40682"/>
                  </a:lnTo>
                  <a:lnTo>
                    <a:pt x="50145" y="44288"/>
                  </a:lnTo>
                  <a:lnTo>
                    <a:pt x="46225" y="48023"/>
                  </a:lnTo>
                  <a:lnTo>
                    <a:pt x="42427" y="51884"/>
                  </a:lnTo>
                  <a:lnTo>
                    <a:pt x="38757" y="55865"/>
                  </a:lnTo>
                  <a:lnTo>
                    <a:pt x="35218" y="59963"/>
                  </a:lnTo>
                  <a:lnTo>
                    <a:pt x="31813" y="64173"/>
                  </a:lnTo>
                  <a:lnTo>
                    <a:pt x="28547" y="68491"/>
                  </a:lnTo>
                  <a:lnTo>
                    <a:pt x="25422" y="72914"/>
                  </a:lnTo>
                  <a:lnTo>
                    <a:pt x="22441" y="77434"/>
                  </a:lnTo>
                  <a:lnTo>
                    <a:pt x="19609" y="82049"/>
                  </a:lnTo>
                  <a:lnTo>
                    <a:pt x="16928" y="86754"/>
                  </a:lnTo>
                  <a:lnTo>
                    <a:pt x="14401" y="91543"/>
                  </a:lnTo>
                  <a:lnTo>
                    <a:pt x="12029" y="96411"/>
                  </a:lnTo>
                  <a:lnTo>
                    <a:pt x="9817" y="101353"/>
                  </a:lnTo>
                  <a:lnTo>
                    <a:pt x="7766" y="106364"/>
                  </a:lnTo>
                  <a:lnTo>
                    <a:pt x="5879" y="111439"/>
                  </a:lnTo>
                  <a:lnTo>
                    <a:pt x="4157" y="116573"/>
                  </a:lnTo>
                  <a:lnTo>
                    <a:pt x="2602" y="121760"/>
                  </a:lnTo>
                  <a:lnTo>
                    <a:pt x="1215" y="126994"/>
                  </a:lnTo>
                  <a:lnTo>
                    <a:pt x="0" y="132271"/>
                  </a:lnTo>
                  <a:lnTo>
                    <a:pt x="16348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857554" y="5150484"/>
              <a:ext cx="163484" cy="34896"/>
            </a:xfrm>
            <a:custGeom>
              <a:avLst/>
              <a:pathLst>
                <a:path w="163484" h="34896">
                  <a:moveTo>
                    <a:pt x="0" y="0"/>
                  </a:moveTo>
                  <a:lnTo>
                    <a:pt x="163484" y="34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857554" y="5150484"/>
              <a:ext cx="163484" cy="34896"/>
            </a:xfrm>
            <a:custGeom>
              <a:avLst/>
              <a:pathLst>
                <a:path w="163484" h="34896">
                  <a:moveTo>
                    <a:pt x="0" y="0"/>
                  </a:moveTo>
                  <a:lnTo>
                    <a:pt x="163484" y="348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57554" y="5150484"/>
              <a:ext cx="163484" cy="34896"/>
            </a:xfrm>
            <a:custGeom>
              <a:avLst/>
              <a:pathLst>
                <a:path w="163484" h="34896">
                  <a:moveTo>
                    <a:pt x="0" y="0"/>
                  </a:moveTo>
                  <a:lnTo>
                    <a:pt x="163484" y="348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3877" y="5150484"/>
              <a:ext cx="167161" cy="36331"/>
            </a:xfrm>
            <a:custGeom>
              <a:avLst/>
              <a:pathLst>
                <a:path w="167161" h="36331">
                  <a:moveTo>
                    <a:pt x="3676" y="0"/>
                  </a:moveTo>
                  <a:lnTo>
                    <a:pt x="2306" y="7187"/>
                  </a:lnTo>
                  <a:lnTo>
                    <a:pt x="1251" y="14428"/>
                  </a:lnTo>
                  <a:lnTo>
                    <a:pt x="514" y="21709"/>
                  </a:lnTo>
                  <a:lnTo>
                    <a:pt x="97" y="29014"/>
                  </a:lnTo>
                  <a:lnTo>
                    <a:pt x="0" y="36331"/>
                  </a:lnTo>
                  <a:lnTo>
                    <a:pt x="167161" y="348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53877" y="5018213"/>
              <a:ext cx="334313" cy="334332"/>
            </a:xfrm>
            <a:custGeom>
              <a:avLst/>
              <a:pathLst>
                <a:path w="334313" h="334332">
                  <a:moveTo>
                    <a:pt x="0" y="168602"/>
                  </a:moveTo>
                  <a:lnTo>
                    <a:pt x="130" y="173913"/>
                  </a:lnTo>
                  <a:lnTo>
                    <a:pt x="428" y="179217"/>
                  </a:lnTo>
                  <a:lnTo>
                    <a:pt x="895" y="184510"/>
                  </a:lnTo>
                  <a:lnTo>
                    <a:pt x="1530" y="189784"/>
                  </a:lnTo>
                  <a:lnTo>
                    <a:pt x="2333" y="195036"/>
                  </a:lnTo>
                  <a:lnTo>
                    <a:pt x="3302" y="200260"/>
                  </a:lnTo>
                  <a:lnTo>
                    <a:pt x="4436" y="205450"/>
                  </a:lnTo>
                  <a:lnTo>
                    <a:pt x="5735" y="210602"/>
                  </a:lnTo>
                  <a:lnTo>
                    <a:pt x="7196" y="215709"/>
                  </a:lnTo>
                  <a:lnTo>
                    <a:pt x="8820" y="220768"/>
                  </a:lnTo>
                  <a:lnTo>
                    <a:pt x="10603" y="225773"/>
                  </a:lnTo>
                  <a:lnTo>
                    <a:pt x="12544" y="230718"/>
                  </a:lnTo>
                  <a:lnTo>
                    <a:pt x="14642" y="235599"/>
                  </a:lnTo>
                  <a:lnTo>
                    <a:pt x="16894" y="240411"/>
                  </a:lnTo>
                  <a:lnTo>
                    <a:pt x="19297" y="245149"/>
                  </a:lnTo>
                  <a:lnTo>
                    <a:pt x="21850" y="249809"/>
                  </a:lnTo>
                  <a:lnTo>
                    <a:pt x="24549" y="254384"/>
                  </a:lnTo>
                  <a:lnTo>
                    <a:pt x="27393" y="258872"/>
                  </a:lnTo>
                  <a:lnTo>
                    <a:pt x="30377" y="263267"/>
                  </a:lnTo>
                  <a:lnTo>
                    <a:pt x="33500" y="267565"/>
                  </a:lnTo>
                  <a:lnTo>
                    <a:pt x="36758" y="271762"/>
                  </a:lnTo>
                  <a:lnTo>
                    <a:pt x="40148" y="275853"/>
                  </a:lnTo>
                  <a:lnTo>
                    <a:pt x="43666" y="279834"/>
                  </a:lnTo>
                  <a:lnTo>
                    <a:pt x="47308" y="283702"/>
                  </a:lnTo>
                  <a:lnTo>
                    <a:pt x="51072" y="287451"/>
                  </a:lnTo>
                  <a:lnTo>
                    <a:pt x="54953" y="291079"/>
                  </a:lnTo>
                  <a:lnTo>
                    <a:pt x="58947" y="294583"/>
                  </a:lnTo>
                  <a:lnTo>
                    <a:pt x="63051" y="297957"/>
                  </a:lnTo>
                  <a:lnTo>
                    <a:pt x="67259" y="301199"/>
                  </a:lnTo>
                  <a:lnTo>
                    <a:pt x="71569" y="304306"/>
                  </a:lnTo>
                  <a:lnTo>
                    <a:pt x="75975" y="307274"/>
                  </a:lnTo>
                  <a:lnTo>
                    <a:pt x="80473" y="310101"/>
                  </a:lnTo>
                  <a:lnTo>
                    <a:pt x="85059" y="312784"/>
                  </a:lnTo>
                  <a:lnTo>
                    <a:pt x="89728" y="315319"/>
                  </a:lnTo>
                  <a:lnTo>
                    <a:pt x="94475" y="317705"/>
                  </a:lnTo>
                  <a:lnTo>
                    <a:pt x="99295" y="319939"/>
                  </a:lnTo>
                  <a:lnTo>
                    <a:pt x="104184" y="322018"/>
                  </a:lnTo>
                  <a:lnTo>
                    <a:pt x="109137" y="323941"/>
                  </a:lnTo>
                  <a:lnTo>
                    <a:pt x="114148" y="325706"/>
                  </a:lnTo>
                  <a:lnTo>
                    <a:pt x="119212" y="327310"/>
                  </a:lnTo>
                  <a:lnTo>
                    <a:pt x="124326" y="328753"/>
                  </a:lnTo>
                  <a:lnTo>
                    <a:pt x="129482" y="330033"/>
                  </a:lnTo>
                  <a:lnTo>
                    <a:pt x="134676" y="331148"/>
                  </a:lnTo>
                  <a:lnTo>
                    <a:pt x="139904" y="332097"/>
                  </a:lnTo>
                  <a:lnTo>
                    <a:pt x="145158" y="332880"/>
                  </a:lnTo>
                  <a:lnTo>
                    <a:pt x="150435" y="333496"/>
                  </a:lnTo>
                  <a:lnTo>
                    <a:pt x="155729" y="333943"/>
                  </a:lnTo>
                  <a:lnTo>
                    <a:pt x="161035" y="334222"/>
                  </a:lnTo>
                  <a:lnTo>
                    <a:pt x="166346" y="334332"/>
                  </a:lnTo>
                  <a:lnTo>
                    <a:pt x="171659" y="334274"/>
                  </a:lnTo>
                  <a:lnTo>
                    <a:pt x="176967" y="334047"/>
                  </a:lnTo>
                  <a:lnTo>
                    <a:pt x="182265" y="333651"/>
                  </a:lnTo>
                  <a:lnTo>
                    <a:pt x="187547" y="333087"/>
                  </a:lnTo>
                  <a:lnTo>
                    <a:pt x="192810" y="332355"/>
                  </a:lnTo>
                  <a:lnTo>
                    <a:pt x="198046" y="331457"/>
                  </a:lnTo>
                  <a:lnTo>
                    <a:pt x="203251" y="330392"/>
                  </a:lnTo>
                  <a:lnTo>
                    <a:pt x="208420" y="329163"/>
                  </a:lnTo>
                  <a:lnTo>
                    <a:pt x="213546" y="327770"/>
                  </a:lnTo>
                  <a:lnTo>
                    <a:pt x="218627" y="326215"/>
                  </a:lnTo>
                  <a:lnTo>
                    <a:pt x="223655" y="324499"/>
                  </a:lnTo>
                  <a:lnTo>
                    <a:pt x="228626" y="322624"/>
                  </a:lnTo>
                  <a:lnTo>
                    <a:pt x="233535" y="320593"/>
                  </a:lnTo>
                  <a:lnTo>
                    <a:pt x="238377" y="318406"/>
                  </a:lnTo>
                  <a:lnTo>
                    <a:pt x="243146" y="316067"/>
                  </a:lnTo>
                  <a:lnTo>
                    <a:pt x="247840" y="313577"/>
                  </a:lnTo>
                  <a:lnTo>
                    <a:pt x="252451" y="310939"/>
                  </a:lnTo>
                  <a:lnTo>
                    <a:pt x="256977" y="308156"/>
                  </a:lnTo>
                  <a:lnTo>
                    <a:pt x="261412" y="305231"/>
                  </a:lnTo>
                  <a:lnTo>
                    <a:pt x="265752" y="302166"/>
                  </a:lnTo>
                  <a:lnTo>
                    <a:pt x="269992" y="298965"/>
                  </a:lnTo>
                  <a:lnTo>
                    <a:pt x="274128" y="295631"/>
                  </a:lnTo>
                  <a:lnTo>
                    <a:pt x="278156" y="292167"/>
                  </a:lnTo>
                  <a:lnTo>
                    <a:pt x="282072" y="288577"/>
                  </a:lnTo>
                  <a:lnTo>
                    <a:pt x="285872" y="284864"/>
                  </a:lnTo>
                  <a:lnTo>
                    <a:pt x="289552" y="281032"/>
                  </a:lnTo>
                  <a:lnTo>
                    <a:pt x="293109" y="277085"/>
                  </a:lnTo>
                  <a:lnTo>
                    <a:pt x="296538" y="273027"/>
                  </a:lnTo>
                  <a:lnTo>
                    <a:pt x="299837" y="268863"/>
                  </a:lnTo>
                  <a:lnTo>
                    <a:pt x="303001" y="264595"/>
                  </a:lnTo>
                  <a:lnTo>
                    <a:pt x="306029" y="260230"/>
                  </a:lnTo>
                  <a:lnTo>
                    <a:pt x="308916" y="255770"/>
                  </a:lnTo>
                  <a:lnTo>
                    <a:pt x="311660" y="251220"/>
                  </a:lnTo>
                  <a:lnTo>
                    <a:pt x="314258" y="246586"/>
                  </a:lnTo>
                  <a:lnTo>
                    <a:pt x="316707" y="241872"/>
                  </a:lnTo>
                  <a:lnTo>
                    <a:pt x="319006" y="237082"/>
                  </a:lnTo>
                  <a:lnTo>
                    <a:pt x="321151" y="232221"/>
                  </a:lnTo>
                  <a:lnTo>
                    <a:pt x="323140" y="227295"/>
                  </a:lnTo>
                  <a:lnTo>
                    <a:pt x="324972" y="222308"/>
                  </a:lnTo>
                  <a:lnTo>
                    <a:pt x="326645" y="217266"/>
                  </a:lnTo>
                  <a:lnTo>
                    <a:pt x="328156" y="212172"/>
                  </a:lnTo>
                  <a:lnTo>
                    <a:pt x="329505" y="207034"/>
                  </a:lnTo>
                  <a:lnTo>
                    <a:pt x="330690" y="201855"/>
                  </a:lnTo>
                  <a:lnTo>
                    <a:pt x="331709" y="196641"/>
                  </a:lnTo>
                  <a:lnTo>
                    <a:pt x="332563" y="191397"/>
                  </a:lnTo>
                  <a:lnTo>
                    <a:pt x="333249" y="186129"/>
                  </a:lnTo>
                  <a:lnTo>
                    <a:pt x="333768" y="180841"/>
                  </a:lnTo>
                  <a:lnTo>
                    <a:pt x="334118" y="175540"/>
                  </a:lnTo>
                  <a:lnTo>
                    <a:pt x="334300" y="170230"/>
                  </a:lnTo>
                  <a:lnTo>
                    <a:pt x="334313" y="164918"/>
                  </a:lnTo>
                  <a:lnTo>
                    <a:pt x="334157" y="159607"/>
                  </a:lnTo>
                  <a:lnTo>
                    <a:pt x="333833" y="154304"/>
                  </a:lnTo>
                  <a:lnTo>
                    <a:pt x="333340" y="149015"/>
                  </a:lnTo>
                  <a:lnTo>
                    <a:pt x="332679" y="143743"/>
                  </a:lnTo>
                  <a:lnTo>
                    <a:pt x="331851" y="138495"/>
                  </a:lnTo>
                  <a:lnTo>
                    <a:pt x="330857" y="133276"/>
                  </a:lnTo>
                  <a:lnTo>
                    <a:pt x="329697" y="128092"/>
                  </a:lnTo>
                  <a:lnTo>
                    <a:pt x="328373" y="122946"/>
                  </a:lnTo>
                  <a:lnTo>
                    <a:pt x="326887" y="117846"/>
                  </a:lnTo>
                  <a:lnTo>
                    <a:pt x="325239" y="112795"/>
                  </a:lnTo>
                  <a:lnTo>
                    <a:pt x="323431" y="107799"/>
                  </a:lnTo>
                  <a:lnTo>
                    <a:pt x="321466" y="102863"/>
                  </a:lnTo>
                  <a:lnTo>
                    <a:pt x="319344" y="97993"/>
                  </a:lnTo>
                  <a:lnTo>
                    <a:pt x="317069" y="93192"/>
                  </a:lnTo>
                  <a:lnTo>
                    <a:pt x="314643" y="88465"/>
                  </a:lnTo>
                  <a:lnTo>
                    <a:pt x="312068" y="83818"/>
                  </a:lnTo>
                  <a:lnTo>
                    <a:pt x="309346" y="79256"/>
                  </a:lnTo>
                  <a:lnTo>
                    <a:pt x="306480" y="74782"/>
                  </a:lnTo>
                  <a:lnTo>
                    <a:pt x="303474" y="70401"/>
                  </a:lnTo>
                  <a:lnTo>
                    <a:pt x="300331" y="66119"/>
                  </a:lnTo>
                  <a:lnTo>
                    <a:pt x="297052" y="61938"/>
                  </a:lnTo>
                  <a:lnTo>
                    <a:pt x="293643" y="57864"/>
                  </a:lnTo>
                  <a:lnTo>
                    <a:pt x="290106" y="53899"/>
                  </a:lnTo>
                  <a:lnTo>
                    <a:pt x="286444" y="50050"/>
                  </a:lnTo>
                  <a:lnTo>
                    <a:pt x="282662" y="46319"/>
                  </a:lnTo>
                  <a:lnTo>
                    <a:pt x="278764" y="42709"/>
                  </a:lnTo>
                  <a:lnTo>
                    <a:pt x="274753" y="39226"/>
                  </a:lnTo>
                  <a:lnTo>
                    <a:pt x="270633" y="35871"/>
                  </a:lnTo>
                  <a:lnTo>
                    <a:pt x="266408" y="32650"/>
                  </a:lnTo>
                  <a:lnTo>
                    <a:pt x="262083" y="29564"/>
                  </a:lnTo>
                  <a:lnTo>
                    <a:pt x="257663" y="26617"/>
                  </a:lnTo>
                  <a:lnTo>
                    <a:pt x="253151" y="23812"/>
                  </a:lnTo>
                  <a:lnTo>
                    <a:pt x="248552" y="21152"/>
                  </a:lnTo>
                  <a:lnTo>
                    <a:pt x="243871" y="18639"/>
                  </a:lnTo>
                  <a:lnTo>
                    <a:pt x="239112" y="16277"/>
                  </a:lnTo>
                  <a:lnTo>
                    <a:pt x="234281" y="14066"/>
                  </a:lnTo>
                  <a:lnTo>
                    <a:pt x="229382" y="12011"/>
                  </a:lnTo>
                  <a:lnTo>
                    <a:pt x="224420" y="10112"/>
                  </a:lnTo>
                  <a:lnTo>
                    <a:pt x="219401" y="8372"/>
                  </a:lnTo>
                  <a:lnTo>
                    <a:pt x="214328" y="6792"/>
                  </a:lnTo>
                  <a:lnTo>
                    <a:pt x="209208" y="5374"/>
                  </a:lnTo>
                  <a:lnTo>
                    <a:pt x="204046" y="4120"/>
                  </a:lnTo>
                  <a:lnTo>
                    <a:pt x="198846" y="3030"/>
                  </a:lnTo>
                  <a:lnTo>
                    <a:pt x="193614" y="2106"/>
                  </a:lnTo>
                  <a:lnTo>
                    <a:pt x="188356" y="1349"/>
                  </a:lnTo>
                  <a:lnTo>
                    <a:pt x="183076" y="759"/>
                  </a:lnTo>
                  <a:lnTo>
                    <a:pt x="177780" y="337"/>
                  </a:lnTo>
                  <a:lnTo>
                    <a:pt x="172473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256078" y="4659281"/>
              <a:ext cx="334225" cy="334328"/>
            </a:xfrm>
            <a:custGeom>
              <a:avLst/>
              <a:pathLst>
                <a:path w="334225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1" y="761"/>
                  </a:lnTo>
                  <a:lnTo>
                    <a:pt x="145934" y="1352"/>
                  </a:lnTo>
                  <a:lnTo>
                    <a:pt x="140669" y="2111"/>
                  </a:lnTo>
                  <a:lnTo>
                    <a:pt x="135430" y="3038"/>
                  </a:lnTo>
                  <a:lnTo>
                    <a:pt x="130224" y="4130"/>
                  </a:lnTo>
                  <a:lnTo>
                    <a:pt x="125055" y="5388"/>
                  </a:lnTo>
                  <a:lnTo>
                    <a:pt x="119929" y="6809"/>
                  </a:lnTo>
                  <a:lnTo>
                    <a:pt x="114851" y="8393"/>
                  </a:lnTo>
                  <a:lnTo>
                    <a:pt x="109825" y="10138"/>
                  </a:lnTo>
                  <a:lnTo>
                    <a:pt x="104858" y="12041"/>
                  </a:lnTo>
                  <a:lnTo>
                    <a:pt x="99954" y="14102"/>
                  </a:lnTo>
                  <a:lnTo>
                    <a:pt x="95118" y="16318"/>
                  </a:lnTo>
                  <a:lnTo>
                    <a:pt x="90354" y="18686"/>
                  </a:lnTo>
                  <a:lnTo>
                    <a:pt x="85669" y="21205"/>
                  </a:lnTo>
                  <a:lnTo>
                    <a:pt x="81066" y="23872"/>
                  </a:lnTo>
                  <a:lnTo>
                    <a:pt x="76550" y="26684"/>
                  </a:lnTo>
                  <a:lnTo>
                    <a:pt x="72126" y="29638"/>
                  </a:lnTo>
                  <a:lnTo>
                    <a:pt x="67798" y="32731"/>
                  </a:lnTo>
                  <a:lnTo>
                    <a:pt x="63571" y="35961"/>
                  </a:lnTo>
                  <a:lnTo>
                    <a:pt x="59449" y="39323"/>
                  </a:lnTo>
                  <a:lnTo>
                    <a:pt x="55436" y="42815"/>
                  </a:lnTo>
                  <a:lnTo>
                    <a:pt x="51535" y="46432"/>
                  </a:lnTo>
                  <a:lnTo>
                    <a:pt x="47752" y="50172"/>
                  </a:lnTo>
                  <a:lnTo>
                    <a:pt x="44090" y="54031"/>
                  </a:lnTo>
                  <a:lnTo>
                    <a:pt x="40553" y="58004"/>
                  </a:lnTo>
                  <a:lnTo>
                    <a:pt x="37144" y="62087"/>
                  </a:lnTo>
                  <a:lnTo>
                    <a:pt x="33866" y="66277"/>
                  </a:lnTo>
                  <a:lnTo>
                    <a:pt x="30723" y="70569"/>
                  </a:lnTo>
                  <a:lnTo>
                    <a:pt x="27719" y="74959"/>
                  </a:lnTo>
                  <a:lnTo>
                    <a:pt x="24856" y="79443"/>
                  </a:lnTo>
                  <a:lnTo>
                    <a:pt x="22136" y="84015"/>
                  </a:lnTo>
                  <a:lnTo>
                    <a:pt x="19564" y="88671"/>
                  </a:lnTo>
                  <a:lnTo>
                    <a:pt x="17141" y="93407"/>
                  </a:lnTo>
                  <a:lnTo>
                    <a:pt x="14870" y="98217"/>
                  </a:lnTo>
                  <a:lnTo>
                    <a:pt x="12754" y="103098"/>
                  </a:lnTo>
                  <a:lnTo>
                    <a:pt x="10793" y="108043"/>
                  </a:lnTo>
                  <a:lnTo>
                    <a:pt x="8991" y="113048"/>
                  </a:lnTo>
                  <a:lnTo>
                    <a:pt x="7349" y="118108"/>
                  </a:lnTo>
                  <a:lnTo>
                    <a:pt x="5869" y="123218"/>
                  </a:lnTo>
                  <a:lnTo>
                    <a:pt x="4553" y="128372"/>
                  </a:lnTo>
                  <a:lnTo>
                    <a:pt x="3400" y="133565"/>
                  </a:lnTo>
                  <a:lnTo>
                    <a:pt x="2414" y="138793"/>
                  </a:lnTo>
                  <a:lnTo>
                    <a:pt x="1595" y="144049"/>
                  </a:lnTo>
                  <a:lnTo>
                    <a:pt x="943" y="149328"/>
                  </a:lnTo>
                  <a:lnTo>
                    <a:pt x="460" y="154626"/>
                  </a:lnTo>
                  <a:lnTo>
                    <a:pt x="145" y="159936"/>
                  </a:lnTo>
                  <a:lnTo>
                    <a:pt x="0" y="165254"/>
                  </a:lnTo>
                  <a:lnTo>
                    <a:pt x="23" y="170573"/>
                  </a:lnTo>
                  <a:lnTo>
                    <a:pt x="216" y="175889"/>
                  </a:lnTo>
                  <a:lnTo>
                    <a:pt x="578" y="181197"/>
                  </a:lnTo>
                  <a:lnTo>
                    <a:pt x="1109" y="186490"/>
                  </a:lnTo>
                  <a:lnTo>
                    <a:pt x="1808" y="191763"/>
                  </a:lnTo>
                  <a:lnTo>
                    <a:pt x="2674" y="197012"/>
                  </a:lnTo>
                  <a:lnTo>
                    <a:pt x="3707" y="202230"/>
                  </a:lnTo>
                  <a:lnTo>
                    <a:pt x="4906" y="207413"/>
                  </a:lnTo>
                  <a:lnTo>
                    <a:pt x="6268" y="212555"/>
                  </a:lnTo>
                  <a:lnTo>
                    <a:pt x="7794" y="217652"/>
                  </a:lnTo>
                  <a:lnTo>
                    <a:pt x="9481" y="222697"/>
                  </a:lnTo>
                  <a:lnTo>
                    <a:pt x="11328" y="227685"/>
                  </a:lnTo>
                  <a:lnTo>
                    <a:pt x="13332" y="232613"/>
                  </a:lnTo>
                  <a:lnTo>
                    <a:pt x="15492" y="237474"/>
                  </a:lnTo>
                  <a:lnTo>
                    <a:pt x="17806" y="242264"/>
                  </a:lnTo>
                  <a:lnTo>
                    <a:pt x="20271" y="246978"/>
                  </a:lnTo>
                  <a:lnTo>
                    <a:pt x="22885" y="251611"/>
                  </a:lnTo>
                  <a:lnTo>
                    <a:pt x="25645" y="256159"/>
                  </a:lnTo>
                  <a:lnTo>
                    <a:pt x="28548" y="260617"/>
                  </a:lnTo>
                  <a:lnTo>
                    <a:pt x="31592" y="264980"/>
                  </a:lnTo>
                  <a:lnTo>
                    <a:pt x="34773" y="269243"/>
                  </a:lnTo>
                  <a:lnTo>
                    <a:pt x="38088" y="273404"/>
                  </a:lnTo>
                  <a:lnTo>
                    <a:pt x="41533" y="277457"/>
                  </a:lnTo>
                  <a:lnTo>
                    <a:pt x="45106" y="281398"/>
                  </a:lnTo>
                  <a:lnTo>
                    <a:pt x="48802" y="285224"/>
                  </a:lnTo>
                  <a:lnTo>
                    <a:pt x="52619" y="288930"/>
                  </a:lnTo>
                  <a:lnTo>
                    <a:pt x="56551" y="292512"/>
                  </a:lnTo>
                  <a:lnTo>
                    <a:pt x="60595" y="295968"/>
                  </a:lnTo>
                  <a:lnTo>
                    <a:pt x="64747" y="299294"/>
                  </a:lnTo>
                  <a:lnTo>
                    <a:pt x="69003" y="302485"/>
                  </a:lnTo>
                  <a:lnTo>
                    <a:pt x="73359" y="305540"/>
                  </a:lnTo>
                  <a:lnTo>
                    <a:pt x="77809" y="308454"/>
                  </a:lnTo>
                  <a:lnTo>
                    <a:pt x="82350" y="311225"/>
                  </a:lnTo>
                  <a:lnTo>
                    <a:pt x="86976" y="313851"/>
                  </a:lnTo>
                  <a:lnTo>
                    <a:pt x="91684" y="316328"/>
                  </a:lnTo>
                  <a:lnTo>
                    <a:pt x="96468" y="318654"/>
                  </a:lnTo>
                  <a:lnTo>
                    <a:pt x="101324" y="320826"/>
                  </a:lnTo>
                  <a:lnTo>
                    <a:pt x="106246" y="322843"/>
                  </a:lnTo>
                  <a:lnTo>
                    <a:pt x="111231" y="324702"/>
                  </a:lnTo>
                  <a:lnTo>
                    <a:pt x="116271" y="326402"/>
                  </a:lnTo>
                  <a:lnTo>
                    <a:pt x="121364" y="327940"/>
                  </a:lnTo>
                  <a:lnTo>
                    <a:pt x="126502" y="329316"/>
                  </a:lnTo>
                  <a:lnTo>
                    <a:pt x="131682" y="330527"/>
                  </a:lnTo>
                  <a:lnTo>
                    <a:pt x="136898" y="331573"/>
                  </a:lnTo>
                  <a:lnTo>
                    <a:pt x="142144" y="332453"/>
                  </a:lnTo>
                  <a:lnTo>
                    <a:pt x="147416" y="333165"/>
                  </a:lnTo>
                  <a:lnTo>
                    <a:pt x="152708" y="333709"/>
                  </a:lnTo>
                  <a:lnTo>
                    <a:pt x="158014" y="334084"/>
                  </a:lnTo>
                  <a:lnTo>
                    <a:pt x="163330" y="334291"/>
                  </a:lnTo>
                  <a:lnTo>
                    <a:pt x="168649" y="334328"/>
                  </a:lnTo>
                  <a:lnTo>
                    <a:pt x="173967" y="334196"/>
                  </a:lnTo>
                  <a:lnTo>
                    <a:pt x="179279" y="333894"/>
                  </a:lnTo>
                  <a:lnTo>
                    <a:pt x="184577" y="333424"/>
                  </a:lnTo>
                  <a:lnTo>
                    <a:pt x="189858" y="332786"/>
                  </a:lnTo>
                  <a:lnTo>
                    <a:pt x="195117" y="331979"/>
                  </a:lnTo>
                  <a:lnTo>
                    <a:pt x="200347" y="331006"/>
                  </a:lnTo>
                  <a:lnTo>
                    <a:pt x="205543" y="329867"/>
                  </a:lnTo>
                  <a:lnTo>
                    <a:pt x="210700" y="328564"/>
                  </a:lnTo>
                  <a:lnTo>
                    <a:pt x="215813" y="327096"/>
                  </a:lnTo>
                  <a:lnTo>
                    <a:pt x="220877" y="325467"/>
                  </a:lnTo>
                  <a:lnTo>
                    <a:pt x="225887" y="323678"/>
                  </a:lnTo>
                  <a:lnTo>
                    <a:pt x="230837" y="321730"/>
                  </a:lnTo>
                  <a:lnTo>
                    <a:pt x="235723" y="319625"/>
                  </a:lnTo>
                  <a:lnTo>
                    <a:pt x="240539" y="317366"/>
                  </a:lnTo>
                  <a:lnTo>
                    <a:pt x="245281" y="314955"/>
                  </a:lnTo>
                  <a:lnTo>
                    <a:pt x="249944" y="312395"/>
                  </a:lnTo>
                  <a:lnTo>
                    <a:pt x="254523" y="309687"/>
                  </a:lnTo>
                  <a:lnTo>
                    <a:pt x="259013" y="306835"/>
                  </a:lnTo>
                  <a:lnTo>
                    <a:pt x="263411" y="303842"/>
                  </a:lnTo>
                  <a:lnTo>
                    <a:pt x="267711" y="300710"/>
                  </a:lnTo>
                  <a:lnTo>
                    <a:pt x="271909" y="297443"/>
                  </a:lnTo>
                  <a:lnTo>
                    <a:pt x="276001" y="294044"/>
                  </a:lnTo>
                  <a:lnTo>
                    <a:pt x="279983" y="290516"/>
                  </a:lnTo>
                  <a:lnTo>
                    <a:pt x="283851" y="286864"/>
                  </a:lnTo>
                  <a:lnTo>
                    <a:pt x="287600" y="283090"/>
                  </a:lnTo>
                  <a:lnTo>
                    <a:pt x="291227" y="279199"/>
                  </a:lnTo>
                  <a:lnTo>
                    <a:pt x="294729" y="275195"/>
                  </a:lnTo>
                  <a:lnTo>
                    <a:pt x="298102" y="271081"/>
                  </a:lnTo>
                  <a:lnTo>
                    <a:pt x="301342" y="266862"/>
                  </a:lnTo>
                  <a:lnTo>
                    <a:pt x="304446" y="262542"/>
                  </a:lnTo>
                  <a:lnTo>
                    <a:pt x="307411" y="258125"/>
                  </a:lnTo>
                  <a:lnTo>
                    <a:pt x="310234" y="253617"/>
                  </a:lnTo>
                  <a:lnTo>
                    <a:pt x="312913" y="249020"/>
                  </a:lnTo>
                  <a:lnTo>
                    <a:pt x="315443" y="244341"/>
                  </a:lnTo>
                  <a:lnTo>
                    <a:pt x="317824" y="239584"/>
                  </a:lnTo>
                  <a:lnTo>
                    <a:pt x="320052" y="234753"/>
                  </a:lnTo>
                  <a:lnTo>
                    <a:pt x="322125" y="229854"/>
                  </a:lnTo>
                  <a:lnTo>
                    <a:pt x="324041" y="224892"/>
                  </a:lnTo>
                  <a:lnTo>
                    <a:pt x="325798" y="219871"/>
                  </a:lnTo>
                  <a:lnTo>
                    <a:pt x="327395" y="214796"/>
                  </a:lnTo>
                  <a:lnTo>
                    <a:pt x="328829" y="209674"/>
                  </a:lnTo>
                  <a:lnTo>
                    <a:pt x="330100" y="204508"/>
                  </a:lnTo>
                  <a:lnTo>
                    <a:pt x="331205" y="199304"/>
                  </a:lnTo>
                  <a:lnTo>
                    <a:pt x="332145" y="194068"/>
                  </a:lnTo>
                  <a:lnTo>
                    <a:pt x="332917" y="188805"/>
                  </a:lnTo>
                  <a:lnTo>
                    <a:pt x="333522" y="183520"/>
                  </a:lnTo>
                  <a:lnTo>
                    <a:pt x="333958" y="178218"/>
                  </a:lnTo>
                  <a:lnTo>
                    <a:pt x="334225" y="17290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826449"/>
              <a:ext cx="167068" cy="5738"/>
            </a:xfrm>
            <a:custGeom>
              <a:avLst/>
              <a:pathLst>
                <a:path w="167068" h="5738">
                  <a:moveTo>
                    <a:pt x="167068" y="57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826449"/>
              <a:ext cx="167068" cy="5738"/>
            </a:xfrm>
            <a:custGeom>
              <a:avLst/>
              <a:pathLst>
                <a:path w="167068" h="5738">
                  <a:moveTo>
                    <a:pt x="167068" y="57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747251"/>
              <a:ext cx="167167" cy="84935"/>
            </a:xfrm>
            <a:custGeom>
              <a:avLst/>
              <a:pathLst>
                <a:path w="167167" h="84935">
                  <a:moveTo>
                    <a:pt x="167068" y="84935"/>
                  </a:moveTo>
                  <a:lnTo>
                    <a:pt x="167167" y="79053"/>
                  </a:lnTo>
                  <a:lnTo>
                    <a:pt x="167058" y="73172"/>
                  </a:lnTo>
                  <a:lnTo>
                    <a:pt x="166743" y="67297"/>
                  </a:lnTo>
                  <a:lnTo>
                    <a:pt x="166221" y="61438"/>
                  </a:lnTo>
                  <a:lnTo>
                    <a:pt x="165493" y="55600"/>
                  </a:lnTo>
                  <a:lnTo>
                    <a:pt x="164560" y="49792"/>
                  </a:lnTo>
                  <a:lnTo>
                    <a:pt x="163424" y="44020"/>
                  </a:lnTo>
                  <a:lnTo>
                    <a:pt x="162085" y="38291"/>
                  </a:lnTo>
                  <a:lnTo>
                    <a:pt x="160545" y="32614"/>
                  </a:lnTo>
                  <a:lnTo>
                    <a:pt x="158807" y="26994"/>
                  </a:lnTo>
                  <a:lnTo>
                    <a:pt x="156872" y="21438"/>
                  </a:lnTo>
                  <a:lnTo>
                    <a:pt x="154742" y="15954"/>
                  </a:lnTo>
                  <a:lnTo>
                    <a:pt x="152421" y="10549"/>
                  </a:lnTo>
                  <a:lnTo>
                    <a:pt x="149912" y="5228"/>
                  </a:lnTo>
                  <a:lnTo>
                    <a:pt x="147216" y="0"/>
                  </a:lnTo>
                  <a:lnTo>
                    <a:pt x="0" y="791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147216" cy="167167"/>
            </a:xfrm>
            <a:custGeom>
              <a:avLst/>
              <a:pathLst>
                <a:path w="147216" h="167167">
                  <a:moveTo>
                    <a:pt x="147216" y="87970"/>
                  </a:moveTo>
                  <a:lnTo>
                    <a:pt x="144553" y="83207"/>
                  </a:lnTo>
                  <a:lnTo>
                    <a:pt x="141736" y="78534"/>
                  </a:lnTo>
                  <a:lnTo>
                    <a:pt x="138767" y="73955"/>
                  </a:lnTo>
                  <a:lnTo>
                    <a:pt x="135651" y="69476"/>
                  </a:lnTo>
                  <a:lnTo>
                    <a:pt x="132390" y="65100"/>
                  </a:lnTo>
                  <a:lnTo>
                    <a:pt x="128989" y="60834"/>
                  </a:lnTo>
                  <a:lnTo>
                    <a:pt x="125449" y="56680"/>
                  </a:lnTo>
                  <a:lnTo>
                    <a:pt x="121777" y="52645"/>
                  </a:lnTo>
                  <a:lnTo>
                    <a:pt x="117974" y="48731"/>
                  </a:lnTo>
                  <a:lnTo>
                    <a:pt x="114046" y="44944"/>
                  </a:lnTo>
                  <a:lnTo>
                    <a:pt x="109996" y="41287"/>
                  </a:lnTo>
                  <a:lnTo>
                    <a:pt x="105829" y="37764"/>
                  </a:lnTo>
                  <a:lnTo>
                    <a:pt x="101549" y="34379"/>
                  </a:lnTo>
                  <a:lnTo>
                    <a:pt x="97161" y="31135"/>
                  </a:lnTo>
                  <a:lnTo>
                    <a:pt x="92669" y="28037"/>
                  </a:lnTo>
                  <a:lnTo>
                    <a:pt x="88079" y="25086"/>
                  </a:lnTo>
                  <a:lnTo>
                    <a:pt x="83395" y="22287"/>
                  </a:lnTo>
                  <a:lnTo>
                    <a:pt x="78622" y="19642"/>
                  </a:lnTo>
                  <a:lnTo>
                    <a:pt x="73765" y="17155"/>
                  </a:lnTo>
                  <a:lnTo>
                    <a:pt x="68830" y="14827"/>
                  </a:lnTo>
                  <a:lnTo>
                    <a:pt x="63821" y="12662"/>
                  </a:lnTo>
                  <a:lnTo>
                    <a:pt x="58744" y="10661"/>
                  </a:lnTo>
                  <a:lnTo>
                    <a:pt x="53605" y="8827"/>
                  </a:lnTo>
                  <a:lnTo>
                    <a:pt x="48409" y="7162"/>
                  </a:lnTo>
                  <a:lnTo>
                    <a:pt x="43161" y="5667"/>
                  </a:lnTo>
                  <a:lnTo>
                    <a:pt x="37867" y="4345"/>
                  </a:lnTo>
                  <a:lnTo>
                    <a:pt x="32532" y="3196"/>
                  </a:lnTo>
                  <a:lnTo>
                    <a:pt x="27163" y="2221"/>
                  </a:lnTo>
                  <a:lnTo>
                    <a:pt x="21765" y="1423"/>
                  </a:lnTo>
                  <a:lnTo>
                    <a:pt x="16344" y="800"/>
                  </a:lnTo>
                  <a:lnTo>
                    <a:pt x="10906" y="356"/>
                  </a:lnTo>
                  <a:lnTo>
                    <a:pt x="545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561319" y="4213821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56" y="83"/>
                  </a:lnTo>
                  <a:lnTo>
                    <a:pt x="156566" y="335"/>
                  </a:lnTo>
                  <a:lnTo>
                    <a:pt x="151286" y="754"/>
                  </a:lnTo>
                  <a:lnTo>
                    <a:pt x="146022" y="1340"/>
                  </a:lnTo>
                  <a:lnTo>
                    <a:pt x="140780" y="2093"/>
                  </a:lnTo>
                  <a:lnTo>
                    <a:pt x="135563" y="3011"/>
                  </a:lnTo>
                  <a:lnTo>
                    <a:pt x="130379" y="4094"/>
                  </a:lnTo>
                  <a:lnTo>
                    <a:pt x="125231" y="5341"/>
                  </a:lnTo>
                  <a:lnTo>
                    <a:pt x="120126" y="6750"/>
                  </a:lnTo>
                  <a:lnTo>
                    <a:pt x="115068" y="8321"/>
                  </a:lnTo>
                  <a:lnTo>
                    <a:pt x="110062" y="10050"/>
                  </a:lnTo>
                  <a:lnTo>
                    <a:pt x="105113" y="11938"/>
                  </a:lnTo>
                  <a:lnTo>
                    <a:pt x="100227" y="13981"/>
                  </a:lnTo>
                  <a:lnTo>
                    <a:pt x="95407" y="16178"/>
                  </a:lnTo>
                  <a:lnTo>
                    <a:pt x="90660" y="18526"/>
                  </a:lnTo>
                  <a:lnTo>
                    <a:pt x="85990" y="21024"/>
                  </a:lnTo>
                  <a:lnTo>
                    <a:pt x="81401" y="23669"/>
                  </a:lnTo>
                  <a:lnTo>
                    <a:pt x="76898" y="26457"/>
                  </a:lnTo>
                  <a:lnTo>
                    <a:pt x="72486" y="29387"/>
                  </a:lnTo>
                  <a:lnTo>
                    <a:pt x="68169" y="32455"/>
                  </a:lnTo>
                  <a:lnTo>
                    <a:pt x="63951" y="35658"/>
                  </a:lnTo>
                  <a:lnTo>
                    <a:pt x="59836" y="38994"/>
                  </a:lnTo>
                  <a:lnTo>
                    <a:pt x="55830" y="42458"/>
                  </a:lnTo>
                  <a:lnTo>
                    <a:pt x="51935" y="46047"/>
                  </a:lnTo>
                  <a:lnTo>
                    <a:pt x="48156" y="49758"/>
                  </a:lnTo>
                  <a:lnTo>
                    <a:pt x="44496" y="53586"/>
                  </a:lnTo>
                  <a:lnTo>
                    <a:pt x="40960" y="57529"/>
                  </a:lnTo>
                  <a:lnTo>
                    <a:pt x="37550" y="61582"/>
                  </a:lnTo>
                  <a:lnTo>
                    <a:pt x="34270" y="65740"/>
                  </a:lnTo>
                  <a:lnTo>
                    <a:pt x="31124" y="70001"/>
                  </a:lnTo>
                  <a:lnTo>
                    <a:pt x="28114" y="74359"/>
                  </a:lnTo>
                  <a:lnTo>
                    <a:pt x="25243" y="78810"/>
                  </a:lnTo>
                  <a:lnTo>
                    <a:pt x="22516" y="83350"/>
                  </a:lnTo>
                  <a:lnTo>
                    <a:pt x="19933" y="87974"/>
                  </a:lnTo>
                  <a:lnTo>
                    <a:pt x="17498" y="92677"/>
                  </a:lnTo>
                  <a:lnTo>
                    <a:pt x="15213" y="97456"/>
                  </a:lnTo>
                  <a:lnTo>
                    <a:pt x="13081" y="102304"/>
                  </a:lnTo>
                  <a:lnTo>
                    <a:pt x="11104" y="107217"/>
                  </a:lnTo>
                  <a:lnTo>
                    <a:pt x="9283" y="112191"/>
                  </a:lnTo>
                  <a:lnTo>
                    <a:pt x="7621" y="117220"/>
                  </a:lnTo>
                  <a:lnTo>
                    <a:pt x="6118" y="122298"/>
                  </a:lnTo>
                  <a:lnTo>
                    <a:pt x="4778" y="127422"/>
                  </a:lnTo>
                  <a:lnTo>
                    <a:pt x="3600" y="132586"/>
                  </a:lnTo>
                  <a:lnTo>
                    <a:pt x="2587" y="137785"/>
                  </a:lnTo>
                  <a:lnTo>
                    <a:pt x="1739" y="143013"/>
                  </a:lnTo>
                  <a:lnTo>
                    <a:pt x="1057" y="148265"/>
                  </a:lnTo>
                  <a:lnTo>
                    <a:pt x="541" y="153536"/>
                  </a:lnTo>
                  <a:lnTo>
                    <a:pt x="193" y="158821"/>
                  </a:lnTo>
                  <a:lnTo>
                    <a:pt x="12" y="164114"/>
                  </a:lnTo>
                  <a:lnTo>
                    <a:pt x="0" y="169411"/>
                  </a:lnTo>
                  <a:lnTo>
                    <a:pt x="154" y="174705"/>
                  </a:lnTo>
                  <a:lnTo>
                    <a:pt x="477" y="179991"/>
                  </a:lnTo>
                  <a:lnTo>
                    <a:pt x="967" y="185265"/>
                  </a:lnTo>
                  <a:lnTo>
                    <a:pt x="1624" y="190521"/>
                  </a:lnTo>
                  <a:lnTo>
                    <a:pt x="2447" y="195753"/>
                  </a:lnTo>
                  <a:lnTo>
                    <a:pt x="3435" y="200956"/>
                  </a:lnTo>
                  <a:lnTo>
                    <a:pt x="4587" y="206125"/>
                  </a:lnTo>
                  <a:lnTo>
                    <a:pt x="5903" y="211256"/>
                  </a:lnTo>
                  <a:lnTo>
                    <a:pt x="7381" y="216342"/>
                  </a:lnTo>
                  <a:lnTo>
                    <a:pt x="9019" y="221379"/>
                  </a:lnTo>
                  <a:lnTo>
                    <a:pt x="10816" y="226361"/>
                  </a:lnTo>
                  <a:lnTo>
                    <a:pt x="12769" y="231284"/>
                  </a:lnTo>
                  <a:lnTo>
                    <a:pt x="14878" y="236142"/>
                  </a:lnTo>
                  <a:lnTo>
                    <a:pt x="17139" y="240932"/>
                  </a:lnTo>
                  <a:lnTo>
                    <a:pt x="19551" y="245647"/>
                  </a:lnTo>
                  <a:lnTo>
                    <a:pt x="22112" y="250283"/>
                  </a:lnTo>
                  <a:lnTo>
                    <a:pt x="24818" y="254836"/>
                  </a:lnTo>
                  <a:lnTo>
                    <a:pt x="27666" y="259301"/>
                  </a:lnTo>
                  <a:lnTo>
                    <a:pt x="30655" y="263674"/>
                  </a:lnTo>
                  <a:lnTo>
                    <a:pt x="33781" y="267949"/>
                  </a:lnTo>
                  <a:lnTo>
                    <a:pt x="37040" y="272124"/>
                  </a:lnTo>
                  <a:lnTo>
                    <a:pt x="40431" y="276193"/>
                  </a:lnTo>
                  <a:lnTo>
                    <a:pt x="43948" y="280153"/>
                  </a:lnTo>
                  <a:lnTo>
                    <a:pt x="47589" y="283999"/>
                  </a:lnTo>
                  <a:lnTo>
                    <a:pt x="51350" y="287728"/>
                  </a:lnTo>
                  <a:lnTo>
                    <a:pt x="55228" y="291336"/>
                  </a:lnTo>
                  <a:lnTo>
                    <a:pt x="59218" y="294819"/>
                  </a:lnTo>
                  <a:lnTo>
                    <a:pt x="63316" y="298174"/>
                  </a:lnTo>
                  <a:lnTo>
                    <a:pt x="67518" y="301398"/>
                  </a:lnTo>
                  <a:lnTo>
                    <a:pt x="71820" y="304487"/>
                  </a:lnTo>
                  <a:lnTo>
                    <a:pt x="76218" y="307438"/>
                  </a:lnTo>
                  <a:lnTo>
                    <a:pt x="80708" y="310249"/>
                  </a:lnTo>
                  <a:lnTo>
                    <a:pt x="85284" y="312915"/>
                  </a:lnTo>
                  <a:lnTo>
                    <a:pt x="89942" y="315436"/>
                  </a:lnTo>
                  <a:lnTo>
                    <a:pt x="94678" y="317807"/>
                  </a:lnTo>
                  <a:lnTo>
                    <a:pt x="99486" y="320027"/>
                  </a:lnTo>
                  <a:lnTo>
                    <a:pt x="104363" y="322094"/>
                  </a:lnTo>
                  <a:lnTo>
                    <a:pt x="109302" y="324006"/>
                  </a:lnTo>
                  <a:lnTo>
                    <a:pt x="114300" y="325759"/>
                  </a:lnTo>
                  <a:lnTo>
                    <a:pt x="119350" y="327354"/>
                  </a:lnTo>
                  <a:lnTo>
                    <a:pt x="124449" y="328788"/>
                  </a:lnTo>
                  <a:lnTo>
                    <a:pt x="129590" y="330060"/>
                  </a:lnTo>
                  <a:lnTo>
                    <a:pt x="134769" y="331168"/>
                  </a:lnTo>
                  <a:lnTo>
                    <a:pt x="139981" y="332111"/>
                  </a:lnTo>
                  <a:lnTo>
                    <a:pt x="145220" y="332889"/>
                  </a:lnTo>
                  <a:lnTo>
                    <a:pt x="150481" y="333501"/>
                  </a:lnTo>
                  <a:lnTo>
                    <a:pt x="155759" y="333946"/>
                  </a:lnTo>
                  <a:lnTo>
                    <a:pt x="161048" y="334223"/>
                  </a:lnTo>
                  <a:lnTo>
                    <a:pt x="166343" y="334332"/>
                  </a:lnTo>
                  <a:lnTo>
                    <a:pt x="171639" y="334274"/>
                  </a:lnTo>
                  <a:lnTo>
                    <a:pt x="176931" y="334048"/>
                  </a:lnTo>
                  <a:lnTo>
                    <a:pt x="182212" y="333655"/>
                  </a:lnTo>
                  <a:lnTo>
                    <a:pt x="187479" y="333094"/>
                  </a:lnTo>
                  <a:lnTo>
                    <a:pt x="192725" y="332367"/>
                  </a:lnTo>
                  <a:lnTo>
                    <a:pt x="197946" y="331474"/>
                  </a:lnTo>
                  <a:lnTo>
                    <a:pt x="203135" y="330416"/>
                  </a:lnTo>
                  <a:lnTo>
                    <a:pt x="208289" y="329194"/>
                  </a:lnTo>
                  <a:lnTo>
                    <a:pt x="213401" y="327809"/>
                  </a:lnTo>
                  <a:lnTo>
                    <a:pt x="218467" y="326264"/>
                  </a:lnTo>
                  <a:lnTo>
                    <a:pt x="223481" y="324558"/>
                  </a:lnTo>
                  <a:lnTo>
                    <a:pt x="228439" y="322695"/>
                  </a:lnTo>
                  <a:lnTo>
                    <a:pt x="233335" y="320675"/>
                  </a:lnTo>
                  <a:lnTo>
                    <a:pt x="238165" y="318501"/>
                  </a:lnTo>
                  <a:lnTo>
                    <a:pt x="242923" y="316176"/>
                  </a:lnTo>
                  <a:lnTo>
                    <a:pt x="247606" y="313701"/>
                  </a:lnTo>
                  <a:lnTo>
                    <a:pt x="252207" y="311078"/>
                  </a:lnTo>
                  <a:lnTo>
                    <a:pt x="256724" y="308312"/>
                  </a:lnTo>
                  <a:lnTo>
                    <a:pt x="261150" y="305403"/>
                  </a:lnTo>
                  <a:lnTo>
                    <a:pt x="265482" y="302356"/>
                  </a:lnTo>
                  <a:lnTo>
                    <a:pt x="269715" y="299173"/>
                  </a:lnTo>
                  <a:lnTo>
                    <a:pt x="273846" y="295858"/>
                  </a:lnTo>
                  <a:lnTo>
                    <a:pt x="277869" y="292413"/>
                  </a:lnTo>
                  <a:lnTo>
                    <a:pt x="281781" y="288843"/>
                  </a:lnTo>
                  <a:lnTo>
                    <a:pt x="285578" y="285151"/>
                  </a:lnTo>
                  <a:lnTo>
                    <a:pt x="289256" y="281340"/>
                  </a:lnTo>
                  <a:lnTo>
                    <a:pt x="292812" y="277414"/>
                  </a:lnTo>
                  <a:lnTo>
                    <a:pt x="296241" y="273378"/>
                  </a:lnTo>
                  <a:lnTo>
                    <a:pt x="299541" y="269235"/>
                  </a:lnTo>
                  <a:lnTo>
                    <a:pt x="302708" y="264990"/>
                  </a:lnTo>
                  <a:lnTo>
                    <a:pt x="305739" y="260647"/>
                  </a:lnTo>
                  <a:lnTo>
                    <a:pt x="308631" y="256210"/>
                  </a:lnTo>
                  <a:lnTo>
                    <a:pt x="311381" y="251683"/>
                  </a:lnTo>
                  <a:lnTo>
                    <a:pt x="313986" y="247072"/>
                  </a:lnTo>
                  <a:lnTo>
                    <a:pt x="316443" y="242380"/>
                  </a:lnTo>
                  <a:lnTo>
                    <a:pt x="318751" y="237613"/>
                  </a:lnTo>
                  <a:lnTo>
                    <a:pt x="320907" y="232775"/>
                  </a:lnTo>
                  <a:lnTo>
                    <a:pt x="322908" y="227871"/>
                  </a:lnTo>
                  <a:lnTo>
                    <a:pt x="324753" y="222906"/>
                  </a:lnTo>
                  <a:lnTo>
                    <a:pt x="326440" y="217886"/>
                  </a:lnTo>
                  <a:lnTo>
                    <a:pt x="327966" y="212814"/>
                  </a:lnTo>
                  <a:lnTo>
                    <a:pt x="329332" y="207697"/>
                  </a:lnTo>
                  <a:lnTo>
                    <a:pt x="330534" y="202539"/>
                  </a:lnTo>
                  <a:lnTo>
                    <a:pt x="331573" y="197345"/>
                  </a:lnTo>
                  <a:lnTo>
                    <a:pt x="332446" y="192121"/>
                  </a:lnTo>
                  <a:lnTo>
                    <a:pt x="333154" y="186873"/>
                  </a:lnTo>
                  <a:lnTo>
                    <a:pt x="333695" y="181604"/>
                  </a:lnTo>
                  <a:lnTo>
                    <a:pt x="334069" y="176321"/>
                  </a:lnTo>
                  <a:lnTo>
                    <a:pt x="334275" y="171028"/>
                  </a:lnTo>
                  <a:lnTo>
                    <a:pt x="334313" y="16573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379554"/>
              <a:ext cx="167161" cy="1434"/>
            </a:xfrm>
            <a:custGeom>
              <a:avLst/>
              <a:pathLst>
                <a:path w="167161" h="1434">
                  <a:moveTo>
                    <a:pt x="167161" y="0"/>
                  </a:moveTo>
                  <a:lnTo>
                    <a:pt x="0" y="14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86481"/>
              <a:ext cx="167161" cy="94507"/>
            </a:xfrm>
            <a:custGeom>
              <a:avLst/>
              <a:pathLst>
                <a:path w="167161" h="94507">
                  <a:moveTo>
                    <a:pt x="167161" y="93072"/>
                  </a:moveTo>
                  <a:lnTo>
                    <a:pt x="167009" y="87250"/>
                  </a:lnTo>
                  <a:lnTo>
                    <a:pt x="166655" y="81437"/>
                  </a:lnTo>
                  <a:lnTo>
                    <a:pt x="166099" y="75640"/>
                  </a:lnTo>
                  <a:lnTo>
                    <a:pt x="165341" y="69866"/>
                  </a:lnTo>
                  <a:lnTo>
                    <a:pt x="164382" y="64122"/>
                  </a:lnTo>
                  <a:lnTo>
                    <a:pt x="163224" y="58414"/>
                  </a:lnTo>
                  <a:lnTo>
                    <a:pt x="161868" y="52751"/>
                  </a:lnTo>
                  <a:lnTo>
                    <a:pt x="160315" y="47138"/>
                  </a:lnTo>
                  <a:lnTo>
                    <a:pt x="158568" y="41582"/>
                  </a:lnTo>
                  <a:lnTo>
                    <a:pt x="156628" y="36091"/>
                  </a:lnTo>
                  <a:lnTo>
                    <a:pt x="154499" y="30671"/>
                  </a:lnTo>
                  <a:lnTo>
                    <a:pt x="152181" y="25328"/>
                  </a:lnTo>
                  <a:lnTo>
                    <a:pt x="149679" y="20069"/>
                  </a:lnTo>
                  <a:lnTo>
                    <a:pt x="146996" y="14901"/>
                  </a:lnTo>
                  <a:lnTo>
                    <a:pt x="144134" y="9829"/>
                  </a:lnTo>
                  <a:lnTo>
                    <a:pt x="141097" y="4860"/>
                  </a:lnTo>
                  <a:lnTo>
                    <a:pt x="137888" y="0"/>
                  </a:lnTo>
                  <a:lnTo>
                    <a:pt x="0" y="945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137888" cy="167167"/>
            </a:xfrm>
            <a:custGeom>
              <a:avLst/>
              <a:pathLst>
                <a:path w="137888" h="167167">
                  <a:moveTo>
                    <a:pt x="137888" y="72660"/>
                  </a:moveTo>
                  <a:lnTo>
                    <a:pt x="134651" y="68102"/>
                  </a:lnTo>
                  <a:lnTo>
                    <a:pt x="131263" y="63654"/>
                  </a:lnTo>
                  <a:lnTo>
                    <a:pt x="127728" y="59323"/>
                  </a:lnTo>
                  <a:lnTo>
                    <a:pt x="124050" y="55112"/>
                  </a:lnTo>
                  <a:lnTo>
                    <a:pt x="120234" y="51026"/>
                  </a:lnTo>
                  <a:lnTo>
                    <a:pt x="116283" y="47070"/>
                  </a:lnTo>
                  <a:lnTo>
                    <a:pt x="112202" y="43249"/>
                  </a:lnTo>
                  <a:lnTo>
                    <a:pt x="107995" y="39566"/>
                  </a:lnTo>
                  <a:lnTo>
                    <a:pt x="103668" y="36026"/>
                  </a:lnTo>
                  <a:lnTo>
                    <a:pt x="99224" y="32633"/>
                  </a:lnTo>
                  <a:lnTo>
                    <a:pt x="94670" y="29390"/>
                  </a:lnTo>
                  <a:lnTo>
                    <a:pt x="90010" y="26301"/>
                  </a:lnTo>
                  <a:lnTo>
                    <a:pt x="85249" y="23370"/>
                  </a:lnTo>
                  <a:lnTo>
                    <a:pt x="80393" y="20600"/>
                  </a:lnTo>
                  <a:lnTo>
                    <a:pt x="75446" y="17993"/>
                  </a:lnTo>
                  <a:lnTo>
                    <a:pt x="70416" y="15554"/>
                  </a:lnTo>
                  <a:lnTo>
                    <a:pt x="65306" y="13284"/>
                  </a:lnTo>
                  <a:lnTo>
                    <a:pt x="60124" y="11186"/>
                  </a:lnTo>
                  <a:lnTo>
                    <a:pt x="54874" y="9263"/>
                  </a:lnTo>
                  <a:lnTo>
                    <a:pt x="49563" y="7516"/>
                  </a:lnTo>
                  <a:lnTo>
                    <a:pt x="44197" y="5948"/>
                  </a:lnTo>
                  <a:lnTo>
                    <a:pt x="38781" y="4560"/>
                  </a:lnTo>
                  <a:lnTo>
                    <a:pt x="33322" y="3354"/>
                  </a:lnTo>
                  <a:lnTo>
                    <a:pt x="27825" y="2332"/>
                  </a:lnTo>
                  <a:lnTo>
                    <a:pt x="22297" y="1493"/>
                  </a:lnTo>
                  <a:lnTo>
                    <a:pt x="16745" y="840"/>
                  </a:lnTo>
                  <a:lnTo>
                    <a:pt x="11173" y="373"/>
                  </a:lnTo>
                  <a:lnTo>
                    <a:pt x="559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751862" y="3707720"/>
              <a:ext cx="213870" cy="334334"/>
            </a:xfrm>
            <a:custGeom>
              <a:avLst/>
              <a:pathLst>
                <a:path w="213870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980"/>
              <a:ext cx="167151" cy="327413"/>
            </a:xfrm>
            <a:custGeom>
              <a:avLst/>
              <a:pathLst>
                <a:path w="167151" h="327413">
                  <a:moveTo>
                    <a:pt x="46720" y="327413"/>
                  </a:moveTo>
                  <a:lnTo>
                    <a:pt x="51807" y="325844"/>
                  </a:lnTo>
                  <a:lnTo>
                    <a:pt x="56842" y="324113"/>
                  </a:lnTo>
                  <a:lnTo>
                    <a:pt x="61819" y="322224"/>
                  </a:lnTo>
                  <a:lnTo>
                    <a:pt x="66733" y="320176"/>
                  </a:lnTo>
                  <a:lnTo>
                    <a:pt x="71580" y="317974"/>
                  </a:lnTo>
                  <a:lnTo>
                    <a:pt x="76354" y="315618"/>
                  </a:lnTo>
                  <a:lnTo>
                    <a:pt x="81050" y="313111"/>
                  </a:lnTo>
                  <a:lnTo>
                    <a:pt x="85664" y="310456"/>
                  </a:lnTo>
                  <a:lnTo>
                    <a:pt x="90192" y="307656"/>
                  </a:lnTo>
                  <a:lnTo>
                    <a:pt x="94628" y="304713"/>
                  </a:lnTo>
                  <a:lnTo>
                    <a:pt x="98968" y="301630"/>
                  </a:lnTo>
                  <a:lnTo>
                    <a:pt x="103207" y="298410"/>
                  </a:lnTo>
                  <a:lnTo>
                    <a:pt x="107342" y="295057"/>
                  </a:lnTo>
                  <a:lnTo>
                    <a:pt x="111368" y="291574"/>
                  </a:lnTo>
                  <a:lnTo>
                    <a:pt x="115282" y="287965"/>
                  </a:lnTo>
                  <a:lnTo>
                    <a:pt x="119078" y="284233"/>
                  </a:lnTo>
                  <a:lnTo>
                    <a:pt x="122753" y="280381"/>
                  </a:lnTo>
                  <a:lnTo>
                    <a:pt x="126304" y="276415"/>
                  </a:lnTo>
                  <a:lnTo>
                    <a:pt x="129727" y="272338"/>
                  </a:lnTo>
                  <a:lnTo>
                    <a:pt x="133018" y="268154"/>
                  </a:lnTo>
                  <a:lnTo>
                    <a:pt x="136175" y="263867"/>
                  </a:lnTo>
                  <a:lnTo>
                    <a:pt x="139193" y="259482"/>
                  </a:lnTo>
                  <a:lnTo>
                    <a:pt x="142070" y="255002"/>
                  </a:lnTo>
                  <a:lnTo>
                    <a:pt x="144803" y="250434"/>
                  </a:lnTo>
                  <a:lnTo>
                    <a:pt x="147390" y="245781"/>
                  </a:lnTo>
                  <a:lnTo>
                    <a:pt x="149826" y="241048"/>
                  </a:lnTo>
                  <a:lnTo>
                    <a:pt x="152111" y="236239"/>
                  </a:lnTo>
                  <a:lnTo>
                    <a:pt x="154242" y="231361"/>
                  </a:lnTo>
                  <a:lnTo>
                    <a:pt x="156216" y="226417"/>
                  </a:lnTo>
                  <a:lnTo>
                    <a:pt x="158031" y="221412"/>
                  </a:lnTo>
                  <a:lnTo>
                    <a:pt x="159687" y="216353"/>
                  </a:lnTo>
                  <a:lnTo>
                    <a:pt x="161180" y="211243"/>
                  </a:lnTo>
                  <a:lnTo>
                    <a:pt x="162510" y="206088"/>
                  </a:lnTo>
                  <a:lnTo>
                    <a:pt x="163676" y="200894"/>
                  </a:lnTo>
                  <a:lnTo>
                    <a:pt x="164675" y="195665"/>
                  </a:lnTo>
                  <a:lnTo>
                    <a:pt x="165507" y="190407"/>
                  </a:lnTo>
                  <a:lnTo>
                    <a:pt x="166171" y="185125"/>
                  </a:lnTo>
                  <a:lnTo>
                    <a:pt x="166667" y="179824"/>
                  </a:lnTo>
                  <a:lnTo>
                    <a:pt x="166994" y="174511"/>
                  </a:lnTo>
                  <a:lnTo>
                    <a:pt x="167151" y="169190"/>
                  </a:lnTo>
                  <a:lnTo>
                    <a:pt x="167139" y="163866"/>
                  </a:lnTo>
                  <a:lnTo>
                    <a:pt x="166958" y="158546"/>
                  </a:lnTo>
                  <a:lnTo>
                    <a:pt x="166607" y="153234"/>
                  </a:lnTo>
                  <a:lnTo>
                    <a:pt x="166087" y="147935"/>
                  </a:lnTo>
                  <a:lnTo>
                    <a:pt x="165399" y="142657"/>
                  </a:lnTo>
                  <a:lnTo>
                    <a:pt x="164543" y="137402"/>
                  </a:lnTo>
                  <a:lnTo>
                    <a:pt x="163520" y="132178"/>
                  </a:lnTo>
                  <a:lnTo>
                    <a:pt x="162331" y="126989"/>
                  </a:lnTo>
                  <a:lnTo>
                    <a:pt x="160978" y="121840"/>
                  </a:lnTo>
                  <a:lnTo>
                    <a:pt x="159461" y="116737"/>
                  </a:lnTo>
                  <a:lnTo>
                    <a:pt x="157783" y="111685"/>
                  </a:lnTo>
                  <a:lnTo>
                    <a:pt x="155944" y="106689"/>
                  </a:lnTo>
                  <a:lnTo>
                    <a:pt x="153948" y="101754"/>
                  </a:lnTo>
                  <a:lnTo>
                    <a:pt x="151795" y="96885"/>
                  </a:lnTo>
                  <a:lnTo>
                    <a:pt x="149488" y="92087"/>
                  </a:lnTo>
                  <a:lnTo>
                    <a:pt x="147030" y="87365"/>
                  </a:lnTo>
                  <a:lnTo>
                    <a:pt x="144423" y="82724"/>
                  </a:lnTo>
                  <a:lnTo>
                    <a:pt x="141669" y="78168"/>
                  </a:lnTo>
                  <a:lnTo>
                    <a:pt x="138772" y="73702"/>
                  </a:lnTo>
                  <a:lnTo>
                    <a:pt x="135734" y="69330"/>
                  </a:lnTo>
                  <a:lnTo>
                    <a:pt x="132558" y="65058"/>
                  </a:lnTo>
                  <a:lnTo>
                    <a:pt x="129248" y="60888"/>
                  </a:lnTo>
                  <a:lnTo>
                    <a:pt x="125806" y="56827"/>
                  </a:lnTo>
                  <a:lnTo>
                    <a:pt x="122237" y="52877"/>
                  </a:lnTo>
                  <a:lnTo>
                    <a:pt x="118544" y="49042"/>
                  </a:lnTo>
                  <a:lnTo>
                    <a:pt x="114731" y="45327"/>
                  </a:lnTo>
                  <a:lnTo>
                    <a:pt x="110802" y="41736"/>
                  </a:lnTo>
                  <a:lnTo>
                    <a:pt x="106760" y="38271"/>
                  </a:lnTo>
                  <a:lnTo>
                    <a:pt x="102610" y="34937"/>
                  </a:lnTo>
                  <a:lnTo>
                    <a:pt x="98356" y="31736"/>
                  </a:lnTo>
                  <a:lnTo>
                    <a:pt x="94002" y="28673"/>
                  </a:lnTo>
                  <a:lnTo>
                    <a:pt x="89552" y="25750"/>
                  </a:lnTo>
                  <a:lnTo>
                    <a:pt x="85012" y="22970"/>
                  </a:lnTo>
                  <a:lnTo>
                    <a:pt x="80386" y="20336"/>
                  </a:lnTo>
                  <a:lnTo>
                    <a:pt x="75678" y="17851"/>
                  </a:lnTo>
                  <a:lnTo>
                    <a:pt x="70894" y="15517"/>
                  </a:lnTo>
                  <a:lnTo>
                    <a:pt x="66037" y="13336"/>
                  </a:lnTo>
                  <a:lnTo>
                    <a:pt x="61114" y="11311"/>
                  </a:lnTo>
                  <a:lnTo>
                    <a:pt x="56128" y="9444"/>
                  </a:lnTo>
                  <a:lnTo>
                    <a:pt x="51086" y="7737"/>
                  </a:lnTo>
                  <a:lnTo>
                    <a:pt x="45992" y="6191"/>
                  </a:lnTo>
                  <a:lnTo>
                    <a:pt x="40851" y="4808"/>
                  </a:lnTo>
                  <a:lnTo>
                    <a:pt x="35669" y="3589"/>
                  </a:lnTo>
                  <a:lnTo>
                    <a:pt x="30451" y="2536"/>
                  </a:lnTo>
                  <a:lnTo>
                    <a:pt x="25201" y="1650"/>
                  </a:lnTo>
                  <a:lnTo>
                    <a:pt x="19926" y="931"/>
                  </a:lnTo>
                  <a:lnTo>
                    <a:pt x="14631" y="381"/>
                  </a:lnTo>
                  <a:lnTo>
                    <a:pt x="9321" y="0"/>
                  </a:lnTo>
                  <a:lnTo>
                    <a:pt x="0" y="1669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9321" cy="167167"/>
            </a:xfrm>
            <a:custGeom>
              <a:avLst/>
              <a:pathLst>
                <a:path w="9321" h="167167">
                  <a:moveTo>
                    <a:pt x="9321" y="26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tx79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2025-06-06T02:04:59Z</dcterms:modified>
  <cp:category/>
</cp:coreProperties>
</file>