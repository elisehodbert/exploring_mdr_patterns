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tx4"/>
            <p:cNvSpPr/>
            <p:nvPr/>
          </p:nvSpPr>
          <p:spPr>
            <a:xfrm>
              <a:off x="4038317" y="271051"/>
              <a:ext cx="1433125" cy="1693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2020_non_BLSE</a:t>
              </a:r>
            </a:p>
          </p:txBody>
        </p:sp>
        <p:sp>
          <p:nvSpPr>
            <p:cNvPr id="5" name="pl5"/>
            <p:cNvSpPr/>
            <p:nvPr/>
          </p:nvSpPr>
          <p:spPr>
            <a:xfrm>
              <a:off x="4074898" y="1363724"/>
              <a:ext cx="2543175" cy="2891736"/>
            </a:xfrm>
            <a:custGeom>
              <a:avLst/>
              <a:pathLst>
                <a:path w="2543175" h="2891736">
                  <a:moveTo>
                    <a:pt x="0" y="0"/>
                  </a:moveTo>
                  <a:lnTo>
                    <a:pt x="2543175" y="2891736"/>
                  </a:lnTo>
                </a:path>
              </a:pathLst>
            </a:custGeom>
            <a:ln w="13462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4058992" y="1376096"/>
              <a:ext cx="2269750" cy="3312453"/>
            </a:xfrm>
            <a:custGeom>
              <a:avLst/>
              <a:pathLst>
                <a:path w="2269750" h="3312453">
                  <a:moveTo>
                    <a:pt x="0" y="0"/>
                  </a:moveTo>
                  <a:lnTo>
                    <a:pt x="2269750" y="3312453"/>
                  </a:lnTo>
                </a:path>
              </a:pathLst>
            </a:custGeom>
            <a:ln w="13699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4089224" y="1349502"/>
              <a:ext cx="2705064" cy="2414078"/>
            </a:xfrm>
            <a:custGeom>
              <a:avLst/>
              <a:pathLst>
                <a:path w="2705064" h="2414078">
                  <a:moveTo>
                    <a:pt x="0" y="0"/>
                  </a:moveTo>
                  <a:lnTo>
                    <a:pt x="2705064" y="2414078"/>
                  </a:lnTo>
                </a:path>
              </a:pathLst>
            </a:custGeom>
            <a:ln w="16821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3636505" y="1316329"/>
              <a:ext cx="180211" cy="95277"/>
            </a:xfrm>
            <a:custGeom>
              <a:avLst/>
              <a:pathLst>
                <a:path w="180211" h="95277">
                  <a:moveTo>
                    <a:pt x="180211" y="0"/>
                  </a:moveTo>
                  <a:lnTo>
                    <a:pt x="0" y="95277"/>
                  </a:lnTo>
                </a:path>
              </a:pathLst>
            </a:custGeom>
            <a:ln w="17004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4130432" y="1258491"/>
              <a:ext cx="1724675" cy="210951"/>
            </a:xfrm>
            <a:custGeom>
              <a:avLst/>
              <a:pathLst>
                <a:path w="1724675" h="210951">
                  <a:moveTo>
                    <a:pt x="1724675" y="210951"/>
                  </a:moveTo>
                  <a:lnTo>
                    <a:pt x="0" y="0"/>
                  </a:lnTo>
                </a:path>
              </a:pathLst>
            </a:custGeom>
            <a:ln w="18388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063274" y="1652116"/>
              <a:ext cx="918033" cy="3751965"/>
            </a:xfrm>
            <a:custGeom>
              <a:avLst/>
              <a:pathLst>
                <a:path w="918033" h="3751965">
                  <a:moveTo>
                    <a:pt x="918033" y="0"/>
                  </a:moveTo>
                  <a:lnTo>
                    <a:pt x="0" y="3751965"/>
                  </a:lnTo>
                </a:path>
              </a:pathLst>
            </a:custGeom>
            <a:ln w="18047" cap="rnd">
              <a:solidFill>
                <a:srgbClr val="9BCCE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5179703" y="1168319"/>
              <a:ext cx="685175" cy="261761"/>
            </a:xfrm>
            <a:custGeom>
              <a:avLst/>
              <a:pathLst>
                <a:path w="685175" h="261761">
                  <a:moveTo>
                    <a:pt x="685175" y="261761"/>
                  </a:moveTo>
                  <a:lnTo>
                    <a:pt x="0" y="0"/>
                  </a:lnTo>
                </a:path>
              </a:pathLst>
            </a:custGeom>
            <a:ln w="22276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6060769" y="1652116"/>
              <a:ext cx="627971" cy="2566494"/>
            </a:xfrm>
            <a:custGeom>
              <a:avLst/>
              <a:pathLst>
                <a:path w="627971" h="2566494">
                  <a:moveTo>
                    <a:pt x="0" y="0"/>
                  </a:moveTo>
                  <a:lnTo>
                    <a:pt x="627971" y="2566494"/>
                  </a:lnTo>
                </a:path>
              </a:pathLst>
            </a:custGeom>
            <a:ln w="24542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6041044" y="1655705"/>
              <a:ext cx="362185" cy="3004777"/>
            </a:xfrm>
            <a:custGeom>
              <a:avLst/>
              <a:pathLst>
                <a:path w="362185" h="3004777">
                  <a:moveTo>
                    <a:pt x="0" y="0"/>
                  </a:moveTo>
                  <a:lnTo>
                    <a:pt x="362185" y="3004777"/>
                  </a:lnTo>
                </a:path>
              </a:pathLst>
            </a:custGeom>
            <a:ln w="3333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5693042" y="1316329"/>
              <a:ext cx="180211" cy="95277"/>
            </a:xfrm>
            <a:custGeom>
              <a:avLst/>
              <a:pathLst>
                <a:path w="180211" h="95277">
                  <a:moveTo>
                    <a:pt x="180211" y="95277"/>
                  </a:moveTo>
                  <a:lnTo>
                    <a:pt x="0" y="0"/>
                  </a:lnTo>
                </a:path>
              </a:pathLst>
            </a:custGeom>
            <a:ln w="14496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6079939" y="1646186"/>
              <a:ext cx="780172" cy="2072254"/>
            </a:xfrm>
            <a:custGeom>
              <a:avLst/>
              <a:pathLst>
                <a:path w="780172" h="2072254">
                  <a:moveTo>
                    <a:pt x="0" y="0"/>
                  </a:moveTo>
                  <a:lnTo>
                    <a:pt x="780172" y="2072254"/>
                  </a:lnTo>
                </a:path>
              </a:pathLst>
            </a:custGeom>
            <a:ln w="12306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3655888" y="1489739"/>
              <a:ext cx="2197983" cy="0"/>
            </a:xfrm>
            <a:custGeom>
              <a:avLst/>
              <a:pathLst>
                <a:path w="2197983" h="0">
                  <a:moveTo>
                    <a:pt x="2197983" y="0"/>
                  </a:moveTo>
                  <a:lnTo>
                    <a:pt x="0" y="0"/>
                  </a:lnTo>
                </a:path>
              </a:pathLst>
            </a:custGeom>
            <a:ln w="25263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5179703" y="5245039"/>
              <a:ext cx="685175" cy="261761"/>
            </a:xfrm>
            <a:custGeom>
              <a:avLst/>
              <a:pathLst>
                <a:path w="685175" h="261761">
                  <a:moveTo>
                    <a:pt x="0" y="261761"/>
                  </a:moveTo>
                  <a:lnTo>
                    <a:pt x="685175" y="0"/>
                  </a:lnTo>
                </a:path>
              </a:pathLst>
            </a:custGeom>
            <a:ln w="20095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4130432" y="1128956"/>
              <a:ext cx="727181" cy="88944"/>
            </a:xfrm>
            <a:custGeom>
              <a:avLst/>
              <a:pathLst>
                <a:path w="727181" h="88944">
                  <a:moveTo>
                    <a:pt x="727181" y="0"/>
                  </a:moveTo>
                  <a:lnTo>
                    <a:pt x="0" y="88944"/>
                  </a:lnTo>
                </a:path>
              </a:pathLst>
            </a:custGeom>
            <a:ln w="15985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6787372" y="4031335"/>
              <a:ext cx="72739" cy="193206"/>
            </a:xfrm>
            <a:custGeom>
              <a:avLst/>
              <a:pathLst>
                <a:path w="72739" h="193206">
                  <a:moveTo>
                    <a:pt x="0" y="193206"/>
                  </a:moveTo>
                  <a:lnTo>
                    <a:pt x="72739" y="0"/>
                  </a:lnTo>
                </a:path>
              </a:pathLst>
            </a:custGeom>
            <a:ln w="14075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6517726" y="4518888"/>
              <a:ext cx="116254" cy="169660"/>
            </a:xfrm>
            <a:custGeom>
              <a:avLst/>
              <a:pathLst>
                <a:path w="116254" h="169660">
                  <a:moveTo>
                    <a:pt x="0" y="169660"/>
                  </a:moveTo>
                  <a:lnTo>
                    <a:pt x="116254" y="0"/>
                  </a:lnTo>
                </a:path>
              </a:pathLst>
            </a:custGeom>
            <a:ln w="25905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6500476" y="4023140"/>
              <a:ext cx="341293" cy="655056"/>
            </a:xfrm>
            <a:custGeom>
              <a:avLst/>
              <a:pathLst>
                <a:path w="341293" h="655056">
                  <a:moveTo>
                    <a:pt x="0" y="655056"/>
                  </a:moveTo>
                  <a:lnTo>
                    <a:pt x="341293" y="0"/>
                  </a:lnTo>
                </a:path>
              </a:pathLst>
            </a:custGeom>
            <a:ln w="2414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4131668" y="1238196"/>
              <a:ext cx="1246422" cy="0"/>
            </a:xfrm>
            <a:custGeom>
              <a:avLst/>
              <a:pathLst>
                <a:path w="1246422" h="0">
                  <a:moveTo>
                    <a:pt x="1246422" y="0"/>
                  </a:moveTo>
                  <a:lnTo>
                    <a:pt x="0" y="0"/>
                  </a:lnTo>
                </a:path>
              </a:pathLst>
            </a:custGeom>
            <a:ln w="27631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5185785" y="1148943"/>
              <a:ext cx="197231" cy="48970"/>
            </a:xfrm>
            <a:custGeom>
              <a:avLst/>
              <a:pathLst>
                <a:path w="197231" h="48970">
                  <a:moveTo>
                    <a:pt x="197231" y="48970"/>
                  </a:moveTo>
                  <a:lnTo>
                    <a:pt x="0" y="0"/>
                  </a:lnTo>
                </a:path>
              </a:pathLst>
            </a:custGeom>
            <a:ln w="38100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5604158" y="1394643"/>
              <a:ext cx="1065413" cy="2829898"/>
            </a:xfrm>
            <a:custGeom>
              <a:avLst/>
              <a:pathLst>
                <a:path w="1065413" h="2829898">
                  <a:moveTo>
                    <a:pt x="0" y="0"/>
                  </a:moveTo>
                  <a:lnTo>
                    <a:pt x="1065413" y="2829898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5584989" y="1400573"/>
              <a:ext cx="798515" cy="3263498"/>
            </a:xfrm>
            <a:custGeom>
              <a:avLst/>
              <a:pathLst>
                <a:path w="798515" h="3263498">
                  <a:moveTo>
                    <a:pt x="0" y="0"/>
                  </a:moveTo>
                  <a:lnTo>
                    <a:pt x="798515" y="3263498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5622499" y="1386448"/>
              <a:ext cx="1219270" cy="2340187"/>
            </a:xfrm>
            <a:custGeom>
              <a:avLst/>
              <a:pathLst>
                <a:path w="1219270" h="2340187">
                  <a:moveTo>
                    <a:pt x="0" y="0"/>
                  </a:moveTo>
                  <a:lnTo>
                    <a:pt x="1219270" y="2340187"/>
                  </a:lnTo>
                </a:path>
              </a:pathLst>
            </a:custGeom>
            <a:ln w="38100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3654651" y="1258491"/>
              <a:ext cx="1724675" cy="210951"/>
            </a:xfrm>
            <a:custGeom>
              <a:avLst/>
              <a:pathLst>
                <a:path w="1724675" h="210951">
                  <a:moveTo>
                    <a:pt x="1724675" y="0"/>
                  </a:moveTo>
                  <a:lnTo>
                    <a:pt x="0" y="210951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g28"/>
            <p:cNvSpPr/>
            <p:nvPr/>
          </p:nvSpPr>
          <p:spPr>
            <a:xfrm>
              <a:off x="6981875" y="3170392"/>
              <a:ext cx="1903" cy="167167"/>
            </a:xfrm>
            <a:custGeom>
              <a:avLst/>
              <a:pathLst>
                <a:path w="1903" h="167167">
                  <a:moveTo>
                    <a:pt x="1903" y="0"/>
                  </a:moveTo>
                  <a:lnTo>
                    <a:pt x="0" y="10"/>
                  </a:lnTo>
                  <a:lnTo>
                    <a:pt x="1903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g29"/>
            <p:cNvSpPr/>
            <p:nvPr/>
          </p:nvSpPr>
          <p:spPr>
            <a:xfrm>
              <a:off x="6981875" y="3170403"/>
              <a:ext cx="1903" cy="167156"/>
            </a:xfrm>
            <a:custGeom>
              <a:avLst/>
              <a:pathLst>
                <a:path w="1903" h="167156">
                  <a:moveTo>
                    <a:pt x="0" y="0"/>
                  </a:moveTo>
                  <a:lnTo>
                    <a:pt x="1903" y="167156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g30"/>
            <p:cNvSpPr/>
            <p:nvPr/>
          </p:nvSpPr>
          <p:spPr>
            <a:xfrm>
              <a:off x="6981875" y="3170403"/>
              <a:ext cx="1903" cy="167156"/>
            </a:xfrm>
            <a:custGeom>
              <a:avLst/>
              <a:pathLst>
                <a:path w="1903" h="167156">
                  <a:moveTo>
                    <a:pt x="0" y="0"/>
                  </a:moveTo>
                  <a:lnTo>
                    <a:pt x="1903" y="167156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g31"/>
            <p:cNvSpPr/>
            <p:nvPr/>
          </p:nvSpPr>
          <p:spPr>
            <a:xfrm>
              <a:off x="6981875" y="3170403"/>
              <a:ext cx="1903" cy="167156"/>
            </a:xfrm>
            <a:custGeom>
              <a:avLst/>
              <a:pathLst>
                <a:path w="1903" h="167156">
                  <a:moveTo>
                    <a:pt x="0" y="0"/>
                  </a:moveTo>
                  <a:lnTo>
                    <a:pt x="1903" y="167156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g32"/>
            <p:cNvSpPr/>
            <p:nvPr/>
          </p:nvSpPr>
          <p:spPr>
            <a:xfrm>
              <a:off x="6981875" y="3170403"/>
              <a:ext cx="1903" cy="167156"/>
            </a:xfrm>
            <a:custGeom>
              <a:avLst/>
              <a:pathLst>
                <a:path w="1903" h="167156">
                  <a:moveTo>
                    <a:pt x="0" y="0"/>
                  </a:moveTo>
                  <a:lnTo>
                    <a:pt x="1903" y="16715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g33"/>
            <p:cNvSpPr/>
            <p:nvPr/>
          </p:nvSpPr>
          <p:spPr>
            <a:xfrm>
              <a:off x="6981875" y="3170403"/>
              <a:ext cx="1903" cy="167156"/>
            </a:xfrm>
            <a:custGeom>
              <a:avLst/>
              <a:pathLst>
                <a:path w="1903" h="167156">
                  <a:moveTo>
                    <a:pt x="0" y="0"/>
                  </a:moveTo>
                  <a:lnTo>
                    <a:pt x="1903" y="16715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g34"/>
            <p:cNvSpPr/>
            <p:nvPr/>
          </p:nvSpPr>
          <p:spPr>
            <a:xfrm>
              <a:off x="6981875" y="3170403"/>
              <a:ext cx="1903" cy="167156"/>
            </a:xfrm>
            <a:custGeom>
              <a:avLst/>
              <a:pathLst>
                <a:path w="1903" h="167156">
                  <a:moveTo>
                    <a:pt x="0" y="0"/>
                  </a:moveTo>
                  <a:lnTo>
                    <a:pt x="1903" y="16715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g35"/>
            <p:cNvSpPr/>
            <p:nvPr/>
          </p:nvSpPr>
          <p:spPr>
            <a:xfrm>
              <a:off x="6981875" y="3170403"/>
              <a:ext cx="1903" cy="167156"/>
            </a:xfrm>
            <a:custGeom>
              <a:avLst/>
              <a:pathLst>
                <a:path w="1903" h="167156">
                  <a:moveTo>
                    <a:pt x="0" y="0"/>
                  </a:moveTo>
                  <a:lnTo>
                    <a:pt x="1903" y="16715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g36"/>
            <p:cNvSpPr/>
            <p:nvPr/>
          </p:nvSpPr>
          <p:spPr>
            <a:xfrm>
              <a:off x="6981875" y="3170403"/>
              <a:ext cx="1903" cy="167156"/>
            </a:xfrm>
            <a:custGeom>
              <a:avLst/>
              <a:pathLst>
                <a:path w="1903" h="167156">
                  <a:moveTo>
                    <a:pt x="0" y="0"/>
                  </a:moveTo>
                  <a:lnTo>
                    <a:pt x="1903" y="16715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g37"/>
            <p:cNvSpPr/>
            <p:nvPr/>
          </p:nvSpPr>
          <p:spPr>
            <a:xfrm>
              <a:off x="6981875" y="3170403"/>
              <a:ext cx="1903" cy="167156"/>
            </a:xfrm>
            <a:custGeom>
              <a:avLst/>
              <a:pathLst>
                <a:path w="1903" h="167156">
                  <a:moveTo>
                    <a:pt x="0" y="0"/>
                  </a:moveTo>
                  <a:lnTo>
                    <a:pt x="1903" y="16715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g38"/>
            <p:cNvSpPr/>
            <p:nvPr/>
          </p:nvSpPr>
          <p:spPr>
            <a:xfrm>
              <a:off x="6981875" y="3170403"/>
              <a:ext cx="1903" cy="167156"/>
            </a:xfrm>
            <a:custGeom>
              <a:avLst/>
              <a:pathLst>
                <a:path w="1903" h="167156">
                  <a:moveTo>
                    <a:pt x="0" y="0"/>
                  </a:moveTo>
                  <a:lnTo>
                    <a:pt x="1903" y="16715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g39"/>
            <p:cNvSpPr/>
            <p:nvPr/>
          </p:nvSpPr>
          <p:spPr>
            <a:xfrm>
              <a:off x="6981875" y="3170403"/>
              <a:ext cx="1903" cy="167156"/>
            </a:xfrm>
            <a:custGeom>
              <a:avLst/>
              <a:pathLst>
                <a:path w="1903" h="167156">
                  <a:moveTo>
                    <a:pt x="0" y="0"/>
                  </a:moveTo>
                  <a:lnTo>
                    <a:pt x="1903" y="16715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g40"/>
            <p:cNvSpPr/>
            <p:nvPr/>
          </p:nvSpPr>
          <p:spPr>
            <a:xfrm>
              <a:off x="6981875" y="3170403"/>
              <a:ext cx="1903" cy="167156"/>
            </a:xfrm>
            <a:custGeom>
              <a:avLst/>
              <a:pathLst>
                <a:path w="1903" h="167156">
                  <a:moveTo>
                    <a:pt x="0" y="0"/>
                  </a:moveTo>
                  <a:lnTo>
                    <a:pt x="1903" y="16715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g41"/>
            <p:cNvSpPr/>
            <p:nvPr/>
          </p:nvSpPr>
          <p:spPr>
            <a:xfrm>
              <a:off x="6981875" y="3170403"/>
              <a:ext cx="1903" cy="167156"/>
            </a:xfrm>
            <a:custGeom>
              <a:avLst/>
              <a:pathLst>
                <a:path w="1903" h="167156">
                  <a:moveTo>
                    <a:pt x="0" y="0"/>
                  </a:moveTo>
                  <a:lnTo>
                    <a:pt x="1903" y="16715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g42"/>
            <p:cNvSpPr/>
            <p:nvPr/>
          </p:nvSpPr>
          <p:spPr>
            <a:xfrm>
              <a:off x="6981875" y="3170403"/>
              <a:ext cx="1903" cy="167156"/>
            </a:xfrm>
            <a:custGeom>
              <a:avLst/>
              <a:pathLst>
                <a:path w="1903" h="167156">
                  <a:moveTo>
                    <a:pt x="0" y="0"/>
                  </a:moveTo>
                  <a:lnTo>
                    <a:pt x="1903" y="16715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g43"/>
            <p:cNvSpPr/>
            <p:nvPr/>
          </p:nvSpPr>
          <p:spPr>
            <a:xfrm>
              <a:off x="6981875" y="3170403"/>
              <a:ext cx="1903" cy="167156"/>
            </a:xfrm>
            <a:custGeom>
              <a:avLst/>
              <a:pathLst>
                <a:path w="1903" h="167156">
                  <a:moveTo>
                    <a:pt x="0" y="0"/>
                  </a:moveTo>
                  <a:lnTo>
                    <a:pt x="1903" y="16715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g44"/>
            <p:cNvSpPr/>
            <p:nvPr/>
          </p:nvSpPr>
          <p:spPr>
            <a:xfrm>
              <a:off x="6981875" y="3170403"/>
              <a:ext cx="1903" cy="167156"/>
            </a:xfrm>
            <a:custGeom>
              <a:avLst/>
              <a:pathLst>
                <a:path w="1903" h="167156">
                  <a:moveTo>
                    <a:pt x="0" y="0"/>
                  </a:moveTo>
                  <a:lnTo>
                    <a:pt x="1903" y="16715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g45"/>
            <p:cNvSpPr/>
            <p:nvPr/>
          </p:nvSpPr>
          <p:spPr>
            <a:xfrm>
              <a:off x="6981875" y="3170403"/>
              <a:ext cx="1903" cy="167156"/>
            </a:xfrm>
            <a:custGeom>
              <a:avLst/>
              <a:pathLst>
                <a:path w="1903" h="167156">
                  <a:moveTo>
                    <a:pt x="0" y="0"/>
                  </a:moveTo>
                  <a:lnTo>
                    <a:pt x="1903" y="16715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g46"/>
            <p:cNvSpPr/>
            <p:nvPr/>
          </p:nvSpPr>
          <p:spPr>
            <a:xfrm>
              <a:off x="6981875" y="3170403"/>
              <a:ext cx="1903" cy="167156"/>
            </a:xfrm>
            <a:custGeom>
              <a:avLst/>
              <a:pathLst>
                <a:path w="1903" h="167156">
                  <a:moveTo>
                    <a:pt x="0" y="0"/>
                  </a:moveTo>
                  <a:lnTo>
                    <a:pt x="1903" y="16715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g47"/>
            <p:cNvSpPr/>
            <p:nvPr/>
          </p:nvSpPr>
          <p:spPr>
            <a:xfrm>
              <a:off x="6981875" y="3170403"/>
              <a:ext cx="1903" cy="167156"/>
            </a:xfrm>
            <a:custGeom>
              <a:avLst/>
              <a:pathLst>
                <a:path w="1903" h="167156">
                  <a:moveTo>
                    <a:pt x="0" y="0"/>
                  </a:moveTo>
                  <a:lnTo>
                    <a:pt x="1903" y="16715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g48"/>
            <p:cNvSpPr/>
            <p:nvPr/>
          </p:nvSpPr>
          <p:spPr>
            <a:xfrm>
              <a:off x="6981875" y="3170403"/>
              <a:ext cx="1903" cy="167156"/>
            </a:xfrm>
            <a:custGeom>
              <a:avLst/>
              <a:pathLst>
                <a:path w="1903" h="167156">
                  <a:moveTo>
                    <a:pt x="0" y="0"/>
                  </a:moveTo>
                  <a:lnTo>
                    <a:pt x="1903" y="16715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g49"/>
            <p:cNvSpPr/>
            <p:nvPr/>
          </p:nvSpPr>
          <p:spPr>
            <a:xfrm>
              <a:off x="6981875" y="3170403"/>
              <a:ext cx="1903" cy="167156"/>
            </a:xfrm>
            <a:custGeom>
              <a:avLst/>
              <a:pathLst>
                <a:path w="1903" h="167156">
                  <a:moveTo>
                    <a:pt x="0" y="0"/>
                  </a:moveTo>
                  <a:lnTo>
                    <a:pt x="1903" y="16715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g50"/>
            <p:cNvSpPr/>
            <p:nvPr/>
          </p:nvSpPr>
          <p:spPr>
            <a:xfrm>
              <a:off x="6981875" y="3170403"/>
              <a:ext cx="1903" cy="167156"/>
            </a:xfrm>
            <a:custGeom>
              <a:avLst/>
              <a:pathLst>
                <a:path w="1903" h="167156">
                  <a:moveTo>
                    <a:pt x="0" y="0"/>
                  </a:moveTo>
                  <a:lnTo>
                    <a:pt x="1903" y="16715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g51"/>
            <p:cNvSpPr/>
            <p:nvPr/>
          </p:nvSpPr>
          <p:spPr>
            <a:xfrm>
              <a:off x="6981875" y="3170403"/>
              <a:ext cx="1903" cy="167156"/>
            </a:xfrm>
            <a:custGeom>
              <a:avLst/>
              <a:pathLst>
                <a:path w="1903" h="167156">
                  <a:moveTo>
                    <a:pt x="0" y="0"/>
                  </a:moveTo>
                  <a:lnTo>
                    <a:pt x="1903" y="16715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g52"/>
            <p:cNvSpPr/>
            <p:nvPr/>
          </p:nvSpPr>
          <p:spPr>
            <a:xfrm>
              <a:off x="6981875" y="3170403"/>
              <a:ext cx="1903" cy="167156"/>
            </a:xfrm>
            <a:custGeom>
              <a:avLst/>
              <a:pathLst>
                <a:path w="1903" h="167156">
                  <a:moveTo>
                    <a:pt x="0" y="0"/>
                  </a:moveTo>
                  <a:lnTo>
                    <a:pt x="1903" y="16715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g53"/>
            <p:cNvSpPr/>
            <p:nvPr/>
          </p:nvSpPr>
          <p:spPr>
            <a:xfrm>
              <a:off x="6981875" y="3170403"/>
              <a:ext cx="1903" cy="167156"/>
            </a:xfrm>
            <a:custGeom>
              <a:avLst/>
              <a:pathLst>
                <a:path w="1903" h="167156">
                  <a:moveTo>
                    <a:pt x="0" y="0"/>
                  </a:moveTo>
                  <a:lnTo>
                    <a:pt x="1903" y="16715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g54"/>
            <p:cNvSpPr/>
            <p:nvPr/>
          </p:nvSpPr>
          <p:spPr>
            <a:xfrm>
              <a:off x="6816613" y="3170403"/>
              <a:ext cx="334331" cy="334313"/>
            </a:xfrm>
            <a:custGeom>
              <a:avLst/>
              <a:pathLst>
                <a:path w="334331" h="334313">
                  <a:moveTo>
                    <a:pt x="165262" y="0"/>
                  </a:moveTo>
                  <a:lnTo>
                    <a:pt x="159959" y="144"/>
                  </a:lnTo>
                  <a:lnTo>
                    <a:pt x="154664" y="457"/>
                  </a:lnTo>
                  <a:lnTo>
                    <a:pt x="149381" y="937"/>
                  </a:lnTo>
                  <a:lnTo>
                    <a:pt x="144116" y="1585"/>
                  </a:lnTo>
                  <a:lnTo>
                    <a:pt x="138875" y="2400"/>
                  </a:lnTo>
                  <a:lnTo>
                    <a:pt x="133662" y="3380"/>
                  </a:lnTo>
                  <a:lnTo>
                    <a:pt x="128482" y="4526"/>
                  </a:lnTo>
                  <a:lnTo>
                    <a:pt x="123342" y="5835"/>
                  </a:lnTo>
                  <a:lnTo>
                    <a:pt x="118246" y="7307"/>
                  </a:lnTo>
                  <a:lnTo>
                    <a:pt x="113198" y="8939"/>
                  </a:lnTo>
                  <a:lnTo>
                    <a:pt x="108206" y="10731"/>
                  </a:lnTo>
                  <a:lnTo>
                    <a:pt x="103272" y="12681"/>
                  </a:lnTo>
                  <a:lnTo>
                    <a:pt x="98403" y="14786"/>
                  </a:lnTo>
                  <a:lnTo>
                    <a:pt x="93604" y="17044"/>
                  </a:lnTo>
                  <a:lnTo>
                    <a:pt x="88878" y="19454"/>
                  </a:lnTo>
                  <a:lnTo>
                    <a:pt x="84231" y="22012"/>
                  </a:lnTo>
                  <a:lnTo>
                    <a:pt x="79668" y="24716"/>
                  </a:lnTo>
                  <a:lnTo>
                    <a:pt x="75192" y="27564"/>
                  </a:lnTo>
                  <a:lnTo>
                    <a:pt x="70810" y="30552"/>
                  </a:lnTo>
                  <a:lnTo>
                    <a:pt x="66524" y="33678"/>
                  </a:lnTo>
                  <a:lnTo>
                    <a:pt x="62340" y="36939"/>
                  </a:lnTo>
                  <a:lnTo>
                    <a:pt x="58261" y="40330"/>
                  </a:lnTo>
                  <a:lnTo>
                    <a:pt x="54292" y="43849"/>
                  </a:lnTo>
                  <a:lnTo>
                    <a:pt x="50437" y="47493"/>
                  </a:lnTo>
                  <a:lnTo>
                    <a:pt x="46699" y="51256"/>
                  </a:lnTo>
                  <a:lnTo>
                    <a:pt x="43082" y="55137"/>
                  </a:lnTo>
                  <a:lnTo>
                    <a:pt x="39590" y="59130"/>
                  </a:lnTo>
                  <a:lnTo>
                    <a:pt x="36227" y="63232"/>
                  </a:lnTo>
                  <a:lnTo>
                    <a:pt x="32996" y="67439"/>
                  </a:lnTo>
                  <a:lnTo>
                    <a:pt x="29900" y="71746"/>
                  </a:lnTo>
                  <a:lnTo>
                    <a:pt x="26941" y="76149"/>
                  </a:lnTo>
                  <a:lnTo>
                    <a:pt x="24125" y="80644"/>
                  </a:lnTo>
                  <a:lnTo>
                    <a:pt x="21452" y="85226"/>
                  </a:lnTo>
                  <a:lnTo>
                    <a:pt x="18926" y="89890"/>
                  </a:lnTo>
                  <a:lnTo>
                    <a:pt x="16549" y="94633"/>
                  </a:lnTo>
                  <a:lnTo>
                    <a:pt x="14324" y="99448"/>
                  </a:lnTo>
                  <a:lnTo>
                    <a:pt x="12252" y="104331"/>
                  </a:lnTo>
                  <a:lnTo>
                    <a:pt x="10337" y="109278"/>
                  </a:lnTo>
                  <a:lnTo>
                    <a:pt x="8580" y="114283"/>
                  </a:lnTo>
                  <a:lnTo>
                    <a:pt x="6982" y="119341"/>
                  </a:lnTo>
                  <a:lnTo>
                    <a:pt x="5546" y="124448"/>
                  </a:lnTo>
                  <a:lnTo>
                    <a:pt x="4272" y="129597"/>
                  </a:lnTo>
                  <a:lnTo>
                    <a:pt x="3162" y="134784"/>
                  </a:lnTo>
                  <a:lnTo>
                    <a:pt x="2218" y="140004"/>
                  </a:lnTo>
                  <a:lnTo>
                    <a:pt x="1439" y="145251"/>
                  </a:lnTo>
                  <a:lnTo>
                    <a:pt x="828" y="150520"/>
                  </a:lnTo>
                  <a:lnTo>
                    <a:pt x="384" y="155806"/>
                  </a:lnTo>
                  <a:lnTo>
                    <a:pt x="107" y="161103"/>
                  </a:lnTo>
                  <a:lnTo>
                    <a:pt x="0" y="166407"/>
                  </a:lnTo>
                  <a:lnTo>
                    <a:pt x="60" y="171711"/>
                  </a:lnTo>
                  <a:lnTo>
                    <a:pt x="289" y="177011"/>
                  </a:lnTo>
                  <a:lnTo>
                    <a:pt x="685" y="182300"/>
                  </a:lnTo>
                  <a:lnTo>
                    <a:pt x="1250" y="187575"/>
                  </a:lnTo>
                  <a:lnTo>
                    <a:pt x="1981" y="192829"/>
                  </a:lnTo>
                  <a:lnTo>
                    <a:pt x="2879" y="198057"/>
                  </a:lnTo>
                  <a:lnTo>
                    <a:pt x="3942" y="203254"/>
                  </a:lnTo>
                  <a:lnTo>
                    <a:pt x="5169" y="208414"/>
                  </a:lnTo>
                  <a:lnTo>
                    <a:pt x="6560" y="213533"/>
                  </a:lnTo>
                  <a:lnTo>
                    <a:pt x="8112" y="218606"/>
                  </a:lnTo>
                  <a:lnTo>
                    <a:pt x="9825" y="223626"/>
                  </a:lnTo>
                  <a:lnTo>
                    <a:pt x="11695" y="228590"/>
                  </a:lnTo>
                  <a:lnTo>
                    <a:pt x="13723" y="233492"/>
                  </a:lnTo>
                  <a:lnTo>
                    <a:pt x="15905" y="238327"/>
                  </a:lnTo>
                  <a:lnTo>
                    <a:pt x="18239" y="243090"/>
                  </a:lnTo>
                  <a:lnTo>
                    <a:pt x="20723" y="247777"/>
                  </a:lnTo>
                  <a:lnTo>
                    <a:pt x="23355" y="252382"/>
                  </a:lnTo>
                  <a:lnTo>
                    <a:pt x="26131" y="256902"/>
                  </a:lnTo>
                  <a:lnTo>
                    <a:pt x="29050" y="261332"/>
                  </a:lnTo>
                  <a:lnTo>
                    <a:pt x="32107" y="265667"/>
                  </a:lnTo>
                  <a:lnTo>
                    <a:pt x="35301" y="269902"/>
                  </a:lnTo>
                  <a:lnTo>
                    <a:pt x="38627" y="274034"/>
                  </a:lnTo>
                  <a:lnTo>
                    <a:pt x="42083" y="278059"/>
                  </a:lnTo>
                  <a:lnTo>
                    <a:pt x="45665" y="281971"/>
                  </a:lnTo>
                  <a:lnTo>
                    <a:pt x="49369" y="285768"/>
                  </a:lnTo>
                  <a:lnTo>
                    <a:pt x="53191" y="289446"/>
                  </a:lnTo>
                  <a:lnTo>
                    <a:pt x="57129" y="293001"/>
                  </a:lnTo>
                  <a:lnTo>
                    <a:pt x="61177" y="296429"/>
                  </a:lnTo>
                  <a:lnTo>
                    <a:pt x="65332" y="299726"/>
                  </a:lnTo>
                  <a:lnTo>
                    <a:pt x="69589" y="302891"/>
                  </a:lnTo>
                  <a:lnTo>
                    <a:pt x="73945" y="305918"/>
                  </a:lnTo>
                  <a:lnTo>
                    <a:pt x="78394" y="308806"/>
                  </a:lnTo>
                  <a:lnTo>
                    <a:pt x="82933" y="311551"/>
                  </a:lnTo>
                  <a:lnTo>
                    <a:pt x="87557" y="314151"/>
                  </a:lnTo>
                  <a:lnTo>
                    <a:pt x="92261" y="316603"/>
                  </a:lnTo>
                  <a:lnTo>
                    <a:pt x="97040" y="318904"/>
                  </a:lnTo>
                  <a:lnTo>
                    <a:pt x="101890" y="321053"/>
                  </a:lnTo>
                  <a:lnTo>
                    <a:pt x="106806" y="323046"/>
                  </a:lnTo>
                  <a:lnTo>
                    <a:pt x="111782" y="324883"/>
                  </a:lnTo>
                  <a:lnTo>
                    <a:pt x="116815" y="326561"/>
                  </a:lnTo>
                  <a:lnTo>
                    <a:pt x="121898" y="328078"/>
                  </a:lnTo>
                  <a:lnTo>
                    <a:pt x="127026" y="329433"/>
                  </a:lnTo>
                  <a:lnTo>
                    <a:pt x="132195" y="330625"/>
                  </a:lnTo>
                  <a:lnTo>
                    <a:pt x="137399" y="331652"/>
                  </a:lnTo>
                  <a:lnTo>
                    <a:pt x="142633" y="332514"/>
                  </a:lnTo>
                  <a:lnTo>
                    <a:pt x="147892" y="333209"/>
                  </a:lnTo>
                  <a:lnTo>
                    <a:pt x="153170" y="333737"/>
                  </a:lnTo>
                  <a:lnTo>
                    <a:pt x="158463" y="334097"/>
                  </a:lnTo>
                  <a:lnTo>
                    <a:pt x="163764" y="334289"/>
                  </a:lnTo>
                  <a:lnTo>
                    <a:pt x="169068" y="334313"/>
                  </a:lnTo>
                  <a:lnTo>
                    <a:pt x="174371" y="334168"/>
                  </a:lnTo>
                  <a:lnTo>
                    <a:pt x="179666" y="333855"/>
                  </a:lnTo>
                  <a:lnTo>
                    <a:pt x="184949" y="333375"/>
                  </a:lnTo>
                  <a:lnTo>
                    <a:pt x="190213" y="332727"/>
                  </a:lnTo>
                  <a:lnTo>
                    <a:pt x="195455" y="331912"/>
                  </a:lnTo>
                  <a:lnTo>
                    <a:pt x="200668" y="330932"/>
                  </a:lnTo>
                  <a:lnTo>
                    <a:pt x="205848" y="329786"/>
                  </a:lnTo>
                  <a:lnTo>
                    <a:pt x="210988" y="328477"/>
                  </a:lnTo>
                  <a:lnTo>
                    <a:pt x="216084" y="327006"/>
                  </a:lnTo>
                  <a:lnTo>
                    <a:pt x="221131" y="325373"/>
                  </a:lnTo>
                  <a:lnTo>
                    <a:pt x="226124" y="323581"/>
                  </a:lnTo>
                  <a:lnTo>
                    <a:pt x="231058" y="321632"/>
                  </a:lnTo>
                  <a:lnTo>
                    <a:pt x="235927" y="319527"/>
                  </a:lnTo>
                  <a:lnTo>
                    <a:pt x="240726" y="317268"/>
                  </a:lnTo>
                  <a:lnTo>
                    <a:pt x="245452" y="314859"/>
                  </a:lnTo>
                  <a:lnTo>
                    <a:pt x="250099" y="312301"/>
                  </a:lnTo>
                  <a:lnTo>
                    <a:pt x="254662" y="309596"/>
                  </a:lnTo>
                  <a:lnTo>
                    <a:pt x="259138" y="306749"/>
                  </a:lnTo>
                  <a:lnTo>
                    <a:pt x="263520" y="303760"/>
                  </a:lnTo>
                  <a:lnTo>
                    <a:pt x="267806" y="300634"/>
                  </a:lnTo>
                  <a:lnTo>
                    <a:pt x="271990" y="297374"/>
                  </a:lnTo>
                  <a:lnTo>
                    <a:pt x="276069" y="293982"/>
                  </a:lnTo>
                  <a:lnTo>
                    <a:pt x="280038" y="290463"/>
                  </a:lnTo>
                  <a:lnTo>
                    <a:pt x="283894" y="286820"/>
                  </a:lnTo>
                  <a:lnTo>
                    <a:pt x="287631" y="283056"/>
                  </a:lnTo>
                  <a:lnTo>
                    <a:pt x="291248" y="279176"/>
                  </a:lnTo>
                  <a:lnTo>
                    <a:pt x="294740" y="275182"/>
                  </a:lnTo>
                  <a:lnTo>
                    <a:pt x="298103" y="271080"/>
                  </a:lnTo>
                  <a:lnTo>
                    <a:pt x="301334" y="266874"/>
                  </a:lnTo>
                  <a:lnTo>
                    <a:pt x="304431" y="262567"/>
                  </a:lnTo>
                  <a:lnTo>
                    <a:pt x="307389" y="258163"/>
                  </a:lnTo>
                  <a:lnTo>
                    <a:pt x="310206" y="253669"/>
                  </a:lnTo>
                  <a:lnTo>
                    <a:pt x="312878" y="249087"/>
                  </a:lnTo>
                  <a:lnTo>
                    <a:pt x="315405" y="244422"/>
                  </a:lnTo>
                  <a:lnTo>
                    <a:pt x="317781" y="239680"/>
                  </a:lnTo>
                  <a:lnTo>
                    <a:pt x="320007" y="234865"/>
                  </a:lnTo>
                  <a:lnTo>
                    <a:pt x="322078" y="229981"/>
                  </a:lnTo>
                  <a:lnTo>
                    <a:pt x="323993" y="225035"/>
                  </a:lnTo>
                  <a:lnTo>
                    <a:pt x="325751" y="220030"/>
                  </a:lnTo>
                  <a:lnTo>
                    <a:pt x="327348" y="214972"/>
                  </a:lnTo>
                  <a:lnTo>
                    <a:pt x="328785" y="209865"/>
                  </a:lnTo>
                  <a:lnTo>
                    <a:pt x="330059" y="204716"/>
                  </a:lnTo>
                  <a:lnTo>
                    <a:pt x="331168" y="199529"/>
                  </a:lnTo>
                  <a:lnTo>
                    <a:pt x="332113" y="194309"/>
                  </a:lnTo>
                  <a:lnTo>
                    <a:pt x="332891" y="189062"/>
                  </a:lnTo>
                  <a:lnTo>
                    <a:pt x="333503" y="183793"/>
                  </a:lnTo>
                  <a:lnTo>
                    <a:pt x="333947" y="178507"/>
                  </a:lnTo>
                  <a:lnTo>
                    <a:pt x="334223" y="173209"/>
                  </a:lnTo>
                  <a:lnTo>
                    <a:pt x="334331" y="167906"/>
                  </a:lnTo>
                  <a:lnTo>
                    <a:pt x="334271" y="162602"/>
                  </a:lnTo>
                  <a:lnTo>
                    <a:pt x="334042" y="157302"/>
                  </a:lnTo>
                  <a:lnTo>
                    <a:pt x="333645" y="152012"/>
                  </a:lnTo>
                  <a:lnTo>
                    <a:pt x="333081" y="146738"/>
                  </a:lnTo>
                  <a:lnTo>
                    <a:pt x="332350" y="141484"/>
                  </a:lnTo>
                  <a:lnTo>
                    <a:pt x="331452" y="136256"/>
                  </a:lnTo>
                  <a:lnTo>
                    <a:pt x="330389" y="131059"/>
                  </a:lnTo>
                  <a:lnTo>
                    <a:pt x="329161" y="125899"/>
                  </a:lnTo>
                  <a:lnTo>
                    <a:pt x="327771" y="120780"/>
                  </a:lnTo>
                  <a:lnTo>
                    <a:pt x="326219" y="115707"/>
                  </a:lnTo>
                  <a:lnTo>
                    <a:pt x="324506" y="110687"/>
                  </a:lnTo>
                  <a:lnTo>
                    <a:pt x="322635" y="105723"/>
                  </a:lnTo>
                  <a:lnTo>
                    <a:pt x="320608" y="100821"/>
                  </a:lnTo>
                  <a:lnTo>
                    <a:pt x="318426" y="95986"/>
                  </a:lnTo>
                  <a:lnTo>
                    <a:pt x="316092" y="91223"/>
                  </a:lnTo>
                  <a:lnTo>
                    <a:pt x="313608" y="86536"/>
                  </a:lnTo>
                  <a:lnTo>
                    <a:pt x="310976" y="81930"/>
                  </a:lnTo>
                  <a:lnTo>
                    <a:pt x="308200" y="77410"/>
                  </a:lnTo>
                  <a:lnTo>
                    <a:pt x="305281" y="72981"/>
                  </a:lnTo>
                  <a:lnTo>
                    <a:pt x="302224" y="68646"/>
                  </a:lnTo>
                  <a:lnTo>
                    <a:pt x="299030" y="64411"/>
                  </a:lnTo>
                  <a:lnTo>
                    <a:pt x="295704" y="60279"/>
                  </a:lnTo>
                  <a:lnTo>
                    <a:pt x="292248" y="56254"/>
                  </a:lnTo>
                  <a:lnTo>
                    <a:pt x="288666" y="52341"/>
                  </a:lnTo>
                  <a:lnTo>
                    <a:pt x="284962" y="48544"/>
                  </a:lnTo>
                  <a:lnTo>
                    <a:pt x="281140" y="44866"/>
                  </a:lnTo>
                  <a:lnTo>
                    <a:pt x="277202" y="41312"/>
                  </a:lnTo>
                  <a:lnTo>
                    <a:pt x="273154" y="37884"/>
                  </a:lnTo>
                  <a:lnTo>
                    <a:pt x="268999" y="34586"/>
                  </a:lnTo>
                  <a:lnTo>
                    <a:pt x="264742" y="31422"/>
                  </a:lnTo>
                  <a:lnTo>
                    <a:pt x="260386" y="28394"/>
                  </a:lnTo>
                  <a:lnTo>
                    <a:pt x="255937" y="25507"/>
                  </a:lnTo>
                  <a:lnTo>
                    <a:pt x="251398" y="22761"/>
                  </a:lnTo>
                  <a:lnTo>
                    <a:pt x="246774" y="20162"/>
                  </a:lnTo>
                  <a:lnTo>
                    <a:pt x="242070" y="17710"/>
                  </a:lnTo>
                  <a:lnTo>
                    <a:pt x="237291" y="15408"/>
                  </a:lnTo>
                  <a:lnTo>
                    <a:pt x="232441" y="13260"/>
                  </a:lnTo>
                  <a:lnTo>
                    <a:pt x="227525" y="11266"/>
                  </a:lnTo>
                  <a:lnTo>
                    <a:pt x="222549" y="9430"/>
                  </a:lnTo>
                  <a:lnTo>
                    <a:pt x="217516" y="7752"/>
                  </a:lnTo>
                  <a:lnTo>
                    <a:pt x="212434" y="6235"/>
                  </a:lnTo>
                  <a:lnTo>
                    <a:pt x="207305" y="4879"/>
                  </a:lnTo>
                  <a:lnTo>
                    <a:pt x="202136" y="3687"/>
                  </a:lnTo>
                  <a:lnTo>
                    <a:pt x="196932" y="2660"/>
                  </a:lnTo>
                  <a:lnTo>
                    <a:pt x="191698" y="1799"/>
                  </a:lnTo>
                  <a:lnTo>
                    <a:pt x="186439" y="1103"/>
                  </a:lnTo>
                  <a:lnTo>
                    <a:pt x="181161" y="576"/>
                  </a:lnTo>
                  <a:lnTo>
                    <a:pt x="175869" y="215"/>
                  </a:lnTo>
                  <a:lnTo>
                    <a:pt x="167165" y="16715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g55"/>
            <p:cNvSpPr/>
            <p:nvPr/>
          </p:nvSpPr>
          <p:spPr>
            <a:xfrm>
              <a:off x="6983779" y="3170392"/>
              <a:ext cx="8703" cy="167167"/>
            </a:xfrm>
            <a:custGeom>
              <a:avLst/>
              <a:pathLst>
                <a:path w="8703" h="167167">
                  <a:moveTo>
                    <a:pt x="8703" y="226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g56"/>
            <p:cNvSpPr/>
            <p:nvPr/>
          </p:nvSpPr>
          <p:spPr>
            <a:xfrm>
              <a:off x="6919011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g57"/>
            <p:cNvSpPr/>
            <p:nvPr/>
          </p:nvSpPr>
          <p:spPr>
            <a:xfrm>
              <a:off x="6891556" y="2633064"/>
              <a:ext cx="27454" cy="167167"/>
            </a:xfrm>
            <a:custGeom>
              <a:avLst/>
              <a:pathLst>
                <a:path w="27454" h="167167">
                  <a:moveTo>
                    <a:pt x="27454" y="0"/>
                  </a:moveTo>
                  <a:lnTo>
                    <a:pt x="20561" y="142"/>
                  </a:lnTo>
                  <a:lnTo>
                    <a:pt x="13680" y="568"/>
                  </a:lnTo>
                  <a:lnTo>
                    <a:pt x="6822" y="1278"/>
                  </a:lnTo>
                  <a:lnTo>
                    <a:pt x="0" y="2269"/>
                  </a:lnTo>
                  <a:lnTo>
                    <a:pt x="27454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g58"/>
            <p:cNvSpPr/>
            <p:nvPr/>
          </p:nvSpPr>
          <p:spPr>
            <a:xfrm>
              <a:off x="6891556" y="2635334"/>
              <a:ext cx="27454" cy="164897"/>
            </a:xfrm>
            <a:custGeom>
              <a:avLst/>
              <a:pathLst>
                <a:path w="27454" h="164897">
                  <a:moveTo>
                    <a:pt x="0" y="0"/>
                  </a:moveTo>
                  <a:lnTo>
                    <a:pt x="27454" y="16489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g59"/>
            <p:cNvSpPr/>
            <p:nvPr/>
          </p:nvSpPr>
          <p:spPr>
            <a:xfrm>
              <a:off x="6891556" y="2635334"/>
              <a:ext cx="27454" cy="164897"/>
            </a:xfrm>
            <a:custGeom>
              <a:avLst/>
              <a:pathLst>
                <a:path w="27454" h="164897">
                  <a:moveTo>
                    <a:pt x="0" y="0"/>
                  </a:moveTo>
                  <a:lnTo>
                    <a:pt x="27454" y="16489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g60"/>
            <p:cNvSpPr/>
            <p:nvPr/>
          </p:nvSpPr>
          <p:spPr>
            <a:xfrm>
              <a:off x="6891556" y="2635334"/>
              <a:ext cx="27454" cy="164897"/>
            </a:xfrm>
            <a:custGeom>
              <a:avLst/>
              <a:pathLst>
                <a:path w="27454" h="164897">
                  <a:moveTo>
                    <a:pt x="0" y="0"/>
                  </a:moveTo>
                  <a:lnTo>
                    <a:pt x="27454" y="16489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g61"/>
            <p:cNvSpPr/>
            <p:nvPr/>
          </p:nvSpPr>
          <p:spPr>
            <a:xfrm>
              <a:off x="6891556" y="2635334"/>
              <a:ext cx="27454" cy="164897"/>
            </a:xfrm>
            <a:custGeom>
              <a:avLst/>
              <a:pathLst>
                <a:path w="27454" h="164897">
                  <a:moveTo>
                    <a:pt x="0" y="0"/>
                  </a:moveTo>
                  <a:lnTo>
                    <a:pt x="27454" y="16489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g62"/>
            <p:cNvSpPr/>
            <p:nvPr/>
          </p:nvSpPr>
          <p:spPr>
            <a:xfrm>
              <a:off x="6891556" y="2635334"/>
              <a:ext cx="27454" cy="164897"/>
            </a:xfrm>
            <a:custGeom>
              <a:avLst/>
              <a:pathLst>
                <a:path w="27454" h="164897">
                  <a:moveTo>
                    <a:pt x="0" y="0"/>
                  </a:moveTo>
                  <a:lnTo>
                    <a:pt x="27454" y="16489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g63"/>
            <p:cNvSpPr/>
            <p:nvPr/>
          </p:nvSpPr>
          <p:spPr>
            <a:xfrm>
              <a:off x="6891556" y="2635334"/>
              <a:ext cx="27454" cy="164897"/>
            </a:xfrm>
            <a:custGeom>
              <a:avLst/>
              <a:pathLst>
                <a:path w="27454" h="164897">
                  <a:moveTo>
                    <a:pt x="0" y="0"/>
                  </a:moveTo>
                  <a:lnTo>
                    <a:pt x="27454" y="16489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g64"/>
            <p:cNvSpPr/>
            <p:nvPr/>
          </p:nvSpPr>
          <p:spPr>
            <a:xfrm>
              <a:off x="6891556" y="2635334"/>
              <a:ext cx="27454" cy="164897"/>
            </a:xfrm>
            <a:custGeom>
              <a:avLst/>
              <a:pathLst>
                <a:path w="27454" h="164897">
                  <a:moveTo>
                    <a:pt x="0" y="0"/>
                  </a:moveTo>
                  <a:lnTo>
                    <a:pt x="27454" y="16489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g65"/>
            <p:cNvSpPr/>
            <p:nvPr/>
          </p:nvSpPr>
          <p:spPr>
            <a:xfrm>
              <a:off x="6891556" y="2635334"/>
              <a:ext cx="27454" cy="164897"/>
            </a:xfrm>
            <a:custGeom>
              <a:avLst/>
              <a:pathLst>
                <a:path w="27454" h="164897">
                  <a:moveTo>
                    <a:pt x="0" y="0"/>
                  </a:moveTo>
                  <a:lnTo>
                    <a:pt x="27454" y="16489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g66"/>
            <p:cNvSpPr/>
            <p:nvPr/>
          </p:nvSpPr>
          <p:spPr>
            <a:xfrm>
              <a:off x="6891556" y="2635334"/>
              <a:ext cx="27454" cy="164897"/>
            </a:xfrm>
            <a:custGeom>
              <a:avLst/>
              <a:pathLst>
                <a:path w="27454" h="164897">
                  <a:moveTo>
                    <a:pt x="0" y="0"/>
                  </a:moveTo>
                  <a:lnTo>
                    <a:pt x="27454" y="16489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g67"/>
            <p:cNvSpPr/>
            <p:nvPr/>
          </p:nvSpPr>
          <p:spPr>
            <a:xfrm>
              <a:off x="6891556" y="2635334"/>
              <a:ext cx="27454" cy="164897"/>
            </a:xfrm>
            <a:custGeom>
              <a:avLst/>
              <a:pathLst>
                <a:path w="27454" h="164897">
                  <a:moveTo>
                    <a:pt x="0" y="0"/>
                  </a:moveTo>
                  <a:lnTo>
                    <a:pt x="27454" y="16489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g68"/>
            <p:cNvSpPr/>
            <p:nvPr/>
          </p:nvSpPr>
          <p:spPr>
            <a:xfrm>
              <a:off x="6891556" y="2635334"/>
              <a:ext cx="27454" cy="164897"/>
            </a:xfrm>
            <a:custGeom>
              <a:avLst/>
              <a:pathLst>
                <a:path w="27454" h="164897">
                  <a:moveTo>
                    <a:pt x="0" y="0"/>
                  </a:moveTo>
                  <a:lnTo>
                    <a:pt x="27454" y="16489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g69"/>
            <p:cNvSpPr/>
            <p:nvPr/>
          </p:nvSpPr>
          <p:spPr>
            <a:xfrm>
              <a:off x="6891556" y="2635334"/>
              <a:ext cx="27454" cy="164897"/>
            </a:xfrm>
            <a:custGeom>
              <a:avLst/>
              <a:pathLst>
                <a:path w="27454" h="164897">
                  <a:moveTo>
                    <a:pt x="0" y="0"/>
                  </a:moveTo>
                  <a:lnTo>
                    <a:pt x="27454" y="16489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g70"/>
            <p:cNvSpPr/>
            <p:nvPr/>
          </p:nvSpPr>
          <p:spPr>
            <a:xfrm>
              <a:off x="6891556" y="2635334"/>
              <a:ext cx="27454" cy="164897"/>
            </a:xfrm>
            <a:custGeom>
              <a:avLst/>
              <a:pathLst>
                <a:path w="27454" h="164897">
                  <a:moveTo>
                    <a:pt x="0" y="0"/>
                  </a:moveTo>
                  <a:lnTo>
                    <a:pt x="27454" y="16489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g71"/>
            <p:cNvSpPr/>
            <p:nvPr/>
          </p:nvSpPr>
          <p:spPr>
            <a:xfrm>
              <a:off x="6891556" y="2635334"/>
              <a:ext cx="27454" cy="164897"/>
            </a:xfrm>
            <a:custGeom>
              <a:avLst/>
              <a:pathLst>
                <a:path w="27454" h="164897">
                  <a:moveTo>
                    <a:pt x="0" y="0"/>
                  </a:moveTo>
                  <a:lnTo>
                    <a:pt x="27454" y="16489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g72"/>
            <p:cNvSpPr/>
            <p:nvPr/>
          </p:nvSpPr>
          <p:spPr>
            <a:xfrm>
              <a:off x="6891556" y="2635334"/>
              <a:ext cx="27454" cy="164897"/>
            </a:xfrm>
            <a:custGeom>
              <a:avLst/>
              <a:pathLst>
                <a:path w="27454" h="164897">
                  <a:moveTo>
                    <a:pt x="0" y="0"/>
                  </a:moveTo>
                  <a:lnTo>
                    <a:pt x="27454" y="16489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g73"/>
            <p:cNvSpPr/>
            <p:nvPr/>
          </p:nvSpPr>
          <p:spPr>
            <a:xfrm>
              <a:off x="6891556" y="2635334"/>
              <a:ext cx="27454" cy="164897"/>
            </a:xfrm>
            <a:custGeom>
              <a:avLst/>
              <a:pathLst>
                <a:path w="27454" h="164897">
                  <a:moveTo>
                    <a:pt x="0" y="0"/>
                  </a:moveTo>
                  <a:lnTo>
                    <a:pt x="27454" y="16489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g74"/>
            <p:cNvSpPr/>
            <p:nvPr/>
          </p:nvSpPr>
          <p:spPr>
            <a:xfrm>
              <a:off x="6891556" y="2635334"/>
              <a:ext cx="27454" cy="164897"/>
            </a:xfrm>
            <a:custGeom>
              <a:avLst/>
              <a:pathLst>
                <a:path w="27454" h="164897">
                  <a:moveTo>
                    <a:pt x="0" y="0"/>
                  </a:moveTo>
                  <a:lnTo>
                    <a:pt x="27454" y="16489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g75"/>
            <p:cNvSpPr/>
            <p:nvPr/>
          </p:nvSpPr>
          <p:spPr>
            <a:xfrm>
              <a:off x="6891556" y="2635334"/>
              <a:ext cx="27454" cy="164897"/>
            </a:xfrm>
            <a:custGeom>
              <a:avLst/>
              <a:pathLst>
                <a:path w="27454" h="164897">
                  <a:moveTo>
                    <a:pt x="0" y="0"/>
                  </a:moveTo>
                  <a:lnTo>
                    <a:pt x="27454" y="16489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g76"/>
            <p:cNvSpPr/>
            <p:nvPr/>
          </p:nvSpPr>
          <p:spPr>
            <a:xfrm>
              <a:off x="6891556" y="2635334"/>
              <a:ext cx="27454" cy="164897"/>
            </a:xfrm>
            <a:custGeom>
              <a:avLst/>
              <a:pathLst>
                <a:path w="27454" h="164897">
                  <a:moveTo>
                    <a:pt x="0" y="0"/>
                  </a:moveTo>
                  <a:lnTo>
                    <a:pt x="27454" y="16489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g77"/>
            <p:cNvSpPr/>
            <p:nvPr/>
          </p:nvSpPr>
          <p:spPr>
            <a:xfrm>
              <a:off x="6891556" y="2635334"/>
              <a:ext cx="27454" cy="164897"/>
            </a:xfrm>
            <a:custGeom>
              <a:avLst/>
              <a:pathLst>
                <a:path w="27454" h="164897">
                  <a:moveTo>
                    <a:pt x="0" y="0"/>
                  </a:moveTo>
                  <a:lnTo>
                    <a:pt x="27454" y="16489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g78"/>
            <p:cNvSpPr/>
            <p:nvPr/>
          </p:nvSpPr>
          <p:spPr>
            <a:xfrm>
              <a:off x="6891556" y="2635334"/>
              <a:ext cx="27454" cy="164897"/>
            </a:xfrm>
            <a:custGeom>
              <a:avLst/>
              <a:pathLst>
                <a:path w="27454" h="164897">
                  <a:moveTo>
                    <a:pt x="0" y="0"/>
                  </a:moveTo>
                  <a:lnTo>
                    <a:pt x="27454" y="16489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g79"/>
            <p:cNvSpPr/>
            <p:nvPr/>
          </p:nvSpPr>
          <p:spPr>
            <a:xfrm>
              <a:off x="6891556" y="2635334"/>
              <a:ext cx="27454" cy="164897"/>
            </a:xfrm>
            <a:custGeom>
              <a:avLst/>
              <a:pathLst>
                <a:path w="27454" h="164897">
                  <a:moveTo>
                    <a:pt x="0" y="0"/>
                  </a:moveTo>
                  <a:lnTo>
                    <a:pt x="27454" y="16489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g80"/>
            <p:cNvSpPr/>
            <p:nvPr/>
          </p:nvSpPr>
          <p:spPr>
            <a:xfrm>
              <a:off x="6891556" y="2635334"/>
              <a:ext cx="27454" cy="164897"/>
            </a:xfrm>
            <a:custGeom>
              <a:avLst/>
              <a:pathLst>
                <a:path w="27454" h="164897">
                  <a:moveTo>
                    <a:pt x="0" y="0"/>
                  </a:moveTo>
                  <a:lnTo>
                    <a:pt x="27454" y="16489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g81"/>
            <p:cNvSpPr/>
            <p:nvPr/>
          </p:nvSpPr>
          <p:spPr>
            <a:xfrm>
              <a:off x="6891556" y="2635334"/>
              <a:ext cx="27454" cy="164897"/>
            </a:xfrm>
            <a:custGeom>
              <a:avLst/>
              <a:pathLst>
                <a:path w="27454" h="164897">
                  <a:moveTo>
                    <a:pt x="0" y="0"/>
                  </a:moveTo>
                  <a:lnTo>
                    <a:pt x="27454" y="16489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g82"/>
            <p:cNvSpPr/>
            <p:nvPr/>
          </p:nvSpPr>
          <p:spPr>
            <a:xfrm>
              <a:off x="6751853" y="2635334"/>
              <a:ext cx="334309" cy="332063"/>
            </a:xfrm>
            <a:custGeom>
              <a:avLst/>
              <a:pathLst>
                <a:path w="334309" h="332063">
                  <a:moveTo>
                    <a:pt x="139702" y="0"/>
                  </a:moveTo>
                  <a:lnTo>
                    <a:pt x="134489" y="953"/>
                  </a:lnTo>
                  <a:lnTo>
                    <a:pt x="129308" y="2071"/>
                  </a:lnTo>
                  <a:lnTo>
                    <a:pt x="124166" y="3352"/>
                  </a:lnTo>
                  <a:lnTo>
                    <a:pt x="119067" y="4796"/>
                  </a:lnTo>
                  <a:lnTo>
                    <a:pt x="114016" y="6401"/>
                  </a:lnTo>
                  <a:lnTo>
                    <a:pt x="109019" y="8165"/>
                  </a:lnTo>
                  <a:lnTo>
                    <a:pt x="104080" y="10087"/>
                  </a:lnTo>
                  <a:lnTo>
                    <a:pt x="99204" y="12164"/>
                  </a:lnTo>
                  <a:lnTo>
                    <a:pt x="94397" y="14395"/>
                  </a:lnTo>
                  <a:lnTo>
                    <a:pt x="89662" y="16777"/>
                  </a:lnTo>
                  <a:lnTo>
                    <a:pt x="85006" y="19308"/>
                  </a:lnTo>
                  <a:lnTo>
                    <a:pt x="80432" y="21985"/>
                  </a:lnTo>
                  <a:lnTo>
                    <a:pt x="75946" y="24806"/>
                  </a:lnTo>
                  <a:lnTo>
                    <a:pt x="71551" y="27768"/>
                  </a:lnTo>
                  <a:lnTo>
                    <a:pt x="67252" y="30867"/>
                  </a:lnTo>
                  <a:lnTo>
                    <a:pt x="63054" y="34102"/>
                  </a:lnTo>
                  <a:lnTo>
                    <a:pt x="58960" y="37467"/>
                  </a:lnTo>
                  <a:lnTo>
                    <a:pt x="54975" y="40961"/>
                  </a:lnTo>
                  <a:lnTo>
                    <a:pt x="51103" y="44579"/>
                  </a:lnTo>
                  <a:lnTo>
                    <a:pt x="47347" y="48319"/>
                  </a:lnTo>
                  <a:lnTo>
                    <a:pt x="43712" y="52175"/>
                  </a:lnTo>
                  <a:lnTo>
                    <a:pt x="40201" y="56145"/>
                  </a:lnTo>
                  <a:lnTo>
                    <a:pt x="36817" y="60224"/>
                  </a:lnTo>
                  <a:lnTo>
                    <a:pt x="33565" y="64408"/>
                  </a:lnTo>
                  <a:lnTo>
                    <a:pt x="30446" y="68693"/>
                  </a:lnTo>
                  <a:lnTo>
                    <a:pt x="27466" y="73075"/>
                  </a:lnTo>
                  <a:lnTo>
                    <a:pt x="24625" y="77550"/>
                  </a:lnTo>
                  <a:lnTo>
                    <a:pt x="21928" y="82112"/>
                  </a:lnTo>
                  <a:lnTo>
                    <a:pt x="19377" y="86757"/>
                  </a:lnTo>
                  <a:lnTo>
                    <a:pt x="16974" y="91481"/>
                  </a:lnTo>
                  <a:lnTo>
                    <a:pt x="14722" y="96278"/>
                  </a:lnTo>
                  <a:lnTo>
                    <a:pt x="12624" y="101145"/>
                  </a:lnTo>
                  <a:lnTo>
                    <a:pt x="10680" y="106075"/>
                  </a:lnTo>
                  <a:lnTo>
                    <a:pt x="8895" y="111065"/>
                  </a:lnTo>
                  <a:lnTo>
                    <a:pt x="7268" y="116109"/>
                  </a:lnTo>
                  <a:lnTo>
                    <a:pt x="5801" y="121202"/>
                  </a:lnTo>
                  <a:lnTo>
                    <a:pt x="4497" y="126338"/>
                  </a:lnTo>
                  <a:lnTo>
                    <a:pt x="3357" y="131514"/>
                  </a:lnTo>
                  <a:lnTo>
                    <a:pt x="2381" y="136723"/>
                  </a:lnTo>
                  <a:lnTo>
                    <a:pt x="1571" y="141960"/>
                  </a:lnTo>
                  <a:lnTo>
                    <a:pt x="927" y="147221"/>
                  </a:lnTo>
                  <a:lnTo>
                    <a:pt x="450" y="152499"/>
                  </a:lnTo>
                  <a:lnTo>
                    <a:pt x="141" y="157790"/>
                  </a:lnTo>
                  <a:lnTo>
                    <a:pt x="0" y="163087"/>
                  </a:lnTo>
                  <a:lnTo>
                    <a:pt x="26" y="168387"/>
                  </a:lnTo>
                  <a:lnTo>
                    <a:pt x="221" y="173683"/>
                  </a:lnTo>
                  <a:lnTo>
                    <a:pt x="583" y="178970"/>
                  </a:lnTo>
                  <a:lnTo>
                    <a:pt x="1113" y="184244"/>
                  </a:lnTo>
                  <a:lnTo>
                    <a:pt x="1810" y="189497"/>
                  </a:lnTo>
                  <a:lnTo>
                    <a:pt x="2673" y="194726"/>
                  </a:lnTo>
                  <a:lnTo>
                    <a:pt x="3701" y="199925"/>
                  </a:lnTo>
                  <a:lnTo>
                    <a:pt x="4893" y="205089"/>
                  </a:lnTo>
                  <a:lnTo>
                    <a:pt x="6249" y="210212"/>
                  </a:lnTo>
                  <a:lnTo>
                    <a:pt x="7766" y="215290"/>
                  </a:lnTo>
                  <a:lnTo>
                    <a:pt x="9444" y="220318"/>
                  </a:lnTo>
                  <a:lnTo>
                    <a:pt x="11280" y="225289"/>
                  </a:lnTo>
                  <a:lnTo>
                    <a:pt x="13272" y="230200"/>
                  </a:lnTo>
                  <a:lnTo>
                    <a:pt x="15420" y="235045"/>
                  </a:lnTo>
                  <a:lnTo>
                    <a:pt x="17720" y="239820"/>
                  </a:lnTo>
                  <a:lnTo>
                    <a:pt x="20170" y="244519"/>
                  </a:lnTo>
                  <a:lnTo>
                    <a:pt x="22768" y="249138"/>
                  </a:lnTo>
                  <a:lnTo>
                    <a:pt x="25511" y="253673"/>
                  </a:lnTo>
                  <a:lnTo>
                    <a:pt x="28396" y="258118"/>
                  </a:lnTo>
                  <a:lnTo>
                    <a:pt x="31421" y="262470"/>
                  </a:lnTo>
                  <a:lnTo>
                    <a:pt x="34582" y="266724"/>
                  </a:lnTo>
                  <a:lnTo>
                    <a:pt x="37876" y="270875"/>
                  </a:lnTo>
                  <a:lnTo>
                    <a:pt x="41301" y="274920"/>
                  </a:lnTo>
                  <a:lnTo>
                    <a:pt x="44851" y="278854"/>
                  </a:lnTo>
                  <a:lnTo>
                    <a:pt x="48525" y="282674"/>
                  </a:lnTo>
                  <a:lnTo>
                    <a:pt x="52318" y="286375"/>
                  </a:lnTo>
                  <a:lnTo>
                    <a:pt x="56227" y="289954"/>
                  </a:lnTo>
                  <a:lnTo>
                    <a:pt x="60247" y="293408"/>
                  </a:lnTo>
                  <a:lnTo>
                    <a:pt x="64374" y="296732"/>
                  </a:lnTo>
                  <a:lnTo>
                    <a:pt x="68605" y="299924"/>
                  </a:lnTo>
                  <a:lnTo>
                    <a:pt x="72934" y="302980"/>
                  </a:lnTo>
                  <a:lnTo>
                    <a:pt x="77359" y="305898"/>
                  </a:lnTo>
                  <a:lnTo>
                    <a:pt x="81874" y="308673"/>
                  </a:lnTo>
                  <a:lnTo>
                    <a:pt x="86474" y="311305"/>
                  </a:lnTo>
                  <a:lnTo>
                    <a:pt x="91156" y="313789"/>
                  </a:lnTo>
                  <a:lnTo>
                    <a:pt x="95913" y="316123"/>
                  </a:lnTo>
                  <a:lnTo>
                    <a:pt x="100743" y="318305"/>
                  </a:lnTo>
                  <a:lnTo>
                    <a:pt x="105639" y="320333"/>
                  </a:lnTo>
                  <a:lnTo>
                    <a:pt x="110597" y="322205"/>
                  </a:lnTo>
                  <a:lnTo>
                    <a:pt x="115612" y="323919"/>
                  </a:lnTo>
                  <a:lnTo>
                    <a:pt x="120679" y="325473"/>
                  </a:lnTo>
                  <a:lnTo>
                    <a:pt x="125792" y="326866"/>
                  </a:lnTo>
                  <a:lnTo>
                    <a:pt x="130947" y="328096"/>
                  </a:lnTo>
                  <a:lnTo>
                    <a:pt x="136139" y="329161"/>
                  </a:lnTo>
                  <a:lnTo>
                    <a:pt x="141361" y="330062"/>
                  </a:lnTo>
                  <a:lnTo>
                    <a:pt x="146610" y="330797"/>
                  </a:lnTo>
                  <a:lnTo>
                    <a:pt x="151879" y="331365"/>
                  </a:lnTo>
                  <a:lnTo>
                    <a:pt x="157164" y="331765"/>
                  </a:lnTo>
                  <a:lnTo>
                    <a:pt x="162458" y="331998"/>
                  </a:lnTo>
                  <a:lnTo>
                    <a:pt x="167758" y="332063"/>
                  </a:lnTo>
                  <a:lnTo>
                    <a:pt x="173056" y="331960"/>
                  </a:lnTo>
                  <a:lnTo>
                    <a:pt x="178349" y="331689"/>
                  </a:lnTo>
                  <a:lnTo>
                    <a:pt x="183631" y="331251"/>
                  </a:lnTo>
                  <a:lnTo>
                    <a:pt x="188896" y="330645"/>
                  </a:lnTo>
                  <a:lnTo>
                    <a:pt x="194139" y="329873"/>
                  </a:lnTo>
                  <a:lnTo>
                    <a:pt x="199355" y="328934"/>
                  </a:lnTo>
                  <a:lnTo>
                    <a:pt x="204538" y="327831"/>
                  </a:lnTo>
                  <a:lnTo>
                    <a:pt x="209684" y="326565"/>
                  </a:lnTo>
                  <a:lnTo>
                    <a:pt x="214788" y="325135"/>
                  </a:lnTo>
                  <a:lnTo>
                    <a:pt x="219843" y="323545"/>
                  </a:lnTo>
                  <a:lnTo>
                    <a:pt x="224846" y="321795"/>
                  </a:lnTo>
                  <a:lnTo>
                    <a:pt x="229790" y="319888"/>
                  </a:lnTo>
                  <a:lnTo>
                    <a:pt x="234672" y="317824"/>
                  </a:lnTo>
                  <a:lnTo>
                    <a:pt x="239485" y="315607"/>
                  </a:lnTo>
                  <a:lnTo>
                    <a:pt x="244226" y="313239"/>
                  </a:lnTo>
                  <a:lnTo>
                    <a:pt x="248890" y="310721"/>
                  </a:lnTo>
                  <a:lnTo>
                    <a:pt x="253471" y="308057"/>
                  </a:lnTo>
                  <a:lnTo>
                    <a:pt x="257966" y="305249"/>
                  </a:lnTo>
                  <a:lnTo>
                    <a:pt x="262369" y="302300"/>
                  </a:lnTo>
                  <a:lnTo>
                    <a:pt x="266677" y="299213"/>
                  </a:lnTo>
                  <a:lnTo>
                    <a:pt x="270885" y="295991"/>
                  </a:lnTo>
                  <a:lnTo>
                    <a:pt x="274988" y="292637"/>
                  </a:lnTo>
                  <a:lnTo>
                    <a:pt x="278983" y="289154"/>
                  </a:lnTo>
                  <a:lnTo>
                    <a:pt x="282866" y="285547"/>
                  </a:lnTo>
                  <a:lnTo>
                    <a:pt x="286632" y="281819"/>
                  </a:lnTo>
                  <a:lnTo>
                    <a:pt x="290278" y="277973"/>
                  </a:lnTo>
                  <a:lnTo>
                    <a:pt x="293801" y="274013"/>
                  </a:lnTo>
                  <a:lnTo>
                    <a:pt x="297196" y="269944"/>
                  </a:lnTo>
                  <a:lnTo>
                    <a:pt x="300461" y="265769"/>
                  </a:lnTo>
                  <a:lnTo>
                    <a:pt x="303591" y="261493"/>
                  </a:lnTo>
                  <a:lnTo>
                    <a:pt x="306585" y="257119"/>
                  </a:lnTo>
                  <a:lnTo>
                    <a:pt x="309438" y="252653"/>
                  </a:lnTo>
                  <a:lnTo>
                    <a:pt x="312148" y="248099"/>
                  </a:lnTo>
                  <a:lnTo>
                    <a:pt x="314713" y="243461"/>
                  </a:lnTo>
                  <a:lnTo>
                    <a:pt x="317129" y="238744"/>
                  </a:lnTo>
                  <a:lnTo>
                    <a:pt x="319394" y="233953"/>
                  </a:lnTo>
                  <a:lnTo>
                    <a:pt x="321507" y="229093"/>
                  </a:lnTo>
                  <a:lnTo>
                    <a:pt x="323464" y="224168"/>
                  </a:lnTo>
                  <a:lnTo>
                    <a:pt x="325265" y="219183"/>
                  </a:lnTo>
                  <a:lnTo>
                    <a:pt x="326906" y="214144"/>
                  </a:lnTo>
                  <a:lnTo>
                    <a:pt x="328387" y="209055"/>
                  </a:lnTo>
                  <a:lnTo>
                    <a:pt x="329706" y="203922"/>
                  </a:lnTo>
                  <a:lnTo>
                    <a:pt x="330861" y="198750"/>
                  </a:lnTo>
                  <a:lnTo>
                    <a:pt x="331852" y="193544"/>
                  </a:lnTo>
                  <a:lnTo>
                    <a:pt x="332677" y="188309"/>
                  </a:lnTo>
                  <a:lnTo>
                    <a:pt x="333336" y="183050"/>
                  </a:lnTo>
                  <a:lnTo>
                    <a:pt x="333828" y="177774"/>
                  </a:lnTo>
                  <a:lnTo>
                    <a:pt x="334152" y="172484"/>
                  </a:lnTo>
                  <a:lnTo>
                    <a:pt x="334309" y="167186"/>
                  </a:lnTo>
                  <a:lnTo>
                    <a:pt x="334297" y="161887"/>
                  </a:lnTo>
                  <a:lnTo>
                    <a:pt x="334118" y="156590"/>
                  </a:lnTo>
                  <a:lnTo>
                    <a:pt x="333771" y="151302"/>
                  </a:lnTo>
                  <a:lnTo>
                    <a:pt x="333256" y="146027"/>
                  </a:lnTo>
                  <a:lnTo>
                    <a:pt x="332575" y="140771"/>
                  </a:lnTo>
                  <a:lnTo>
                    <a:pt x="331727" y="135540"/>
                  </a:lnTo>
                  <a:lnTo>
                    <a:pt x="330713" y="130338"/>
                  </a:lnTo>
                  <a:lnTo>
                    <a:pt x="329536" y="125171"/>
                  </a:lnTo>
                  <a:lnTo>
                    <a:pt x="328195" y="120044"/>
                  </a:lnTo>
                  <a:lnTo>
                    <a:pt x="326692" y="114961"/>
                  </a:lnTo>
                  <a:lnTo>
                    <a:pt x="325029" y="109929"/>
                  </a:lnTo>
                  <a:lnTo>
                    <a:pt x="323207" y="104953"/>
                  </a:lnTo>
                  <a:lnTo>
                    <a:pt x="321229" y="100036"/>
                  </a:lnTo>
                  <a:lnTo>
                    <a:pt x="319095" y="95185"/>
                  </a:lnTo>
                  <a:lnTo>
                    <a:pt x="316809" y="90404"/>
                  </a:lnTo>
                  <a:lnTo>
                    <a:pt x="314372" y="85697"/>
                  </a:lnTo>
                  <a:lnTo>
                    <a:pt x="311788" y="81070"/>
                  </a:lnTo>
                  <a:lnTo>
                    <a:pt x="309058" y="76528"/>
                  </a:lnTo>
                  <a:lnTo>
                    <a:pt x="306186" y="72074"/>
                  </a:lnTo>
                  <a:lnTo>
                    <a:pt x="303173" y="67714"/>
                  </a:lnTo>
                  <a:lnTo>
                    <a:pt x="300024" y="63451"/>
                  </a:lnTo>
                  <a:lnTo>
                    <a:pt x="296742" y="59290"/>
                  </a:lnTo>
                  <a:lnTo>
                    <a:pt x="293329" y="55236"/>
                  </a:lnTo>
                  <a:lnTo>
                    <a:pt x="289790" y="51291"/>
                  </a:lnTo>
                  <a:lnTo>
                    <a:pt x="286127" y="47461"/>
                  </a:lnTo>
                  <a:lnTo>
                    <a:pt x="282344" y="43749"/>
                  </a:lnTo>
                  <a:lnTo>
                    <a:pt x="278446" y="40158"/>
                  </a:lnTo>
                  <a:lnTo>
                    <a:pt x="274436" y="36693"/>
                  </a:lnTo>
                  <a:lnTo>
                    <a:pt x="270318" y="33357"/>
                  </a:lnTo>
                  <a:lnTo>
                    <a:pt x="266097" y="30153"/>
                  </a:lnTo>
                  <a:lnTo>
                    <a:pt x="261776" y="27085"/>
                  </a:lnTo>
                  <a:lnTo>
                    <a:pt x="257360" y="24155"/>
                  </a:lnTo>
                  <a:lnTo>
                    <a:pt x="252853" y="21366"/>
                  </a:lnTo>
                  <a:lnTo>
                    <a:pt x="248260" y="18722"/>
                  </a:lnTo>
                  <a:lnTo>
                    <a:pt x="243586" y="16224"/>
                  </a:lnTo>
                  <a:lnTo>
                    <a:pt x="167157" y="16489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g83"/>
            <p:cNvSpPr/>
            <p:nvPr/>
          </p:nvSpPr>
          <p:spPr>
            <a:xfrm>
              <a:off x="6919011" y="2633064"/>
              <a:ext cx="76428" cy="167167"/>
            </a:xfrm>
            <a:custGeom>
              <a:avLst/>
              <a:pathLst>
                <a:path w="76428" h="167167">
                  <a:moveTo>
                    <a:pt x="76428" y="18494"/>
                  </a:moveTo>
                  <a:lnTo>
                    <a:pt x="71343" y="15988"/>
                  </a:lnTo>
                  <a:lnTo>
                    <a:pt x="66175" y="13656"/>
                  </a:lnTo>
                  <a:lnTo>
                    <a:pt x="60931" y="11500"/>
                  </a:lnTo>
                  <a:lnTo>
                    <a:pt x="55617" y="9523"/>
                  </a:lnTo>
                  <a:lnTo>
                    <a:pt x="50240" y="7728"/>
                  </a:lnTo>
                  <a:lnTo>
                    <a:pt x="44804" y="6116"/>
                  </a:lnTo>
                  <a:lnTo>
                    <a:pt x="39317" y="4689"/>
                  </a:lnTo>
                  <a:lnTo>
                    <a:pt x="33784" y="3449"/>
                  </a:lnTo>
                  <a:lnTo>
                    <a:pt x="28213" y="2398"/>
                  </a:lnTo>
                  <a:lnTo>
                    <a:pt x="22609" y="1536"/>
                  </a:lnTo>
                  <a:lnTo>
                    <a:pt x="16980" y="864"/>
                  </a:lnTo>
                  <a:lnTo>
                    <a:pt x="11331" y="384"/>
                  </a:lnTo>
                  <a:lnTo>
                    <a:pt x="5668" y="9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g84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g85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g86"/>
            <p:cNvSpPr/>
            <p:nvPr/>
          </p:nvSpPr>
          <p:spPr>
            <a:xfrm>
              <a:off x="6722601" y="2126963"/>
              <a:ext cx="5871" cy="167167"/>
            </a:xfrm>
            <a:custGeom>
              <a:avLst/>
              <a:pathLst>
                <a:path w="5871" h="167167">
                  <a:moveTo>
                    <a:pt x="5871" y="0"/>
                  </a:moveTo>
                  <a:lnTo>
                    <a:pt x="0" y="103"/>
                  </a:lnTo>
                  <a:lnTo>
                    <a:pt x="5871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g87"/>
            <p:cNvSpPr/>
            <p:nvPr/>
          </p:nvSpPr>
          <p:spPr>
            <a:xfrm>
              <a:off x="6722601" y="2127066"/>
              <a:ext cx="5871" cy="167064"/>
            </a:xfrm>
            <a:custGeom>
              <a:avLst/>
              <a:pathLst>
                <a:path w="5871" h="167064">
                  <a:moveTo>
                    <a:pt x="0" y="0"/>
                  </a:moveTo>
                  <a:lnTo>
                    <a:pt x="5871" y="167064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g88"/>
            <p:cNvSpPr/>
            <p:nvPr/>
          </p:nvSpPr>
          <p:spPr>
            <a:xfrm>
              <a:off x="6722601" y="2127066"/>
              <a:ext cx="5871" cy="167064"/>
            </a:xfrm>
            <a:custGeom>
              <a:avLst/>
              <a:pathLst>
                <a:path w="5871" h="167064">
                  <a:moveTo>
                    <a:pt x="0" y="0"/>
                  </a:moveTo>
                  <a:lnTo>
                    <a:pt x="5871" y="16706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g89"/>
            <p:cNvSpPr/>
            <p:nvPr/>
          </p:nvSpPr>
          <p:spPr>
            <a:xfrm>
              <a:off x="6722601" y="2127066"/>
              <a:ext cx="5871" cy="167064"/>
            </a:xfrm>
            <a:custGeom>
              <a:avLst/>
              <a:pathLst>
                <a:path w="5871" h="167064">
                  <a:moveTo>
                    <a:pt x="0" y="0"/>
                  </a:moveTo>
                  <a:lnTo>
                    <a:pt x="5871" y="16706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g90"/>
            <p:cNvSpPr/>
            <p:nvPr/>
          </p:nvSpPr>
          <p:spPr>
            <a:xfrm>
              <a:off x="6722601" y="2127066"/>
              <a:ext cx="5871" cy="167064"/>
            </a:xfrm>
            <a:custGeom>
              <a:avLst/>
              <a:pathLst>
                <a:path w="5871" h="167064">
                  <a:moveTo>
                    <a:pt x="0" y="0"/>
                  </a:moveTo>
                  <a:lnTo>
                    <a:pt x="5871" y="16706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g91"/>
            <p:cNvSpPr/>
            <p:nvPr/>
          </p:nvSpPr>
          <p:spPr>
            <a:xfrm>
              <a:off x="6722601" y="2127066"/>
              <a:ext cx="5871" cy="167064"/>
            </a:xfrm>
            <a:custGeom>
              <a:avLst/>
              <a:pathLst>
                <a:path w="5871" h="167064">
                  <a:moveTo>
                    <a:pt x="0" y="0"/>
                  </a:moveTo>
                  <a:lnTo>
                    <a:pt x="5871" y="16706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g92"/>
            <p:cNvSpPr/>
            <p:nvPr/>
          </p:nvSpPr>
          <p:spPr>
            <a:xfrm>
              <a:off x="6722601" y="2127066"/>
              <a:ext cx="5871" cy="167064"/>
            </a:xfrm>
            <a:custGeom>
              <a:avLst/>
              <a:pathLst>
                <a:path w="5871" h="167064">
                  <a:moveTo>
                    <a:pt x="0" y="0"/>
                  </a:moveTo>
                  <a:lnTo>
                    <a:pt x="5871" y="16706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g93"/>
            <p:cNvSpPr/>
            <p:nvPr/>
          </p:nvSpPr>
          <p:spPr>
            <a:xfrm>
              <a:off x="6722601" y="2127066"/>
              <a:ext cx="5871" cy="167064"/>
            </a:xfrm>
            <a:custGeom>
              <a:avLst/>
              <a:pathLst>
                <a:path w="5871" h="167064">
                  <a:moveTo>
                    <a:pt x="0" y="0"/>
                  </a:moveTo>
                  <a:lnTo>
                    <a:pt x="5871" y="16706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g94"/>
            <p:cNvSpPr/>
            <p:nvPr/>
          </p:nvSpPr>
          <p:spPr>
            <a:xfrm>
              <a:off x="6722601" y="2127066"/>
              <a:ext cx="5871" cy="167064"/>
            </a:xfrm>
            <a:custGeom>
              <a:avLst/>
              <a:pathLst>
                <a:path w="5871" h="167064">
                  <a:moveTo>
                    <a:pt x="0" y="0"/>
                  </a:moveTo>
                  <a:lnTo>
                    <a:pt x="5871" y="16706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g95"/>
            <p:cNvSpPr/>
            <p:nvPr/>
          </p:nvSpPr>
          <p:spPr>
            <a:xfrm>
              <a:off x="6722601" y="2127066"/>
              <a:ext cx="5871" cy="167064"/>
            </a:xfrm>
            <a:custGeom>
              <a:avLst/>
              <a:pathLst>
                <a:path w="5871" h="167064">
                  <a:moveTo>
                    <a:pt x="0" y="0"/>
                  </a:moveTo>
                  <a:lnTo>
                    <a:pt x="5871" y="16706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g96"/>
            <p:cNvSpPr/>
            <p:nvPr/>
          </p:nvSpPr>
          <p:spPr>
            <a:xfrm>
              <a:off x="6722601" y="2127066"/>
              <a:ext cx="5871" cy="167064"/>
            </a:xfrm>
            <a:custGeom>
              <a:avLst/>
              <a:pathLst>
                <a:path w="5871" h="167064">
                  <a:moveTo>
                    <a:pt x="0" y="0"/>
                  </a:moveTo>
                  <a:lnTo>
                    <a:pt x="5871" y="16706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g97"/>
            <p:cNvSpPr/>
            <p:nvPr/>
          </p:nvSpPr>
          <p:spPr>
            <a:xfrm>
              <a:off x="6722601" y="2127066"/>
              <a:ext cx="5871" cy="167064"/>
            </a:xfrm>
            <a:custGeom>
              <a:avLst/>
              <a:pathLst>
                <a:path w="5871" h="167064">
                  <a:moveTo>
                    <a:pt x="0" y="0"/>
                  </a:moveTo>
                  <a:lnTo>
                    <a:pt x="5871" y="16706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g98"/>
            <p:cNvSpPr/>
            <p:nvPr/>
          </p:nvSpPr>
          <p:spPr>
            <a:xfrm>
              <a:off x="6722601" y="2127066"/>
              <a:ext cx="5871" cy="167064"/>
            </a:xfrm>
            <a:custGeom>
              <a:avLst/>
              <a:pathLst>
                <a:path w="5871" h="167064">
                  <a:moveTo>
                    <a:pt x="0" y="0"/>
                  </a:moveTo>
                  <a:lnTo>
                    <a:pt x="5871" y="16706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g99"/>
            <p:cNvSpPr/>
            <p:nvPr/>
          </p:nvSpPr>
          <p:spPr>
            <a:xfrm>
              <a:off x="6722601" y="2127066"/>
              <a:ext cx="5871" cy="167064"/>
            </a:xfrm>
            <a:custGeom>
              <a:avLst/>
              <a:pathLst>
                <a:path w="5871" h="167064">
                  <a:moveTo>
                    <a:pt x="0" y="0"/>
                  </a:moveTo>
                  <a:lnTo>
                    <a:pt x="5871" y="16706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g100"/>
            <p:cNvSpPr/>
            <p:nvPr/>
          </p:nvSpPr>
          <p:spPr>
            <a:xfrm>
              <a:off x="6722601" y="2127066"/>
              <a:ext cx="5871" cy="167064"/>
            </a:xfrm>
            <a:custGeom>
              <a:avLst/>
              <a:pathLst>
                <a:path w="5871" h="167064">
                  <a:moveTo>
                    <a:pt x="0" y="0"/>
                  </a:moveTo>
                  <a:lnTo>
                    <a:pt x="5871" y="16706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g101"/>
            <p:cNvSpPr/>
            <p:nvPr/>
          </p:nvSpPr>
          <p:spPr>
            <a:xfrm>
              <a:off x="6722601" y="2127066"/>
              <a:ext cx="5871" cy="167064"/>
            </a:xfrm>
            <a:custGeom>
              <a:avLst/>
              <a:pathLst>
                <a:path w="5871" h="167064">
                  <a:moveTo>
                    <a:pt x="0" y="0"/>
                  </a:moveTo>
                  <a:lnTo>
                    <a:pt x="5871" y="16706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g102"/>
            <p:cNvSpPr/>
            <p:nvPr/>
          </p:nvSpPr>
          <p:spPr>
            <a:xfrm>
              <a:off x="6722601" y="2127066"/>
              <a:ext cx="5871" cy="167064"/>
            </a:xfrm>
            <a:custGeom>
              <a:avLst/>
              <a:pathLst>
                <a:path w="5871" h="167064">
                  <a:moveTo>
                    <a:pt x="0" y="0"/>
                  </a:moveTo>
                  <a:lnTo>
                    <a:pt x="5871" y="16706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g103"/>
            <p:cNvSpPr/>
            <p:nvPr/>
          </p:nvSpPr>
          <p:spPr>
            <a:xfrm>
              <a:off x="6722601" y="2127066"/>
              <a:ext cx="5871" cy="167064"/>
            </a:xfrm>
            <a:custGeom>
              <a:avLst/>
              <a:pathLst>
                <a:path w="5871" h="167064">
                  <a:moveTo>
                    <a:pt x="0" y="0"/>
                  </a:moveTo>
                  <a:lnTo>
                    <a:pt x="5871" y="16706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g104"/>
            <p:cNvSpPr/>
            <p:nvPr/>
          </p:nvSpPr>
          <p:spPr>
            <a:xfrm>
              <a:off x="6722601" y="2127066"/>
              <a:ext cx="5871" cy="167064"/>
            </a:xfrm>
            <a:custGeom>
              <a:avLst/>
              <a:pathLst>
                <a:path w="5871" h="167064">
                  <a:moveTo>
                    <a:pt x="0" y="0"/>
                  </a:moveTo>
                  <a:lnTo>
                    <a:pt x="5871" y="16706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g105"/>
            <p:cNvSpPr/>
            <p:nvPr/>
          </p:nvSpPr>
          <p:spPr>
            <a:xfrm>
              <a:off x="6722601" y="2127066"/>
              <a:ext cx="5871" cy="167064"/>
            </a:xfrm>
            <a:custGeom>
              <a:avLst/>
              <a:pathLst>
                <a:path w="5871" h="167064">
                  <a:moveTo>
                    <a:pt x="0" y="0"/>
                  </a:moveTo>
                  <a:lnTo>
                    <a:pt x="5871" y="16706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g106"/>
            <p:cNvSpPr/>
            <p:nvPr/>
          </p:nvSpPr>
          <p:spPr>
            <a:xfrm>
              <a:off x="6722601" y="2127066"/>
              <a:ext cx="5871" cy="167064"/>
            </a:xfrm>
            <a:custGeom>
              <a:avLst/>
              <a:pathLst>
                <a:path w="5871" h="167064">
                  <a:moveTo>
                    <a:pt x="0" y="0"/>
                  </a:moveTo>
                  <a:lnTo>
                    <a:pt x="5871" y="16706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g107"/>
            <p:cNvSpPr/>
            <p:nvPr/>
          </p:nvSpPr>
          <p:spPr>
            <a:xfrm>
              <a:off x="6722601" y="2127066"/>
              <a:ext cx="5871" cy="167064"/>
            </a:xfrm>
            <a:custGeom>
              <a:avLst/>
              <a:pathLst>
                <a:path w="5871" h="167064">
                  <a:moveTo>
                    <a:pt x="0" y="0"/>
                  </a:moveTo>
                  <a:lnTo>
                    <a:pt x="5871" y="16706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g108"/>
            <p:cNvSpPr/>
            <p:nvPr/>
          </p:nvSpPr>
          <p:spPr>
            <a:xfrm>
              <a:off x="6722601" y="2127066"/>
              <a:ext cx="5871" cy="167064"/>
            </a:xfrm>
            <a:custGeom>
              <a:avLst/>
              <a:pathLst>
                <a:path w="5871" h="167064">
                  <a:moveTo>
                    <a:pt x="0" y="0"/>
                  </a:moveTo>
                  <a:lnTo>
                    <a:pt x="5871" y="16706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g109"/>
            <p:cNvSpPr/>
            <p:nvPr/>
          </p:nvSpPr>
          <p:spPr>
            <a:xfrm>
              <a:off x="6722601" y="2127066"/>
              <a:ext cx="5871" cy="167064"/>
            </a:xfrm>
            <a:custGeom>
              <a:avLst/>
              <a:pathLst>
                <a:path w="5871" h="167064">
                  <a:moveTo>
                    <a:pt x="0" y="0"/>
                  </a:moveTo>
                  <a:lnTo>
                    <a:pt x="5871" y="16706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g110"/>
            <p:cNvSpPr/>
            <p:nvPr/>
          </p:nvSpPr>
          <p:spPr>
            <a:xfrm>
              <a:off x="6561309" y="2127066"/>
              <a:ext cx="326041" cy="334217"/>
            </a:xfrm>
            <a:custGeom>
              <a:avLst/>
              <a:pathLst>
                <a:path w="326041" h="334217">
                  <a:moveTo>
                    <a:pt x="161291" y="0"/>
                  </a:moveTo>
                  <a:lnTo>
                    <a:pt x="155977" y="271"/>
                  </a:lnTo>
                  <a:lnTo>
                    <a:pt x="150674" y="711"/>
                  </a:lnTo>
                  <a:lnTo>
                    <a:pt x="145388" y="1321"/>
                  </a:lnTo>
                  <a:lnTo>
                    <a:pt x="140124" y="2098"/>
                  </a:lnTo>
                  <a:lnTo>
                    <a:pt x="134887" y="3042"/>
                  </a:lnTo>
                  <a:lnTo>
                    <a:pt x="129683" y="4152"/>
                  </a:lnTo>
                  <a:lnTo>
                    <a:pt x="124517" y="5427"/>
                  </a:lnTo>
                  <a:lnTo>
                    <a:pt x="119394" y="6867"/>
                  </a:lnTo>
                  <a:lnTo>
                    <a:pt x="114320" y="8468"/>
                  </a:lnTo>
                  <a:lnTo>
                    <a:pt x="109299" y="10230"/>
                  </a:lnTo>
                  <a:lnTo>
                    <a:pt x="104337" y="12151"/>
                  </a:lnTo>
                  <a:lnTo>
                    <a:pt x="99438" y="14229"/>
                  </a:lnTo>
                  <a:lnTo>
                    <a:pt x="94608" y="16462"/>
                  </a:lnTo>
                  <a:lnTo>
                    <a:pt x="89852" y="18848"/>
                  </a:lnTo>
                  <a:lnTo>
                    <a:pt x="85173" y="21383"/>
                  </a:lnTo>
                  <a:lnTo>
                    <a:pt x="80578" y="24066"/>
                  </a:lnTo>
                  <a:lnTo>
                    <a:pt x="76071" y="26895"/>
                  </a:lnTo>
                  <a:lnTo>
                    <a:pt x="71656" y="29865"/>
                  </a:lnTo>
                  <a:lnTo>
                    <a:pt x="67338" y="32974"/>
                  </a:lnTo>
                  <a:lnTo>
                    <a:pt x="63121" y="36219"/>
                  </a:lnTo>
                  <a:lnTo>
                    <a:pt x="59009" y="39597"/>
                  </a:lnTo>
                  <a:lnTo>
                    <a:pt x="55007" y="43103"/>
                  </a:lnTo>
                  <a:lnTo>
                    <a:pt x="51118" y="46736"/>
                  </a:lnTo>
                  <a:lnTo>
                    <a:pt x="47347" y="50490"/>
                  </a:lnTo>
                  <a:lnTo>
                    <a:pt x="43698" y="54362"/>
                  </a:lnTo>
                  <a:lnTo>
                    <a:pt x="40174" y="58349"/>
                  </a:lnTo>
                  <a:lnTo>
                    <a:pt x="36778" y="62446"/>
                  </a:lnTo>
                  <a:lnTo>
                    <a:pt x="33514" y="66649"/>
                  </a:lnTo>
                  <a:lnTo>
                    <a:pt x="30386" y="70953"/>
                  </a:lnTo>
                  <a:lnTo>
                    <a:pt x="27396" y="75355"/>
                  </a:lnTo>
                  <a:lnTo>
                    <a:pt x="24548" y="79850"/>
                  </a:lnTo>
                  <a:lnTo>
                    <a:pt x="21845" y="84433"/>
                  </a:lnTo>
                  <a:lnTo>
                    <a:pt x="19289" y="89100"/>
                  </a:lnTo>
                  <a:lnTo>
                    <a:pt x="16882" y="93846"/>
                  </a:lnTo>
                  <a:lnTo>
                    <a:pt x="14628" y="98666"/>
                  </a:lnTo>
                  <a:lnTo>
                    <a:pt x="12528" y="103555"/>
                  </a:lnTo>
                  <a:lnTo>
                    <a:pt x="10585" y="108509"/>
                  </a:lnTo>
                  <a:lnTo>
                    <a:pt x="8801" y="113522"/>
                  </a:lnTo>
                  <a:lnTo>
                    <a:pt x="7177" y="118589"/>
                  </a:lnTo>
                  <a:lnTo>
                    <a:pt x="5715" y="123705"/>
                  </a:lnTo>
                  <a:lnTo>
                    <a:pt x="4417" y="128866"/>
                  </a:lnTo>
                  <a:lnTo>
                    <a:pt x="3284" y="134065"/>
                  </a:lnTo>
                  <a:lnTo>
                    <a:pt x="2317" y="139297"/>
                  </a:lnTo>
                  <a:lnTo>
                    <a:pt x="1516" y="144558"/>
                  </a:lnTo>
                  <a:lnTo>
                    <a:pt x="884" y="149841"/>
                  </a:lnTo>
                  <a:lnTo>
                    <a:pt x="420" y="155142"/>
                  </a:lnTo>
                  <a:lnTo>
                    <a:pt x="125" y="160455"/>
                  </a:lnTo>
                  <a:lnTo>
                    <a:pt x="0" y="165775"/>
                  </a:lnTo>
                  <a:lnTo>
                    <a:pt x="43" y="171096"/>
                  </a:lnTo>
                  <a:lnTo>
                    <a:pt x="256" y="176413"/>
                  </a:lnTo>
                  <a:lnTo>
                    <a:pt x="638" y="181720"/>
                  </a:lnTo>
                  <a:lnTo>
                    <a:pt x="1189" y="187012"/>
                  </a:lnTo>
                  <a:lnTo>
                    <a:pt x="1908" y="192285"/>
                  </a:lnTo>
                  <a:lnTo>
                    <a:pt x="2794" y="197532"/>
                  </a:lnTo>
                  <a:lnTo>
                    <a:pt x="3847" y="202747"/>
                  </a:lnTo>
                  <a:lnTo>
                    <a:pt x="5066" y="207927"/>
                  </a:lnTo>
                  <a:lnTo>
                    <a:pt x="6449" y="213065"/>
                  </a:lnTo>
                  <a:lnTo>
                    <a:pt x="7994" y="218157"/>
                  </a:lnTo>
                  <a:lnTo>
                    <a:pt x="9701" y="223197"/>
                  </a:lnTo>
                  <a:lnTo>
                    <a:pt x="11567" y="228180"/>
                  </a:lnTo>
                  <a:lnTo>
                    <a:pt x="13591" y="233101"/>
                  </a:lnTo>
                  <a:lnTo>
                    <a:pt x="15771" y="237956"/>
                  </a:lnTo>
                  <a:lnTo>
                    <a:pt x="18104" y="242738"/>
                  </a:lnTo>
                  <a:lnTo>
                    <a:pt x="20588" y="247444"/>
                  </a:lnTo>
                  <a:lnTo>
                    <a:pt x="23220" y="252068"/>
                  </a:lnTo>
                  <a:lnTo>
                    <a:pt x="25999" y="256606"/>
                  </a:lnTo>
                  <a:lnTo>
                    <a:pt x="28920" y="261054"/>
                  </a:lnTo>
                  <a:lnTo>
                    <a:pt x="31981" y="265406"/>
                  </a:lnTo>
                  <a:lnTo>
                    <a:pt x="35180" y="269659"/>
                  </a:lnTo>
                  <a:lnTo>
                    <a:pt x="38512" y="273807"/>
                  </a:lnTo>
                  <a:lnTo>
                    <a:pt x="41975" y="277848"/>
                  </a:lnTo>
                  <a:lnTo>
                    <a:pt x="45564" y="281776"/>
                  </a:lnTo>
                  <a:lnTo>
                    <a:pt x="49276" y="285588"/>
                  </a:lnTo>
                  <a:lnTo>
                    <a:pt x="53108" y="289280"/>
                  </a:lnTo>
                  <a:lnTo>
                    <a:pt x="57056" y="292848"/>
                  </a:lnTo>
                  <a:lnTo>
                    <a:pt x="61115" y="296288"/>
                  </a:lnTo>
                  <a:lnTo>
                    <a:pt x="65282" y="299598"/>
                  </a:lnTo>
                  <a:lnTo>
                    <a:pt x="69551" y="302774"/>
                  </a:lnTo>
                  <a:lnTo>
                    <a:pt x="73920" y="305811"/>
                  </a:lnTo>
                  <a:lnTo>
                    <a:pt x="78383" y="308709"/>
                  </a:lnTo>
                  <a:lnTo>
                    <a:pt x="82936" y="311463"/>
                  </a:lnTo>
                  <a:lnTo>
                    <a:pt x="87575" y="314070"/>
                  </a:lnTo>
                  <a:lnTo>
                    <a:pt x="92294" y="316529"/>
                  </a:lnTo>
                  <a:lnTo>
                    <a:pt x="97089" y="318836"/>
                  </a:lnTo>
                  <a:lnTo>
                    <a:pt x="101955" y="320989"/>
                  </a:lnTo>
                  <a:lnTo>
                    <a:pt x="106887" y="322986"/>
                  </a:lnTo>
                  <a:lnTo>
                    <a:pt x="111880" y="324826"/>
                  </a:lnTo>
                  <a:lnTo>
                    <a:pt x="116929" y="326505"/>
                  </a:lnTo>
                  <a:lnTo>
                    <a:pt x="122029" y="328023"/>
                  </a:lnTo>
                  <a:lnTo>
                    <a:pt x="127175" y="329378"/>
                  </a:lnTo>
                  <a:lnTo>
                    <a:pt x="132361" y="330569"/>
                  </a:lnTo>
                  <a:lnTo>
                    <a:pt x="137583" y="331593"/>
                  </a:lnTo>
                  <a:lnTo>
                    <a:pt x="142834" y="332452"/>
                  </a:lnTo>
                  <a:lnTo>
                    <a:pt x="148110" y="333142"/>
                  </a:lnTo>
                  <a:lnTo>
                    <a:pt x="153406" y="333664"/>
                  </a:lnTo>
                  <a:lnTo>
                    <a:pt x="158715" y="334018"/>
                  </a:lnTo>
                  <a:lnTo>
                    <a:pt x="164033" y="334202"/>
                  </a:lnTo>
                  <a:lnTo>
                    <a:pt x="169354" y="334217"/>
                  </a:lnTo>
                  <a:lnTo>
                    <a:pt x="174673" y="334062"/>
                  </a:lnTo>
                  <a:lnTo>
                    <a:pt x="179984" y="333739"/>
                  </a:lnTo>
                  <a:lnTo>
                    <a:pt x="185282" y="333246"/>
                  </a:lnTo>
                  <a:lnTo>
                    <a:pt x="190562" y="332585"/>
                  </a:lnTo>
                  <a:lnTo>
                    <a:pt x="195819" y="331757"/>
                  </a:lnTo>
                  <a:lnTo>
                    <a:pt x="201046" y="330761"/>
                  </a:lnTo>
                  <a:lnTo>
                    <a:pt x="206239" y="329600"/>
                  </a:lnTo>
                  <a:lnTo>
                    <a:pt x="211392" y="328274"/>
                  </a:lnTo>
                  <a:lnTo>
                    <a:pt x="216500" y="326784"/>
                  </a:lnTo>
                  <a:lnTo>
                    <a:pt x="221559" y="325133"/>
                  </a:lnTo>
                  <a:lnTo>
                    <a:pt x="226562" y="323322"/>
                  </a:lnTo>
                  <a:lnTo>
                    <a:pt x="231505" y="321352"/>
                  </a:lnTo>
                  <a:lnTo>
                    <a:pt x="236383" y="319226"/>
                  </a:lnTo>
                  <a:lnTo>
                    <a:pt x="241191" y="316946"/>
                  </a:lnTo>
                  <a:lnTo>
                    <a:pt x="245924" y="314514"/>
                  </a:lnTo>
                  <a:lnTo>
                    <a:pt x="250577" y="311932"/>
                  </a:lnTo>
                  <a:lnTo>
                    <a:pt x="255145" y="309204"/>
                  </a:lnTo>
                  <a:lnTo>
                    <a:pt x="259625" y="306332"/>
                  </a:lnTo>
                  <a:lnTo>
                    <a:pt x="264010" y="303319"/>
                  </a:lnTo>
                  <a:lnTo>
                    <a:pt x="268298" y="300167"/>
                  </a:lnTo>
                  <a:lnTo>
                    <a:pt x="272483" y="296881"/>
                  </a:lnTo>
                  <a:lnTo>
                    <a:pt x="276561" y="293463"/>
                  </a:lnTo>
                  <a:lnTo>
                    <a:pt x="280529" y="289917"/>
                  </a:lnTo>
                  <a:lnTo>
                    <a:pt x="284381" y="286247"/>
                  </a:lnTo>
                  <a:lnTo>
                    <a:pt x="288115" y="282456"/>
                  </a:lnTo>
                  <a:lnTo>
                    <a:pt x="291726" y="278548"/>
                  </a:lnTo>
                  <a:lnTo>
                    <a:pt x="295212" y="274527"/>
                  </a:lnTo>
                  <a:lnTo>
                    <a:pt x="298567" y="270397"/>
                  </a:lnTo>
                  <a:lnTo>
                    <a:pt x="301789" y="266162"/>
                  </a:lnTo>
                  <a:lnTo>
                    <a:pt x="304875" y="261827"/>
                  </a:lnTo>
                  <a:lnTo>
                    <a:pt x="307821" y="257396"/>
                  </a:lnTo>
                  <a:lnTo>
                    <a:pt x="310625" y="252874"/>
                  </a:lnTo>
                  <a:lnTo>
                    <a:pt x="313283" y="248264"/>
                  </a:lnTo>
                  <a:lnTo>
                    <a:pt x="315794" y="243572"/>
                  </a:lnTo>
                  <a:lnTo>
                    <a:pt x="318153" y="238803"/>
                  </a:lnTo>
                  <a:lnTo>
                    <a:pt x="320360" y="233961"/>
                  </a:lnTo>
                  <a:lnTo>
                    <a:pt x="322412" y="229052"/>
                  </a:lnTo>
                  <a:lnTo>
                    <a:pt x="324306" y="224079"/>
                  </a:lnTo>
                  <a:lnTo>
                    <a:pt x="326041" y="219049"/>
                  </a:lnTo>
                  <a:lnTo>
                    <a:pt x="167162" y="16706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g111"/>
            <p:cNvSpPr/>
            <p:nvPr/>
          </p:nvSpPr>
          <p:spPr>
            <a:xfrm>
              <a:off x="6728472" y="2126963"/>
              <a:ext cx="167166" cy="219152"/>
            </a:xfrm>
            <a:custGeom>
              <a:avLst/>
              <a:pathLst>
                <a:path w="167166" h="219152">
                  <a:moveTo>
                    <a:pt x="158878" y="219152"/>
                  </a:moveTo>
                  <a:lnTo>
                    <a:pt x="160460" y="214045"/>
                  </a:lnTo>
                  <a:lnTo>
                    <a:pt x="161877" y="208889"/>
                  </a:lnTo>
                  <a:lnTo>
                    <a:pt x="163128" y="203692"/>
                  </a:lnTo>
                  <a:lnTo>
                    <a:pt x="164213" y="198456"/>
                  </a:lnTo>
                  <a:lnTo>
                    <a:pt x="165129" y="193189"/>
                  </a:lnTo>
                  <a:lnTo>
                    <a:pt x="165877" y="187895"/>
                  </a:lnTo>
                  <a:lnTo>
                    <a:pt x="166455" y="182580"/>
                  </a:lnTo>
                  <a:lnTo>
                    <a:pt x="166863" y="177250"/>
                  </a:lnTo>
                  <a:lnTo>
                    <a:pt x="167100" y="171909"/>
                  </a:lnTo>
                  <a:lnTo>
                    <a:pt x="167166" y="166563"/>
                  </a:lnTo>
                  <a:lnTo>
                    <a:pt x="167061" y="161217"/>
                  </a:lnTo>
                  <a:lnTo>
                    <a:pt x="166785" y="155878"/>
                  </a:lnTo>
                  <a:lnTo>
                    <a:pt x="166339" y="150551"/>
                  </a:lnTo>
                  <a:lnTo>
                    <a:pt x="165723" y="145240"/>
                  </a:lnTo>
                  <a:lnTo>
                    <a:pt x="164937" y="139952"/>
                  </a:lnTo>
                  <a:lnTo>
                    <a:pt x="163982" y="134691"/>
                  </a:lnTo>
                  <a:lnTo>
                    <a:pt x="162860" y="129464"/>
                  </a:lnTo>
                  <a:lnTo>
                    <a:pt x="161571" y="124275"/>
                  </a:lnTo>
                  <a:lnTo>
                    <a:pt x="160117" y="119131"/>
                  </a:lnTo>
                  <a:lnTo>
                    <a:pt x="158499" y="114035"/>
                  </a:lnTo>
                  <a:lnTo>
                    <a:pt x="156718" y="108994"/>
                  </a:lnTo>
                  <a:lnTo>
                    <a:pt x="154778" y="104012"/>
                  </a:lnTo>
                  <a:lnTo>
                    <a:pt x="152679" y="99095"/>
                  </a:lnTo>
                  <a:lnTo>
                    <a:pt x="150424" y="94247"/>
                  </a:lnTo>
                  <a:lnTo>
                    <a:pt x="148016" y="89474"/>
                  </a:lnTo>
                  <a:lnTo>
                    <a:pt x="145456" y="84781"/>
                  </a:lnTo>
                  <a:lnTo>
                    <a:pt x="142747" y="80171"/>
                  </a:lnTo>
                  <a:lnTo>
                    <a:pt x="139892" y="75651"/>
                  </a:lnTo>
                  <a:lnTo>
                    <a:pt x="136894" y="71224"/>
                  </a:lnTo>
                  <a:lnTo>
                    <a:pt x="133756" y="66896"/>
                  </a:lnTo>
                  <a:lnTo>
                    <a:pt x="130481" y="62670"/>
                  </a:lnTo>
                  <a:lnTo>
                    <a:pt x="127072" y="58551"/>
                  </a:lnTo>
                  <a:lnTo>
                    <a:pt x="123534" y="54543"/>
                  </a:lnTo>
                  <a:lnTo>
                    <a:pt x="119869" y="50650"/>
                  </a:lnTo>
                  <a:lnTo>
                    <a:pt x="116082" y="46877"/>
                  </a:lnTo>
                  <a:lnTo>
                    <a:pt x="112176" y="43226"/>
                  </a:lnTo>
                  <a:lnTo>
                    <a:pt x="108155" y="39702"/>
                  </a:lnTo>
                  <a:lnTo>
                    <a:pt x="104024" y="36309"/>
                  </a:lnTo>
                  <a:lnTo>
                    <a:pt x="99786" y="33049"/>
                  </a:lnTo>
                  <a:lnTo>
                    <a:pt x="95447" y="29927"/>
                  </a:lnTo>
                  <a:lnTo>
                    <a:pt x="91009" y="26945"/>
                  </a:lnTo>
                  <a:lnTo>
                    <a:pt x="86479" y="24106"/>
                  </a:lnTo>
                  <a:lnTo>
                    <a:pt x="81860" y="21414"/>
                  </a:lnTo>
                  <a:lnTo>
                    <a:pt x="77157" y="18871"/>
                  </a:lnTo>
                  <a:lnTo>
                    <a:pt x="72375" y="16479"/>
                  </a:lnTo>
                  <a:lnTo>
                    <a:pt x="67519" y="14242"/>
                  </a:lnTo>
                  <a:lnTo>
                    <a:pt x="62595" y="12161"/>
                  </a:lnTo>
                  <a:lnTo>
                    <a:pt x="57606" y="10239"/>
                  </a:lnTo>
                  <a:lnTo>
                    <a:pt x="52558" y="8477"/>
                  </a:lnTo>
                  <a:lnTo>
                    <a:pt x="47457" y="6877"/>
                  </a:lnTo>
                  <a:lnTo>
                    <a:pt x="42307" y="5442"/>
                  </a:lnTo>
                  <a:lnTo>
                    <a:pt x="37114" y="4172"/>
                  </a:lnTo>
                  <a:lnTo>
                    <a:pt x="31882" y="3068"/>
                  </a:lnTo>
                  <a:lnTo>
                    <a:pt x="26619" y="2132"/>
                  </a:lnTo>
                  <a:lnTo>
                    <a:pt x="21327" y="1366"/>
                  </a:lnTo>
                  <a:lnTo>
                    <a:pt x="16015" y="768"/>
                  </a:lnTo>
                  <a:lnTo>
                    <a:pt x="10685" y="341"/>
                  </a:lnTo>
                  <a:lnTo>
                    <a:pt x="5345" y="8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g112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g113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g114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g115"/>
            <p:cNvSpPr/>
            <p:nvPr/>
          </p:nvSpPr>
          <p:spPr>
            <a:xfrm>
              <a:off x="6410692" y="1681503"/>
              <a:ext cx="12542" cy="167167"/>
            </a:xfrm>
            <a:custGeom>
              <a:avLst/>
              <a:pathLst>
                <a:path w="12542" h="167167">
                  <a:moveTo>
                    <a:pt x="12542" y="0"/>
                  </a:moveTo>
                  <a:lnTo>
                    <a:pt x="0" y="471"/>
                  </a:lnTo>
                  <a:lnTo>
                    <a:pt x="12542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g116"/>
            <p:cNvSpPr/>
            <p:nvPr/>
          </p:nvSpPr>
          <p:spPr>
            <a:xfrm>
              <a:off x="6410692" y="1681974"/>
              <a:ext cx="12542" cy="166696"/>
            </a:xfrm>
            <a:custGeom>
              <a:avLst/>
              <a:pathLst>
                <a:path w="12542" h="166696">
                  <a:moveTo>
                    <a:pt x="0" y="0"/>
                  </a:moveTo>
                  <a:lnTo>
                    <a:pt x="12542" y="16669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g117"/>
            <p:cNvSpPr/>
            <p:nvPr/>
          </p:nvSpPr>
          <p:spPr>
            <a:xfrm>
              <a:off x="6410692" y="1681974"/>
              <a:ext cx="12542" cy="166696"/>
            </a:xfrm>
            <a:custGeom>
              <a:avLst/>
              <a:pathLst>
                <a:path w="12542" h="166696">
                  <a:moveTo>
                    <a:pt x="0" y="0"/>
                  </a:moveTo>
                  <a:lnTo>
                    <a:pt x="12542" y="16669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g118"/>
            <p:cNvSpPr/>
            <p:nvPr/>
          </p:nvSpPr>
          <p:spPr>
            <a:xfrm>
              <a:off x="6410692" y="1681974"/>
              <a:ext cx="12542" cy="166696"/>
            </a:xfrm>
            <a:custGeom>
              <a:avLst/>
              <a:pathLst>
                <a:path w="12542" h="166696">
                  <a:moveTo>
                    <a:pt x="0" y="0"/>
                  </a:moveTo>
                  <a:lnTo>
                    <a:pt x="12542" y="16669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g119"/>
            <p:cNvSpPr/>
            <p:nvPr/>
          </p:nvSpPr>
          <p:spPr>
            <a:xfrm>
              <a:off x="6410692" y="1681974"/>
              <a:ext cx="12542" cy="166696"/>
            </a:xfrm>
            <a:custGeom>
              <a:avLst/>
              <a:pathLst>
                <a:path w="12542" h="166696">
                  <a:moveTo>
                    <a:pt x="0" y="0"/>
                  </a:moveTo>
                  <a:lnTo>
                    <a:pt x="12542" y="16669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g120"/>
            <p:cNvSpPr/>
            <p:nvPr/>
          </p:nvSpPr>
          <p:spPr>
            <a:xfrm>
              <a:off x="6410692" y="1681974"/>
              <a:ext cx="12542" cy="166696"/>
            </a:xfrm>
            <a:custGeom>
              <a:avLst/>
              <a:pathLst>
                <a:path w="12542" h="166696">
                  <a:moveTo>
                    <a:pt x="0" y="0"/>
                  </a:moveTo>
                  <a:lnTo>
                    <a:pt x="12542" y="16669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g121"/>
            <p:cNvSpPr/>
            <p:nvPr/>
          </p:nvSpPr>
          <p:spPr>
            <a:xfrm>
              <a:off x="6410692" y="1681974"/>
              <a:ext cx="12542" cy="166696"/>
            </a:xfrm>
            <a:custGeom>
              <a:avLst/>
              <a:pathLst>
                <a:path w="12542" h="166696">
                  <a:moveTo>
                    <a:pt x="0" y="0"/>
                  </a:moveTo>
                  <a:lnTo>
                    <a:pt x="12542" y="16669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g122"/>
            <p:cNvSpPr/>
            <p:nvPr/>
          </p:nvSpPr>
          <p:spPr>
            <a:xfrm>
              <a:off x="6410692" y="1681974"/>
              <a:ext cx="12542" cy="166696"/>
            </a:xfrm>
            <a:custGeom>
              <a:avLst/>
              <a:pathLst>
                <a:path w="12542" h="166696">
                  <a:moveTo>
                    <a:pt x="0" y="0"/>
                  </a:moveTo>
                  <a:lnTo>
                    <a:pt x="12542" y="16669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g123"/>
            <p:cNvSpPr/>
            <p:nvPr/>
          </p:nvSpPr>
          <p:spPr>
            <a:xfrm>
              <a:off x="6410692" y="1681974"/>
              <a:ext cx="12542" cy="166696"/>
            </a:xfrm>
            <a:custGeom>
              <a:avLst/>
              <a:pathLst>
                <a:path w="12542" h="166696">
                  <a:moveTo>
                    <a:pt x="0" y="0"/>
                  </a:moveTo>
                  <a:lnTo>
                    <a:pt x="12542" y="16669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g124"/>
            <p:cNvSpPr/>
            <p:nvPr/>
          </p:nvSpPr>
          <p:spPr>
            <a:xfrm>
              <a:off x="6410692" y="1681974"/>
              <a:ext cx="12542" cy="166696"/>
            </a:xfrm>
            <a:custGeom>
              <a:avLst/>
              <a:pathLst>
                <a:path w="12542" h="166696">
                  <a:moveTo>
                    <a:pt x="0" y="0"/>
                  </a:moveTo>
                  <a:lnTo>
                    <a:pt x="12542" y="16669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g125"/>
            <p:cNvSpPr/>
            <p:nvPr/>
          </p:nvSpPr>
          <p:spPr>
            <a:xfrm>
              <a:off x="6410692" y="1681974"/>
              <a:ext cx="12542" cy="166696"/>
            </a:xfrm>
            <a:custGeom>
              <a:avLst/>
              <a:pathLst>
                <a:path w="12542" h="166696">
                  <a:moveTo>
                    <a:pt x="0" y="0"/>
                  </a:moveTo>
                  <a:lnTo>
                    <a:pt x="12542" y="16669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g126"/>
            <p:cNvSpPr/>
            <p:nvPr/>
          </p:nvSpPr>
          <p:spPr>
            <a:xfrm>
              <a:off x="6410692" y="1681974"/>
              <a:ext cx="12542" cy="166696"/>
            </a:xfrm>
            <a:custGeom>
              <a:avLst/>
              <a:pathLst>
                <a:path w="12542" h="166696">
                  <a:moveTo>
                    <a:pt x="0" y="0"/>
                  </a:moveTo>
                  <a:lnTo>
                    <a:pt x="12542" y="16669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g127"/>
            <p:cNvSpPr/>
            <p:nvPr/>
          </p:nvSpPr>
          <p:spPr>
            <a:xfrm>
              <a:off x="6410692" y="1681974"/>
              <a:ext cx="12542" cy="166696"/>
            </a:xfrm>
            <a:custGeom>
              <a:avLst/>
              <a:pathLst>
                <a:path w="12542" h="166696">
                  <a:moveTo>
                    <a:pt x="0" y="0"/>
                  </a:moveTo>
                  <a:lnTo>
                    <a:pt x="12542" y="16669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g128"/>
            <p:cNvSpPr/>
            <p:nvPr/>
          </p:nvSpPr>
          <p:spPr>
            <a:xfrm>
              <a:off x="6410692" y="1681974"/>
              <a:ext cx="12542" cy="166696"/>
            </a:xfrm>
            <a:custGeom>
              <a:avLst/>
              <a:pathLst>
                <a:path w="12542" h="166696">
                  <a:moveTo>
                    <a:pt x="0" y="0"/>
                  </a:moveTo>
                  <a:lnTo>
                    <a:pt x="12542" y="16669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g129"/>
            <p:cNvSpPr/>
            <p:nvPr/>
          </p:nvSpPr>
          <p:spPr>
            <a:xfrm>
              <a:off x="6410692" y="1681974"/>
              <a:ext cx="12542" cy="166696"/>
            </a:xfrm>
            <a:custGeom>
              <a:avLst/>
              <a:pathLst>
                <a:path w="12542" h="166696">
                  <a:moveTo>
                    <a:pt x="0" y="0"/>
                  </a:moveTo>
                  <a:lnTo>
                    <a:pt x="12542" y="16669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g130"/>
            <p:cNvSpPr/>
            <p:nvPr/>
          </p:nvSpPr>
          <p:spPr>
            <a:xfrm>
              <a:off x="6410692" y="1681974"/>
              <a:ext cx="12542" cy="166696"/>
            </a:xfrm>
            <a:custGeom>
              <a:avLst/>
              <a:pathLst>
                <a:path w="12542" h="166696">
                  <a:moveTo>
                    <a:pt x="0" y="0"/>
                  </a:moveTo>
                  <a:lnTo>
                    <a:pt x="12542" y="16669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g131"/>
            <p:cNvSpPr/>
            <p:nvPr/>
          </p:nvSpPr>
          <p:spPr>
            <a:xfrm>
              <a:off x="6410692" y="1681974"/>
              <a:ext cx="12542" cy="166696"/>
            </a:xfrm>
            <a:custGeom>
              <a:avLst/>
              <a:pathLst>
                <a:path w="12542" h="166696">
                  <a:moveTo>
                    <a:pt x="0" y="0"/>
                  </a:moveTo>
                  <a:lnTo>
                    <a:pt x="12542" y="16669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g132"/>
            <p:cNvSpPr/>
            <p:nvPr/>
          </p:nvSpPr>
          <p:spPr>
            <a:xfrm>
              <a:off x="6410692" y="1681974"/>
              <a:ext cx="12542" cy="166696"/>
            </a:xfrm>
            <a:custGeom>
              <a:avLst/>
              <a:pathLst>
                <a:path w="12542" h="166696">
                  <a:moveTo>
                    <a:pt x="0" y="0"/>
                  </a:moveTo>
                  <a:lnTo>
                    <a:pt x="12542" y="16669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g133"/>
            <p:cNvSpPr/>
            <p:nvPr/>
          </p:nvSpPr>
          <p:spPr>
            <a:xfrm>
              <a:off x="6410692" y="1681974"/>
              <a:ext cx="12542" cy="166696"/>
            </a:xfrm>
            <a:custGeom>
              <a:avLst/>
              <a:pathLst>
                <a:path w="12542" h="166696">
                  <a:moveTo>
                    <a:pt x="0" y="0"/>
                  </a:moveTo>
                  <a:lnTo>
                    <a:pt x="12542" y="16669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g134"/>
            <p:cNvSpPr/>
            <p:nvPr/>
          </p:nvSpPr>
          <p:spPr>
            <a:xfrm>
              <a:off x="6410692" y="1681974"/>
              <a:ext cx="12542" cy="166696"/>
            </a:xfrm>
            <a:custGeom>
              <a:avLst/>
              <a:pathLst>
                <a:path w="12542" h="166696">
                  <a:moveTo>
                    <a:pt x="0" y="0"/>
                  </a:moveTo>
                  <a:lnTo>
                    <a:pt x="12542" y="16669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g135"/>
            <p:cNvSpPr/>
            <p:nvPr/>
          </p:nvSpPr>
          <p:spPr>
            <a:xfrm>
              <a:off x="6410692" y="1681974"/>
              <a:ext cx="12542" cy="166696"/>
            </a:xfrm>
            <a:custGeom>
              <a:avLst/>
              <a:pathLst>
                <a:path w="12542" h="166696">
                  <a:moveTo>
                    <a:pt x="0" y="0"/>
                  </a:moveTo>
                  <a:lnTo>
                    <a:pt x="12542" y="16669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g136"/>
            <p:cNvSpPr/>
            <p:nvPr/>
          </p:nvSpPr>
          <p:spPr>
            <a:xfrm>
              <a:off x="6410692" y="1681974"/>
              <a:ext cx="12542" cy="166696"/>
            </a:xfrm>
            <a:custGeom>
              <a:avLst/>
              <a:pathLst>
                <a:path w="12542" h="166696">
                  <a:moveTo>
                    <a:pt x="0" y="0"/>
                  </a:moveTo>
                  <a:lnTo>
                    <a:pt x="12542" y="16669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g137"/>
            <p:cNvSpPr/>
            <p:nvPr/>
          </p:nvSpPr>
          <p:spPr>
            <a:xfrm>
              <a:off x="6410692" y="1681974"/>
              <a:ext cx="12542" cy="166696"/>
            </a:xfrm>
            <a:custGeom>
              <a:avLst/>
              <a:pathLst>
                <a:path w="12542" h="166696">
                  <a:moveTo>
                    <a:pt x="0" y="0"/>
                  </a:moveTo>
                  <a:lnTo>
                    <a:pt x="12542" y="16669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g138"/>
            <p:cNvSpPr/>
            <p:nvPr/>
          </p:nvSpPr>
          <p:spPr>
            <a:xfrm>
              <a:off x="6256071" y="1681974"/>
              <a:ext cx="334319" cy="333860"/>
            </a:xfrm>
            <a:custGeom>
              <a:avLst/>
              <a:pathLst>
                <a:path w="334319" h="333860">
                  <a:moveTo>
                    <a:pt x="154620" y="0"/>
                  </a:moveTo>
                  <a:lnTo>
                    <a:pt x="149346" y="480"/>
                  </a:lnTo>
                  <a:lnTo>
                    <a:pt x="144090" y="1128"/>
                  </a:lnTo>
                  <a:lnTo>
                    <a:pt x="138857" y="1942"/>
                  </a:lnTo>
                  <a:lnTo>
                    <a:pt x="133653" y="2921"/>
                  </a:lnTo>
                  <a:lnTo>
                    <a:pt x="128482" y="4065"/>
                  </a:lnTo>
                  <a:lnTo>
                    <a:pt x="123350" y="5372"/>
                  </a:lnTo>
                  <a:lnTo>
                    <a:pt x="118262" y="6841"/>
                  </a:lnTo>
                  <a:lnTo>
                    <a:pt x="113223" y="8470"/>
                  </a:lnTo>
                  <a:lnTo>
                    <a:pt x="108238" y="10258"/>
                  </a:lnTo>
                  <a:lnTo>
                    <a:pt x="103312" y="12203"/>
                  </a:lnTo>
                  <a:lnTo>
                    <a:pt x="98451" y="14303"/>
                  </a:lnTo>
                  <a:lnTo>
                    <a:pt x="93658" y="16556"/>
                  </a:lnTo>
                  <a:lnTo>
                    <a:pt x="88939" y="18960"/>
                  </a:lnTo>
                  <a:lnTo>
                    <a:pt x="84299" y="21512"/>
                  </a:lnTo>
                  <a:lnTo>
                    <a:pt x="79741" y="24209"/>
                  </a:lnTo>
                  <a:lnTo>
                    <a:pt x="75272" y="27050"/>
                  </a:lnTo>
                  <a:lnTo>
                    <a:pt x="70895" y="30031"/>
                  </a:lnTo>
                  <a:lnTo>
                    <a:pt x="66614" y="33149"/>
                  </a:lnTo>
                  <a:lnTo>
                    <a:pt x="62434" y="36401"/>
                  </a:lnTo>
                  <a:lnTo>
                    <a:pt x="58360" y="39783"/>
                  </a:lnTo>
                  <a:lnTo>
                    <a:pt x="54394" y="43294"/>
                  </a:lnTo>
                  <a:lnTo>
                    <a:pt x="50542" y="46928"/>
                  </a:lnTo>
                  <a:lnTo>
                    <a:pt x="46807" y="50682"/>
                  </a:lnTo>
                  <a:lnTo>
                    <a:pt x="43192" y="54552"/>
                  </a:lnTo>
                  <a:lnTo>
                    <a:pt x="39702" y="58536"/>
                  </a:lnTo>
                  <a:lnTo>
                    <a:pt x="36340" y="62627"/>
                  </a:lnTo>
                  <a:lnTo>
                    <a:pt x="33109" y="66823"/>
                  </a:lnTo>
                  <a:lnTo>
                    <a:pt x="30013" y="71120"/>
                  </a:lnTo>
                  <a:lnTo>
                    <a:pt x="27054" y="75512"/>
                  </a:lnTo>
                  <a:lnTo>
                    <a:pt x="24236" y="79996"/>
                  </a:lnTo>
                  <a:lnTo>
                    <a:pt x="21562" y="84567"/>
                  </a:lnTo>
                  <a:lnTo>
                    <a:pt x="19033" y="89220"/>
                  </a:lnTo>
                  <a:lnTo>
                    <a:pt x="16654" y="93951"/>
                  </a:lnTo>
                  <a:lnTo>
                    <a:pt x="14425" y="98755"/>
                  </a:lnTo>
                  <a:lnTo>
                    <a:pt x="12349" y="103627"/>
                  </a:lnTo>
                  <a:lnTo>
                    <a:pt x="10429" y="108563"/>
                  </a:lnTo>
                  <a:lnTo>
                    <a:pt x="8667" y="113557"/>
                  </a:lnTo>
                  <a:lnTo>
                    <a:pt x="7063" y="118604"/>
                  </a:lnTo>
                  <a:lnTo>
                    <a:pt x="5620" y="123699"/>
                  </a:lnTo>
                  <a:lnTo>
                    <a:pt x="4339" y="128838"/>
                  </a:lnTo>
                  <a:lnTo>
                    <a:pt x="3221" y="134014"/>
                  </a:lnTo>
                  <a:lnTo>
                    <a:pt x="2269" y="139224"/>
                  </a:lnTo>
                  <a:lnTo>
                    <a:pt x="1481" y="144461"/>
                  </a:lnTo>
                  <a:lnTo>
                    <a:pt x="860" y="149720"/>
                  </a:lnTo>
                  <a:lnTo>
                    <a:pt x="406" y="154996"/>
                  </a:lnTo>
                  <a:lnTo>
                    <a:pt x="119" y="160284"/>
                  </a:lnTo>
                  <a:lnTo>
                    <a:pt x="0" y="165579"/>
                  </a:lnTo>
                  <a:lnTo>
                    <a:pt x="48" y="170874"/>
                  </a:lnTo>
                  <a:lnTo>
                    <a:pt x="264" y="176166"/>
                  </a:lnTo>
                  <a:lnTo>
                    <a:pt x="648" y="181448"/>
                  </a:lnTo>
                  <a:lnTo>
                    <a:pt x="1199" y="186715"/>
                  </a:lnTo>
                  <a:lnTo>
                    <a:pt x="1916" y="191962"/>
                  </a:lnTo>
                  <a:lnTo>
                    <a:pt x="2799" y="197184"/>
                  </a:lnTo>
                  <a:lnTo>
                    <a:pt x="3848" y="202375"/>
                  </a:lnTo>
                  <a:lnTo>
                    <a:pt x="5060" y="207530"/>
                  </a:lnTo>
                  <a:lnTo>
                    <a:pt x="6435" y="212644"/>
                  </a:lnTo>
                  <a:lnTo>
                    <a:pt x="7971" y="217712"/>
                  </a:lnTo>
                  <a:lnTo>
                    <a:pt x="9667" y="222729"/>
                  </a:lnTo>
                  <a:lnTo>
                    <a:pt x="11521" y="227690"/>
                  </a:lnTo>
                  <a:lnTo>
                    <a:pt x="13531" y="232589"/>
                  </a:lnTo>
                  <a:lnTo>
                    <a:pt x="15695" y="237423"/>
                  </a:lnTo>
                  <a:lnTo>
                    <a:pt x="18011" y="242185"/>
                  </a:lnTo>
                  <a:lnTo>
                    <a:pt x="20477" y="246872"/>
                  </a:lnTo>
                  <a:lnTo>
                    <a:pt x="23091" y="251478"/>
                  </a:lnTo>
                  <a:lnTo>
                    <a:pt x="25848" y="255999"/>
                  </a:lnTo>
                  <a:lnTo>
                    <a:pt x="28748" y="260431"/>
                  </a:lnTo>
                  <a:lnTo>
                    <a:pt x="31787" y="264768"/>
                  </a:lnTo>
                  <a:lnTo>
                    <a:pt x="34961" y="269007"/>
                  </a:lnTo>
                  <a:lnTo>
                    <a:pt x="38268" y="273143"/>
                  </a:lnTo>
                  <a:lnTo>
                    <a:pt x="41705" y="277173"/>
                  </a:lnTo>
                  <a:lnTo>
                    <a:pt x="45267" y="281091"/>
                  </a:lnTo>
                  <a:lnTo>
                    <a:pt x="48952" y="284895"/>
                  </a:lnTo>
                  <a:lnTo>
                    <a:pt x="52755" y="288580"/>
                  </a:lnTo>
                  <a:lnTo>
                    <a:pt x="56673" y="292143"/>
                  </a:lnTo>
                  <a:lnTo>
                    <a:pt x="60703" y="295580"/>
                  </a:lnTo>
                  <a:lnTo>
                    <a:pt x="64839" y="298887"/>
                  </a:lnTo>
                  <a:lnTo>
                    <a:pt x="69077" y="302062"/>
                  </a:lnTo>
                  <a:lnTo>
                    <a:pt x="73414" y="305101"/>
                  </a:lnTo>
                  <a:lnTo>
                    <a:pt x="77845" y="308001"/>
                  </a:lnTo>
                  <a:lnTo>
                    <a:pt x="82366" y="310760"/>
                  </a:lnTo>
                  <a:lnTo>
                    <a:pt x="86972" y="313373"/>
                  </a:lnTo>
                  <a:lnTo>
                    <a:pt x="91658" y="315840"/>
                  </a:lnTo>
                  <a:lnTo>
                    <a:pt x="96421" y="318157"/>
                  </a:lnTo>
                  <a:lnTo>
                    <a:pt x="101254" y="320322"/>
                  </a:lnTo>
                  <a:lnTo>
                    <a:pt x="106153" y="322332"/>
                  </a:lnTo>
                  <a:lnTo>
                    <a:pt x="111114" y="324187"/>
                  </a:lnTo>
                  <a:lnTo>
                    <a:pt x="116130" y="325883"/>
                  </a:lnTo>
                  <a:lnTo>
                    <a:pt x="121198" y="327420"/>
                  </a:lnTo>
                  <a:lnTo>
                    <a:pt x="126312" y="328795"/>
                  </a:lnTo>
                  <a:lnTo>
                    <a:pt x="131468" y="330008"/>
                  </a:lnTo>
                  <a:lnTo>
                    <a:pt x="136659" y="331056"/>
                  </a:lnTo>
                  <a:lnTo>
                    <a:pt x="141880" y="331940"/>
                  </a:lnTo>
                  <a:lnTo>
                    <a:pt x="147127" y="332658"/>
                  </a:lnTo>
                  <a:lnTo>
                    <a:pt x="152394" y="333209"/>
                  </a:lnTo>
                  <a:lnTo>
                    <a:pt x="157676" y="333594"/>
                  </a:lnTo>
                  <a:lnTo>
                    <a:pt x="162967" y="333810"/>
                  </a:lnTo>
                  <a:lnTo>
                    <a:pt x="168263" y="333860"/>
                  </a:lnTo>
                  <a:lnTo>
                    <a:pt x="173557" y="333741"/>
                  </a:lnTo>
                  <a:lnTo>
                    <a:pt x="178846" y="333454"/>
                  </a:lnTo>
                  <a:lnTo>
                    <a:pt x="184122" y="333001"/>
                  </a:lnTo>
                  <a:lnTo>
                    <a:pt x="189381" y="332380"/>
                  </a:lnTo>
                  <a:lnTo>
                    <a:pt x="194618" y="331593"/>
                  </a:lnTo>
                  <a:lnTo>
                    <a:pt x="199828" y="330641"/>
                  </a:lnTo>
                  <a:lnTo>
                    <a:pt x="205004" y="329524"/>
                  </a:lnTo>
                  <a:lnTo>
                    <a:pt x="210143" y="328243"/>
                  </a:lnTo>
                  <a:lnTo>
                    <a:pt x="215239" y="326801"/>
                  </a:lnTo>
                  <a:lnTo>
                    <a:pt x="220286" y="325198"/>
                  </a:lnTo>
                  <a:lnTo>
                    <a:pt x="225280" y="323436"/>
                  </a:lnTo>
                  <a:lnTo>
                    <a:pt x="230216" y="321516"/>
                  </a:lnTo>
                  <a:lnTo>
                    <a:pt x="235088" y="319441"/>
                  </a:lnTo>
                  <a:lnTo>
                    <a:pt x="239892" y="317213"/>
                  </a:lnTo>
                  <a:lnTo>
                    <a:pt x="244624" y="314834"/>
                  </a:lnTo>
                  <a:lnTo>
                    <a:pt x="249277" y="312306"/>
                  </a:lnTo>
                  <a:lnTo>
                    <a:pt x="253848" y="309631"/>
                  </a:lnTo>
                  <a:lnTo>
                    <a:pt x="258332" y="306814"/>
                  </a:lnTo>
                  <a:lnTo>
                    <a:pt x="262725" y="303856"/>
                  </a:lnTo>
                  <a:lnTo>
                    <a:pt x="267022" y="300760"/>
                  </a:lnTo>
                  <a:lnTo>
                    <a:pt x="271218" y="297530"/>
                  </a:lnTo>
                  <a:lnTo>
                    <a:pt x="275310" y="294168"/>
                  </a:lnTo>
                  <a:lnTo>
                    <a:pt x="279294" y="290678"/>
                  </a:lnTo>
                  <a:lnTo>
                    <a:pt x="283165" y="287064"/>
                  </a:lnTo>
                  <a:lnTo>
                    <a:pt x="286919" y="283329"/>
                  </a:lnTo>
                  <a:lnTo>
                    <a:pt x="290554" y="279477"/>
                  </a:lnTo>
                  <a:lnTo>
                    <a:pt x="294064" y="275512"/>
                  </a:lnTo>
                  <a:lnTo>
                    <a:pt x="297447" y="271438"/>
                  </a:lnTo>
                  <a:lnTo>
                    <a:pt x="300700" y="267259"/>
                  </a:lnTo>
                  <a:lnTo>
                    <a:pt x="303818" y="262978"/>
                  </a:lnTo>
                  <a:lnTo>
                    <a:pt x="306800" y="258601"/>
                  </a:lnTo>
                  <a:lnTo>
                    <a:pt x="309641" y="254132"/>
                  </a:lnTo>
                  <a:lnTo>
                    <a:pt x="312339" y="249575"/>
                  </a:lnTo>
                  <a:lnTo>
                    <a:pt x="314891" y="244935"/>
                  </a:lnTo>
                  <a:lnTo>
                    <a:pt x="317295" y="240216"/>
                  </a:lnTo>
                  <a:lnTo>
                    <a:pt x="319549" y="235424"/>
                  </a:lnTo>
                  <a:lnTo>
                    <a:pt x="321649" y="230562"/>
                  </a:lnTo>
                  <a:lnTo>
                    <a:pt x="323595" y="225637"/>
                  </a:lnTo>
                  <a:lnTo>
                    <a:pt x="325383" y="220652"/>
                  </a:lnTo>
                  <a:lnTo>
                    <a:pt x="327013" y="215613"/>
                  </a:lnTo>
                  <a:lnTo>
                    <a:pt x="328482" y="210525"/>
                  </a:lnTo>
                  <a:lnTo>
                    <a:pt x="329790" y="205394"/>
                  </a:lnTo>
                  <a:lnTo>
                    <a:pt x="330934" y="200223"/>
                  </a:lnTo>
                  <a:lnTo>
                    <a:pt x="331914" y="195018"/>
                  </a:lnTo>
                  <a:lnTo>
                    <a:pt x="332728" y="189786"/>
                  </a:lnTo>
                  <a:lnTo>
                    <a:pt x="333377" y="184530"/>
                  </a:lnTo>
                  <a:lnTo>
                    <a:pt x="333858" y="179256"/>
                  </a:lnTo>
                  <a:lnTo>
                    <a:pt x="334172" y="173969"/>
                  </a:lnTo>
                  <a:lnTo>
                    <a:pt x="334319" y="168675"/>
                  </a:lnTo>
                  <a:lnTo>
                    <a:pt x="334298" y="163380"/>
                  </a:lnTo>
                  <a:lnTo>
                    <a:pt x="334109" y="158087"/>
                  </a:lnTo>
                  <a:lnTo>
                    <a:pt x="333752" y="152803"/>
                  </a:lnTo>
                  <a:lnTo>
                    <a:pt x="333229" y="147533"/>
                  </a:lnTo>
                  <a:lnTo>
                    <a:pt x="332538" y="142283"/>
                  </a:lnTo>
                  <a:lnTo>
                    <a:pt x="331682" y="137057"/>
                  </a:lnTo>
                  <a:lnTo>
                    <a:pt x="330661" y="131860"/>
                  </a:lnTo>
                  <a:lnTo>
                    <a:pt x="329475" y="126699"/>
                  </a:lnTo>
                  <a:lnTo>
                    <a:pt x="328127" y="121578"/>
                  </a:lnTo>
                  <a:lnTo>
                    <a:pt x="326617" y="116502"/>
                  </a:lnTo>
                  <a:lnTo>
                    <a:pt x="324947" y="111476"/>
                  </a:lnTo>
                  <a:lnTo>
                    <a:pt x="323119" y="106506"/>
                  </a:lnTo>
                  <a:lnTo>
                    <a:pt x="321134" y="101596"/>
                  </a:lnTo>
                  <a:lnTo>
                    <a:pt x="318995" y="96751"/>
                  </a:lnTo>
                  <a:lnTo>
                    <a:pt x="316703" y="91977"/>
                  </a:lnTo>
                  <a:lnTo>
                    <a:pt x="314261" y="87278"/>
                  </a:lnTo>
                  <a:lnTo>
                    <a:pt x="311672" y="82658"/>
                  </a:lnTo>
                  <a:lnTo>
                    <a:pt x="308937" y="78123"/>
                  </a:lnTo>
                  <a:lnTo>
                    <a:pt x="306060" y="73677"/>
                  </a:lnTo>
                  <a:lnTo>
                    <a:pt x="303044" y="69324"/>
                  </a:lnTo>
                  <a:lnTo>
                    <a:pt x="299892" y="65068"/>
                  </a:lnTo>
                  <a:lnTo>
                    <a:pt x="296606" y="60915"/>
                  </a:lnTo>
                  <a:lnTo>
                    <a:pt x="293190" y="56868"/>
                  </a:lnTo>
                  <a:lnTo>
                    <a:pt x="289648" y="52931"/>
                  </a:lnTo>
                  <a:lnTo>
                    <a:pt x="285983" y="49108"/>
                  </a:lnTo>
                  <a:lnTo>
                    <a:pt x="282199" y="45404"/>
                  </a:lnTo>
                  <a:lnTo>
                    <a:pt x="278299" y="41821"/>
                  </a:lnTo>
                  <a:lnTo>
                    <a:pt x="274288" y="38363"/>
                  </a:lnTo>
                  <a:lnTo>
                    <a:pt x="270169" y="35034"/>
                  </a:lnTo>
                  <a:lnTo>
                    <a:pt x="265947" y="31837"/>
                  </a:lnTo>
                  <a:lnTo>
                    <a:pt x="261625" y="28776"/>
                  </a:lnTo>
                  <a:lnTo>
                    <a:pt x="257209" y="25853"/>
                  </a:lnTo>
                  <a:lnTo>
                    <a:pt x="252703" y="23071"/>
                  </a:lnTo>
                  <a:lnTo>
                    <a:pt x="248110" y="20434"/>
                  </a:lnTo>
                  <a:lnTo>
                    <a:pt x="243437" y="17943"/>
                  </a:lnTo>
                  <a:lnTo>
                    <a:pt x="238687" y="15602"/>
                  </a:lnTo>
                  <a:lnTo>
                    <a:pt x="233865" y="13412"/>
                  </a:lnTo>
                  <a:lnTo>
                    <a:pt x="228976" y="11376"/>
                  </a:lnTo>
                  <a:lnTo>
                    <a:pt x="224025" y="9496"/>
                  </a:lnTo>
                  <a:lnTo>
                    <a:pt x="219017" y="7774"/>
                  </a:lnTo>
                  <a:lnTo>
                    <a:pt x="213957" y="6211"/>
                  </a:lnTo>
                  <a:lnTo>
                    <a:pt x="208850" y="4809"/>
                  </a:lnTo>
                  <a:lnTo>
                    <a:pt x="203701" y="3570"/>
                  </a:lnTo>
                  <a:lnTo>
                    <a:pt x="198516" y="2495"/>
                  </a:lnTo>
                  <a:lnTo>
                    <a:pt x="193299" y="1584"/>
                  </a:lnTo>
                  <a:lnTo>
                    <a:pt x="167163" y="16669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g139"/>
            <p:cNvSpPr/>
            <p:nvPr/>
          </p:nvSpPr>
          <p:spPr>
            <a:xfrm>
              <a:off x="6423235" y="1681503"/>
              <a:ext cx="26135" cy="167167"/>
            </a:xfrm>
            <a:custGeom>
              <a:avLst/>
              <a:pathLst>
                <a:path w="26135" h="167167">
                  <a:moveTo>
                    <a:pt x="26135" y="2055"/>
                  </a:moveTo>
                  <a:lnTo>
                    <a:pt x="17463" y="914"/>
                  </a:lnTo>
                  <a:lnTo>
                    <a:pt x="8743" y="22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g140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g141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g142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g143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g144"/>
            <p:cNvSpPr/>
            <p:nvPr/>
          </p:nvSpPr>
          <p:spPr>
            <a:xfrm>
              <a:off x="5853873" y="1322571"/>
              <a:ext cx="167166" cy="320510"/>
            </a:xfrm>
            <a:custGeom>
              <a:avLst/>
              <a:pathLst>
                <a:path w="167166" h="320510">
                  <a:moveTo>
                    <a:pt x="167166" y="0"/>
                  </a:moveTo>
                  <a:lnTo>
                    <a:pt x="161793" y="86"/>
                  </a:lnTo>
                  <a:lnTo>
                    <a:pt x="156427" y="345"/>
                  </a:lnTo>
                  <a:lnTo>
                    <a:pt x="151071" y="776"/>
                  </a:lnTo>
                  <a:lnTo>
                    <a:pt x="145733" y="1379"/>
                  </a:lnTo>
                  <a:lnTo>
                    <a:pt x="140416" y="2154"/>
                  </a:lnTo>
                  <a:lnTo>
                    <a:pt x="135127" y="3098"/>
                  </a:lnTo>
                  <a:lnTo>
                    <a:pt x="129871" y="4213"/>
                  </a:lnTo>
                  <a:lnTo>
                    <a:pt x="124653" y="5495"/>
                  </a:lnTo>
                  <a:lnTo>
                    <a:pt x="119480" y="6945"/>
                  </a:lnTo>
                  <a:lnTo>
                    <a:pt x="114355" y="8560"/>
                  </a:lnTo>
                  <a:lnTo>
                    <a:pt x="109286" y="10339"/>
                  </a:lnTo>
                  <a:lnTo>
                    <a:pt x="104276" y="12280"/>
                  </a:lnTo>
                  <a:lnTo>
                    <a:pt x="99331" y="14381"/>
                  </a:lnTo>
                  <a:lnTo>
                    <a:pt x="94456" y="16640"/>
                  </a:lnTo>
                  <a:lnTo>
                    <a:pt x="89656" y="19055"/>
                  </a:lnTo>
                  <a:lnTo>
                    <a:pt x="84936" y="21622"/>
                  </a:lnTo>
                  <a:lnTo>
                    <a:pt x="80302" y="24340"/>
                  </a:lnTo>
                  <a:lnTo>
                    <a:pt x="75757" y="27205"/>
                  </a:lnTo>
                  <a:lnTo>
                    <a:pt x="71306" y="30215"/>
                  </a:lnTo>
                  <a:lnTo>
                    <a:pt x="66954" y="33366"/>
                  </a:lnTo>
                  <a:lnTo>
                    <a:pt x="62706" y="36656"/>
                  </a:lnTo>
                  <a:lnTo>
                    <a:pt x="58566" y="40080"/>
                  </a:lnTo>
                  <a:lnTo>
                    <a:pt x="54538" y="43635"/>
                  </a:lnTo>
                  <a:lnTo>
                    <a:pt x="50626" y="47319"/>
                  </a:lnTo>
                  <a:lnTo>
                    <a:pt x="46835" y="51126"/>
                  </a:lnTo>
                  <a:lnTo>
                    <a:pt x="43168" y="55053"/>
                  </a:lnTo>
                  <a:lnTo>
                    <a:pt x="39629" y="59095"/>
                  </a:lnTo>
                  <a:lnTo>
                    <a:pt x="36222" y="63250"/>
                  </a:lnTo>
                  <a:lnTo>
                    <a:pt x="32950" y="67511"/>
                  </a:lnTo>
                  <a:lnTo>
                    <a:pt x="29817" y="71876"/>
                  </a:lnTo>
                  <a:lnTo>
                    <a:pt x="26826" y="76339"/>
                  </a:lnTo>
                  <a:lnTo>
                    <a:pt x="23979" y="80896"/>
                  </a:lnTo>
                  <a:lnTo>
                    <a:pt x="21281" y="85542"/>
                  </a:lnTo>
                  <a:lnTo>
                    <a:pt x="18733" y="90272"/>
                  </a:lnTo>
                  <a:lnTo>
                    <a:pt x="16339" y="95082"/>
                  </a:lnTo>
                  <a:lnTo>
                    <a:pt x="14100" y="99966"/>
                  </a:lnTo>
                  <a:lnTo>
                    <a:pt x="12020" y="104920"/>
                  </a:lnTo>
                  <a:lnTo>
                    <a:pt x="10099" y="109938"/>
                  </a:lnTo>
                  <a:lnTo>
                    <a:pt x="8341" y="115015"/>
                  </a:lnTo>
                  <a:lnTo>
                    <a:pt x="6747" y="120146"/>
                  </a:lnTo>
                  <a:lnTo>
                    <a:pt x="5319" y="125325"/>
                  </a:lnTo>
                  <a:lnTo>
                    <a:pt x="4058" y="130548"/>
                  </a:lnTo>
                  <a:lnTo>
                    <a:pt x="2966" y="135808"/>
                  </a:lnTo>
                  <a:lnTo>
                    <a:pt x="2043" y="141101"/>
                  </a:lnTo>
                  <a:lnTo>
                    <a:pt x="1290" y="146421"/>
                  </a:lnTo>
                  <a:lnTo>
                    <a:pt x="709" y="151763"/>
                  </a:lnTo>
                  <a:lnTo>
                    <a:pt x="300" y="157120"/>
                  </a:lnTo>
                  <a:lnTo>
                    <a:pt x="64" y="162487"/>
                  </a:lnTo>
                  <a:lnTo>
                    <a:pt x="0" y="167860"/>
                  </a:lnTo>
                  <a:lnTo>
                    <a:pt x="108" y="173232"/>
                  </a:lnTo>
                  <a:lnTo>
                    <a:pt x="389" y="178597"/>
                  </a:lnTo>
                  <a:lnTo>
                    <a:pt x="843" y="183951"/>
                  </a:lnTo>
                  <a:lnTo>
                    <a:pt x="1468" y="189287"/>
                  </a:lnTo>
                  <a:lnTo>
                    <a:pt x="2264" y="194600"/>
                  </a:lnTo>
                  <a:lnTo>
                    <a:pt x="3231" y="199885"/>
                  </a:lnTo>
                  <a:lnTo>
                    <a:pt x="4367" y="205137"/>
                  </a:lnTo>
                  <a:lnTo>
                    <a:pt x="5672" y="210349"/>
                  </a:lnTo>
                  <a:lnTo>
                    <a:pt x="7143" y="215516"/>
                  </a:lnTo>
                  <a:lnTo>
                    <a:pt x="8779" y="220634"/>
                  </a:lnTo>
                  <a:lnTo>
                    <a:pt x="10579" y="225696"/>
                  </a:lnTo>
                  <a:lnTo>
                    <a:pt x="12541" y="230698"/>
                  </a:lnTo>
                  <a:lnTo>
                    <a:pt x="14662" y="235634"/>
                  </a:lnTo>
                  <a:lnTo>
                    <a:pt x="16942" y="240500"/>
                  </a:lnTo>
                  <a:lnTo>
                    <a:pt x="19376" y="245290"/>
                  </a:lnTo>
                  <a:lnTo>
                    <a:pt x="21963" y="249999"/>
                  </a:lnTo>
                  <a:lnTo>
                    <a:pt x="24700" y="254622"/>
                  </a:lnTo>
                  <a:lnTo>
                    <a:pt x="27584" y="259155"/>
                  </a:lnTo>
                  <a:lnTo>
                    <a:pt x="30612" y="263593"/>
                  </a:lnTo>
                  <a:lnTo>
                    <a:pt x="33781" y="267932"/>
                  </a:lnTo>
                  <a:lnTo>
                    <a:pt x="37088" y="272166"/>
                  </a:lnTo>
                  <a:lnTo>
                    <a:pt x="40530" y="276292"/>
                  </a:lnTo>
                  <a:lnTo>
                    <a:pt x="44102" y="280305"/>
                  </a:lnTo>
                  <a:lnTo>
                    <a:pt x="47801" y="284202"/>
                  </a:lnTo>
                  <a:lnTo>
                    <a:pt x="51624" y="287977"/>
                  </a:lnTo>
                  <a:lnTo>
                    <a:pt x="55566" y="291628"/>
                  </a:lnTo>
                  <a:lnTo>
                    <a:pt x="59623" y="295150"/>
                  </a:lnTo>
                  <a:lnTo>
                    <a:pt x="63792" y="298540"/>
                  </a:lnTo>
                  <a:lnTo>
                    <a:pt x="68067" y="301794"/>
                  </a:lnTo>
                  <a:lnTo>
                    <a:pt x="72445" y="304909"/>
                  </a:lnTo>
                  <a:lnTo>
                    <a:pt x="76920" y="307882"/>
                  </a:lnTo>
                  <a:lnTo>
                    <a:pt x="81489" y="310709"/>
                  </a:lnTo>
                  <a:lnTo>
                    <a:pt x="86146" y="313389"/>
                  </a:lnTo>
                  <a:lnTo>
                    <a:pt x="90887" y="315917"/>
                  </a:lnTo>
                  <a:lnTo>
                    <a:pt x="95706" y="318291"/>
                  </a:lnTo>
                  <a:lnTo>
                    <a:pt x="100600" y="320510"/>
                  </a:lnTo>
                  <a:lnTo>
                    <a:pt x="167166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g145"/>
            <p:cNvSpPr/>
            <p:nvPr/>
          </p:nvSpPr>
          <p:spPr>
            <a:xfrm>
              <a:off x="5954473" y="1489739"/>
              <a:ext cx="66565" cy="153342"/>
            </a:xfrm>
            <a:custGeom>
              <a:avLst/>
              <a:pathLst>
                <a:path w="66565" h="153342">
                  <a:moveTo>
                    <a:pt x="0" y="153342"/>
                  </a:moveTo>
                  <a:lnTo>
                    <a:pt x="66565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g146"/>
            <p:cNvSpPr/>
            <p:nvPr/>
          </p:nvSpPr>
          <p:spPr>
            <a:xfrm>
              <a:off x="5954473" y="1489739"/>
              <a:ext cx="66565" cy="153342"/>
            </a:xfrm>
            <a:custGeom>
              <a:avLst/>
              <a:pathLst>
                <a:path w="66565" h="153342">
                  <a:moveTo>
                    <a:pt x="0" y="153342"/>
                  </a:moveTo>
                  <a:lnTo>
                    <a:pt x="66565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g147"/>
            <p:cNvSpPr/>
            <p:nvPr/>
          </p:nvSpPr>
          <p:spPr>
            <a:xfrm>
              <a:off x="5954473" y="1489739"/>
              <a:ext cx="66565" cy="153342"/>
            </a:xfrm>
            <a:custGeom>
              <a:avLst/>
              <a:pathLst>
                <a:path w="66565" h="153342">
                  <a:moveTo>
                    <a:pt x="0" y="153342"/>
                  </a:moveTo>
                  <a:lnTo>
                    <a:pt x="66565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g148"/>
            <p:cNvSpPr/>
            <p:nvPr/>
          </p:nvSpPr>
          <p:spPr>
            <a:xfrm>
              <a:off x="5954473" y="1489739"/>
              <a:ext cx="66565" cy="153342"/>
            </a:xfrm>
            <a:custGeom>
              <a:avLst/>
              <a:pathLst>
                <a:path w="66565" h="153342">
                  <a:moveTo>
                    <a:pt x="0" y="153342"/>
                  </a:moveTo>
                  <a:lnTo>
                    <a:pt x="66565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g149"/>
            <p:cNvSpPr/>
            <p:nvPr/>
          </p:nvSpPr>
          <p:spPr>
            <a:xfrm>
              <a:off x="5954473" y="1489739"/>
              <a:ext cx="66565" cy="153342"/>
            </a:xfrm>
            <a:custGeom>
              <a:avLst/>
              <a:pathLst>
                <a:path w="66565" h="153342">
                  <a:moveTo>
                    <a:pt x="0" y="153342"/>
                  </a:moveTo>
                  <a:lnTo>
                    <a:pt x="66565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g150"/>
            <p:cNvSpPr/>
            <p:nvPr/>
          </p:nvSpPr>
          <p:spPr>
            <a:xfrm>
              <a:off x="5954473" y="1489739"/>
              <a:ext cx="66565" cy="153342"/>
            </a:xfrm>
            <a:custGeom>
              <a:avLst/>
              <a:pathLst>
                <a:path w="66565" h="153342">
                  <a:moveTo>
                    <a:pt x="0" y="153342"/>
                  </a:moveTo>
                  <a:lnTo>
                    <a:pt x="66565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g151"/>
            <p:cNvSpPr/>
            <p:nvPr/>
          </p:nvSpPr>
          <p:spPr>
            <a:xfrm>
              <a:off x="5954473" y="1489739"/>
              <a:ext cx="66565" cy="153342"/>
            </a:xfrm>
            <a:custGeom>
              <a:avLst/>
              <a:pathLst>
                <a:path w="66565" h="153342">
                  <a:moveTo>
                    <a:pt x="0" y="153342"/>
                  </a:moveTo>
                  <a:lnTo>
                    <a:pt x="66565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g152"/>
            <p:cNvSpPr/>
            <p:nvPr/>
          </p:nvSpPr>
          <p:spPr>
            <a:xfrm>
              <a:off x="5954473" y="1489739"/>
              <a:ext cx="66565" cy="153342"/>
            </a:xfrm>
            <a:custGeom>
              <a:avLst/>
              <a:pathLst>
                <a:path w="66565" h="153342">
                  <a:moveTo>
                    <a:pt x="0" y="153342"/>
                  </a:moveTo>
                  <a:lnTo>
                    <a:pt x="66565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g153"/>
            <p:cNvSpPr/>
            <p:nvPr/>
          </p:nvSpPr>
          <p:spPr>
            <a:xfrm>
              <a:off x="5954473" y="1489739"/>
              <a:ext cx="66565" cy="153342"/>
            </a:xfrm>
            <a:custGeom>
              <a:avLst/>
              <a:pathLst>
                <a:path w="66565" h="153342">
                  <a:moveTo>
                    <a:pt x="0" y="153342"/>
                  </a:moveTo>
                  <a:lnTo>
                    <a:pt x="66565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g154"/>
            <p:cNvSpPr/>
            <p:nvPr/>
          </p:nvSpPr>
          <p:spPr>
            <a:xfrm>
              <a:off x="5954473" y="1489739"/>
              <a:ext cx="66565" cy="153342"/>
            </a:xfrm>
            <a:custGeom>
              <a:avLst/>
              <a:pathLst>
                <a:path w="66565" h="153342">
                  <a:moveTo>
                    <a:pt x="0" y="153342"/>
                  </a:moveTo>
                  <a:lnTo>
                    <a:pt x="66565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g155"/>
            <p:cNvSpPr/>
            <p:nvPr/>
          </p:nvSpPr>
          <p:spPr>
            <a:xfrm>
              <a:off x="5954473" y="1489739"/>
              <a:ext cx="66565" cy="153342"/>
            </a:xfrm>
            <a:custGeom>
              <a:avLst/>
              <a:pathLst>
                <a:path w="66565" h="153342">
                  <a:moveTo>
                    <a:pt x="0" y="153342"/>
                  </a:moveTo>
                  <a:lnTo>
                    <a:pt x="66565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g156"/>
            <p:cNvSpPr/>
            <p:nvPr/>
          </p:nvSpPr>
          <p:spPr>
            <a:xfrm>
              <a:off x="5954473" y="1489739"/>
              <a:ext cx="66565" cy="153342"/>
            </a:xfrm>
            <a:custGeom>
              <a:avLst/>
              <a:pathLst>
                <a:path w="66565" h="153342">
                  <a:moveTo>
                    <a:pt x="0" y="153342"/>
                  </a:moveTo>
                  <a:lnTo>
                    <a:pt x="66565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g157"/>
            <p:cNvSpPr/>
            <p:nvPr/>
          </p:nvSpPr>
          <p:spPr>
            <a:xfrm>
              <a:off x="5954473" y="1489739"/>
              <a:ext cx="66565" cy="153342"/>
            </a:xfrm>
            <a:custGeom>
              <a:avLst/>
              <a:pathLst>
                <a:path w="66565" h="153342">
                  <a:moveTo>
                    <a:pt x="0" y="153342"/>
                  </a:moveTo>
                  <a:lnTo>
                    <a:pt x="66565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g158"/>
            <p:cNvSpPr/>
            <p:nvPr/>
          </p:nvSpPr>
          <p:spPr>
            <a:xfrm>
              <a:off x="5954473" y="1489739"/>
              <a:ext cx="66565" cy="153342"/>
            </a:xfrm>
            <a:custGeom>
              <a:avLst/>
              <a:pathLst>
                <a:path w="66565" h="153342">
                  <a:moveTo>
                    <a:pt x="0" y="153342"/>
                  </a:moveTo>
                  <a:lnTo>
                    <a:pt x="66565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g159"/>
            <p:cNvSpPr/>
            <p:nvPr/>
          </p:nvSpPr>
          <p:spPr>
            <a:xfrm>
              <a:off x="5954473" y="1489739"/>
              <a:ext cx="66565" cy="153342"/>
            </a:xfrm>
            <a:custGeom>
              <a:avLst/>
              <a:pathLst>
                <a:path w="66565" h="153342">
                  <a:moveTo>
                    <a:pt x="0" y="153342"/>
                  </a:moveTo>
                  <a:lnTo>
                    <a:pt x="66565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g160"/>
            <p:cNvSpPr/>
            <p:nvPr/>
          </p:nvSpPr>
          <p:spPr>
            <a:xfrm>
              <a:off x="5954473" y="1489739"/>
              <a:ext cx="66565" cy="153342"/>
            </a:xfrm>
            <a:custGeom>
              <a:avLst/>
              <a:pathLst>
                <a:path w="66565" h="153342">
                  <a:moveTo>
                    <a:pt x="0" y="153342"/>
                  </a:moveTo>
                  <a:lnTo>
                    <a:pt x="66565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g161"/>
            <p:cNvSpPr/>
            <p:nvPr/>
          </p:nvSpPr>
          <p:spPr>
            <a:xfrm>
              <a:off x="5954473" y="1489739"/>
              <a:ext cx="66565" cy="153342"/>
            </a:xfrm>
            <a:custGeom>
              <a:avLst/>
              <a:pathLst>
                <a:path w="66565" h="153342">
                  <a:moveTo>
                    <a:pt x="0" y="153342"/>
                  </a:moveTo>
                  <a:lnTo>
                    <a:pt x="66565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g162"/>
            <p:cNvSpPr/>
            <p:nvPr/>
          </p:nvSpPr>
          <p:spPr>
            <a:xfrm>
              <a:off x="5954473" y="1489739"/>
              <a:ext cx="66565" cy="153342"/>
            </a:xfrm>
            <a:custGeom>
              <a:avLst/>
              <a:pathLst>
                <a:path w="66565" h="153342">
                  <a:moveTo>
                    <a:pt x="0" y="153342"/>
                  </a:moveTo>
                  <a:lnTo>
                    <a:pt x="66565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g163"/>
            <p:cNvSpPr/>
            <p:nvPr/>
          </p:nvSpPr>
          <p:spPr>
            <a:xfrm>
              <a:off x="5954473" y="1489739"/>
              <a:ext cx="66565" cy="153342"/>
            </a:xfrm>
            <a:custGeom>
              <a:avLst/>
              <a:pathLst>
                <a:path w="66565" h="153342">
                  <a:moveTo>
                    <a:pt x="0" y="153342"/>
                  </a:moveTo>
                  <a:lnTo>
                    <a:pt x="66565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g164"/>
            <p:cNvSpPr/>
            <p:nvPr/>
          </p:nvSpPr>
          <p:spPr>
            <a:xfrm>
              <a:off x="5954473" y="1489739"/>
              <a:ext cx="66565" cy="153342"/>
            </a:xfrm>
            <a:custGeom>
              <a:avLst/>
              <a:pathLst>
                <a:path w="66565" h="153342">
                  <a:moveTo>
                    <a:pt x="0" y="153342"/>
                  </a:moveTo>
                  <a:lnTo>
                    <a:pt x="66565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g165"/>
            <p:cNvSpPr/>
            <p:nvPr/>
          </p:nvSpPr>
          <p:spPr>
            <a:xfrm>
              <a:off x="5954473" y="1489739"/>
              <a:ext cx="66565" cy="153342"/>
            </a:xfrm>
            <a:custGeom>
              <a:avLst/>
              <a:pathLst>
                <a:path w="66565" h="153342">
                  <a:moveTo>
                    <a:pt x="0" y="153342"/>
                  </a:moveTo>
                  <a:lnTo>
                    <a:pt x="66565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g166"/>
            <p:cNvSpPr/>
            <p:nvPr/>
          </p:nvSpPr>
          <p:spPr>
            <a:xfrm>
              <a:off x="5954473" y="1325693"/>
              <a:ext cx="233732" cy="331209"/>
            </a:xfrm>
            <a:custGeom>
              <a:avLst/>
              <a:pathLst>
                <a:path w="233732" h="331209">
                  <a:moveTo>
                    <a:pt x="0" y="317387"/>
                  </a:moveTo>
                  <a:lnTo>
                    <a:pt x="4936" y="319437"/>
                  </a:lnTo>
                  <a:lnTo>
                    <a:pt x="9936" y="321328"/>
                  </a:lnTo>
                  <a:lnTo>
                    <a:pt x="14993" y="323058"/>
                  </a:lnTo>
                  <a:lnTo>
                    <a:pt x="20104" y="324626"/>
                  </a:lnTo>
                  <a:lnTo>
                    <a:pt x="25261" y="326029"/>
                  </a:lnTo>
                  <a:lnTo>
                    <a:pt x="30461" y="327267"/>
                  </a:lnTo>
                  <a:lnTo>
                    <a:pt x="35698" y="328338"/>
                  </a:lnTo>
                  <a:lnTo>
                    <a:pt x="40967" y="329241"/>
                  </a:lnTo>
                  <a:lnTo>
                    <a:pt x="46261" y="329975"/>
                  </a:lnTo>
                  <a:lnTo>
                    <a:pt x="51577" y="330539"/>
                  </a:lnTo>
                  <a:lnTo>
                    <a:pt x="56907" y="330933"/>
                  </a:lnTo>
                  <a:lnTo>
                    <a:pt x="62248" y="331157"/>
                  </a:lnTo>
                  <a:lnTo>
                    <a:pt x="67593" y="331209"/>
                  </a:lnTo>
                  <a:lnTo>
                    <a:pt x="72937" y="331091"/>
                  </a:lnTo>
                  <a:lnTo>
                    <a:pt x="78274" y="330802"/>
                  </a:lnTo>
                  <a:lnTo>
                    <a:pt x="83600" y="330342"/>
                  </a:lnTo>
                  <a:lnTo>
                    <a:pt x="88908" y="329712"/>
                  </a:lnTo>
                  <a:lnTo>
                    <a:pt x="94193" y="328913"/>
                  </a:lnTo>
                  <a:lnTo>
                    <a:pt x="99450" y="327946"/>
                  </a:lnTo>
                  <a:lnTo>
                    <a:pt x="104673" y="326811"/>
                  </a:lnTo>
                  <a:lnTo>
                    <a:pt x="109858" y="325509"/>
                  </a:lnTo>
                  <a:lnTo>
                    <a:pt x="114998" y="324042"/>
                  </a:lnTo>
                  <a:lnTo>
                    <a:pt x="120089" y="322412"/>
                  </a:lnTo>
                  <a:lnTo>
                    <a:pt x="125124" y="320620"/>
                  </a:lnTo>
                  <a:lnTo>
                    <a:pt x="130100" y="318668"/>
                  </a:lnTo>
                  <a:lnTo>
                    <a:pt x="135011" y="316557"/>
                  </a:lnTo>
                  <a:lnTo>
                    <a:pt x="139852" y="314291"/>
                  </a:lnTo>
                  <a:lnTo>
                    <a:pt x="144619" y="311871"/>
                  </a:lnTo>
                  <a:lnTo>
                    <a:pt x="149305" y="309300"/>
                  </a:lnTo>
                  <a:lnTo>
                    <a:pt x="153907" y="306581"/>
                  </a:lnTo>
                  <a:lnTo>
                    <a:pt x="158419" y="303715"/>
                  </a:lnTo>
                  <a:lnTo>
                    <a:pt x="162838" y="300707"/>
                  </a:lnTo>
                  <a:lnTo>
                    <a:pt x="167158" y="297559"/>
                  </a:lnTo>
                  <a:lnTo>
                    <a:pt x="171375" y="294275"/>
                  </a:lnTo>
                  <a:lnTo>
                    <a:pt x="175485" y="290858"/>
                  </a:lnTo>
                  <a:lnTo>
                    <a:pt x="179484" y="287310"/>
                  </a:lnTo>
                  <a:lnTo>
                    <a:pt x="183367" y="283637"/>
                  </a:lnTo>
                  <a:lnTo>
                    <a:pt x="187131" y="279842"/>
                  </a:lnTo>
                  <a:lnTo>
                    <a:pt x="190771" y="275928"/>
                  </a:lnTo>
                  <a:lnTo>
                    <a:pt x="194285" y="271900"/>
                  </a:lnTo>
                  <a:lnTo>
                    <a:pt x="197668" y="267761"/>
                  </a:lnTo>
                  <a:lnTo>
                    <a:pt x="200917" y="263517"/>
                  </a:lnTo>
                  <a:lnTo>
                    <a:pt x="204028" y="259170"/>
                  </a:lnTo>
                  <a:lnTo>
                    <a:pt x="206999" y="254727"/>
                  </a:lnTo>
                  <a:lnTo>
                    <a:pt x="209827" y="250191"/>
                  </a:lnTo>
                  <a:lnTo>
                    <a:pt x="212508" y="245566"/>
                  </a:lnTo>
                  <a:lnTo>
                    <a:pt x="215040" y="240859"/>
                  </a:lnTo>
                  <a:lnTo>
                    <a:pt x="217419" y="236072"/>
                  </a:lnTo>
                  <a:lnTo>
                    <a:pt x="219645" y="231213"/>
                  </a:lnTo>
                  <a:lnTo>
                    <a:pt x="221714" y="226284"/>
                  </a:lnTo>
                  <a:lnTo>
                    <a:pt x="223625" y="221292"/>
                  </a:lnTo>
                  <a:lnTo>
                    <a:pt x="225375" y="216241"/>
                  </a:lnTo>
                  <a:lnTo>
                    <a:pt x="226963" y="211137"/>
                  </a:lnTo>
                  <a:lnTo>
                    <a:pt x="228386" y="205985"/>
                  </a:lnTo>
                  <a:lnTo>
                    <a:pt x="229644" y="200790"/>
                  </a:lnTo>
                  <a:lnTo>
                    <a:pt x="230736" y="195557"/>
                  </a:lnTo>
                  <a:lnTo>
                    <a:pt x="231659" y="190292"/>
                  </a:lnTo>
                  <a:lnTo>
                    <a:pt x="232414" y="185001"/>
                  </a:lnTo>
                  <a:lnTo>
                    <a:pt x="232999" y="179687"/>
                  </a:lnTo>
                  <a:lnTo>
                    <a:pt x="233414" y="174358"/>
                  </a:lnTo>
                  <a:lnTo>
                    <a:pt x="233659" y="169019"/>
                  </a:lnTo>
                  <a:lnTo>
                    <a:pt x="233732" y="163674"/>
                  </a:lnTo>
                  <a:lnTo>
                    <a:pt x="233635" y="158330"/>
                  </a:lnTo>
                  <a:lnTo>
                    <a:pt x="233367" y="152991"/>
                  </a:lnTo>
                  <a:lnTo>
                    <a:pt x="232928" y="147664"/>
                  </a:lnTo>
                  <a:lnTo>
                    <a:pt x="232319" y="142353"/>
                  </a:lnTo>
                  <a:lnTo>
                    <a:pt x="231541" y="137065"/>
                  </a:lnTo>
                  <a:lnTo>
                    <a:pt x="230594" y="131804"/>
                  </a:lnTo>
                  <a:lnTo>
                    <a:pt x="229480" y="126576"/>
                  </a:lnTo>
                  <a:lnTo>
                    <a:pt x="228198" y="121387"/>
                  </a:lnTo>
                  <a:lnTo>
                    <a:pt x="226752" y="116241"/>
                  </a:lnTo>
                  <a:lnTo>
                    <a:pt x="225142" y="111144"/>
                  </a:lnTo>
                  <a:lnTo>
                    <a:pt x="223369" y="106101"/>
                  </a:lnTo>
                  <a:lnTo>
                    <a:pt x="221437" y="101118"/>
                  </a:lnTo>
                  <a:lnTo>
                    <a:pt x="219346" y="96198"/>
                  </a:lnTo>
                  <a:lnTo>
                    <a:pt x="217098" y="91349"/>
                  </a:lnTo>
                  <a:lnTo>
                    <a:pt x="214697" y="86573"/>
                  </a:lnTo>
                  <a:lnTo>
                    <a:pt x="212145" y="81877"/>
                  </a:lnTo>
                  <a:lnTo>
                    <a:pt x="209443" y="77264"/>
                  </a:lnTo>
                  <a:lnTo>
                    <a:pt x="206596" y="72741"/>
                  </a:lnTo>
                  <a:lnTo>
                    <a:pt x="203605" y="68310"/>
                  </a:lnTo>
                  <a:lnTo>
                    <a:pt x="200474" y="63978"/>
                  </a:lnTo>
                  <a:lnTo>
                    <a:pt x="197206" y="59748"/>
                  </a:lnTo>
                  <a:lnTo>
                    <a:pt x="193805" y="55624"/>
                  </a:lnTo>
                  <a:lnTo>
                    <a:pt x="190274" y="51612"/>
                  </a:lnTo>
                  <a:lnTo>
                    <a:pt x="186616" y="47714"/>
                  </a:lnTo>
                  <a:lnTo>
                    <a:pt x="182835" y="43935"/>
                  </a:lnTo>
                  <a:lnTo>
                    <a:pt x="178935" y="40279"/>
                  </a:lnTo>
                  <a:lnTo>
                    <a:pt x="174921" y="36750"/>
                  </a:lnTo>
                  <a:lnTo>
                    <a:pt x="170796" y="33351"/>
                  </a:lnTo>
                  <a:lnTo>
                    <a:pt x="166564" y="30085"/>
                  </a:lnTo>
                  <a:lnTo>
                    <a:pt x="162230" y="26957"/>
                  </a:lnTo>
                  <a:lnTo>
                    <a:pt x="157798" y="23968"/>
                  </a:lnTo>
                  <a:lnTo>
                    <a:pt x="153273" y="21123"/>
                  </a:lnTo>
                  <a:lnTo>
                    <a:pt x="148659" y="18424"/>
                  </a:lnTo>
                  <a:lnTo>
                    <a:pt x="143962" y="15874"/>
                  </a:lnTo>
                  <a:lnTo>
                    <a:pt x="139185" y="13475"/>
                  </a:lnTo>
                  <a:lnTo>
                    <a:pt x="134334" y="11230"/>
                  </a:lnTo>
                  <a:lnTo>
                    <a:pt x="129414" y="9141"/>
                  </a:lnTo>
                  <a:lnTo>
                    <a:pt x="124429" y="7211"/>
                  </a:lnTo>
                  <a:lnTo>
                    <a:pt x="119385" y="5442"/>
                  </a:lnTo>
                  <a:lnTo>
                    <a:pt x="114287" y="3834"/>
                  </a:lnTo>
                  <a:lnTo>
                    <a:pt x="109141" y="2390"/>
                  </a:lnTo>
                  <a:lnTo>
                    <a:pt x="103951" y="1111"/>
                  </a:lnTo>
                  <a:lnTo>
                    <a:pt x="98722" y="0"/>
                  </a:lnTo>
                  <a:lnTo>
                    <a:pt x="66565" y="16404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g167"/>
            <p:cNvSpPr/>
            <p:nvPr/>
          </p:nvSpPr>
          <p:spPr>
            <a:xfrm>
              <a:off x="6021039" y="1322571"/>
              <a:ext cx="32157" cy="167167"/>
            </a:xfrm>
            <a:custGeom>
              <a:avLst/>
              <a:pathLst>
                <a:path w="32157" h="167167">
                  <a:moveTo>
                    <a:pt x="32157" y="3122"/>
                  </a:moveTo>
                  <a:lnTo>
                    <a:pt x="25783" y="2000"/>
                  </a:lnTo>
                  <a:lnTo>
                    <a:pt x="19371" y="1126"/>
                  </a:lnTo>
                  <a:lnTo>
                    <a:pt x="12930" y="500"/>
                  </a:lnTo>
                  <a:lnTo>
                    <a:pt x="6470" y="12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g168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g169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g170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g171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g172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g173"/>
            <p:cNvSpPr/>
            <p:nvPr/>
          </p:nvSpPr>
          <p:spPr>
            <a:xfrm>
              <a:off x="5378091" y="1071028"/>
              <a:ext cx="167167" cy="291023"/>
            </a:xfrm>
            <a:custGeom>
              <a:avLst/>
              <a:pathLst>
                <a:path w="167167" h="291023">
                  <a:moveTo>
                    <a:pt x="167167" y="0"/>
                  </a:moveTo>
                  <a:lnTo>
                    <a:pt x="161807" y="85"/>
                  </a:lnTo>
                  <a:lnTo>
                    <a:pt x="156452" y="343"/>
                  </a:lnTo>
                  <a:lnTo>
                    <a:pt x="151109" y="773"/>
                  </a:lnTo>
                  <a:lnTo>
                    <a:pt x="145782" y="1373"/>
                  </a:lnTo>
                  <a:lnTo>
                    <a:pt x="140477" y="2144"/>
                  </a:lnTo>
                  <a:lnTo>
                    <a:pt x="135199" y="3085"/>
                  </a:lnTo>
                  <a:lnTo>
                    <a:pt x="129954" y="4194"/>
                  </a:lnTo>
                  <a:lnTo>
                    <a:pt x="124748" y="5471"/>
                  </a:lnTo>
                  <a:lnTo>
                    <a:pt x="119585" y="6914"/>
                  </a:lnTo>
                  <a:lnTo>
                    <a:pt x="114471" y="8522"/>
                  </a:lnTo>
                  <a:lnTo>
                    <a:pt x="109411" y="10294"/>
                  </a:lnTo>
                  <a:lnTo>
                    <a:pt x="104411" y="12226"/>
                  </a:lnTo>
                  <a:lnTo>
                    <a:pt x="99475" y="14318"/>
                  </a:lnTo>
                  <a:lnTo>
                    <a:pt x="94609" y="16567"/>
                  </a:lnTo>
                  <a:lnTo>
                    <a:pt x="89818" y="18971"/>
                  </a:lnTo>
                  <a:lnTo>
                    <a:pt x="85106" y="21527"/>
                  </a:lnTo>
                  <a:lnTo>
                    <a:pt x="80478" y="24233"/>
                  </a:lnTo>
                  <a:lnTo>
                    <a:pt x="75940" y="27087"/>
                  </a:lnTo>
                  <a:lnTo>
                    <a:pt x="71495" y="30084"/>
                  </a:lnTo>
                  <a:lnTo>
                    <a:pt x="67149" y="33222"/>
                  </a:lnTo>
                  <a:lnTo>
                    <a:pt x="62905" y="36498"/>
                  </a:lnTo>
                  <a:lnTo>
                    <a:pt x="58769" y="39908"/>
                  </a:lnTo>
                  <a:lnTo>
                    <a:pt x="54744" y="43449"/>
                  </a:lnTo>
                  <a:lnTo>
                    <a:pt x="50835" y="47117"/>
                  </a:lnTo>
                  <a:lnTo>
                    <a:pt x="47046" y="50909"/>
                  </a:lnTo>
                  <a:lnTo>
                    <a:pt x="43380" y="54821"/>
                  </a:lnTo>
                  <a:lnTo>
                    <a:pt x="39841" y="58847"/>
                  </a:lnTo>
                  <a:lnTo>
                    <a:pt x="36433" y="62986"/>
                  </a:lnTo>
                  <a:lnTo>
                    <a:pt x="33160" y="67231"/>
                  </a:lnTo>
                  <a:lnTo>
                    <a:pt x="30025" y="71579"/>
                  </a:lnTo>
                  <a:lnTo>
                    <a:pt x="27030" y="76026"/>
                  </a:lnTo>
                  <a:lnTo>
                    <a:pt x="24180" y="80566"/>
                  </a:lnTo>
                  <a:lnTo>
                    <a:pt x="21477" y="85195"/>
                  </a:lnTo>
                  <a:lnTo>
                    <a:pt x="18923" y="89909"/>
                  </a:lnTo>
                  <a:lnTo>
                    <a:pt x="16522" y="94702"/>
                  </a:lnTo>
                  <a:lnTo>
                    <a:pt x="14276" y="99570"/>
                  </a:lnTo>
                  <a:lnTo>
                    <a:pt x="12187" y="104507"/>
                  </a:lnTo>
                  <a:lnTo>
                    <a:pt x="10258" y="109508"/>
                  </a:lnTo>
                  <a:lnTo>
                    <a:pt x="8490" y="114569"/>
                  </a:lnTo>
                  <a:lnTo>
                    <a:pt x="6885" y="119684"/>
                  </a:lnTo>
                  <a:lnTo>
                    <a:pt x="5445" y="124848"/>
                  </a:lnTo>
                  <a:lnTo>
                    <a:pt x="4171" y="130055"/>
                  </a:lnTo>
                  <a:lnTo>
                    <a:pt x="3065" y="135300"/>
                  </a:lnTo>
                  <a:lnTo>
                    <a:pt x="2128" y="140578"/>
                  </a:lnTo>
                  <a:lnTo>
                    <a:pt x="1360" y="145884"/>
                  </a:lnTo>
                  <a:lnTo>
                    <a:pt x="763" y="151211"/>
                  </a:lnTo>
                  <a:lnTo>
                    <a:pt x="337" y="156555"/>
                  </a:lnTo>
                  <a:lnTo>
                    <a:pt x="82" y="161910"/>
                  </a:lnTo>
                  <a:lnTo>
                    <a:pt x="0" y="167270"/>
                  </a:lnTo>
                  <a:lnTo>
                    <a:pt x="89" y="172630"/>
                  </a:lnTo>
                  <a:lnTo>
                    <a:pt x="350" y="177984"/>
                  </a:lnTo>
                  <a:lnTo>
                    <a:pt x="782" y="183328"/>
                  </a:lnTo>
                  <a:lnTo>
                    <a:pt x="1386" y="188654"/>
                  </a:lnTo>
                  <a:lnTo>
                    <a:pt x="2160" y="193959"/>
                  </a:lnTo>
                  <a:lnTo>
                    <a:pt x="3104" y="199236"/>
                  </a:lnTo>
                  <a:lnTo>
                    <a:pt x="4217" y="204480"/>
                  </a:lnTo>
                  <a:lnTo>
                    <a:pt x="5497" y="209686"/>
                  </a:lnTo>
                  <a:lnTo>
                    <a:pt x="6944" y="214848"/>
                  </a:lnTo>
                  <a:lnTo>
                    <a:pt x="8555" y="219960"/>
                  </a:lnTo>
                  <a:lnTo>
                    <a:pt x="10329" y="225019"/>
                  </a:lnTo>
                  <a:lnTo>
                    <a:pt x="12265" y="230018"/>
                  </a:lnTo>
                  <a:lnTo>
                    <a:pt x="14360" y="234953"/>
                  </a:lnTo>
                  <a:lnTo>
                    <a:pt x="16612" y="239817"/>
                  </a:lnTo>
                  <a:lnTo>
                    <a:pt x="19019" y="244608"/>
                  </a:lnTo>
                  <a:lnTo>
                    <a:pt x="21578" y="249318"/>
                  </a:lnTo>
                  <a:lnTo>
                    <a:pt x="24287" y="253944"/>
                  </a:lnTo>
                  <a:lnTo>
                    <a:pt x="27143" y="258481"/>
                  </a:lnTo>
                  <a:lnTo>
                    <a:pt x="30143" y="262923"/>
                  </a:lnTo>
                  <a:lnTo>
                    <a:pt x="33283" y="267268"/>
                  </a:lnTo>
                  <a:lnTo>
                    <a:pt x="36562" y="271509"/>
                  </a:lnTo>
                  <a:lnTo>
                    <a:pt x="39975" y="275643"/>
                  </a:lnTo>
                  <a:lnTo>
                    <a:pt x="43518" y="279666"/>
                  </a:lnTo>
                  <a:lnTo>
                    <a:pt x="47189" y="283573"/>
                  </a:lnTo>
                  <a:lnTo>
                    <a:pt x="50983" y="287360"/>
                  </a:lnTo>
                  <a:lnTo>
                    <a:pt x="54897" y="291023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g174"/>
            <p:cNvSpPr/>
            <p:nvPr/>
          </p:nvSpPr>
          <p:spPr>
            <a:xfrm>
              <a:off x="5432988" y="1238196"/>
              <a:ext cx="112270" cy="123856"/>
            </a:xfrm>
            <a:custGeom>
              <a:avLst/>
              <a:pathLst>
                <a:path w="112270" h="123856">
                  <a:moveTo>
                    <a:pt x="0" y="123856"/>
                  </a:moveTo>
                  <a:lnTo>
                    <a:pt x="112270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g175"/>
            <p:cNvSpPr/>
            <p:nvPr/>
          </p:nvSpPr>
          <p:spPr>
            <a:xfrm>
              <a:off x="5432988" y="1238196"/>
              <a:ext cx="112270" cy="123856"/>
            </a:xfrm>
            <a:custGeom>
              <a:avLst/>
              <a:pathLst>
                <a:path w="112270" h="123856">
                  <a:moveTo>
                    <a:pt x="0" y="123856"/>
                  </a:moveTo>
                  <a:lnTo>
                    <a:pt x="112270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g176"/>
            <p:cNvSpPr/>
            <p:nvPr/>
          </p:nvSpPr>
          <p:spPr>
            <a:xfrm>
              <a:off x="5432988" y="1238196"/>
              <a:ext cx="112270" cy="123856"/>
            </a:xfrm>
            <a:custGeom>
              <a:avLst/>
              <a:pathLst>
                <a:path w="112270" h="123856">
                  <a:moveTo>
                    <a:pt x="0" y="123856"/>
                  </a:moveTo>
                  <a:lnTo>
                    <a:pt x="112270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g177"/>
            <p:cNvSpPr/>
            <p:nvPr/>
          </p:nvSpPr>
          <p:spPr>
            <a:xfrm>
              <a:off x="5432988" y="1238196"/>
              <a:ext cx="112270" cy="123856"/>
            </a:xfrm>
            <a:custGeom>
              <a:avLst/>
              <a:pathLst>
                <a:path w="112270" h="123856">
                  <a:moveTo>
                    <a:pt x="0" y="123856"/>
                  </a:moveTo>
                  <a:lnTo>
                    <a:pt x="112270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g178"/>
            <p:cNvSpPr/>
            <p:nvPr/>
          </p:nvSpPr>
          <p:spPr>
            <a:xfrm>
              <a:off x="5432988" y="1238196"/>
              <a:ext cx="112270" cy="123856"/>
            </a:xfrm>
            <a:custGeom>
              <a:avLst/>
              <a:pathLst>
                <a:path w="112270" h="123856">
                  <a:moveTo>
                    <a:pt x="0" y="123856"/>
                  </a:moveTo>
                  <a:lnTo>
                    <a:pt x="11227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g179"/>
            <p:cNvSpPr/>
            <p:nvPr/>
          </p:nvSpPr>
          <p:spPr>
            <a:xfrm>
              <a:off x="5432988" y="1238196"/>
              <a:ext cx="112270" cy="123856"/>
            </a:xfrm>
            <a:custGeom>
              <a:avLst/>
              <a:pathLst>
                <a:path w="112270" h="123856">
                  <a:moveTo>
                    <a:pt x="0" y="123856"/>
                  </a:moveTo>
                  <a:lnTo>
                    <a:pt x="11227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g180"/>
            <p:cNvSpPr/>
            <p:nvPr/>
          </p:nvSpPr>
          <p:spPr>
            <a:xfrm>
              <a:off x="5432988" y="1238196"/>
              <a:ext cx="112270" cy="123856"/>
            </a:xfrm>
            <a:custGeom>
              <a:avLst/>
              <a:pathLst>
                <a:path w="112270" h="123856">
                  <a:moveTo>
                    <a:pt x="0" y="123856"/>
                  </a:moveTo>
                  <a:lnTo>
                    <a:pt x="11227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g181"/>
            <p:cNvSpPr/>
            <p:nvPr/>
          </p:nvSpPr>
          <p:spPr>
            <a:xfrm>
              <a:off x="5432988" y="1238196"/>
              <a:ext cx="112270" cy="123856"/>
            </a:xfrm>
            <a:custGeom>
              <a:avLst/>
              <a:pathLst>
                <a:path w="112270" h="123856">
                  <a:moveTo>
                    <a:pt x="0" y="123856"/>
                  </a:moveTo>
                  <a:lnTo>
                    <a:pt x="11227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g182"/>
            <p:cNvSpPr/>
            <p:nvPr/>
          </p:nvSpPr>
          <p:spPr>
            <a:xfrm>
              <a:off x="5432988" y="1238196"/>
              <a:ext cx="112270" cy="123856"/>
            </a:xfrm>
            <a:custGeom>
              <a:avLst/>
              <a:pathLst>
                <a:path w="112270" h="123856">
                  <a:moveTo>
                    <a:pt x="0" y="123856"/>
                  </a:moveTo>
                  <a:lnTo>
                    <a:pt x="11227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g183"/>
            <p:cNvSpPr/>
            <p:nvPr/>
          </p:nvSpPr>
          <p:spPr>
            <a:xfrm>
              <a:off x="5432988" y="1238196"/>
              <a:ext cx="112270" cy="123856"/>
            </a:xfrm>
            <a:custGeom>
              <a:avLst/>
              <a:pathLst>
                <a:path w="112270" h="123856">
                  <a:moveTo>
                    <a:pt x="0" y="123856"/>
                  </a:moveTo>
                  <a:lnTo>
                    <a:pt x="11227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g184"/>
            <p:cNvSpPr/>
            <p:nvPr/>
          </p:nvSpPr>
          <p:spPr>
            <a:xfrm>
              <a:off x="5432988" y="1238196"/>
              <a:ext cx="112270" cy="123856"/>
            </a:xfrm>
            <a:custGeom>
              <a:avLst/>
              <a:pathLst>
                <a:path w="112270" h="123856">
                  <a:moveTo>
                    <a:pt x="0" y="123856"/>
                  </a:moveTo>
                  <a:lnTo>
                    <a:pt x="112270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g185"/>
            <p:cNvSpPr/>
            <p:nvPr/>
          </p:nvSpPr>
          <p:spPr>
            <a:xfrm>
              <a:off x="5432988" y="1238196"/>
              <a:ext cx="112270" cy="123856"/>
            </a:xfrm>
            <a:custGeom>
              <a:avLst/>
              <a:pathLst>
                <a:path w="112270" h="123856">
                  <a:moveTo>
                    <a:pt x="0" y="123856"/>
                  </a:moveTo>
                  <a:lnTo>
                    <a:pt x="11227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g186"/>
            <p:cNvSpPr/>
            <p:nvPr/>
          </p:nvSpPr>
          <p:spPr>
            <a:xfrm>
              <a:off x="5432988" y="1238196"/>
              <a:ext cx="112270" cy="123856"/>
            </a:xfrm>
            <a:custGeom>
              <a:avLst/>
              <a:pathLst>
                <a:path w="112270" h="123856">
                  <a:moveTo>
                    <a:pt x="0" y="123856"/>
                  </a:moveTo>
                  <a:lnTo>
                    <a:pt x="11227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g187"/>
            <p:cNvSpPr/>
            <p:nvPr/>
          </p:nvSpPr>
          <p:spPr>
            <a:xfrm>
              <a:off x="5432988" y="1238196"/>
              <a:ext cx="112270" cy="123856"/>
            </a:xfrm>
            <a:custGeom>
              <a:avLst/>
              <a:pathLst>
                <a:path w="112270" h="123856">
                  <a:moveTo>
                    <a:pt x="0" y="123856"/>
                  </a:moveTo>
                  <a:lnTo>
                    <a:pt x="112270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g188"/>
            <p:cNvSpPr/>
            <p:nvPr/>
          </p:nvSpPr>
          <p:spPr>
            <a:xfrm>
              <a:off x="5432988" y="1238196"/>
              <a:ext cx="112270" cy="123856"/>
            </a:xfrm>
            <a:custGeom>
              <a:avLst/>
              <a:pathLst>
                <a:path w="112270" h="123856">
                  <a:moveTo>
                    <a:pt x="0" y="123856"/>
                  </a:moveTo>
                  <a:lnTo>
                    <a:pt x="11227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g189"/>
            <p:cNvSpPr/>
            <p:nvPr/>
          </p:nvSpPr>
          <p:spPr>
            <a:xfrm>
              <a:off x="5432988" y="1238196"/>
              <a:ext cx="112270" cy="123856"/>
            </a:xfrm>
            <a:custGeom>
              <a:avLst/>
              <a:pathLst>
                <a:path w="112270" h="123856">
                  <a:moveTo>
                    <a:pt x="0" y="123856"/>
                  </a:moveTo>
                  <a:lnTo>
                    <a:pt x="11227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g190"/>
            <p:cNvSpPr/>
            <p:nvPr/>
          </p:nvSpPr>
          <p:spPr>
            <a:xfrm>
              <a:off x="5432988" y="1238196"/>
              <a:ext cx="112270" cy="123856"/>
            </a:xfrm>
            <a:custGeom>
              <a:avLst/>
              <a:pathLst>
                <a:path w="112270" h="123856">
                  <a:moveTo>
                    <a:pt x="0" y="123856"/>
                  </a:moveTo>
                  <a:lnTo>
                    <a:pt x="11227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g191"/>
            <p:cNvSpPr/>
            <p:nvPr/>
          </p:nvSpPr>
          <p:spPr>
            <a:xfrm>
              <a:off x="5432988" y="1238196"/>
              <a:ext cx="112270" cy="123856"/>
            </a:xfrm>
            <a:custGeom>
              <a:avLst/>
              <a:pathLst>
                <a:path w="112270" h="123856">
                  <a:moveTo>
                    <a:pt x="0" y="123856"/>
                  </a:moveTo>
                  <a:lnTo>
                    <a:pt x="11227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g192"/>
            <p:cNvSpPr/>
            <p:nvPr/>
          </p:nvSpPr>
          <p:spPr>
            <a:xfrm>
              <a:off x="5432988" y="1238196"/>
              <a:ext cx="112270" cy="123856"/>
            </a:xfrm>
            <a:custGeom>
              <a:avLst/>
              <a:pathLst>
                <a:path w="112270" h="123856">
                  <a:moveTo>
                    <a:pt x="0" y="123856"/>
                  </a:moveTo>
                  <a:lnTo>
                    <a:pt x="11227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g193"/>
            <p:cNvSpPr/>
            <p:nvPr/>
          </p:nvSpPr>
          <p:spPr>
            <a:xfrm>
              <a:off x="5432988" y="1238196"/>
              <a:ext cx="112270" cy="123856"/>
            </a:xfrm>
            <a:custGeom>
              <a:avLst/>
              <a:pathLst>
                <a:path w="112270" h="123856">
                  <a:moveTo>
                    <a:pt x="0" y="123856"/>
                  </a:moveTo>
                  <a:lnTo>
                    <a:pt x="11227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g194"/>
            <p:cNvSpPr/>
            <p:nvPr/>
          </p:nvSpPr>
          <p:spPr>
            <a:xfrm>
              <a:off x="5432988" y="1113136"/>
              <a:ext cx="279419" cy="292225"/>
            </a:xfrm>
            <a:custGeom>
              <a:avLst/>
              <a:pathLst>
                <a:path w="279419" h="292225">
                  <a:moveTo>
                    <a:pt x="0" y="248915"/>
                  </a:moveTo>
                  <a:lnTo>
                    <a:pt x="4000" y="252427"/>
                  </a:lnTo>
                  <a:lnTo>
                    <a:pt x="8109" y="255809"/>
                  </a:lnTo>
                  <a:lnTo>
                    <a:pt x="12325" y="259059"/>
                  </a:lnTo>
                  <a:lnTo>
                    <a:pt x="16642" y="262173"/>
                  </a:lnTo>
                  <a:lnTo>
                    <a:pt x="21055" y="265148"/>
                  </a:lnTo>
                  <a:lnTo>
                    <a:pt x="25562" y="267981"/>
                  </a:lnTo>
                  <a:lnTo>
                    <a:pt x="30156" y="270669"/>
                  </a:lnTo>
                  <a:lnTo>
                    <a:pt x="34833" y="273209"/>
                  </a:lnTo>
                  <a:lnTo>
                    <a:pt x="39589" y="275600"/>
                  </a:lnTo>
                  <a:lnTo>
                    <a:pt x="44419" y="277837"/>
                  </a:lnTo>
                  <a:lnTo>
                    <a:pt x="49317" y="279920"/>
                  </a:lnTo>
                  <a:lnTo>
                    <a:pt x="54279" y="281846"/>
                  </a:lnTo>
                  <a:lnTo>
                    <a:pt x="59300" y="283612"/>
                  </a:lnTo>
                  <a:lnTo>
                    <a:pt x="64375" y="285218"/>
                  </a:lnTo>
                  <a:lnTo>
                    <a:pt x="69498" y="286662"/>
                  </a:lnTo>
                  <a:lnTo>
                    <a:pt x="74665" y="287942"/>
                  </a:lnTo>
                  <a:lnTo>
                    <a:pt x="79869" y="289056"/>
                  </a:lnTo>
                  <a:lnTo>
                    <a:pt x="85107" y="290005"/>
                  </a:lnTo>
                  <a:lnTo>
                    <a:pt x="90372" y="290786"/>
                  </a:lnTo>
                  <a:lnTo>
                    <a:pt x="95659" y="291399"/>
                  </a:lnTo>
                  <a:lnTo>
                    <a:pt x="100964" y="291844"/>
                  </a:lnTo>
                  <a:lnTo>
                    <a:pt x="106279" y="292119"/>
                  </a:lnTo>
                  <a:lnTo>
                    <a:pt x="111601" y="292225"/>
                  </a:lnTo>
                  <a:lnTo>
                    <a:pt x="116923" y="292162"/>
                  </a:lnTo>
                  <a:lnTo>
                    <a:pt x="122241" y="291929"/>
                  </a:lnTo>
                  <a:lnTo>
                    <a:pt x="127548" y="291527"/>
                  </a:lnTo>
                  <a:lnTo>
                    <a:pt x="132841" y="290956"/>
                  </a:lnTo>
                  <a:lnTo>
                    <a:pt x="138112" y="290217"/>
                  </a:lnTo>
                  <a:lnTo>
                    <a:pt x="143357" y="289310"/>
                  </a:lnTo>
                  <a:lnTo>
                    <a:pt x="148570" y="288237"/>
                  </a:lnTo>
                  <a:lnTo>
                    <a:pt x="153747" y="286999"/>
                  </a:lnTo>
                  <a:lnTo>
                    <a:pt x="158881" y="285596"/>
                  </a:lnTo>
                  <a:lnTo>
                    <a:pt x="163969" y="284031"/>
                  </a:lnTo>
                  <a:lnTo>
                    <a:pt x="169004" y="282305"/>
                  </a:lnTo>
                  <a:lnTo>
                    <a:pt x="173981" y="280419"/>
                  </a:lnTo>
                  <a:lnTo>
                    <a:pt x="178896" y="278375"/>
                  </a:lnTo>
                  <a:lnTo>
                    <a:pt x="183743" y="276176"/>
                  </a:lnTo>
                  <a:lnTo>
                    <a:pt x="188518" y="273824"/>
                  </a:lnTo>
                  <a:lnTo>
                    <a:pt x="193216" y="271321"/>
                  </a:lnTo>
                  <a:lnTo>
                    <a:pt x="197831" y="268670"/>
                  </a:lnTo>
                  <a:lnTo>
                    <a:pt x="202360" y="265873"/>
                  </a:lnTo>
                  <a:lnTo>
                    <a:pt x="206797" y="262934"/>
                  </a:lnTo>
                  <a:lnTo>
                    <a:pt x="211139" y="259854"/>
                  </a:lnTo>
                  <a:lnTo>
                    <a:pt x="215380" y="256638"/>
                  </a:lnTo>
                  <a:lnTo>
                    <a:pt x="219517" y="253289"/>
                  </a:lnTo>
                  <a:lnTo>
                    <a:pt x="223545" y="249809"/>
                  </a:lnTo>
                  <a:lnTo>
                    <a:pt x="227460" y="246204"/>
                  </a:lnTo>
                  <a:lnTo>
                    <a:pt x="231259" y="242475"/>
                  </a:lnTo>
                  <a:lnTo>
                    <a:pt x="234937" y="238627"/>
                  </a:lnTo>
                  <a:lnTo>
                    <a:pt x="238490" y="234664"/>
                  </a:lnTo>
                  <a:lnTo>
                    <a:pt x="241916" y="230590"/>
                  </a:lnTo>
                  <a:lnTo>
                    <a:pt x="245210" y="226409"/>
                  </a:lnTo>
                  <a:lnTo>
                    <a:pt x="248369" y="222125"/>
                  </a:lnTo>
                  <a:lnTo>
                    <a:pt x="251390" y="217743"/>
                  </a:lnTo>
                  <a:lnTo>
                    <a:pt x="254271" y="213267"/>
                  </a:lnTo>
                  <a:lnTo>
                    <a:pt x="257007" y="208701"/>
                  </a:lnTo>
                  <a:lnTo>
                    <a:pt x="259596" y="204051"/>
                  </a:lnTo>
                  <a:lnTo>
                    <a:pt x="262037" y="199321"/>
                  </a:lnTo>
                  <a:lnTo>
                    <a:pt x="264325" y="194515"/>
                  </a:lnTo>
                  <a:lnTo>
                    <a:pt x="266459" y="189639"/>
                  </a:lnTo>
                  <a:lnTo>
                    <a:pt x="268437" y="184697"/>
                  </a:lnTo>
                  <a:lnTo>
                    <a:pt x="270256" y="179695"/>
                  </a:lnTo>
                  <a:lnTo>
                    <a:pt x="271916" y="174638"/>
                  </a:lnTo>
                  <a:lnTo>
                    <a:pt x="273413" y="169530"/>
                  </a:lnTo>
                  <a:lnTo>
                    <a:pt x="274747" y="164377"/>
                  </a:lnTo>
                  <a:lnTo>
                    <a:pt x="275917" y="159184"/>
                  </a:lnTo>
                  <a:lnTo>
                    <a:pt x="276920" y="153957"/>
                  </a:lnTo>
                  <a:lnTo>
                    <a:pt x="277757" y="148700"/>
                  </a:lnTo>
                  <a:lnTo>
                    <a:pt x="278426" y="143420"/>
                  </a:lnTo>
                  <a:lnTo>
                    <a:pt x="278926" y="138121"/>
                  </a:lnTo>
                  <a:lnTo>
                    <a:pt x="279257" y="132808"/>
                  </a:lnTo>
                  <a:lnTo>
                    <a:pt x="279419" y="127488"/>
                  </a:lnTo>
                  <a:lnTo>
                    <a:pt x="279412" y="122165"/>
                  </a:lnTo>
                  <a:lnTo>
                    <a:pt x="279235" y="116845"/>
                  </a:lnTo>
                  <a:lnTo>
                    <a:pt x="278889" y="111534"/>
                  </a:lnTo>
                  <a:lnTo>
                    <a:pt x="278374" y="106236"/>
                  </a:lnTo>
                  <a:lnTo>
                    <a:pt x="277690" y="100957"/>
                  </a:lnTo>
                  <a:lnTo>
                    <a:pt x="276839" y="95703"/>
                  </a:lnTo>
                  <a:lnTo>
                    <a:pt x="275821" y="90479"/>
                  </a:lnTo>
                  <a:lnTo>
                    <a:pt x="274637" y="85289"/>
                  </a:lnTo>
                  <a:lnTo>
                    <a:pt x="273289" y="80140"/>
                  </a:lnTo>
                  <a:lnTo>
                    <a:pt x="271777" y="75037"/>
                  </a:lnTo>
                  <a:lnTo>
                    <a:pt x="270104" y="69984"/>
                  </a:lnTo>
                  <a:lnTo>
                    <a:pt x="268270" y="64987"/>
                  </a:lnTo>
                  <a:lnTo>
                    <a:pt x="266279" y="60051"/>
                  </a:lnTo>
                  <a:lnTo>
                    <a:pt x="264131" y="55180"/>
                  </a:lnTo>
                  <a:lnTo>
                    <a:pt x="261829" y="50381"/>
                  </a:lnTo>
                  <a:lnTo>
                    <a:pt x="259376" y="45657"/>
                  </a:lnTo>
                  <a:lnTo>
                    <a:pt x="256774" y="41014"/>
                  </a:lnTo>
                  <a:lnTo>
                    <a:pt x="254025" y="36456"/>
                  </a:lnTo>
                  <a:lnTo>
                    <a:pt x="251132" y="31988"/>
                  </a:lnTo>
                  <a:lnTo>
                    <a:pt x="248099" y="27614"/>
                  </a:lnTo>
                  <a:lnTo>
                    <a:pt x="244927" y="23339"/>
                  </a:lnTo>
                  <a:lnTo>
                    <a:pt x="241622" y="19168"/>
                  </a:lnTo>
                  <a:lnTo>
                    <a:pt x="238185" y="15103"/>
                  </a:lnTo>
                  <a:lnTo>
                    <a:pt x="234620" y="11150"/>
                  </a:lnTo>
                  <a:lnTo>
                    <a:pt x="230932" y="7313"/>
                  </a:lnTo>
                  <a:lnTo>
                    <a:pt x="227123" y="3594"/>
                  </a:lnTo>
                  <a:lnTo>
                    <a:pt x="223198" y="0"/>
                  </a:lnTo>
                  <a:lnTo>
                    <a:pt x="112270" y="12505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g195"/>
            <p:cNvSpPr/>
            <p:nvPr/>
          </p:nvSpPr>
          <p:spPr>
            <a:xfrm>
              <a:off x="5545258" y="1071028"/>
              <a:ext cx="110928" cy="167167"/>
            </a:xfrm>
            <a:custGeom>
              <a:avLst/>
              <a:pathLst>
                <a:path w="110928" h="167167">
                  <a:moveTo>
                    <a:pt x="110928" y="42107"/>
                  </a:moveTo>
                  <a:lnTo>
                    <a:pt x="106744" y="38518"/>
                  </a:lnTo>
                  <a:lnTo>
                    <a:pt x="102443" y="35068"/>
                  </a:lnTo>
                  <a:lnTo>
                    <a:pt x="98032" y="31761"/>
                  </a:lnTo>
                  <a:lnTo>
                    <a:pt x="93513" y="28602"/>
                  </a:lnTo>
                  <a:lnTo>
                    <a:pt x="88893" y="25594"/>
                  </a:lnTo>
                  <a:lnTo>
                    <a:pt x="84176" y="22740"/>
                  </a:lnTo>
                  <a:lnTo>
                    <a:pt x="79368" y="20043"/>
                  </a:lnTo>
                  <a:lnTo>
                    <a:pt x="74473" y="17505"/>
                  </a:lnTo>
                  <a:lnTo>
                    <a:pt x="69498" y="15131"/>
                  </a:lnTo>
                  <a:lnTo>
                    <a:pt x="64447" y="12922"/>
                  </a:lnTo>
                  <a:lnTo>
                    <a:pt x="59325" y="10881"/>
                  </a:lnTo>
                  <a:lnTo>
                    <a:pt x="54139" y="9009"/>
                  </a:lnTo>
                  <a:lnTo>
                    <a:pt x="48895" y="7310"/>
                  </a:lnTo>
                  <a:lnTo>
                    <a:pt x="43597" y="5785"/>
                  </a:lnTo>
                  <a:lnTo>
                    <a:pt x="38251" y="4435"/>
                  </a:lnTo>
                  <a:lnTo>
                    <a:pt x="32864" y="3262"/>
                  </a:lnTo>
                  <a:lnTo>
                    <a:pt x="27442" y="2267"/>
                  </a:lnTo>
                  <a:lnTo>
                    <a:pt x="21989" y="1452"/>
                  </a:lnTo>
                  <a:lnTo>
                    <a:pt x="16513" y="817"/>
                  </a:lnTo>
                  <a:lnTo>
                    <a:pt x="11018" y="363"/>
                  </a:lnTo>
                  <a:lnTo>
                    <a:pt x="5512" y="9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g196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g197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g198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g199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g200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g201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g202"/>
            <p:cNvSpPr/>
            <p:nvPr/>
          </p:nvSpPr>
          <p:spPr>
            <a:xfrm>
              <a:off x="4939443" y="941493"/>
              <a:ext cx="84100" cy="167167"/>
            </a:xfrm>
            <a:custGeom>
              <a:avLst/>
              <a:pathLst>
                <a:path w="84100" h="167167">
                  <a:moveTo>
                    <a:pt x="84100" y="0"/>
                  </a:moveTo>
                  <a:lnTo>
                    <a:pt x="78226" y="103"/>
                  </a:lnTo>
                  <a:lnTo>
                    <a:pt x="72360" y="412"/>
                  </a:lnTo>
                  <a:lnTo>
                    <a:pt x="66507" y="928"/>
                  </a:lnTo>
                  <a:lnTo>
                    <a:pt x="60677" y="1649"/>
                  </a:lnTo>
                  <a:lnTo>
                    <a:pt x="54876" y="2574"/>
                  </a:lnTo>
                  <a:lnTo>
                    <a:pt x="49110" y="3702"/>
                  </a:lnTo>
                  <a:lnTo>
                    <a:pt x="43388" y="5033"/>
                  </a:lnTo>
                  <a:lnTo>
                    <a:pt x="37716" y="6563"/>
                  </a:lnTo>
                  <a:lnTo>
                    <a:pt x="32102" y="8292"/>
                  </a:lnTo>
                  <a:lnTo>
                    <a:pt x="26551" y="10218"/>
                  </a:lnTo>
                  <a:lnTo>
                    <a:pt x="21072" y="12337"/>
                  </a:lnTo>
                  <a:lnTo>
                    <a:pt x="15671" y="14647"/>
                  </a:lnTo>
                  <a:lnTo>
                    <a:pt x="10354" y="17146"/>
                  </a:lnTo>
                  <a:lnTo>
                    <a:pt x="5128" y="19829"/>
                  </a:lnTo>
                  <a:lnTo>
                    <a:pt x="0" y="22695"/>
                  </a:lnTo>
                  <a:lnTo>
                    <a:pt x="8410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g203"/>
            <p:cNvSpPr/>
            <p:nvPr/>
          </p:nvSpPr>
          <p:spPr>
            <a:xfrm>
              <a:off x="4939443" y="964189"/>
              <a:ext cx="84100" cy="144471"/>
            </a:xfrm>
            <a:custGeom>
              <a:avLst/>
              <a:pathLst>
                <a:path w="84100" h="144471">
                  <a:moveTo>
                    <a:pt x="0" y="0"/>
                  </a:moveTo>
                  <a:lnTo>
                    <a:pt x="84100" y="14447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g204"/>
            <p:cNvSpPr/>
            <p:nvPr/>
          </p:nvSpPr>
          <p:spPr>
            <a:xfrm>
              <a:off x="4939443" y="964189"/>
              <a:ext cx="84100" cy="144471"/>
            </a:xfrm>
            <a:custGeom>
              <a:avLst/>
              <a:pathLst>
                <a:path w="84100" h="144471">
                  <a:moveTo>
                    <a:pt x="0" y="0"/>
                  </a:moveTo>
                  <a:lnTo>
                    <a:pt x="84100" y="14447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g205"/>
            <p:cNvSpPr/>
            <p:nvPr/>
          </p:nvSpPr>
          <p:spPr>
            <a:xfrm>
              <a:off x="4939443" y="964189"/>
              <a:ext cx="84100" cy="144471"/>
            </a:xfrm>
            <a:custGeom>
              <a:avLst/>
              <a:pathLst>
                <a:path w="84100" h="144471">
                  <a:moveTo>
                    <a:pt x="0" y="0"/>
                  </a:moveTo>
                  <a:lnTo>
                    <a:pt x="84100" y="14447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g206"/>
            <p:cNvSpPr/>
            <p:nvPr/>
          </p:nvSpPr>
          <p:spPr>
            <a:xfrm>
              <a:off x="4939443" y="964189"/>
              <a:ext cx="84100" cy="144471"/>
            </a:xfrm>
            <a:custGeom>
              <a:avLst/>
              <a:pathLst>
                <a:path w="84100" h="144471">
                  <a:moveTo>
                    <a:pt x="0" y="0"/>
                  </a:moveTo>
                  <a:lnTo>
                    <a:pt x="84100" y="14447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g207"/>
            <p:cNvSpPr/>
            <p:nvPr/>
          </p:nvSpPr>
          <p:spPr>
            <a:xfrm>
              <a:off x="4939443" y="964189"/>
              <a:ext cx="84100" cy="144471"/>
            </a:xfrm>
            <a:custGeom>
              <a:avLst/>
              <a:pathLst>
                <a:path w="84100" h="144471">
                  <a:moveTo>
                    <a:pt x="0" y="0"/>
                  </a:moveTo>
                  <a:lnTo>
                    <a:pt x="84100" y="14447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g208"/>
            <p:cNvSpPr/>
            <p:nvPr/>
          </p:nvSpPr>
          <p:spPr>
            <a:xfrm>
              <a:off x="4939443" y="964189"/>
              <a:ext cx="84100" cy="144471"/>
            </a:xfrm>
            <a:custGeom>
              <a:avLst/>
              <a:pathLst>
                <a:path w="84100" h="144471">
                  <a:moveTo>
                    <a:pt x="0" y="0"/>
                  </a:moveTo>
                  <a:lnTo>
                    <a:pt x="84100" y="14447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g209"/>
            <p:cNvSpPr/>
            <p:nvPr/>
          </p:nvSpPr>
          <p:spPr>
            <a:xfrm>
              <a:off x="4939443" y="964189"/>
              <a:ext cx="84100" cy="144471"/>
            </a:xfrm>
            <a:custGeom>
              <a:avLst/>
              <a:pathLst>
                <a:path w="84100" h="144471">
                  <a:moveTo>
                    <a:pt x="0" y="0"/>
                  </a:moveTo>
                  <a:lnTo>
                    <a:pt x="84100" y="14447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g210"/>
            <p:cNvSpPr/>
            <p:nvPr/>
          </p:nvSpPr>
          <p:spPr>
            <a:xfrm>
              <a:off x="4939443" y="964189"/>
              <a:ext cx="84100" cy="144471"/>
            </a:xfrm>
            <a:custGeom>
              <a:avLst/>
              <a:pathLst>
                <a:path w="84100" h="144471">
                  <a:moveTo>
                    <a:pt x="0" y="0"/>
                  </a:moveTo>
                  <a:lnTo>
                    <a:pt x="84100" y="14447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g211"/>
            <p:cNvSpPr/>
            <p:nvPr/>
          </p:nvSpPr>
          <p:spPr>
            <a:xfrm>
              <a:off x="4939443" y="964189"/>
              <a:ext cx="84100" cy="144471"/>
            </a:xfrm>
            <a:custGeom>
              <a:avLst/>
              <a:pathLst>
                <a:path w="84100" h="144471">
                  <a:moveTo>
                    <a:pt x="0" y="0"/>
                  </a:moveTo>
                  <a:lnTo>
                    <a:pt x="84100" y="14447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g212"/>
            <p:cNvSpPr/>
            <p:nvPr/>
          </p:nvSpPr>
          <p:spPr>
            <a:xfrm>
              <a:off x="4939443" y="964189"/>
              <a:ext cx="84100" cy="144471"/>
            </a:xfrm>
            <a:custGeom>
              <a:avLst/>
              <a:pathLst>
                <a:path w="84100" h="144471">
                  <a:moveTo>
                    <a:pt x="0" y="0"/>
                  </a:moveTo>
                  <a:lnTo>
                    <a:pt x="84100" y="14447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g213"/>
            <p:cNvSpPr/>
            <p:nvPr/>
          </p:nvSpPr>
          <p:spPr>
            <a:xfrm>
              <a:off x="4939443" y="964189"/>
              <a:ext cx="84100" cy="144471"/>
            </a:xfrm>
            <a:custGeom>
              <a:avLst/>
              <a:pathLst>
                <a:path w="84100" h="144471">
                  <a:moveTo>
                    <a:pt x="0" y="0"/>
                  </a:moveTo>
                  <a:lnTo>
                    <a:pt x="84100" y="14447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g214"/>
            <p:cNvSpPr/>
            <p:nvPr/>
          </p:nvSpPr>
          <p:spPr>
            <a:xfrm>
              <a:off x="4939443" y="964189"/>
              <a:ext cx="84100" cy="144471"/>
            </a:xfrm>
            <a:custGeom>
              <a:avLst/>
              <a:pathLst>
                <a:path w="84100" h="144471">
                  <a:moveTo>
                    <a:pt x="0" y="0"/>
                  </a:moveTo>
                  <a:lnTo>
                    <a:pt x="84100" y="14447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g215"/>
            <p:cNvSpPr/>
            <p:nvPr/>
          </p:nvSpPr>
          <p:spPr>
            <a:xfrm>
              <a:off x="4939443" y="964189"/>
              <a:ext cx="84100" cy="144471"/>
            </a:xfrm>
            <a:custGeom>
              <a:avLst/>
              <a:pathLst>
                <a:path w="84100" h="144471">
                  <a:moveTo>
                    <a:pt x="0" y="0"/>
                  </a:moveTo>
                  <a:lnTo>
                    <a:pt x="84100" y="14447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g216"/>
            <p:cNvSpPr/>
            <p:nvPr/>
          </p:nvSpPr>
          <p:spPr>
            <a:xfrm>
              <a:off x="4939443" y="964189"/>
              <a:ext cx="84100" cy="144471"/>
            </a:xfrm>
            <a:custGeom>
              <a:avLst/>
              <a:pathLst>
                <a:path w="84100" h="144471">
                  <a:moveTo>
                    <a:pt x="0" y="0"/>
                  </a:moveTo>
                  <a:lnTo>
                    <a:pt x="84100" y="14447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g217"/>
            <p:cNvSpPr/>
            <p:nvPr/>
          </p:nvSpPr>
          <p:spPr>
            <a:xfrm>
              <a:off x="4939443" y="964189"/>
              <a:ext cx="84100" cy="144471"/>
            </a:xfrm>
            <a:custGeom>
              <a:avLst/>
              <a:pathLst>
                <a:path w="84100" h="144471">
                  <a:moveTo>
                    <a:pt x="0" y="0"/>
                  </a:moveTo>
                  <a:lnTo>
                    <a:pt x="84100" y="14447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g218"/>
            <p:cNvSpPr/>
            <p:nvPr/>
          </p:nvSpPr>
          <p:spPr>
            <a:xfrm>
              <a:off x="4939443" y="964189"/>
              <a:ext cx="84100" cy="144471"/>
            </a:xfrm>
            <a:custGeom>
              <a:avLst/>
              <a:pathLst>
                <a:path w="84100" h="144471">
                  <a:moveTo>
                    <a:pt x="0" y="0"/>
                  </a:moveTo>
                  <a:lnTo>
                    <a:pt x="84100" y="14447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g219"/>
            <p:cNvSpPr/>
            <p:nvPr/>
          </p:nvSpPr>
          <p:spPr>
            <a:xfrm>
              <a:off x="4939443" y="964189"/>
              <a:ext cx="84100" cy="144471"/>
            </a:xfrm>
            <a:custGeom>
              <a:avLst/>
              <a:pathLst>
                <a:path w="84100" h="144471">
                  <a:moveTo>
                    <a:pt x="0" y="0"/>
                  </a:moveTo>
                  <a:lnTo>
                    <a:pt x="84100" y="14447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g220"/>
            <p:cNvSpPr/>
            <p:nvPr/>
          </p:nvSpPr>
          <p:spPr>
            <a:xfrm>
              <a:off x="4939443" y="964189"/>
              <a:ext cx="84100" cy="144471"/>
            </a:xfrm>
            <a:custGeom>
              <a:avLst/>
              <a:pathLst>
                <a:path w="84100" h="144471">
                  <a:moveTo>
                    <a:pt x="0" y="0"/>
                  </a:moveTo>
                  <a:lnTo>
                    <a:pt x="84100" y="14447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g221"/>
            <p:cNvSpPr/>
            <p:nvPr/>
          </p:nvSpPr>
          <p:spPr>
            <a:xfrm>
              <a:off x="4939443" y="964189"/>
              <a:ext cx="84100" cy="144471"/>
            </a:xfrm>
            <a:custGeom>
              <a:avLst/>
              <a:pathLst>
                <a:path w="84100" h="144471">
                  <a:moveTo>
                    <a:pt x="0" y="0"/>
                  </a:moveTo>
                  <a:lnTo>
                    <a:pt x="84100" y="14447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g222"/>
            <p:cNvSpPr/>
            <p:nvPr/>
          </p:nvSpPr>
          <p:spPr>
            <a:xfrm>
              <a:off x="4856376" y="949319"/>
              <a:ext cx="334333" cy="326490"/>
            </a:xfrm>
            <a:custGeom>
              <a:avLst/>
              <a:pathLst>
                <a:path w="334333" h="326490">
                  <a:moveTo>
                    <a:pt x="83066" y="14869"/>
                  </a:moveTo>
                  <a:lnTo>
                    <a:pt x="78532" y="17606"/>
                  </a:lnTo>
                  <a:lnTo>
                    <a:pt x="74088" y="20484"/>
                  </a:lnTo>
                  <a:lnTo>
                    <a:pt x="69736" y="23502"/>
                  </a:lnTo>
                  <a:lnTo>
                    <a:pt x="65482" y="26656"/>
                  </a:lnTo>
                  <a:lnTo>
                    <a:pt x="61331" y="29944"/>
                  </a:lnTo>
                  <a:lnTo>
                    <a:pt x="57285" y="33361"/>
                  </a:lnTo>
                  <a:lnTo>
                    <a:pt x="53350" y="36904"/>
                  </a:lnTo>
                  <a:lnTo>
                    <a:pt x="49529" y="40571"/>
                  </a:lnTo>
                  <a:lnTo>
                    <a:pt x="45826" y="44356"/>
                  </a:lnTo>
                  <a:lnTo>
                    <a:pt x="42245" y="48257"/>
                  </a:lnTo>
                  <a:lnTo>
                    <a:pt x="38789" y="52270"/>
                  </a:lnTo>
                  <a:lnTo>
                    <a:pt x="35463" y="56390"/>
                  </a:lnTo>
                  <a:lnTo>
                    <a:pt x="32268" y="60613"/>
                  </a:lnTo>
                  <a:lnTo>
                    <a:pt x="29208" y="64935"/>
                  </a:lnTo>
                  <a:lnTo>
                    <a:pt x="26287" y="69352"/>
                  </a:lnTo>
                  <a:lnTo>
                    <a:pt x="23508" y="73860"/>
                  </a:lnTo>
                  <a:lnTo>
                    <a:pt x="20872" y="78453"/>
                  </a:lnTo>
                  <a:lnTo>
                    <a:pt x="18384" y="83127"/>
                  </a:lnTo>
                  <a:lnTo>
                    <a:pt x="16044" y="87878"/>
                  </a:lnTo>
                  <a:lnTo>
                    <a:pt x="13857" y="92700"/>
                  </a:lnTo>
                  <a:lnTo>
                    <a:pt x="11823" y="97590"/>
                  </a:lnTo>
                  <a:lnTo>
                    <a:pt x="9945" y="102541"/>
                  </a:lnTo>
                  <a:lnTo>
                    <a:pt x="8225" y="107549"/>
                  </a:lnTo>
                  <a:lnTo>
                    <a:pt x="6664" y="112610"/>
                  </a:lnTo>
                  <a:lnTo>
                    <a:pt x="5264" y="117717"/>
                  </a:lnTo>
                  <a:lnTo>
                    <a:pt x="4027" y="122866"/>
                  </a:lnTo>
                  <a:lnTo>
                    <a:pt x="2954" y="128051"/>
                  </a:lnTo>
                  <a:lnTo>
                    <a:pt x="2045" y="133268"/>
                  </a:lnTo>
                  <a:lnTo>
                    <a:pt x="1302" y="138512"/>
                  </a:lnTo>
                  <a:lnTo>
                    <a:pt x="725" y="143776"/>
                  </a:lnTo>
                  <a:lnTo>
                    <a:pt x="316" y="149055"/>
                  </a:lnTo>
                  <a:lnTo>
                    <a:pt x="74" y="154345"/>
                  </a:lnTo>
                  <a:lnTo>
                    <a:pt x="0" y="159640"/>
                  </a:lnTo>
                  <a:lnTo>
                    <a:pt x="93" y="164935"/>
                  </a:lnTo>
                  <a:lnTo>
                    <a:pt x="354" y="170224"/>
                  </a:lnTo>
                  <a:lnTo>
                    <a:pt x="782" y="175502"/>
                  </a:lnTo>
                  <a:lnTo>
                    <a:pt x="1378" y="180764"/>
                  </a:lnTo>
                  <a:lnTo>
                    <a:pt x="2139" y="186004"/>
                  </a:lnTo>
                  <a:lnTo>
                    <a:pt x="3067" y="191218"/>
                  </a:lnTo>
                  <a:lnTo>
                    <a:pt x="4159" y="196400"/>
                  </a:lnTo>
                  <a:lnTo>
                    <a:pt x="5414" y="201544"/>
                  </a:lnTo>
                  <a:lnTo>
                    <a:pt x="6832" y="206646"/>
                  </a:lnTo>
                  <a:lnTo>
                    <a:pt x="8411" y="211701"/>
                  </a:lnTo>
                  <a:lnTo>
                    <a:pt x="10149" y="216703"/>
                  </a:lnTo>
                  <a:lnTo>
                    <a:pt x="12045" y="221648"/>
                  </a:lnTo>
                  <a:lnTo>
                    <a:pt x="14096" y="226530"/>
                  </a:lnTo>
                  <a:lnTo>
                    <a:pt x="16301" y="231345"/>
                  </a:lnTo>
                  <a:lnTo>
                    <a:pt x="18657" y="236087"/>
                  </a:lnTo>
                  <a:lnTo>
                    <a:pt x="21163" y="240752"/>
                  </a:lnTo>
                  <a:lnTo>
                    <a:pt x="23814" y="245336"/>
                  </a:lnTo>
                  <a:lnTo>
                    <a:pt x="26610" y="249833"/>
                  </a:lnTo>
                  <a:lnTo>
                    <a:pt x="29547" y="254240"/>
                  </a:lnTo>
                  <a:lnTo>
                    <a:pt x="32622" y="258551"/>
                  </a:lnTo>
                  <a:lnTo>
                    <a:pt x="35832" y="262763"/>
                  </a:lnTo>
                  <a:lnTo>
                    <a:pt x="39173" y="266871"/>
                  </a:lnTo>
                  <a:lnTo>
                    <a:pt x="42643" y="270871"/>
                  </a:lnTo>
                  <a:lnTo>
                    <a:pt x="46239" y="274759"/>
                  </a:lnTo>
                  <a:lnTo>
                    <a:pt x="49955" y="278532"/>
                  </a:lnTo>
                  <a:lnTo>
                    <a:pt x="53789" y="282184"/>
                  </a:lnTo>
                  <a:lnTo>
                    <a:pt x="57737" y="285714"/>
                  </a:lnTo>
                  <a:lnTo>
                    <a:pt x="61794" y="289116"/>
                  </a:lnTo>
                  <a:lnTo>
                    <a:pt x="65958" y="292389"/>
                  </a:lnTo>
                  <a:lnTo>
                    <a:pt x="70223" y="295528"/>
                  </a:lnTo>
                  <a:lnTo>
                    <a:pt x="74585" y="298530"/>
                  </a:lnTo>
                  <a:lnTo>
                    <a:pt x="79040" y="301393"/>
                  </a:lnTo>
                  <a:lnTo>
                    <a:pt x="83584" y="304113"/>
                  </a:lnTo>
                  <a:lnTo>
                    <a:pt x="88211" y="306687"/>
                  </a:lnTo>
                  <a:lnTo>
                    <a:pt x="92918" y="309114"/>
                  </a:lnTo>
                  <a:lnTo>
                    <a:pt x="97699" y="311391"/>
                  </a:lnTo>
                  <a:lnTo>
                    <a:pt x="102550" y="313515"/>
                  </a:lnTo>
                  <a:lnTo>
                    <a:pt x="107465" y="315484"/>
                  </a:lnTo>
                  <a:lnTo>
                    <a:pt x="112441" y="317297"/>
                  </a:lnTo>
                  <a:lnTo>
                    <a:pt x="117472" y="318951"/>
                  </a:lnTo>
                  <a:lnTo>
                    <a:pt x="122552" y="320445"/>
                  </a:lnTo>
                  <a:lnTo>
                    <a:pt x="127677" y="321777"/>
                  </a:lnTo>
                  <a:lnTo>
                    <a:pt x="132842" y="322947"/>
                  </a:lnTo>
                  <a:lnTo>
                    <a:pt x="138041" y="323952"/>
                  </a:lnTo>
                  <a:lnTo>
                    <a:pt x="143270" y="324792"/>
                  </a:lnTo>
                  <a:lnTo>
                    <a:pt x="148522" y="325466"/>
                  </a:lnTo>
                  <a:lnTo>
                    <a:pt x="153793" y="325973"/>
                  </a:lnTo>
                  <a:lnTo>
                    <a:pt x="159078" y="326313"/>
                  </a:lnTo>
                  <a:lnTo>
                    <a:pt x="164370" y="326485"/>
                  </a:lnTo>
                  <a:lnTo>
                    <a:pt x="169666" y="326490"/>
                  </a:lnTo>
                  <a:lnTo>
                    <a:pt x="174959" y="326327"/>
                  </a:lnTo>
                  <a:lnTo>
                    <a:pt x="180244" y="325996"/>
                  </a:lnTo>
                  <a:lnTo>
                    <a:pt x="185516" y="325498"/>
                  </a:lnTo>
                  <a:lnTo>
                    <a:pt x="190770" y="324834"/>
                  </a:lnTo>
                  <a:lnTo>
                    <a:pt x="196000" y="324003"/>
                  </a:lnTo>
                  <a:lnTo>
                    <a:pt x="201201" y="323007"/>
                  </a:lnTo>
                  <a:lnTo>
                    <a:pt x="206368" y="321847"/>
                  </a:lnTo>
                  <a:lnTo>
                    <a:pt x="211495" y="320524"/>
                  </a:lnTo>
                  <a:lnTo>
                    <a:pt x="216578" y="319039"/>
                  </a:lnTo>
                  <a:lnTo>
                    <a:pt x="221612" y="317394"/>
                  </a:lnTo>
                  <a:lnTo>
                    <a:pt x="226591" y="315590"/>
                  </a:lnTo>
                  <a:lnTo>
                    <a:pt x="231510" y="313630"/>
                  </a:lnTo>
                  <a:lnTo>
                    <a:pt x="236364" y="311514"/>
                  </a:lnTo>
                  <a:lnTo>
                    <a:pt x="241150" y="309246"/>
                  </a:lnTo>
                  <a:lnTo>
                    <a:pt x="245861" y="306828"/>
                  </a:lnTo>
                  <a:lnTo>
                    <a:pt x="250493" y="304261"/>
                  </a:lnTo>
                  <a:lnTo>
                    <a:pt x="255041" y="301549"/>
                  </a:lnTo>
                  <a:lnTo>
                    <a:pt x="259501" y="298694"/>
                  </a:lnTo>
                  <a:lnTo>
                    <a:pt x="263869" y="295700"/>
                  </a:lnTo>
                  <a:lnTo>
                    <a:pt x="268139" y="292568"/>
                  </a:lnTo>
                  <a:lnTo>
                    <a:pt x="272308" y="289303"/>
                  </a:lnTo>
                  <a:lnTo>
                    <a:pt x="276372" y="285908"/>
                  </a:lnTo>
                  <a:lnTo>
                    <a:pt x="280326" y="282386"/>
                  </a:lnTo>
                  <a:lnTo>
                    <a:pt x="284166" y="278740"/>
                  </a:lnTo>
                  <a:lnTo>
                    <a:pt x="287890" y="274974"/>
                  </a:lnTo>
                  <a:lnTo>
                    <a:pt x="291492" y="271092"/>
                  </a:lnTo>
                  <a:lnTo>
                    <a:pt x="294969" y="267098"/>
                  </a:lnTo>
                  <a:lnTo>
                    <a:pt x="298318" y="262996"/>
                  </a:lnTo>
                  <a:lnTo>
                    <a:pt x="301535" y="258790"/>
                  </a:lnTo>
                  <a:lnTo>
                    <a:pt x="304618" y="254484"/>
                  </a:lnTo>
                  <a:lnTo>
                    <a:pt x="307562" y="250083"/>
                  </a:lnTo>
                  <a:lnTo>
                    <a:pt x="310366" y="245590"/>
                  </a:lnTo>
                  <a:lnTo>
                    <a:pt x="313026" y="241011"/>
                  </a:lnTo>
                  <a:lnTo>
                    <a:pt x="315540" y="236351"/>
                  </a:lnTo>
                  <a:lnTo>
                    <a:pt x="317904" y="231612"/>
                  </a:lnTo>
                  <a:lnTo>
                    <a:pt x="320118" y="226802"/>
                  </a:lnTo>
                  <a:lnTo>
                    <a:pt x="322178" y="221923"/>
                  </a:lnTo>
                  <a:lnTo>
                    <a:pt x="324082" y="216982"/>
                  </a:lnTo>
                  <a:lnTo>
                    <a:pt x="325829" y="211983"/>
                  </a:lnTo>
                  <a:lnTo>
                    <a:pt x="327417" y="206931"/>
                  </a:lnTo>
                  <a:lnTo>
                    <a:pt x="328844" y="201832"/>
                  </a:lnTo>
                  <a:lnTo>
                    <a:pt x="330109" y="196689"/>
                  </a:lnTo>
                  <a:lnTo>
                    <a:pt x="331210" y="191510"/>
                  </a:lnTo>
                  <a:lnTo>
                    <a:pt x="332146" y="186298"/>
                  </a:lnTo>
                  <a:lnTo>
                    <a:pt x="332917" y="181058"/>
                  </a:lnTo>
                  <a:lnTo>
                    <a:pt x="333522" y="175798"/>
                  </a:lnTo>
                  <a:lnTo>
                    <a:pt x="333960" y="170520"/>
                  </a:lnTo>
                  <a:lnTo>
                    <a:pt x="334230" y="165232"/>
                  </a:lnTo>
                  <a:lnTo>
                    <a:pt x="334333" y="159937"/>
                  </a:lnTo>
                  <a:lnTo>
                    <a:pt x="334268" y="154642"/>
                  </a:lnTo>
                  <a:lnTo>
                    <a:pt x="334035" y="149352"/>
                  </a:lnTo>
                  <a:lnTo>
                    <a:pt x="333635" y="144071"/>
                  </a:lnTo>
                  <a:lnTo>
                    <a:pt x="333068" y="138806"/>
                  </a:lnTo>
                  <a:lnTo>
                    <a:pt x="332334" y="133562"/>
                  </a:lnTo>
                  <a:lnTo>
                    <a:pt x="331435" y="128343"/>
                  </a:lnTo>
                  <a:lnTo>
                    <a:pt x="330371" y="123156"/>
                  </a:lnTo>
                  <a:lnTo>
                    <a:pt x="329143" y="118005"/>
                  </a:lnTo>
                  <a:lnTo>
                    <a:pt x="327752" y="112895"/>
                  </a:lnTo>
                  <a:lnTo>
                    <a:pt x="326200" y="107832"/>
                  </a:lnTo>
                  <a:lnTo>
                    <a:pt x="324489" y="102820"/>
                  </a:lnTo>
                  <a:lnTo>
                    <a:pt x="322620" y="97866"/>
                  </a:lnTo>
                  <a:lnTo>
                    <a:pt x="320595" y="92973"/>
                  </a:lnTo>
                  <a:lnTo>
                    <a:pt x="318416" y="88146"/>
                  </a:lnTo>
                  <a:lnTo>
                    <a:pt x="316085" y="83392"/>
                  </a:lnTo>
                  <a:lnTo>
                    <a:pt x="313604" y="78713"/>
                  </a:lnTo>
                  <a:lnTo>
                    <a:pt x="310977" y="74115"/>
                  </a:lnTo>
                  <a:lnTo>
                    <a:pt x="308206" y="69603"/>
                  </a:lnTo>
                  <a:lnTo>
                    <a:pt x="305292" y="65181"/>
                  </a:lnTo>
                  <a:lnTo>
                    <a:pt x="302241" y="60853"/>
                  </a:lnTo>
                  <a:lnTo>
                    <a:pt x="299053" y="56624"/>
                  </a:lnTo>
                  <a:lnTo>
                    <a:pt x="295734" y="52498"/>
                  </a:lnTo>
                  <a:lnTo>
                    <a:pt x="292285" y="48479"/>
                  </a:lnTo>
                  <a:lnTo>
                    <a:pt x="288711" y="44572"/>
                  </a:lnTo>
                  <a:lnTo>
                    <a:pt x="285015" y="40780"/>
                  </a:lnTo>
                  <a:lnTo>
                    <a:pt x="281200" y="37107"/>
                  </a:lnTo>
                  <a:lnTo>
                    <a:pt x="277272" y="33556"/>
                  </a:lnTo>
                  <a:lnTo>
                    <a:pt x="273232" y="30132"/>
                  </a:lnTo>
                  <a:lnTo>
                    <a:pt x="269086" y="26837"/>
                  </a:lnTo>
                  <a:lnTo>
                    <a:pt x="264838" y="23675"/>
                  </a:lnTo>
                  <a:lnTo>
                    <a:pt x="260492" y="20650"/>
                  </a:lnTo>
                  <a:lnTo>
                    <a:pt x="256053" y="17763"/>
                  </a:lnTo>
                  <a:lnTo>
                    <a:pt x="251524" y="15019"/>
                  </a:lnTo>
                  <a:lnTo>
                    <a:pt x="246910" y="12420"/>
                  </a:lnTo>
                  <a:lnTo>
                    <a:pt x="242217" y="9968"/>
                  </a:lnTo>
                  <a:lnTo>
                    <a:pt x="237448" y="7665"/>
                  </a:lnTo>
                  <a:lnTo>
                    <a:pt x="232608" y="5515"/>
                  </a:lnTo>
                  <a:lnTo>
                    <a:pt x="227703" y="3520"/>
                  </a:lnTo>
                  <a:lnTo>
                    <a:pt x="222737" y="1681"/>
                  </a:lnTo>
                  <a:lnTo>
                    <a:pt x="217716" y="0"/>
                  </a:lnTo>
                  <a:lnTo>
                    <a:pt x="167167" y="15934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g223"/>
            <p:cNvSpPr/>
            <p:nvPr/>
          </p:nvSpPr>
          <p:spPr>
            <a:xfrm>
              <a:off x="5023544" y="941493"/>
              <a:ext cx="50548" cy="167167"/>
            </a:xfrm>
            <a:custGeom>
              <a:avLst/>
              <a:pathLst>
                <a:path w="50548" h="167167">
                  <a:moveTo>
                    <a:pt x="50548" y="7825"/>
                  </a:moveTo>
                  <a:lnTo>
                    <a:pt x="44394" y="6002"/>
                  </a:lnTo>
                  <a:lnTo>
                    <a:pt x="38174" y="4417"/>
                  </a:lnTo>
                  <a:lnTo>
                    <a:pt x="31898" y="3071"/>
                  </a:lnTo>
                  <a:lnTo>
                    <a:pt x="25575" y="1968"/>
                  </a:lnTo>
                  <a:lnTo>
                    <a:pt x="19214" y="1107"/>
                  </a:lnTo>
                  <a:lnTo>
                    <a:pt x="12825" y="492"/>
                  </a:lnTo>
                  <a:lnTo>
                    <a:pt x="6417" y="123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g224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g225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g226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g227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g228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g229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g230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g231"/>
            <p:cNvSpPr/>
            <p:nvPr/>
          </p:nvSpPr>
          <p:spPr>
            <a:xfrm>
              <a:off x="4442231" y="941493"/>
              <a:ext cx="43984" cy="167167"/>
            </a:xfrm>
            <a:custGeom>
              <a:avLst/>
              <a:pathLst>
                <a:path w="43984" h="167167">
                  <a:moveTo>
                    <a:pt x="43984" y="0"/>
                  </a:moveTo>
                  <a:lnTo>
                    <a:pt x="37627" y="120"/>
                  </a:lnTo>
                  <a:lnTo>
                    <a:pt x="31280" y="483"/>
                  </a:lnTo>
                  <a:lnTo>
                    <a:pt x="24950" y="1087"/>
                  </a:lnTo>
                  <a:lnTo>
                    <a:pt x="18649" y="1931"/>
                  </a:lnTo>
                  <a:lnTo>
                    <a:pt x="12384" y="3013"/>
                  </a:lnTo>
                  <a:lnTo>
                    <a:pt x="6164" y="4334"/>
                  </a:lnTo>
                  <a:lnTo>
                    <a:pt x="0" y="5890"/>
                  </a:lnTo>
                  <a:lnTo>
                    <a:pt x="43984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g232"/>
            <p:cNvSpPr/>
            <p:nvPr/>
          </p:nvSpPr>
          <p:spPr>
            <a:xfrm>
              <a:off x="4442231" y="947383"/>
              <a:ext cx="43984" cy="161277"/>
            </a:xfrm>
            <a:custGeom>
              <a:avLst/>
              <a:pathLst>
                <a:path w="43984" h="161277">
                  <a:moveTo>
                    <a:pt x="0" y="0"/>
                  </a:moveTo>
                  <a:lnTo>
                    <a:pt x="43984" y="16127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g233"/>
            <p:cNvSpPr/>
            <p:nvPr/>
          </p:nvSpPr>
          <p:spPr>
            <a:xfrm>
              <a:off x="4442231" y="947383"/>
              <a:ext cx="43984" cy="161277"/>
            </a:xfrm>
            <a:custGeom>
              <a:avLst/>
              <a:pathLst>
                <a:path w="43984" h="161277">
                  <a:moveTo>
                    <a:pt x="0" y="0"/>
                  </a:moveTo>
                  <a:lnTo>
                    <a:pt x="43984" y="16127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g234"/>
            <p:cNvSpPr/>
            <p:nvPr/>
          </p:nvSpPr>
          <p:spPr>
            <a:xfrm>
              <a:off x="4442231" y="947383"/>
              <a:ext cx="43984" cy="161277"/>
            </a:xfrm>
            <a:custGeom>
              <a:avLst/>
              <a:pathLst>
                <a:path w="43984" h="161277">
                  <a:moveTo>
                    <a:pt x="0" y="0"/>
                  </a:moveTo>
                  <a:lnTo>
                    <a:pt x="43984" y="16127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g235"/>
            <p:cNvSpPr/>
            <p:nvPr/>
          </p:nvSpPr>
          <p:spPr>
            <a:xfrm>
              <a:off x="4442231" y="947383"/>
              <a:ext cx="43984" cy="161277"/>
            </a:xfrm>
            <a:custGeom>
              <a:avLst/>
              <a:pathLst>
                <a:path w="43984" h="161277">
                  <a:moveTo>
                    <a:pt x="0" y="0"/>
                  </a:moveTo>
                  <a:lnTo>
                    <a:pt x="43984" y="16127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g236"/>
            <p:cNvSpPr/>
            <p:nvPr/>
          </p:nvSpPr>
          <p:spPr>
            <a:xfrm>
              <a:off x="4442231" y="947383"/>
              <a:ext cx="43984" cy="161277"/>
            </a:xfrm>
            <a:custGeom>
              <a:avLst/>
              <a:pathLst>
                <a:path w="43984" h="161277">
                  <a:moveTo>
                    <a:pt x="0" y="0"/>
                  </a:moveTo>
                  <a:lnTo>
                    <a:pt x="43984" y="16127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g237"/>
            <p:cNvSpPr/>
            <p:nvPr/>
          </p:nvSpPr>
          <p:spPr>
            <a:xfrm>
              <a:off x="4442231" y="947383"/>
              <a:ext cx="43984" cy="161277"/>
            </a:xfrm>
            <a:custGeom>
              <a:avLst/>
              <a:pathLst>
                <a:path w="43984" h="161277">
                  <a:moveTo>
                    <a:pt x="0" y="0"/>
                  </a:moveTo>
                  <a:lnTo>
                    <a:pt x="43984" y="16127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g238"/>
            <p:cNvSpPr/>
            <p:nvPr/>
          </p:nvSpPr>
          <p:spPr>
            <a:xfrm>
              <a:off x="4442231" y="947383"/>
              <a:ext cx="43984" cy="161277"/>
            </a:xfrm>
            <a:custGeom>
              <a:avLst/>
              <a:pathLst>
                <a:path w="43984" h="161277">
                  <a:moveTo>
                    <a:pt x="0" y="0"/>
                  </a:moveTo>
                  <a:lnTo>
                    <a:pt x="43984" y="16127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g239"/>
            <p:cNvSpPr/>
            <p:nvPr/>
          </p:nvSpPr>
          <p:spPr>
            <a:xfrm>
              <a:off x="4442231" y="947383"/>
              <a:ext cx="43984" cy="161277"/>
            </a:xfrm>
            <a:custGeom>
              <a:avLst/>
              <a:pathLst>
                <a:path w="43984" h="161277">
                  <a:moveTo>
                    <a:pt x="0" y="0"/>
                  </a:moveTo>
                  <a:lnTo>
                    <a:pt x="43984" y="16127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g240"/>
            <p:cNvSpPr/>
            <p:nvPr/>
          </p:nvSpPr>
          <p:spPr>
            <a:xfrm>
              <a:off x="4442231" y="947383"/>
              <a:ext cx="43984" cy="161277"/>
            </a:xfrm>
            <a:custGeom>
              <a:avLst/>
              <a:pathLst>
                <a:path w="43984" h="161277">
                  <a:moveTo>
                    <a:pt x="0" y="0"/>
                  </a:moveTo>
                  <a:lnTo>
                    <a:pt x="43984" y="16127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g241"/>
            <p:cNvSpPr/>
            <p:nvPr/>
          </p:nvSpPr>
          <p:spPr>
            <a:xfrm>
              <a:off x="4442231" y="947383"/>
              <a:ext cx="43984" cy="161277"/>
            </a:xfrm>
            <a:custGeom>
              <a:avLst/>
              <a:pathLst>
                <a:path w="43984" h="161277">
                  <a:moveTo>
                    <a:pt x="0" y="0"/>
                  </a:moveTo>
                  <a:lnTo>
                    <a:pt x="43984" y="16127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g242"/>
            <p:cNvSpPr/>
            <p:nvPr/>
          </p:nvSpPr>
          <p:spPr>
            <a:xfrm>
              <a:off x="4442231" y="947383"/>
              <a:ext cx="43984" cy="161277"/>
            </a:xfrm>
            <a:custGeom>
              <a:avLst/>
              <a:pathLst>
                <a:path w="43984" h="161277">
                  <a:moveTo>
                    <a:pt x="0" y="0"/>
                  </a:moveTo>
                  <a:lnTo>
                    <a:pt x="43984" y="16127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g243"/>
            <p:cNvSpPr/>
            <p:nvPr/>
          </p:nvSpPr>
          <p:spPr>
            <a:xfrm>
              <a:off x="4442231" y="947383"/>
              <a:ext cx="43984" cy="161277"/>
            </a:xfrm>
            <a:custGeom>
              <a:avLst/>
              <a:pathLst>
                <a:path w="43984" h="161277">
                  <a:moveTo>
                    <a:pt x="0" y="0"/>
                  </a:moveTo>
                  <a:lnTo>
                    <a:pt x="43984" y="16127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g244"/>
            <p:cNvSpPr/>
            <p:nvPr/>
          </p:nvSpPr>
          <p:spPr>
            <a:xfrm>
              <a:off x="4442231" y="947383"/>
              <a:ext cx="43984" cy="161277"/>
            </a:xfrm>
            <a:custGeom>
              <a:avLst/>
              <a:pathLst>
                <a:path w="43984" h="161277">
                  <a:moveTo>
                    <a:pt x="0" y="0"/>
                  </a:moveTo>
                  <a:lnTo>
                    <a:pt x="43984" y="16127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g245"/>
            <p:cNvSpPr/>
            <p:nvPr/>
          </p:nvSpPr>
          <p:spPr>
            <a:xfrm>
              <a:off x="4442231" y="947383"/>
              <a:ext cx="43984" cy="161277"/>
            </a:xfrm>
            <a:custGeom>
              <a:avLst/>
              <a:pathLst>
                <a:path w="43984" h="161277">
                  <a:moveTo>
                    <a:pt x="0" y="0"/>
                  </a:moveTo>
                  <a:lnTo>
                    <a:pt x="43984" y="16127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g246"/>
            <p:cNvSpPr/>
            <p:nvPr/>
          </p:nvSpPr>
          <p:spPr>
            <a:xfrm>
              <a:off x="4442231" y="947383"/>
              <a:ext cx="43984" cy="161277"/>
            </a:xfrm>
            <a:custGeom>
              <a:avLst/>
              <a:pathLst>
                <a:path w="43984" h="161277">
                  <a:moveTo>
                    <a:pt x="0" y="0"/>
                  </a:moveTo>
                  <a:lnTo>
                    <a:pt x="43984" y="16127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g247"/>
            <p:cNvSpPr/>
            <p:nvPr/>
          </p:nvSpPr>
          <p:spPr>
            <a:xfrm>
              <a:off x="4442231" y="947383"/>
              <a:ext cx="43984" cy="161277"/>
            </a:xfrm>
            <a:custGeom>
              <a:avLst/>
              <a:pathLst>
                <a:path w="43984" h="161277">
                  <a:moveTo>
                    <a:pt x="0" y="0"/>
                  </a:moveTo>
                  <a:lnTo>
                    <a:pt x="43984" y="16127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g248"/>
            <p:cNvSpPr/>
            <p:nvPr/>
          </p:nvSpPr>
          <p:spPr>
            <a:xfrm>
              <a:off x="4442231" y="947383"/>
              <a:ext cx="43984" cy="161277"/>
            </a:xfrm>
            <a:custGeom>
              <a:avLst/>
              <a:pathLst>
                <a:path w="43984" h="161277">
                  <a:moveTo>
                    <a:pt x="0" y="0"/>
                  </a:moveTo>
                  <a:lnTo>
                    <a:pt x="43984" y="16127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g249"/>
            <p:cNvSpPr/>
            <p:nvPr/>
          </p:nvSpPr>
          <p:spPr>
            <a:xfrm>
              <a:off x="4442231" y="947383"/>
              <a:ext cx="43984" cy="161277"/>
            </a:xfrm>
            <a:custGeom>
              <a:avLst/>
              <a:pathLst>
                <a:path w="43984" h="161277">
                  <a:moveTo>
                    <a:pt x="0" y="0"/>
                  </a:moveTo>
                  <a:lnTo>
                    <a:pt x="43984" y="16127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g250"/>
            <p:cNvSpPr/>
            <p:nvPr/>
          </p:nvSpPr>
          <p:spPr>
            <a:xfrm>
              <a:off x="4319052" y="947383"/>
              <a:ext cx="188990" cy="328443"/>
            </a:xfrm>
            <a:custGeom>
              <a:avLst/>
              <a:pathLst>
                <a:path w="188990" h="328443">
                  <a:moveTo>
                    <a:pt x="123179" y="0"/>
                  </a:moveTo>
                  <a:lnTo>
                    <a:pt x="118044" y="1488"/>
                  </a:lnTo>
                  <a:lnTo>
                    <a:pt x="112960" y="3141"/>
                  </a:lnTo>
                  <a:lnTo>
                    <a:pt x="107931" y="4955"/>
                  </a:lnTo>
                  <a:lnTo>
                    <a:pt x="102963" y="6929"/>
                  </a:lnTo>
                  <a:lnTo>
                    <a:pt x="98060" y="9061"/>
                  </a:lnTo>
                  <a:lnTo>
                    <a:pt x="93228" y="11348"/>
                  </a:lnTo>
                  <a:lnTo>
                    <a:pt x="88472" y="13789"/>
                  </a:lnTo>
                  <a:lnTo>
                    <a:pt x="83796" y="16381"/>
                  </a:lnTo>
                  <a:lnTo>
                    <a:pt x="79205" y="19121"/>
                  </a:lnTo>
                  <a:lnTo>
                    <a:pt x="74705" y="22006"/>
                  </a:lnTo>
                  <a:lnTo>
                    <a:pt x="70298" y="25034"/>
                  </a:lnTo>
                  <a:lnTo>
                    <a:pt x="65991" y="28201"/>
                  </a:lnTo>
                  <a:lnTo>
                    <a:pt x="61788" y="31504"/>
                  </a:lnTo>
                  <a:lnTo>
                    <a:pt x="57692" y="34940"/>
                  </a:lnTo>
                  <a:lnTo>
                    <a:pt x="53708" y="38505"/>
                  </a:lnTo>
                  <a:lnTo>
                    <a:pt x="49841" y="42195"/>
                  </a:lnTo>
                  <a:lnTo>
                    <a:pt x="46093" y="46008"/>
                  </a:lnTo>
                  <a:lnTo>
                    <a:pt x="42469" y="49938"/>
                  </a:lnTo>
                  <a:lnTo>
                    <a:pt x="38972" y="53982"/>
                  </a:lnTo>
                  <a:lnTo>
                    <a:pt x="35607" y="58136"/>
                  </a:lnTo>
                  <a:lnTo>
                    <a:pt x="32376" y="62396"/>
                  </a:lnTo>
                  <a:lnTo>
                    <a:pt x="29283" y="66756"/>
                  </a:lnTo>
                  <a:lnTo>
                    <a:pt x="26331" y="71214"/>
                  </a:lnTo>
                  <a:lnTo>
                    <a:pt x="23524" y="75763"/>
                  </a:lnTo>
                  <a:lnTo>
                    <a:pt x="20863" y="80400"/>
                  </a:lnTo>
                  <a:lnTo>
                    <a:pt x="18351" y="85119"/>
                  </a:lnTo>
                  <a:lnTo>
                    <a:pt x="15992" y="89917"/>
                  </a:lnTo>
                  <a:lnTo>
                    <a:pt x="13788" y="94787"/>
                  </a:lnTo>
                  <a:lnTo>
                    <a:pt x="11740" y="99725"/>
                  </a:lnTo>
                  <a:lnTo>
                    <a:pt x="9851" y="104727"/>
                  </a:lnTo>
                  <a:lnTo>
                    <a:pt x="8123" y="109786"/>
                  </a:lnTo>
                  <a:lnTo>
                    <a:pt x="6558" y="114898"/>
                  </a:lnTo>
                  <a:lnTo>
                    <a:pt x="5157" y="120057"/>
                  </a:lnTo>
                  <a:lnTo>
                    <a:pt x="3922" y="125258"/>
                  </a:lnTo>
                  <a:lnTo>
                    <a:pt x="2854" y="130497"/>
                  </a:lnTo>
                  <a:lnTo>
                    <a:pt x="1954" y="135766"/>
                  </a:lnTo>
                  <a:lnTo>
                    <a:pt x="1222" y="141062"/>
                  </a:lnTo>
                  <a:lnTo>
                    <a:pt x="661" y="146379"/>
                  </a:lnTo>
                  <a:lnTo>
                    <a:pt x="270" y="151711"/>
                  </a:lnTo>
                  <a:lnTo>
                    <a:pt x="49" y="157052"/>
                  </a:lnTo>
                  <a:lnTo>
                    <a:pt x="0" y="162398"/>
                  </a:lnTo>
                  <a:lnTo>
                    <a:pt x="121" y="167743"/>
                  </a:lnTo>
                  <a:lnTo>
                    <a:pt x="413" y="173081"/>
                  </a:lnTo>
                  <a:lnTo>
                    <a:pt x="876" y="178407"/>
                  </a:lnTo>
                  <a:lnTo>
                    <a:pt x="1509" y="183715"/>
                  </a:lnTo>
                  <a:lnTo>
                    <a:pt x="2311" y="189001"/>
                  </a:lnTo>
                  <a:lnTo>
                    <a:pt x="3282" y="194258"/>
                  </a:lnTo>
                  <a:lnTo>
                    <a:pt x="4420" y="199481"/>
                  </a:lnTo>
                  <a:lnTo>
                    <a:pt x="5725" y="204666"/>
                  </a:lnTo>
                  <a:lnTo>
                    <a:pt x="7195" y="209806"/>
                  </a:lnTo>
                  <a:lnTo>
                    <a:pt x="8828" y="214896"/>
                  </a:lnTo>
                  <a:lnTo>
                    <a:pt x="10624" y="219932"/>
                  </a:lnTo>
                  <a:lnTo>
                    <a:pt x="12580" y="224907"/>
                  </a:lnTo>
                  <a:lnTo>
                    <a:pt x="14693" y="229818"/>
                  </a:lnTo>
                  <a:lnTo>
                    <a:pt x="16963" y="234658"/>
                  </a:lnTo>
                  <a:lnTo>
                    <a:pt x="19386" y="239424"/>
                  </a:lnTo>
                  <a:lnTo>
                    <a:pt x="21961" y="244109"/>
                  </a:lnTo>
                  <a:lnTo>
                    <a:pt x="24684" y="248710"/>
                  </a:lnTo>
                  <a:lnTo>
                    <a:pt x="27552" y="253221"/>
                  </a:lnTo>
                  <a:lnTo>
                    <a:pt x="30564" y="257638"/>
                  </a:lnTo>
                  <a:lnTo>
                    <a:pt x="33715" y="261957"/>
                  </a:lnTo>
                  <a:lnTo>
                    <a:pt x="37002" y="266172"/>
                  </a:lnTo>
                  <a:lnTo>
                    <a:pt x="40423" y="270281"/>
                  </a:lnTo>
                  <a:lnTo>
                    <a:pt x="43974" y="274278"/>
                  </a:lnTo>
                  <a:lnTo>
                    <a:pt x="47650" y="278159"/>
                  </a:lnTo>
                  <a:lnTo>
                    <a:pt x="51448" y="281921"/>
                  </a:lnTo>
                  <a:lnTo>
                    <a:pt x="55365" y="285559"/>
                  </a:lnTo>
                  <a:lnTo>
                    <a:pt x="59397" y="289071"/>
                  </a:lnTo>
                  <a:lnTo>
                    <a:pt x="63538" y="292451"/>
                  </a:lnTo>
                  <a:lnTo>
                    <a:pt x="67786" y="295698"/>
                  </a:lnTo>
                  <a:lnTo>
                    <a:pt x="72135" y="298807"/>
                  </a:lnTo>
                  <a:lnTo>
                    <a:pt x="76581" y="301775"/>
                  </a:lnTo>
                  <a:lnTo>
                    <a:pt x="81120" y="304600"/>
                  </a:lnTo>
                  <a:lnTo>
                    <a:pt x="85747" y="307278"/>
                  </a:lnTo>
                  <a:lnTo>
                    <a:pt x="90457" y="309807"/>
                  </a:lnTo>
                  <a:lnTo>
                    <a:pt x="95246" y="312183"/>
                  </a:lnTo>
                  <a:lnTo>
                    <a:pt x="100108" y="314406"/>
                  </a:lnTo>
                  <a:lnTo>
                    <a:pt x="105039" y="316472"/>
                  </a:lnTo>
                  <a:lnTo>
                    <a:pt x="110033" y="318379"/>
                  </a:lnTo>
                  <a:lnTo>
                    <a:pt x="115086" y="320125"/>
                  </a:lnTo>
                  <a:lnTo>
                    <a:pt x="120192" y="321709"/>
                  </a:lnTo>
                  <a:lnTo>
                    <a:pt x="125346" y="323129"/>
                  </a:lnTo>
                  <a:lnTo>
                    <a:pt x="130543" y="324384"/>
                  </a:lnTo>
                  <a:lnTo>
                    <a:pt x="135777" y="325471"/>
                  </a:lnTo>
                  <a:lnTo>
                    <a:pt x="141044" y="326391"/>
                  </a:lnTo>
                  <a:lnTo>
                    <a:pt x="146337" y="327142"/>
                  </a:lnTo>
                  <a:lnTo>
                    <a:pt x="151651" y="327723"/>
                  </a:lnTo>
                  <a:lnTo>
                    <a:pt x="156981" y="328134"/>
                  </a:lnTo>
                  <a:lnTo>
                    <a:pt x="162322" y="328374"/>
                  </a:lnTo>
                  <a:lnTo>
                    <a:pt x="167668" y="328443"/>
                  </a:lnTo>
                  <a:lnTo>
                    <a:pt x="173013" y="328342"/>
                  </a:lnTo>
                  <a:lnTo>
                    <a:pt x="178352" y="328069"/>
                  </a:lnTo>
                  <a:lnTo>
                    <a:pt x="183680" y="327626"/>
                  </a:lnTo>
                  <a:lnTo>
                    <a:pt x="188990" y="327013"/>
                  </a:lnTo>
                  <a:lnTo>
                    <a:pt x="167163" y="16127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g251"/>
            <p:cNvSpPr/>
            <p:nvPr/>
          </p:nvSpPr>
          <p:spPr>
            <a:xfrm>
              <a:off x="4486215" y="941493"/>
              <a:ext cx="167167" cy="332903"/>
            </a:xfrm>
            <a:custGeom>
              <a:avLst/>
              <a:pathLst>
                <a:path w="167167" h="332903">
                  <a:moveTo>
                    <a:pt x="21827" y="332903"/>
                  </a:moveTo>
                  <a:lnTo>
                    <a:pt x="27123" y="332119"/>
                  </a:lnTo>
                  <a:lnTo>
                    <a:pt x="32391" y="331166"/>
                  </a:lnTo>
                  <a:lnTo>
                    <a:pt x="37626" y="330045"/>
                  </a:lnTo>
                  <a:lnTo>
                    <a:pt x="42823" y="328756"/>
                  </a:lnTo>
                  <a:lnTo>
                    <a:pt x="47975" y="327302"/>
                  </a:lnTo>
                  <a:lnTo>
                    <a:pt x="53079" y="325684"/>
                  </a:lnTo>
                  <a:lnTo>
                    <a:pt x="58128" y="323903"/>
                  </a:lnTo>
                  <a:lnTo>
                    <a:pt x="63117" y="321961"/>
                  </a:lnTo>
                  <a:lnTo>
                    <a:pt x="68041" y="319860"/>
                  </a:lnTo>
                  <a:lnTo>
                    <a:pt x="72896" y="317603"/>
                  </a:lnTo>
                  <a:lnTo>
                    <a:pt x="77676" y="315192"/>
                  </a:lnTo>
                  <a:lnTo>
                    <a:pt x="82376" y="312628"/>
                  </a:lnTo>
                  <a:lnTo>
                    <a:pt x="86992" y="309916"/>
                  </a:lnTo>
                  <a:lnTo>
                    <a:pt x="91519" y="307057"/>
                  </a:lnTo>
                  <a:lnTo>
                    <a:pt x="95952" y="304054"/>
                  </a:lnTo>
                  <a:lnTo>
                    <a:pt x="100286" y="300911"/>
                  </a:lnTo>
                  <a:lnTo>
                    <a:pt x="104517" y="297631"/>
                  </a:lnTo>
                  <a:lnTo>
                    <a:pt x="108642" y="294218"/>
                  </a:lnTo>
                  <a:lnTo>
                    <a:pt x="112654" y="290673"/>
                  </a:lnTo>
                  <a:lnTo>
                    <a:pt x="116552" y="287003"/>
                  </a:lnTo>
                  <a:lnTo>
                    <a:pt x="120329" y="283209"/>
                  </a:lnTo>
                  <a:lnTo>
                    <a:pt x="123983" y="279296"/>
                  </a:lnTo>
                  <a:lnTo>
                    <a:pt x="127511" y="275268"/>
                  </a:lnTo>
                  <a:lnTo>
                    <a:pt x="130907" y="271130"/>
                  </a:lnTo>
                  <a:lnTo>
                    <a:pt x="134169" y="266884"/>
                  </a:lnTo>
                  <a:lnTo>
                    <a:pt x="137293" y="262537"/>
                  </a:lnTo>
                  <a:lnTo>
                    <a:pt x="140277" y="258091"/>
                  </a:lnTo>
                  <a:lnTo>
                    <a:pt x="143117" y="253552"/>
                  </a:lnTo>
                  <a:lnTo>
                    <a:pt x="145809" y="248925"/>
                  </a:lnTo>
                  <a:lnTo>
                    <a:pt x="148353" y="244214"/>
                  </a:lnTo>
                  <a:lnTo>
                    <a:pt x="150744" y="239424"/>
                  </a:lnTo>
                  <a:lnTo>
                    <a:pt x="152981" y="234560"/>
                  </a:lnTo>
                  <a:lnTo>
                    <a:pt x="155060" y="229626"/>
                  </a:lnTo>
                  <a:lnTo>
                    <a:pt x="156981" y="224629"/>
                  </a:lnTo>
                  <a:lnTo>
                    <a:pt x="158740" y="219572"/>
                  </a:lnTo>
                  <a:lnTo>
                    <a:pt x="160337" y="214462"/>
                  </a:lnTo>
                  <a:lnTo>
                    <a:pt x="161769" y="209303"/>
                  </a:lnTo>
                  <a:lnTo>
                    <a:pt x="163036" y="204101"/>
                  </a:lnTo>
                  <a:lnTo>
                    <a:pt x="164135" y="198862"/>
                  </a:lnTo>
                  <a:lnTo>
                    <a:pt x="165066" y="193589"/>
                  </a:lnTo>
                  <a:lnTo>
                    <a:pt x="165827" y="188290"/>
                  </a:lnTo>
                  <a:lnTo>
                    <a:pt x="166418" y="182969"/>
                  </a:lnTo>
                  <a:lnTo>
                    <a:pt x="166839" y="177631"/>
                  </a:lnTo>
                  <a:lnTo>
                    <a:pt x="167089" y="172283"/>
                  </a:lnTo>
                  <a:lnTo>
                    <a:pt x="167167" y="166930"/>
                  </a:lnTo>
                  <a:lnTo>
                    <a:pt x="167073" y="161577"/>
                  </a:lnTo>
                  <a:lnTo>
                    <a:pt x="166809" y="156230"/>
                  </a:lnTo>
                  <a:lnTo>
                    <a:pt x="166373" y="150894"/>
                  </a:lnTo>
                  <a:lnTo>
                    <a:pt x="165767" y="145574"/>
                  </a:lnTo>
                  <a:lnTo>
                    <a:pt x="164990" y="140277"/>
                  </a:lnTo>
                  <a:lnTo>
                    <a:pt x="164044" y="135008"/>
                  </a:lnTo>
                  <a:lnTo>
                    <a:pt x="162930" y="129771"/>
                  </a:lnTo>
                  <a:lnTo>
                    <a:pt x="161649" y="124573"/>
                  </a:lnTo>
                  <a:lnTo>
                    <a:pt x="160202" y="119418"/>
                  </a:lnTo>
                  <a:lnTo>
                    <a:pt x="158591" y="114312"/>
                  </a:lnTo>
                  <a:lnTo>
                    <a:pt x="156817" y="109261"/>
                  </a:lnTo>
                  <a:lnTo>
                    <a:pt x="154883" y="104269"/>
                  </a:lnTo>
                  <a:lnTo>
                    <a:pt x="152789" y="99341"/>
                  </a:lnTo>
                  <a:lnTo>
                    <a:pt x="150539" y="94483"/>
                  </a:lnTo>
                  <a:lnTo>
                    <a:pt x="148134" y="89700"/>
                  </a:lnTo>
                  <a:lnTo>
                    <a:pt x="145577" y="84996"/>
                  </a:lnTo>
                  <a:lnTo>
                    <a:pt x="142871" y="80376"/>
                  </a:lnTo>
                  <a:lnTo>
                    <a:pt x="140019" y="75846"/>
                  </a:lnTo>
                  <a:lnTo>
                    <a:pt x="137023" y="71409"/>
                  </a:lnTo>
                  <a:lnTo>
                    <a:pt x="133886" y="67070"/>
                  </a:lnTo>
                  <a:lnTo>
                    <a:pt x="130612" y="62834"/>
                  </a:lnTo>
                  <a:lnTo>
                    <a:pt x="127204" y="58705"/>
                  </a:lnTo>
                  <a:lnTo>
                    <a:pt x="123665" y="54687"/>
                  </a:lnTo>
                  <a:lnTo>
                    <a:pt x="120000" y="50785"/>
                  </a:lnTo>
                  <a:lnTo>
                    <a:pt x="116212" y="47002"/>
                  </a:lnTo>
                  <a:lnTo>
                    <a:pt x="112304" y="43342"/>
                  </a:lnTo>
                  <a:lnTo>
                    <a:pt x="108281" y="39809"/>
                  </a:lnTo>
                  <a:lnTo>
                    <a:pt x="104147" y="36407"/>
                  </a:lnTo>
                  <a:lnTo>
                    <a:pt x="99907" y="33139"/>
                  </a:lnTo>
                  <a:lnTo>
                    <a:pt x="95563" y="30008"/>
                  </a:lnTo>
                  <a:lnTo>
                    <a:pt x="91122" y="27018"/>
                  </a:lnTo>
                  <a:lnTo>
                    <a:pt x="86588" y="24172"/>
                  </a:lnTo>
                  <a:lnTo>
                    <a:pt x="81964" y="21473"/>
                  </a:lnTo>
                  <a:lnTo>
                    <a:pt x="77257" y="18923"/>
                  </a:lnTo>
                  <a:lnTo>
                    <a:pt x="72470" y="16525"/>
                  </a:lnTo>
                  <a:lnTo>
                    <a:pt x="67609" y="14282"/>
                  </a:lnTo>
                  <a:lnTo>
                    <a:pt x="62678" y="12195"/>
                  </a:lnTo>
                  <a:lnTo>
                    <a:pt x="57683" y="10267"/>
                  </a:lnTo>
                  <a:lnTo>
                    <a:pt x="52629" y="8501"/>
                  </a:lnTo>
                  <a:lnTo>
                    <a:pt x="47522" y="6897"/>
                  </a:lnTo>
                  <a:lnTo>
                    <a:pt x="42365" y="5457"/>
                  </a:lnTo>
                  <a:lnTo>
                    <a:pt x="37165" y="4183"/>
                  </a:lnTo>
                  <a:lnTo>
                    <a:pt x="31927" y="3077"/>
                  </a:lnTo>
                  <a:lnTo>
                    <a:pt x="26656" y="2138"/>
                  </a:lnTo>
                  <a:lnTo>
                    <a:pt x="21357" y="1369"/>
                  </a:lnTo>
                  <a:lnTo>
                    <a:pt x="16037" y="771"/>
                  </a:lnTo>
                  <a:lnTo>
                    <a:pt x="10700" y="342"/>
                  </a:lnTo>
                  <a:lnTo>
                    <a:pt x="5353" y="8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g252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g253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g254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g255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g256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g257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g258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g259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g260"/>
            <p:cNvSpPr/>
            <p:nvPr/>
          </p:nvSpPr>
          <p:spPr>
            <a:xfrm>
              <a:off x="3801228" y="1071028"/>
              <a:ext cx="163272" cy="167167"/>
            </a:xfrm>
            <a:custGeom>
              <a:avLst/>
              <a:pathLst>
                <a:path w="163272" h="167167">
                  <a:moveTo>
                    <a:pt x="163272" y="0"/>
                  </a:moveTo>
                  <a:lnTo>
                    <a:pt x="157882" y="86"/>
                  </a:lnTo>
                  <a:lnTo>
                    <a:pt x="152497" y="347"/>
                  </a:lnTo>
                  <a:lnTo>
                    <a:pt x="147124" y="781"/>
                  </a:lnTo>
                  <a:lnTo>
                    <a:pt x="141767" y="1389"/>
                  </a:lnTo>
                  <a:lnTo>
                    <a:pt x="136433" y="2168"/>
                  </a:lnTo>
                  <a:lnTo>
                    <a:pt x="131127" y="3119"/>
                  </a:lnTo>
                  <a:lnTo>
                    <a:pt x="125854" y="4241"/>
                  </a:lnTo>
                  <a:lnTo>
                    <a:pt x="120620" y="5532"/>
                  </a:lnTo>
                  <a:lnTo>
                    <a:pt x="115430" y="6992"/>
                  </a:lnTo>
                  <a:lnTo>
                    <a:pt x="110290" y="8618"/>
                  </a:lnTo>
                  <a:lnTo>
                    <a:pt x="105205" y="10409"/>
                  </a:lnTo>
                  <a:lnTo>
                    <a:pt x="100181" y="12363"/>
                  </a:lnTo>
                  <a:lnTo>
                    <a:pt x="95222" y="14477"/>
                  </a:lnTo>
                  <a:lnTo>
                    <a:pt x="90334" y="16751"/>
                  </a:lnTo>
                  <a:lnTo>
                    <a:pt x="85522" y="19181"/>
                  </a:lnTo>
                  <a:lnTo>
                    <a:pt x="80790" y="21765"/>
                  </a:lnTo>
                  <a:lnTo>
                    <a:pt x="76145" y="24500"/>
                  </a:lnTo>
                  <a:lnTo>
                    <a:pt x="71590" y="27384"/>
                  </a:lnTo>
                  <a:lnTo>
                    <a:pt x="67130" y="30413"/>
                  </a:lnTo>
                  <a:lnTo>
                    <a:pt x="62771" y="33584"/>
                  </a:lnTo>
                  <a:lnTo>
                    <a:pt x="58516" y="36894"/>
                  </a:lnTo>
                  <a:lnTo>
                    <a:pt x="54369" y="40340"/>
                  </a:lnTo>
                  <a:lnTo>
                    <a:pt x="50337" y="43917"/>
                  </a:lnTo>
                  <a:lnTo>
                    <a:pt x="46421" y="47623"/>
                  </a:lnTo>
                  <a:lnTo>
                    <a:pt x="42627" y="51453"/>
                  </a:lnTo>
                  <a:lnTo>
                    <a:pt x="38959" y="55403"/>
                  </a:lnTo>
                  <a:lnTo>
                    <a:pt x="35420" y="59470"/>
                  </a:lnTo>
                  <a:lnTo>
                    <a:pt x="32013" y="63648"/>
                  </a:lnTo>
                  <a:lnTo>
                    <a:pt x="28744" y="67935"/>
                  </a:lnTo>
                  <a:lnTo>
                    <a:pt x="25614" y="72324"/>
                  </a:lnTo>
                  <a:lnTo>
                    <a:pt x="22627" y="76812"/>
                  </a:lnTo>
                  <a:lnTo>
                    <a:pt x="19787" y="81394"/>
                  </a:lnTo>
                  <a:lnTo>
                    <a:pt x="17096" y="86065"/>
                  </a:lnTo>
                  <a:lnTo>
                    <a:pt x="14557" y="90821"/>
                  </a:lnTo>
                  <a:lnTo>
                    <a:pt x="12172" y="95656"/>
                  </a:lnTo>
                  <a:lnTo>
                    <a:pt x="9945" y="100565"/>
                  </a:lnTo>
                  <a:lnTo>
                    <a:pt x="7877" y="105544"/>
                  </a:lnTo>
                  <a:lnTo>
                    <a:pt x="5971" y="110587"/>
                  </a:lnTo>
                  <a:lnTo>
                    <a:pt x="4229" y="115688"/>
                  </a:lnTo>
                  <a:lnTo>
                    <a:pt x="2651" y="120843"/>
                  </a:lnTo>
                  <a:lnTo>
                    <a:pt x="1241" y="126047"/>
                  </a:lnTo>
                  <a:lnTo>
                    <a:pt x="0" y="131293"/>
                  </a:lnTo>
                  <a:lnTo>
                    <a:pt x="163272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g261"/>
            <p:cNvSpPr/>
            <p:nvPr/>
          </p:nvSpPr>
          <p:spPr>
            <a:xfrm>
              <a:off x="3801228" y="1202321"/>
              <a:ext cx="163272" cy="35874"/>
            </a:xfrm>
            <a:custGeom>
              <a:avLst/>
              <a:pathLst>
                <a:path w="163272" h="35874">
                  <a:moveTo>
                    <a:pt x="0" y="0"/>
                  </a:moveTo>
                  <a:lnTo>
                    <a:pt x="163272" y="3587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g262"/>
            <p:cNvSpPr/>
            <p:nvPr/>
          </p:nvSpPr>
          <p:spPr>
            <a:xfrm>
              <a:off x="3801228" y="1202321"/>
              <a:ext cx="163272" cy="35874"/>
            </a:xfrm>
            <a:custGeom>
              <a:avLst/>
              <a:pathLst>
                <a:path w="163272" h="35874">
                  <a:moveTo>
                    <a:pt x="0" y="0"/>
                  </a:moveTo>
                  <a:lnTo>
                    <a:pt x="163272" y="3587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g263"/>
            <p:cNvSpPr/>
            <p:nvPr/>
          </p:nvSpPr>
          <p:spPr>
            <a:xfrm>
              <a:off x="3801228" y="1202321"/>
              <a:ext cx="163272" cy="35874"/>
            </a:xfrm>
            <a:custGeom>
              <a:avLst/>
              <a:pathLst>
                <a:path w="163272" h="35874">
                  <a:moveTo>
                    <a:pt x="0" y="0"/>
                  </a:moveTo>
                  <a:lnTo>
                    <a:pt x="163272" y="3587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g264"/>
            <p:cNvSpPr/>
            <p:nvPr/>
          </p:nvSpPr>
          <p:spPr>
            <a:xfrm>
              <a:off x="3801228" y="1202321"/>
              <a:ext cx="163272" cy="35874"/>
            </a:xfrm>
            <a:custGeom>
              <a:avLst/>
              <a:pathLst>
                <a:path w="163272" h="35874">
                  <a:moveTo>
                    <a:pt x="0" y="0"/>
                  </a:moveTo>
                  <a:lnTo>
                    <a:pt x="163272" y="3587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g265"/>
            <p:cNvSpPr/>
            <p:nvPr/>
          </p:nvSpPr>
          <p:spPr>
            <a:xfrm>
              <a:off x="3801228" y="1202321"/>
              <a:ext cx="163272" cy="35874"/>
            </a:xfrm>
            <a:custGeom>
              <a:avLst/>
              <a:pathLst>
                <a:path w="163272" h="35874">
                  <a:moveTo>
                    <a:pt x="0" y="0"/>
                  </a:moveTo>
                  <a:lnTo>
                    <a:pt x="163272" y="3587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g266"/>
            <p:cNvSpPr/>
            <p:nvPr/>
          </p:nvSpPr>
          <p:spPr>
            <a:xfrm>
              <a:off x="3801228" y="1202321"/>
              <a:ext cx="163272" cy="35874"/>
            </a:xfrm>
            <a:custGeom>
              <a:avLst/>
              <a:pathLst>
                <a:path w="163272" h="35874">
                  <a:moveTo>
                    <a:pt x="0" y="0"/>
                  </a:moveTo>
                  <a:lnTo>
                    <a:pt x="163272" y="3587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g267"/>
            <p:cNvSpPr/>
            <p:nvPr/>
          </p:nvSpPr>
          <p:spPr>
            <a:xfrm>
              <a:off x="3801228" y="1202321"/>
              <a:ext cx="163272" cy="35874"/>
            </a:xfrm>
            <a:custGeom>
              <a:avLst/>
              <a:pathLst>
                <a:path w="163272" h="35874">
                  <a:moveTo>
                    <a:pt x="0" y="0"/>
                  </a:moveTo>
                  <a:lnTo>
                    <a:pt x="163272" y="3587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g268"/>
            <p:cNvSpPr/>
            <p:nvPr/>
          </p:nvSpPr>
          <p:spPr>
            <a:xfrm>
              <a:off x="3801228" y="1202321"/>
              <a:ext cx="163272" cy="35874"/>
            </a:xfrm>
            <a:custGeom>
              <a:avLst/>
              <a:pathLst>
                <a:path w="163272" h="35874">
                  <a:moveTo>
                    <a:pt x="0" y="0"/>
                  </a:moveTo>
                  <a:lnTo>
                    <a:pt x="163272" y="3587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g269"/>
            <p:cNvSpPr/>
            <p:nvPr/>
          </p:nvSpPr>
          <p:spPr>
            <a:xfrm>
              <a:off x="3801228" y="1202321"/>
              <a:ext cx="163272" cy="35874"/>
            </a:xfrm>
            <a:custGeom>
              <a:avLst/>
              <a:pathLst>
                <a:path w="163272" h="35874">
                  <a:moveTo>
                    <a:pt x="0" y="0"/>
                  </a:moveTo>
                  <a:lnTo>
                    <a:pt x="163272" y="3587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g270"/>
            <p:cNvSpPr/>
            <p:nvPr/>
          </p:nvSpPr>
          <p:spPr>
            <a:xfrm>
              <a:off x="3801228" y="1202321"/>
              <a:ext cx="163272" cy="35874"/>
            </a:xfrm>
            <a:custGeom>
              <a:avLst/>
              <a:pathLst>
                <a:path w="163272" h="35874">
                  <a:moveTo>
                    <a:pt x="0" y="0"/>
                  </a:moveTo>
                  <a:lnTo>
                    <a:pt x="163272" y="3587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g271"/>
            <p:cNvSpPr/>
            <p:nvPr/>
          </p:nvSpPr>
          <p:spPr>
            <a:xfrm>
              <a:off x="3801228" y="1202321"/>
              <a:ext cx="163272" cy="35874"/>
            </a:xfrm>
            <a:custGeom>
              <a:avLst/>
              <a:pathLst>
                <a:path w="163272" h="35874">
                  <a:moveTo>
                    <a:pt x="0" y="0"/>
                  </a:moveTo>
                  <a:lnTo>
                    <a:pt x="163272" y="3587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g272"/>
            <p:cNvSpPr/>
            <p:nvPr/>
          </p:nvSpPr>
          <p:spPr>
            <a:xfrm>
              <a:off x="3801228" y="1202321"/>
              <a:ext cx="163272" cy="35874"/>
            </a:xfrm>
            <a:custGeom>
              <a:avLst/>
              <a:pathLst>
                <a:path w="163272" h="35874">
                  <a:moveTo>
                    <a:pt x="0" y="0"/>
                  </a:moveTo>
                  <a:lnTo>
                    <a:pt x="163272" y="3587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g273"/>
            <p:cNvSpPr/>
            <p:nvPr/>
          </p:nvSpPr>
          <p:spPr>
            <a:xfrm>
              <a:off x="3801228" y="1202321"/>
              <a:ext cx="163272" cy="35874"/>
            </a:xfrm>
            <a:custGeom>
              <a:avLst/>
              <a:pathLst>
                <a:path w="163272" h="35874">
                  <a:moveTo>
                    <a:pt x="0" y="0"/>
                  </a:moveTo>
                  <a:lnTo>
                    <a:pt x="163272" y="3587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g274"/>
            <p:cNvSpPr/>
            <p:nvPr/>
          </p:nvSpPr>
          <p:spPr>
            <a:xfrm>
              <a:off x="3801228" y="1202321"/>
              <a:ext cx="163272" cy="35874"/>
            </a:xfrm>
            <a:custGeom>
              <a:avLst/>
              <a:pathLst>
                <a:path w="163272" h="35874">
                  <a:moveTo>
                    <a:pt x="0" y="0"/>
                  </a:moveTo>
                  <a:lnTo>
                    <a:pt x="163272" y="3587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g275"/>
            <p:cNvSpPr/>
            <p:nvPr/>
          </p:nvSpPr>
          <p:spPr>
            <a:xfrm>
              <a:off x="3801228" y="1202321"/>
              <a:ext cx="163272" cy="35874"/>
            </a:xfrm>
            <a:custGeom>
              <a:avLst/>
              <a:pathLst>
                <a:path w="163272" h="35874">
                  <a:moveTo>
                    <a:pt x="0" y="0"/>
                  </a:moveTo>
                  <a:lnTo>
                    <a:pt x="163272" y="3587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g276"/>
            <p:cNvSpPr/>
            <p:nvPr/>
          </p:nvSpPr>
          <p:spPr>
            <a:xfrm>
              <a:off x="3801228" y="1202321"/>
              <a:ext cx="163272" cy="35874"/>
            </a:xfrm>
            <a:custGeom>
              <a:avLst/>
              <a:pathLst>
                <a:path w="163272" h="35874">
                  <a:moveTo>
                    <a:pt x="0" y="0"/>
                  </a:moveTo>
                  <a:lnTo>
                    <a:pt x="163272" y="3587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g277"/>
            <p:cNvSpPr/>
            <p:nvPr/>
          </p:nvSpPr>
          <p:spPr>
            <a:xfrm>
              <a:off x="3801228" y="1202321"/>
              <a:ext cx="163272" cy="35874"/>
            </a:xfrm>
            <a:custGeom>
              <a:avLst/>
              <a:pathLst>
                <a:path w="163272" h="35874">
                  <a:moveTo>
                    <a:pt x="0" y="0"/>
                  </a:moveTo>
                  <a:lnTo>
                    <a:pt x="163272" y="3587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g278"/>
            <p:cNvSpPr/>
            <p:nvPr/>
          </p:nvSpPr>
          <p:spPr>
            <a:xfrm>
              <a:off x="3797337" y="1075317"/>
              <a:ext cx="334324" cy="330040"/>
            </a:xfrm>
            <a:custGeom>
              <a:avLst/>
              <a:pathLst>
                <a:path w="334324" h="330040">
                  <a:moveTo>
                    <a:pt x="3891" y="127004"/>
                  </a:moveTo>
                  <a:lnTo>
                    <a:pt x="2834" y="132208"/>
                  </a:lnTo>
                  <a:lnTo>
                    <a:pt x="1943" y="137443"/>
                  </a:lnTo>
                  <a:lnTo>
                    <a:pt x="1218" y="142704"/>
                  </a:lnTo>
                  <a:lnTo>
                    <a:pt x="661" y="147985"/>
                  </a:lnTo>
                  <a:lnTo>
                    <a:pt x="272" y="153281"/>
                  </a:lnTo>
                  <a:lnTo>
                    <a:pt x="51" y="158587"/>
                  </a:lnTo>
                  <a:lnTo>
                    <a:pt x="0" y="163897"/>
                  </a:lnTo>
                  <a:lnTo>
                    <a:pt x="116" y="169206"/>
                  </a:lnTo>
                  <a:lnTo>
                    <a:pt x="401" y="174509"/>
                  </a:lnTo>
                  <a:lnTo>
                    <a:pt x="855" y="179799"/>
                  </a:lnTo>
                  <a:lnTo>
                    <a:pt x="1476" y="185073"/>
                  </a:lnTo>
                  <a:lnTo>
                    <a:pt x="2265" y="190325"/>
                  </a:lnTo>
                  <a:lnTo>
                    <a:pt x="3220" y="195549"/>
                  </a:lnTo>
                  <a:lnTo>
                    <a:pt x="4340" y="200739"/>
                  </a:lnTo>
                  <a:lnTo>
                    <a:pt x="5625" y="205892"/>
                  </a:lnTo>
                  <a:lnTo>
                    <a:pt x="7073" y="211001"/>
                  </a:lnTo>
                  <a:lnTo>
                    <a:pt x="8682" y="216062"/>
                  </a:lnTo>
                  <a:lnTo>
                    <a:pt x="10451" y="221069"/>
                  </a:lnTo>
                  <a:lnTo>
                    <a:pt x="12379" y="226017"/>
                  </a:lnTo>
                  <a:lnTo>
                    <a:pt x="14462" y="230902"/>
                  </a:lnTo>
                  <a:lnTo>
                    <a:pt x="16700" y="235718"/>
                  </a:lnTo>
                  <a:lnTo>
                    <a:pt x="19089" y="240460"/>
                  </a:lnTo>
                  <a:lnTo>
                    <a:pt x="21628" y="245124"/>
                  </a:lnTo>
                  <a:lnTo>
                    <a:pt x="24314" y="249705"/>
                  </a:lnTo>
                  <a:lnTo>
                    <a:pt x="27144" y="254199"/>
                  </a:lnTo>
                  <a:lnTo>
                    <a:pt x="30115" y="258600"/>
                  </a:lnTo>
                  <a:lnTo>
                    <a:pt x="33225" y="262905"/>
                  </a:lnTo>
                  <a:lnTo>
                    <a:pt x="36469" y="267108"/>
                  </a:lnTo>
                  <a:lnTo>
                    <a:pt x="39846" y="271207"/>
                  </a:lnTo>
                  <a:lnTo>
                    <a:pt x="43351" y="275196"/>
                  </a:lnTo>
                  <a:lnTo>
                    <a:pt x="46981" y="279072"/>
                  </a:lnTo>
                  <a:lnTo>
                    <a:pt x="50732" y="282831"/>
                  </a:lnTo>
                  <a:lnTo>
                    <a:pt x="54601" y="286469"/>
                  </a:lnTo>
                  <a:lnTo>
                    <a:pt x="58583" y="289982"/>
                  </a:lnTo>
                  <a:lnTo>
                    <a:pt x="62675" y="293366"/>
                  </a:lnTo>
                  <a:lnTo>
                    <a:pt x="66873" y="296619"/>
                  </a:lnTo>
                  <a:lnTo>
                    <a:pt x="71171" y="299737"/>
                  </a:lnTo>
                  <a:lnTo>
                    <a:pt x="75567" y="302717"/>
                  </a:lnTo>
                  <a:lnTo>
                    <a:pt x="80055" y="305556"/>
                  </a:lnTo>
                  <a:lnTo>
                    <a:pt x="84630" y="308251"/>
                  </a:lnTo>
                  <a:lnTo>
                    <a:pt x="89290" y="310799"/>
                  </a:lnTo>
                  <a:lnTo>
                    <a:pt x="94027" y="313198"/>
                  </a:lnTo>
                  <a:lnTo>
                    <a:pt x="98839" y="315445"/>
                  </a:lnTo>
                  <a:lnTo>
                    <a:pt x="103719" y="317538"/>
                  </a:lnTo>
                  <a:lnTo>
                    <a:pt x="108663" y="319475"/>
                  </a:lnTo>
                  <a:lnTo>
                    <a:pt x="113667" y="321255"/>
                  </a:lnTo>
                  <a:lnTo>
                    <a:pt x="118724" y="322874"/>
                  </a:lnTo>
                  <a:lnTo>
                    <a:pt x="123831" y="324332"/>
                  </a:lnTo>
                  <a:lnTo>
                    <a:pt x="128981" y="325627"/>
                  </a:lnTo>
                  <a:lnTo>
                    <a:pt x="134169" y="326757"/>
                  </a:lnTo>
                  <a:lnTo>
                    <a:pt x="139391" y="327723"/>
                  </a:lnTo>
                  <a:lnTo>
                    <a:pt x="144641" y="328522"/>
                  </a:lnTo>
                  <a:lnTo>
                    <a:pt x="149914" y="329153"/>
                  </a:lnTo>
                  <a:lnTo>
                    <a:pt x="155204" y="329617"/>
                  </a:lnTo>
                  <a:lnTo>
                    <a:pt x="160506" y="329913"/>
                  </a:lnTo>
                  <a:lnTo>
                    <a:pt x="165815" y="330040"/>
                  </a:lnTo>
                  <a:lnTo>
                    <a:pt x="171125" y="329999"/>
                  </a:lnTo>
                  <a:lnTo>
                    <a:pt x="176431" y="329789"/>
                  </a:lnTo>
                  <a:lnTo>
                    <a:pt x="181728" y="329410"/>
                  </a:lnTo>
                  <a:lnTo>
                    <a:pt x="187010" y="328863"/>
                  </a:lnTo>
                  <a:lnTo>
                    <a:pt x="192272" y="328149"/>
                  </a:lnTo>
                  <a:lnTo>
                    <a:pt x="197509" y="327268"/>
                  </a:lnTo>
                  <a:lnTo>
                    <a:pt x="202715" y="326222"/>
                  </a:lnTo>
                  <a:lnTo>
                    <a:pt x="207886" y="325010"/>
                  </a:lnTo>
                  <a:lnTo>
                    <a:pt x="213015" y="323635"/>
                  </a:lnTo>
                  <a:lnTo>
                    <a:pt x="218098" y="322097"/>
                  </a:lnTo>
                  <a:lnTo>
                    <a:pt x="223129" y="320399"/>
                  </a:lnTo>
                  <a:lnTo>
                    <a:pt x="228104" y="318542"/>
                  </a:lnTo>
                  <a:lnTo>
                    <a:pt x="233018" y="316528"/>
                  </a:lnTo>
                  <a:lnTo>
                    <a:pt x="237865" y="314359"/>
                  </a:lnTo>
                  <a:lnTo>
                    <a:pt x="242641" y="312037"/>
                  </a:lnTo>
                  <a:lnTo>
                    <a:pt x="247340" y="309564"/>
                  </a:lnTo>
                  <a:lnTo>
                    <a:pt x="251959" y="306943"/>
                  </a:lnTo>
                  <a:lnTo>
                    <a:pt x="256492" y="304177"/>
                  </a:lnTo>
                  <a:lnTo>
                    <a:pt x="260935" y="301269"/>
                  </a:lnTo>
                  <a:lnTo>
                    <a:pt x="265283" y="298221"/>
                  </a:lnTo>
                  <a:lnTo>
                    <a:pt x="269533" y="295036"/>
                  </a:lnTo>
                  <a:lnTo>
                    <a:pt x="273679" y="291717"/>
                  </a:lnTo>
                  <a:lnTo>
                    <a:pt x="277717" y="288269"/>
                  </a:lnTo>
                  <a:lnTo>
                    <a:pt x="281644" y="284695"/>
                  </a:lnTo>
                  <a:lnTo>
                    <a:pt x="285456" y="280997"/>
                  </a:lnTo>
                  <a:lnTo>
                    <a:pt x="289148" y="277180"/>
                  </a:lnTo>
                  <a:lnTo>
                    <a:pt x="292717" y="273248"/>
                  </a:lnTo>
                  <a:lnTo>
                    <a:pt x="296159" y="269204"/>
                  </a:lnTo>
                  <a:lnTo>
                    <a:pt x="299471" y="265053"/>
                  </a:lnTo>
                  <a:lnTo>
                    <a:pt x="302650" y="260799"/>
                  </a:lnTo>
                  <a:lnTo>
                    <a:pt x="305692" y="256447"/>
                  </a:lnTo>
                  <a:lnTo>
                    <a:pt x="308594" y="251999"/>
                  </a:lnTo>
                  <a:lnTo>
                    <a:pt x="311353" y="247462"/>
                  </a:lnTo>
                  <a:lnTo>
                    <a:pt x="313967" y="242840"/>
                  </a:lnTo>
                  <a:lnTo>
                    <a:pt x="316433" y="238136"/>
                  </a:lnTo>
                  <a:lnTo>
                    <a:pt x="318748" y="233357"/>
                  </a:lnTo>
                  <a:lnTo>
                    <a:pt x="320910" y="228507"/>
                  </a:lnTo>
                  <a:lnTo>
                    <a:pt x="322917" y="223591"/>
                  </a:lnTo>
                  <a:lnTo>
                    <a:pt x="324767" y="218613"/>
                  </a:lnTo>
                  <a:lnTo>
                    <a:pt x="326457" y="213579"/>
                  </a:lnTo>
                  <a:lnTo>
                    <a:pt x="327987" y="208494"/>
                  </a:lnTo>
                  <a:lnTo>
                    <a:pt x="329355" y="203362"/>
                  </a:lnTo>
                  <a:lnTo>
                    <a:pt x="330559" y="198190"/>
                  </a:lnTo>
                  <a:lnTo>
                    <a:pt x="331598" y="192983"/>
                  </a:lnTo>
                  <a:lnTo>
                    <a:pt x="332471" y="187745"/>
                  </a:lnTo>
                  <a:lnTo>
                    <a:pt x="333178" y="182481"/>
                  </a:lnTo>
                  <a:lnTo>
                    <a:pt x="333717" y="177198"/>
                  </a:lnTo>
                  <a:lnTo>
                    <a:pt x="334088" y="171901"/>
                  </a:lnTo>
                  <a:lnTo>
                    <a:pt x="334290" y="166595"/>
                  </a:lnTo>
                  <a:lnTo>
                    <a:pt x="334324" y="161284"/>
                  </a:lnTo>
                  <a:lnTo>
                    <a:pt x="334189" y="155976"/>
                  </a:lnTo>
                  <a:lnTo>
                    <a:pt x="333885" y="150674"/>
                  </a:lnTo>
                  <a:lnTo>
                    <a:pt x="333413" y="145385"/>
                  </a:lnTo>
                  <a:lnTo>
                    <a:pt x="332774" y="140113"/>
                  </a:lnTo>
                  <a:lnTo>
                    <a:pt x="331967" y="134864"/>
                  </a:lnTo>
                  <a:lnTo>
                    <a:pt x="330994" y="129644"/>
                  </a:lnTo>
                  <a:lnTo>
                    <a:pt x="329856" y="124457"/>
                  </a:lnTo>
                  <a:lnTo>
                    <a:pt x="328554" y="119309"/>
                  </a:lnTo>
                  <a:lnTo>
                    <a:pt x="327088" y="114204"/>
                  </a:lnTo>
                  <a:lnTo>
                    <a:pt x="325462" y="109149"/>
                  </a:lnTo>
                  <a:lnTo>
                    <a:pt x="323675" y="104149"/>
                  </a:lnTo>
                  <a:lnTo>
                    <a:pt x="321731" y="99207"/>
                  </a:lnTo>
                  <a:lnTo>
                    <a:pt x="319630" y="94330"/>
                  </a:lnTo>
                  <a:lnTo>
                    <a:pt x="317376" y="89521"/>
                  </a:lnTo>
                  <a:lnTo>
                    <a:pt x="314970" y="84787"/>
                  </a:lnTo>
                  <a:lnTo>
                    <a:pt x="312415" y="80132"/>
                  </a:lnTo>
                  <a:lnTo>
                    <a:pt x="309714" y="75560"/>
                  </a:lnTo>
                  <a:lnTo>
                    <a:pt x="306868" y="71076"/>
                  </a:lnTo>
                  <a:lnTo>
                    <a:pt x="303882" y="66685"/>
                  </a:lnTo>
                  <a:lnTo>
                    <a:pt x="300758" y="62391"/>
                  </a:lnTo>
                  <a:lnTo>
                    <a:pt x="297499" y="58199"/>
                  </a:lnTo>
                  <a:lnTo>
                    <a:pt x="294108" y="54112"/>
                  </a:lnTo>
                  <a:lnTo>
                    <a:pt x="290589" y="50135"/>
                  </a:lnTo>
                  <a:lnTo>
                    <a:pt x="286946" y="46271"/>
                  </a:lnTo>
                  <a:lnTo>
                    <a:pt x="283182" y="42525"/>
                  </a:lnTo>
                  <a:lnTo>
                    <a:pt x="279300" y="38901"/>
                  </a:lnTo>
                  <a:lnTo>
                    <a:pt x="275306" y="35402"/>
                  </a:lnTo>
                  <a:lnTo>
                    <a:pt x="271202" y="32031"/>
                  </a:lnTo>
                  <a:lnTo>
                    <a:pt x="266994" y="28793"/>
                  </a:lnTo>
                  <a:lnTo>
                    <a:pt x="262685" y="25690"/>
                  </a:lnTo>
                  <a:lnTo>
                    <a:pt x="258279" y="22725"/>
                  </a:lnTo>
                  <a:lnTo>
                    <a:pt x="253781" y="19901"/>
                  </a:lnTo>
                  <a:lnTo>
                    <a:pt x="249196" y="17222"/>
                  </a:lnTo>
                  <a:lnTo>
                    <a:pt x="244528" y="14690"/>
                  </a:lnTo>
                  <a:lnTo>
                    <a:pt x="239783" y="12308"/>
                  </a:lnTo>
                  <a:lnTo>
                    <a:pt x="234963" y="10077"/>
                  </a:lnTo>
                  <a:lnTo>
                    <a:pt x="230076" y="8001"/>
                  </a:lnTo>
                  <a:lnTo>
                    <a:pt x="225125" y="6081"/>
                  </a:lnTo>
                  <a:lnTo>
                    <a:pt x="220115" y="4319"/>
                  </a:lnTo>
                  <a:lnTo>
                    <a:pt x="215052" y="2717"/>
                  </a:lnTo>
                  <a:lnTo>
                    <a:pt x="209941" y="1277"/>
                  </a:lnTo>
                  <a:lnTo>
                    <a:pt x="204786" y="0"/>
                  </a:lnTo>
                  <a:lnTo>
                    <a:pt x="167164" y="16287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g279"/>
            <p:cNvSpPr/>
            <p:nvPr/>
          </p:nvSpPr>
          <p:spPr>
            <a:xfrm>
              <a:off x="3964501" y="1071028"/>
              <a:ext cx="37622" cy="167167"/>
            </a:xfrm>
            <a:custGeom>
              <a:avLst/>
              <a:pathLst>
                <a:path w="37622" h="167167">
                  <a:moveTo>
                    <a:pt x="37622" y="4288"/>
                  </a:moveTo>
                  <a:lnTo>
                    <a:pt x="31434" y="2982"/>
                  </a:lnTo>
                  <a:lnTo>
                    <a:pt x="25201" y="1910"/>
                  </a:lnTo>
                  <a:lnTo>
                    <a:pt x="18933" y="1075"/>
                  </a:lnTo>
                  <a:lnTo>
                    <a:pt x="12637" y="478"/>
                  </a:lnTo>
                  <a:lnTo>
                    <a:pt x="6323" y="11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g280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g281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g282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g283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g284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g285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g286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g287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g288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g289"/>
            <p:cNvSpPr/>
            <p:nvPr/>
          </p:nvSpPr>
          <p:spPr>
            <a:xfrm>
              <a:off x="3431387" y="1322571"/>
              <a:ext cx="57333" cy="167167"/>
            </a:xfrm>
            <a:custGeom>
              <a:avLst/>
              <a:pathLst>
                <a:path w="57333" h="167167">
                  <a:moveTo>
                    <a:pt x="57333" y="0"/>
                  </a:moveTo>
                  <a:lnTo>
                    <a:pt x="51482" y="102"/>
                  </a:lnTo>
                  <a:lnTo>
                    <a:pt x="45638" y="409"/>
                  </a:lnTo>
                  <a:lnTo>
                    <a:pt x="39809" y="921"/>
                  </a:lnTo>
                  <a:lnTo>
                    <a:pt x="34001" y="1636"/>
                  </a:lnTo>
                  <a:lnTo>
                    <a:pt x="28221" y="2554"/>
                  </a:lnTo>
                  <a:lnTo>
                    <a:pt x="22478" y="3674"/>
                  </a:lnTo>
                  <a:lnTo>
                    <a:pt x="16777" y="4994"/>
                  </a:lnTo>
                  <a:lnTo>
                    <a:pt x="11125" y="6513"/>
                  </a:lnTo>
                  <a:lnTo>
                    <a:pt x="5531" y="8228"/>
                  </a:lnTo>
                  <a:lnTo>
                    <a:pt x="0" y="10139"/>
                  </a:lnTo>
                  <a:lnTo>
                    <a:pt x="57333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g290"/>
            <p:cNvSpPr/>
            <p:nvPr/>
          </p:nvSpPr>
          <p:spPr>
            <a:xfrm>
              <a:off x="3431387" y="1332710"/>
              <a:ext cx="57333" cy="157028"/>
            </a:xfrm>
            <a:custGeom>
              <a:avLst/>
              <a:pathLst>
                <a:path w="57333" h="157028">
                  <a:moveTo>
                    <a:pt x="0" y="0"/>
                  </a:moveTo>
                  <a:lnTo>
                    <a:pt x="57333" y="15702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g291"/>
            <p:cNvSpPr/>
            <p:nvPr/>
          </p:nvSpPr>
          <p:spPr>
            <a:xfrm>
              <a:off x="3431387" y="1332710"/>
              <a:ext cx="57333" cy="157028"/>
            </a:xfrm>
            <a:custGeom>
              <a:avLst/>
              <a:pathLst>
                <a:path w="57333" h="157028">
                  <a:moveTo>
                    <a:pt x="0" y="0"/>
                  </a:moveTo>
                  <a:lnTo>
                    <a:pt x="57333" y="15702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g292"/>
            <p:cNvSpPr/>
            <p:nvPr/>
          </p:nvSpPr>
          <p:spPr>
            <a:xfrm>
              <a:off x="3431387" y="1332710"/>
              <a:ext cx="57333" cy="157028"/>
            </a:xfrm>
            <a:custGeom>
              <a:avLst/>
              <a:pathLst>
                <a:path w="57333" h="157028">
                  <a:moveTo>
                    <a:pt x="0" y="0"/>
                  </a:moveTo>
                  <a:lnTo>
                    <a:pt x="57333" y="15702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g293"/>
            <p:cNvSpPr/>
            <p:nvPr/>
          </p:nvSpPr>
          <p:spPr>
            <a:xfrm>
              <a:off x="3431387" y="1332710"/>
              <a:ext cx="57333" cy="157028"/>
            </a:xfrm>
            <a:custGeom>
              <a:avLst/>
              <a:pathLst>
                <a:path w="57333" h="157028">
                  <a:moveTo>
                    <a:pt x="0" y="0"/>
                  </a:moveTo>
                  <a:lnTo>
                    <a:pt x="57333" y="15702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g294"/>
            <p:cNvSpPr/>
            <p:nvPr/>
          </p:nvSpPr>
          <p:spPr>
            <a:xfrm>
              <a:off x="3431387" y="1332710"/>
              <a:ext cx="57333" cy="157028"/>
            </a:xfrm>
            <a:custGeom>
              <a:avLst/>
              <a:pathLst>
                <a:path w="57333" h="157028">
                  <a:moveTo>
                    <a:pt x="0" y="0"/>
                  </a:moveTo>
                  <a:lnTo>
                    <a:pt x="57333" y="15702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g295"/>
            <p:cNvSpPr/>
            <p:nvPr/>
          </p:nvSpPr>
          <p:spPr>
            <a:xfrm>
              <a:off x="3431387" y="1332710"/>
              <a:ext cx="57333" cy="157028"/>
            </a:xfrm>
            <a:custGeom>
              <a:avLst/>
              <a:pathLst>
                <a:path w="57333" h="157028">
                  <a:moveTo>
                    <a:pt x="0" y="0"/>
                  </a:moveTo>
                  <a:lnTo>
                    <a:pt x="57333" y="15702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g296"/>
            <p:cNvSpPr/>
            <p:nvPr/>
          </p:nvSpPr>
          <p:spPr>
            <a:xfrm>
              <a:off x="3431387" y="1332710"/>
              <a:ext cx="57333" cy="157028"/>
            </a:xfrm>
            <a:custGeom>
              <a:avLst/>
              <a:pathLst>
                <a:path w="57333" h="157028">
                  <a:moveTo>
                    <a:pt x="0" y="0"/>
                  </a:moveTo>
                  <a:lnTo>
                    <a:pt x="57333" y="15702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g297"/>
            <p:cNvSpPr/>
            <p:nvPr/>
          </p:nvSpPr>
          <p:spPr>
            <a:xfrm>
              <a:off x="3431387" y="1332710"/>
              <a:ext cx="57333" cy="157028"/>
            </a:xfrm>
            <a:custGeom>
              <a:avLst/>
              <a:pathLst>
                <a:path w="57333" h="157028">
                  <a:moveTo>
                    <a:pt x="0" y="0"/>
                  </a:moveTo>
                  <a:lnTo>
                    <a:pt x="57333" y="15702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g298"/>
            <p:cNvSpPr/>
            <p:nvPr/>
          </p:nvSpPr>
          <p:spPr>
            <a:xfrm>
              <a:off x="3431387" y="1332710"/>
              <a:ext cx="57333" cy="157028"/>
            </a:xfrm>
            <a:custGeom>
              <a:avLst/>
              <a:pathLst>
                <a:path w="57333" h="157028">
                  <a:moveTo>
                    <a:pt x="0" y="0"/>
                  </a:moveTo>
                  <a:lnTo>
                    <a:pt x="57333" y="15702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g299"/>
            <p:cNvSpPr/>
            <p:nvPr/>
          </p:nvSpPr>
          <p:spPr>
            <a:xfrm>
              <a:off x="3431387" y="1332710"/>
              <a:ext cx="57333" cy="157028"/>
            </a:xfrm>
            <a:custGeom>
              <a:avLst/>
              <a:pathLst>
                <a:path w="57333" h="157028">
                  <a:moveTo>
                    <a:pt x="0" y="0"/>
                  </a:moveTo>
                  <a:lnTo>
                    <a:pt x="57333" y="15702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g300"/>
            <p:cNvSpPr/>
            <p:nvPr/>
          </p:nvSpPr>
          <p:spPr>
            <a:xfrm>
              <a:off x="3431387" y="1332710"/>
              <a:ext cx="57333" cy="157028"/>
            </a:xfrm>
            <a:custGeom>
              <a:avLst/>
              <a:pathLst>
                <a:path w="57333" h="157028">
                  <a:moveTo>
                    <a:pt x="0" y="0"/>
                  </a:moveTo>
                  <a:lnTo>
                    <a:pt x="57333" y="1570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g301"/>
            <p:cNvSpPr/>
            <p:nvPr/>
          </p:nvSpPr>
          <p:spPr>
            <a:xfrm>
              <a:off x="3431387" y="1332710"/>
              <a:ext cx="57333" cy="157028"/>
            </a:xfrm>
            <a:custGeom>
              <a:avLst/>
              <a:pathLst>
                <a:path w="57333" h="157028">
                  <a:moveTo>
                    <a:pt x="0" y="0"/>
                  </a:moveTo>
                  <a:lnTo>
                    <a:pt x="57333" y="1570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g302"/>
            <p:cNvSpPr/>
            <p:nvPr/>
          </p:nvSpPr>
          <p:spPr>
            <a:xfrm>
              <a:off x="3431387" y="1332710"/>
              <a:ext cx="57333" cy="157028"/>
            </a:xfrm>
            <a:custGeom>
              <a:avLst/>
              <a:pathLst>
                <a:path w="57333" h="157028">
                  <a:moveTo>
                    <a:pt x="0" y="0"/>
                  </a:moveTo>
                  <a:lnTo>
                    <a:pt x="57333" y="1570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g303"/>
            <p:cNvSpPr/>
            <p:nvPr/>
          </p:nvSpPr>
          <p:spPr>
            <a:xfrm>
              <a:off x="3431387" y="1332710"/>
              <a:ext cx="57333" cy="157028"/>
            </a:xfrm>
            <a:custGeom>
              <a:avLst/>
              <a:pathLst>
                <a:path w="57333" h="157028">
                  <a:moveTo>
                    <a:pt x="0" y="0"/>
                  </a:moveTo>
                  <a:lnTo>
                    <a:pt x="57333" y="1570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g304"/>
            <p:cNvSpPr/>
            <p:nvPr/>
          </p:nvSpPr>
          <p:spPr>
            <a:xfrm>
              <a:off x="3431387" y="1332710"/>
              <a:ext cx="57333" cy="157028"/>
            </a:xfrm>
            <a:custGeom>
              <a:avLst/>
              <a:pathLst>
                <a:path w="57333" h="157028">
                  <a:moveTo>
                    <a:pt x="0" y="0"/>
                  </a:moveTo>
                  <a:lnTo>
                    <a:pt x="57333" y="15702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g305"/>
            <p:cNvSpPr/>
            <p:nvPr/>
          </p:nvSpPr>
          <p:spPr>
            <a:xfrm>
              <a:off x="3431387" y="1332710"/>
              <a:ext cx="57333" cy="157028"/>
            </a:xfrm>
            <a:custGeom>
              <a:avLst/>
              <a:pathLst>
                <a:path w="57333" h="157028">
                  <a:moveTo>
                    <a:pt x="0" y="0"/>
                  </a:moveTo>
                  <a:lnTo>
                    <a:pt x="57333" y="15702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g306"/>
            <p:cNvSpPr/>
            <p:nvPr/>
          </p:nvSpPr>
          <p:spPr>
            <a:xfrm>
              <a:off x="3321571" y="1332710"/>
              <a:ext cx="334311" cy="324194"/>
            </a:xfrm>
            <a:custGeom>
              <a:avLst/>
              <a:pathLst>
                <a:path w="334311" h="324194">
                  <a:moveTo>
                    <a:pt x="109816" y="0"/>
                  </a:moveTo>
                  <a:lnTo>
                    <a:pt x="104872" y="1894"/>
                  </a:lnTo>
                  <a:lnTo>
                    <a:pt x="99991" y="3944"/>
                  </a:lnTo>
                  <a:lnTo>
                    <a:pt x="95176" y="6147"/>
                  </a:lnTo>
                  <a:lnTo>
                    <a:pt x="90434" y="8502"/>
                  </a:lnTo>
                  <a:lnTo>
                    <a:pt x="85769" y="11006"/>
                  </a:lnTo>
                  <a:lnTo>
                    <a:pt x="81186" y="13657"/>
                  </a:lnTo>
                  <a:lnTo>
                    <a:pt x="76689" y="16451"/>
                  </a:lnTo>
                  <a:lnTo>
                    <a:pt x="72282" y="19386"/>
                  </a:lnTo>
                  <a:lnTo>
                    <a:pt x="67971" y="22459"/>
                  </a:lnTo>
                  <a:lnTo>
                    <a:pt x="63759" y="25668"/>
                  </a:lnTo>
                  <a:lnTo>
                    <a:pt x="59651" y="29008"/>
                  </a:lnTo>
                  <a:lnTo>
                    <a:pt x="55651" y="32476"/>
                  </a:lnTo>
                  <a:lnTo>
                    <a:pt x="51763" y="36069"/>
                  </a:lnTo>
                  <a:lnTo>
                    <a:pt x="47990" y="39784"/>
                  </a:lnTo>
                  <a:lnTo>
                    <a:pt x="44337" y="43616"/>
                  </a:lnTo>
                  <a:lnTo>
                    <a:pt x="40807" y="47563"/>
                  </a:lnTo>
                  <a:lnTo>
                    <a:pt x="37404" y="51618"/>
                  </a:lnTo>
                  <a:lnTo>
                    <a:pt x="34131" y="55780"/>
                  </a:lnTo>
                  <a:lnTo>
                    <a:pt x="30991" y="60043"/>
                  </a:lnTo>
                  <a:lnTo>
                    <a:pt x="27988" y="64404"/>
                  </a:lnTo>
                  <a:lnTo>
                    <a:pt x="25125" y="68857"/>
                  </a:lnTo>
                  <a:lnTo>
                    <a:pt x="22404" y="73399"/>
                  </a:lnTo>
                  <a:lnTo>
                    <a:pt x="19828" y="78025"/>
                  </a:lnTo>
                  <a:lnTo>
                    <a:pt x="17400" y="82730"/>
                  </a:lnTo>
                  <a:lnTo>
                    <a:pt x="15123" y="87509"/>
                  </a:lnTo>
                  <a:lnTo>
                    <a:pt x="12997" y="92358"/>
                  </a:lnTo>
                  <a:lnTo>
                    <a:pt x="11027" y="97273"/>
                  </a:lnTo>
                  <a:lnTo>
                    <a:pt x="9213" y="102247"/>
                  </a:lnTo>
                  <a:lnTo>
                    <a:pt x="7557" y="107276"/>
                  </a:lnTo>
                  <a:lnTo>
                    <a:pt x="6062" y="112355"/>
                  </a:lnTo>
                  <a:lnTo>
                    <a:pt x="4728" y="117478"/>
                  </a:lnTo>
                  <a:lnTo>
                    <a:pt x="3557" y="122642"/>
                  </a:lnTo>
                  <a:lnTo>
                    <a:pt x="2550" y="127840"/>
                  </a:lnTo>
                  <a:lnTo>
                    <a:pt x="1708" y="133067"/>
                  </a:lnTo>
                  <a:lnTo>
                    <a:pt x="1032" y="138318"/>
                  </a:lnTo>
                  <a:lnTo>
                    <a:pt x="523" y="143588"/>
                  </a:lnTo>
                  <a:lnTo>
                    <a:pt x="181" y="148871"/>
                  </a:lnTo>
                  <a:lnTo>
                    <a:pt x="6" y="154163"/>
                  </a:lnTo>
                  <a:lnTo>
                    <a:pt x="0" y="159458"/>
                  </a:lnTo>
                  <a:lnTo>
                    <a:pt x="160" y="164750"/>
                  </a:lnTo>
                  <a:lnTo>
                    <a:pt x="489" y="170034"/>
                  </a:lnTo>
                  <a:lnTo>
                    <a:pt x="984" y="175305"/>
                  </a:lnTo>
                  <a:lnTo>
                    <a:pt x="1646" y="180558"/>
                  </a:lnTo>
                  <a:lnTo>
                    <a:pt x="2474" y="185787"/>
                  </a:lnTo>
                  <a:lnTo>
                    <a:pt x="3468" y="190988"/>
                  </a:lnTo>
                  <a:lnTo>
                    <a:pt x="4625" y="196154"/>
                  </a:lnTo>
                  <a:lnTo>
                    <a:pt x="5946" y="201282"/>
                  </a:lnTo>
                  <a:lnTo>
                    <a:pt x="7428" y="206364"/>
                  </a:lnTo>
                  <a:lnTo>
                    <a:pt x="9071" y="211398"/>
                  </a:lnTo>
                  <a:lnTo>
                    <a:pt x="10872" y="216376"/>
                  </a:lnTo>
                  <a:lnTo>
                    <a:pt x="12830" y="221296"/>
                  </a:lnTo>
                  <a:lnTo>
                    <a:pt x="14942" y="226150"/>
                  </a:lnTo>
                  <a:lnTo>
                    <a:pt x="17207" y="230936"/>
                  </a:lnTo>
                  <a:lnTo>
                    <a:pt x="19623" y="235647"/>
                  </a:lnTo>
                  <a:lnTo>
                    <a:pt x="22187" y="240280"/>
                  </a:lnTo>
                  <a:lnTo>
                    <a:pt x="24896" y="244828"/>
                  </a:lnTo>
                  <a:lnTo>
                    <a:pt x="27748" y="249289"/>
                  </a:lnTo>
                  <a:lnTo>
                    <a:pt x="30739" y="253658"/>
                  </a:lnTo>
                  <a:lnTo>
                    <a:pt x="33868" y="257929"/>
                  </a:lnTo>
                  <a:lnTo>
                    <a:pt x="37130" y="262099"/>
                  </a:lnTo>
                  <a:lnTo>
                    <a:pt x="40523" y="266164"/>
                  </a:lnTo>
                  <a:lnTo>
                    <a:pt x="44042" y="270119"/>
                  </a:lnTo>
                  <a:lnTo>
                    <a:pt x="47686" y="273961"/>
                  </a:lnTo>
                  <a:lnTo>
                    <a:pt x="51448" y="277685"/>
                  </a:lnTo>
                  <a:lnTo>
                    <a:pt x="55327" y="281289"/>
                  </a:lnTo>
                  <a:lnTo>
                    <a:pt x="59319" y="284768"/>
                  </a:lnTo>
                  <a:lnTo>
                    <a:pt x="63418" y="288118"/>
                  </a:lnTo>
                  <a:lnTo>
                    <a:pt x="67621" y="291338"/>
                  </a:lnTo>
                  <a:lnTo>
                    <a:pt x="71925" y="294422"/>
                  </a:lnTo>
                  <a:lnTo>
                    <a:pt x="76323" y="297369"/>
                  </a:lnTo>
                  <a:lnTo>
                    <a:pt x="80813" y="300175"/>
                  </a:lnTo>
                  <a:lnTo>
                    <a:pt x="85390" y="302837"/>
                  </a:lnTo>
                  <a:lnTo>
                    <a:pt x="90048" y="305353"/>
                  </a:lnTo>
                  <a:lnTo>
                    <a:pt x="94784" y="307720"/>
                  </a:lnTo>
                  <a:lnTo>
                    <a:pt x="99592" y="309936"/>
                  </a:lnTo>
                  <a:lnTo>
                    <a:pt x="104469" y="311999"/>
                  </a:lnTo>
                  <a:lnTo>
                    <a:pt x="109408" y="313906"/>
                  </a:lnTo>
                  <a:lnTo>
                    <a:pt x="114405" y="315656"/>
                  </a:lnTo>
                  <a:lnTo>
                    <a:pt x="119455" y="317247"/>
                  </a:lnTo>
                  <a:lnTo>
                    <a:pt x="124552" y="318677"/>
                  </a:lnTo>
                  <a:lnTo>
                    <a:pt x="129693" y="319945"/>
                  </a:lnTo>
                  <a:lnTo>
                    <a:pt x="134871" y="321049"/>
                  </a:lnTo>
                  <a:lnTo>
                    <a:pt x="140081" y="321989"/>
                  </a:lnTo>
                  <a:lnTo>
                    <a:pt x="145319" y="322764"/>
                  </a:lnTo>
                  <a:lnTo>
                    <a:pt x="150578" y="323372"/>
                  </a:lnTo>
                  <a:lnTo>
                    <a:pt x="155854" y="323813"/>
                  </a:lnTo>
                  <a:lnTo>
                    <a:pt x="161142" y="324087"/>
                  </a:lnTo>
                  <a:lnTo>
                    <a:pt x="166435" y="324194"/>
                  </a:lnTo>
                  <a:lnTo>
                    <a:pt x="171729" y="324132"/>
                  </a:lnTo>
                  <a:lnTo>
                    <a:pt x="177019" y="323904"/>
                  </a:lnTo>
                  <a:lnTo>
                    <a:pt x="182299" y="323507"/>
                  </a:lnTo>
                  <a:lnTo>
                    <a:pt x="187563" y="322944"/>
                  </a:lnTo>
                  <a:lnTo>
                    <a:pt x="192807" y="322214"/>
                  </a:lnTo>
                  <a:lnTo>
                    <a:pt x="198025" y="321319"/>
                  </a:lnTo>
                  <a:lnTo>
                    <a:pt x="203213" y="320259"/>
                  </a:lnTo>
                  <a:lnTo>
                    <a:pt x="208364" y="319035"/>
                  </a:lnTo>
                  <a:lnTo>
                    <a:pt x="213473" y="317648"/>
                  </a:lnTo>
                  <a:lnTo>
                    <a:pt x="218537" y="316101"/>
                  </a:lnTo>
                  <a:lnTo>
                    <a:pt x="223549" y="314394"/>
                  </a:lnTo>
                  <a:lnTo>
                    <a:pt x="228504" y="312529"/>
                  </a:lnTo>
                  <a:lnTo>
                    <a:pt x="233397" y="310508"/>
                  </a:lnTo>
                  <a:lnTo>
                    <a:pt x="238225" y="308333"/>
                  </a:lnTo>
                  <a:lnTo>
                    <a:pt x="242980" y="306006"/>
                  </a:lnTo>
                  <a:lnTo>
                    <a:pt x="247660" y="303530"/>
                  </a:lnTo>
                  <a:lnTo>
                    <a:pt x="252259" y="300907"/>
                  </a:lnTo>
                  <a:lnTo>
                    <a:pt x="256773" y="298140"/>
                  </a:lnTo>
                  <a:lnTo>
                    <a:pt x="261197" y="295231"/>
                  </a:lnTo>
                  <a:lnTo>
                    <a:pt x="265526" y="292183"/>
                  </a:lnTo>
                  <a:lnTo>
                    <a:pt x="269757" y="289000"/>
                  </a:lnTo>
                  <a:lnTo>
                    <a:pt x="273885" y="285684"/>
                  </a:lnTo>
                  <a:lnTo>
                    <a:pt x="277905" y="282240"/>
                  </a:lnTo>
                  <a:lnTo>
                    <a:pt x="281815" y="278669"/>
                  </a:lnTo>
                  <a:lnTo>
                    <a:pt x="285610" y="274977"/>
                  </a:lnTo>
                  <a:lnTo>
                    <a:pt x="289286" y="271167"/>
                  </a:lnTo>
                  <a:lnTo>
                    <a:pt x="292839" y="267242"/>
                  </a:lnTo>
                  <a:lnTo>
                    <a:pt x="296266" y="263206"/>
                  </a:lnTo>
                  <a:lnTo>
                    <a:pt x="299564" y="259064"/>
                  </a:lnTo>
                  <a:lnTo>
                    <a:pt x="302729" y="254819"/>
                  </a:lnTo>
                  <a:lnTo>
                    <a:pt x="305757" y="250477"/>
                  </a:lnTo>
                  <a:lnTo>
                    <a:pt x="308647" y="246040"/>
                  </a:lnTo>
                  <a:lnTo>
                    <a:pt x="311395" y="241515"/>
                  </a:lnTo>
                  <a:lnTo>
                    <a:pt x="313998" y="236905"/>
                  </a:lnTo>
                  <a:lnTo>
                    <a:pt x="316454" y="232214"/>
                  </a:lnTo>
                  <a:lnTo>
                    <a:pt x="318760" y="227448"/>
                  </a:lnTo>
                  <a:lnTo>
                    <a:pt x="320914" y="222612"/>
                  </a:lnTo>
                  <a:lnTo>
                    <a:pt x="322914" y="217709"/>
                  </a:lnTo>
                  <a:lnTo>
                    <a:pt x="324758" y="212746"/>
                  </a:lnTo>
                  <a:lnTo>
                    <a:pt x="326443" y="207727"/>
                  </a:lnTo>
                  <a:lnTo>
                    <a:pt x="327969" y="202657"/>
                  </a:lnTo>
                  <a:lnTo>
                    <a:pt x="329333" y="197541"/>
                  </a:lnTo>
                  <a:lnTo>
                    <a:pt x="330535" y="192385"/>
                  </a:lnTo>
                  <a:lnTo>
                    <a:pt x="331573" y="187193"/>
                  </a:lnTo>
                  <a:lnTo>
                    <a:pt x="332445" y="181971"/>
                  </a:lnTo>
                  <a:lnTo>
                    <a:pt x="333152" y="176724"/>
                  </a:lnTo>
                  <a:lnTo>
                    <a:pt x="333693" y="171457"/>
                  </a:lnTo>
                  <a:lnTo>
                    <a:pt x="334066" y="166176"/>
                  </a:lnTo>
                  <a:lnTo>
                    <a:pt x="334272" y="160885"/>
                  </a:lnTo>
                  <a:lnTo>
                    <a:pt x="334311" y="155591"/>
                  </a:lnTo>
                  <a:lnTo>
                    <a:pt x="334181" y="150298"/>
                  </a:lnTo>
                  <a:lnTo>
                    <a:pt x="333884" y="145012"/>
                  </a:lnTo>
                  <a:lnTo>
                    <a:pt x="333420" y="139738"/>
                  </a:lnTo>
                  <a:lnTo>
                    <a:pt x="332789" y="134481"/>
                  </a:lnTo>
                  <a:lnTo>
                    <a:pt x="331992" y="129247"/>
                  </a:lnTo>
                  <a:lnTo>
                    <a:pt x="331030" y="124040"/>
                  </a:lnTo>
                  <a:lnTo>
                    <a:pt x="329903" y="118867"/>
                  </a:lnTo>
                  <a:lnTo>
                    <a:pt x="328613" y="113732"/>
                  </a:lnTo>
                  <a:lnTo>
                    <a:pt x="327161" y="108641"/>
                  </a:lnTo>
                  <a:lnTo>
                    <a:pt x="325548" y="103598"/>
                  </a:lnTo>
                  <a:lnTo>
                    <a:pt x="323777" y="98609"/>
                  </a:lnTo>
                  <a:lnTo>
                    <a:pt x="321848" y="93678"/>
                  </a:lnTo>
                  <a:lnTo>
                    <a:pt x="319764" y="88811"/>
                  </a:lnTo>
                  <a:lnTo>
                    <a:pt x="317528" y="84012"/>
                  </a:lnTo>
                  <a:lnTo>
                    <a:pt x="315140" y="79286"/>
                  </a:lnTo>
                  <a:lnTo>
                    <a:pt x="312604" y="74639"/>
                  </a:lnTo>
                  <a:lnTo>
                    <a:pt x="309922" y="70074"/>
                  </a:lnTo>
                  <a:lnTo>
                    <a:pt x="307096" y="65596"/>
                  </a:lnTo>
                  <a:lnTo>
                    <a:pt x="304131" y="61210"/>
                  </a:lnTo>
                  <a:lnTo>
                    <a:pt x="301028" y="56920"/>
                  </a:lnTo>
                  <a:lnTo>
                    <a:pt x="297790" y="52731"/>
                  </a:lnTo>
                  <a:lnTo>
                    <a:pt x="294422" y="48646"/>
                  </a:lnTo>
                  <a:lnTo>
                    <a:pt x="290926" y="44670"/>
                  </a:lnTo>
                  <a:lnTo>
                    <a:pt x="287306" y="40806"/>
                  </a:lnTo>
                  <a:lnTo>
                    <a:pt x="283565" y="37060"/>
                  </a:lnTo>
                  <a:lnTo>
                    <a:pt x="279707" y="33433"/>
                  </a:lnTo>
                  <a:lnTo>
                    <a:pt x="275737" y="29931"/>
                  </a:lnTo>
                  <a:lnTo>
                    <a:pt x="271658" y="26556"/>
                  </a:lnTo>
                  <a:lnTo>
                    <a:pt x="267473" y="23311"/>
                  </a:lnTo>
                  <a:lnTo>
                    <a:pt x="263189" y="20201"/>
                  </a:lnTo>
                  <a:lnTo>
                    <a:pt x="258807" y="17229"/>
                  </a:lnTo>
                  <a:lnTo>
                    <a:pt x="254334" y="14396"/>
                  </a:lnTo>
                  <a:lnTo>
                    <a:pt x="249774" y="11707"/>
                  </a:lnTo>
                  <a:lnTo>
                    <a:pt x="245130" y="9163"/>
                  </a:lnTo>
                  <a:lnTo>
                    <a:pt x="240408" y="6768"/>
                  </a:lnTo>
                  <a:lnTo>
                    <a:pt x="235613" y="4523"/>
                  </a:lnTo>
                  <a:lnTo>
                    <a:pt x="230749" y="2432"/>
                  </a:lnTo>
                  <a:lnTo>
                    <a:pt x="167149" y="15702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g307"/>
            <p:cNvSpPr/>
            <p:nvPr/>
          </p:nvSpPr>
          <p:spPr>
            <a:xfrm>
              <a:off x="3488720" y="1322571"/>
              <a:ext cx="63600" cy="167167"/>
            </a:xfrm>
            <a:custGeom>
              <a:avLst/>
              <a:pathLst>
                <a:path w="63600" h="167167">
                  <a:moveTo>
                    <a:pt x="63600" y="12571"/>
                  </a:moveTo>
                  <a:lnTo>
                    <a:pt x="58076" y="10412"/>
                  </a:lnTo>
                  <a:lnTo>
                    <a:pt x="52478" y="8450"/>
                  </a:lnTo>
                  <a:lnTo>
                    <a:pt x="46815" y="6689"/>
                  </a:lnTo>
                  <a:lnTo>
                    <a:pt x="41093" y="5129"/>
                  </a:lnTo>
                  <a:lnTo>
                    <a:pt x="35319" y="3773"/>
                  </a:lnTo>
                  <a:lnTo>
                    <a:pt x="29501" y="2623"/>
                  </a:lnTo>
                  <a:lnTo>
                    <a:pt x="23645" y="1680"/>
                  </a:lnTo>
                  <a:lnTo>
                    <a:pt x="17760" y="946"/>
                  </a:lnTo>
                  <a:lnTo>
                    <a:pt x="11852" y="420"/>
                  </a:lnTo>
                  <a:lnTo>
                    <a:pt x="5930" y="10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g308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g309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g310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g311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g312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g313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g314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g315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g316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g317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g318"/>
            <p:cNvSpPr/>
            <p:nvPr/>
          </p:nvSpPr>
          <p:spPr>
            <a:xfrm>
              <a:off x="3078306" y="1681503"/>
              <a:ext cx="8218" cy="167167"/>
            </a:xfrm>
            <a:custGeom>
              <a:avLst/>
              <a:pathLst>
                <a:path w="8218" h="167167">
                  <a:moveTo>
                    <a:pt x="8218" y="0"/>
                  </a:moveTo>
                  <a:lnTo>
                    <a:pt x="0" y="202"/>
                  </a:lnTo>
                  <a:lnTo>
                    <a:pt x="8218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g319"/>
            <p:cNvSpPr/>
            <p:nvPr/>
          </p:nvSpPr>
          <p:spPr>
            <a:xfrm>
              <a:off x="3078306" y="1681705"/>
              <a:ext cx="8218" cy="166965"/>
            </a:xfrm>
            <a:custGeom>
              <a:avLst/>
              <a:pathLst>
                <a:path w="8218" h="166965">
                  <a:moveTo>
                    <a:pt x="0" y="0"/>
                  </a:moveTo>
                  <a:lnTo>
                    <a:pt x="8218" y="16696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g320"/>
            <p:cNvSpPr/>
            <p:nvPr/>
          </p:nvSpPr>
          <p:spPr>
            <a:xfrm>
              <a:off x="3078306" y="1681705"/>
              <a:ext cx="8218" cy="166965"/>
            </a:xfrm>
            <a:custGeom>
              <a:avLst/>
              <a:pathLst>
                <a:path w="8218" h="166965">
                  <a:moveTo>
                    <a:pt x="0" y="0"/>
                  </a:moveTo>
                  <a:lnTo>
                    <a:pt x="8218" y="16696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g321"/>
            <p:cNvSpPr/>
            <p:nvPr/>
          </p:nvSpPr>
          <p:spPr>
            <a:xfrm>
              <a:off x="3078306" y="1681705"/>
              <a:ext cx="8218" cy="166965"/>
            </a:xfrm>
            <a:custGeom>
              <a:avLst/>
              <a:pathLst>
                <a:path w="8218" h="166965">
                  <a:moveTo>
                    <a:pt x="0" y="0"/>
                  </a:moveTo>
                  <a:lnTo>
                    <a:pt x="8218" y="16696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g322"/>
            <p:cNvSpPr/>
            <p:nvPr/>
          </p:nvSpPr>
          <p:spPr>
            <a:xfrm>
              <a:off x="3078306" y="1681705"/>
              <a:ext cx="8218" cy="166965"/>
            </a:xfrm>
            <a:custGeom>
              <a:avLst/>
              <a:pathLst>
                <a:path w="8218" h="166965">
                  <a:moveTo>
                    <a:pt x="0" y="0"/>
                  </a:moveTo>
                  <a:lnTo>
                    <a:pt x="8218" y="16696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g323"/>
            <p:cNvSpPr/>
            <p:nvPr/>
          </p:nvSpPr>
          <p:spPr>
            <a:xfrm>
              <a:off x="3078306" y="1681705"/>
              <a:ext cx="8218" cy="166965"/>
            </a:xfrm>
            <a:custGeom>
              <a:avLst/>
              <a:pathLst>
                <a:path w="8218" h="166965">
                  <a:moveTo>
                    <a:pt x="0" y="0"/>
                  </a:moveTo>
                  <a:lnTo>
                    <a:pt x="8218" y="16696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g324"/>
            <p:cNvSpPr/>
            <p:nvPr/>
          </p:nvSpPr>
          <p:spPr>
            <a:xfrm>
              <a:off x="3078306" y="1681705"/>
              <a:ext cx="8218" cy="166965"/>
            </a:xfrm>
            <a:custGeom>
              <a:avLst/>
              <a:pathLst>
                <a:path w="8218" h="166965">
                  <a:moveTo>
                    <a:pt x="0" y="0"/>
                  </a:moveTo>
                  <a:lnTo>
                    <a:pt x="8218" y="16696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g325"/>
            <p:cNvSpPr/>
            <p:nvPr/>
          </p:nvSpPr>
          <p:spPr>
            <a:xfrm>
              <a:off x="3078306" y="1681705"/>
              <a:ext cx="8218" cy="166965"/>
            </a:xfrm>
            <a:custGeom>
              <a:avLst/>
              <a:pathLst>
                <a:path w="8218" h="166965">
                  <a:moveTo>
                    <a:pt x="0" y="0"/>
                  </a:moveTo>
                  <a:lnTo>
                    <a:pt x="8218" y="16696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g326"/>
            <p:cNvSpPr/>
            <p:nvPr/>
          </p:nvSpPr>
          <p:spPr>
            <a:xfrm>
              <a:off x="3078306" y="1681705"/>
              <a:ext cx="8218" cy="166965"/>
            </a:xfrm>
            <a:custGeom>
              <a:avLst/>
              <a:pathLst>
                <a:path w="8218" h="166965">
                  <a:moveTo>
                    <a:pt x="0" y="0"/>
                  </a:moveTo>
                  <a:lnTo>
                    <a:pt x="8218" y="16696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g327"/>
            <p:cNvSpPr/>
            <p:nvPr/>
          </p:nvSpPr>
          <p:spPr>
            <a:xfrm>
              <a:off x="3078306" y="1681705"/>
              <a:ext cx="8218" cy="166965"/>
            </a:xfrm>
            <a:custGeom>
              <a:avLst/>
              <a:pathLst>
                <a:path w="8218" h="166965">
                  <a:moveTo>
                    <a:pt x="0" y="0"/>
                  </a:moveTo>
                  <a:lnTo>
                    <a:pt x="8218" y="16696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g328"/>
            <p:cNvSpPr/>
            <p:nvPr/>
          </p:nvSpPr>
          <p:spPr>
            <a:xfrm>
              <a:off x="3078306" y="1681705"/>
              <a:ext cx="8218" cy="166965"/>
            </a:xfrm>
            <a:custGeom>
              <a:avLst/>
              <a:pathLst>
                <a:path w="8218" h="166965">
                  <a:moveTo>
                    <a:pt x="0" y="0"/>
                  </a:moveTo>
                  <a:lnTo>
                    <a:pt x="8218" y="1669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g329"/>
            <p:cNvSpPr/>
            <p:nvPr/>
          </p:nvSpPr>
          <p:spPr>
            <a:xfrm>
              <a:off x="3078306" y="1681705"/>
              <a:ext cx="8218" cy="166965"/>
            </a:xfrm>
            <a:custGeom>
              <a:avLst/>
              <a:pathLst>
                <a:path w="8218" h="166965">
                  <a:moveTo>
                    <a:pt x="0" y="0"/>
                  </a:moveTo>
                  <a:lnTo>
                    <a:pt x="8218" y="1669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g330"/>
            <p:cNvSpPr/>
            <p:nvPr/>
          </p:nvSpPr>
          <p:spPr>
            <a:xfrm>
              <a:off x="3078306" y="1681705"/>
              <a:ext cx="8218" cy="166965"/>
            </a:xfrm>
            <a:custGeom>
              <a:avLst/>
              <a:pathLst>
                <a:path w="8218" h="166965">
                  <a:moveTo>
                    <a:pt x="0" y="0"/>
                  </a:moveTo>
                  <a:lnTo>
                    <a:pt x="8218" y="1669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g331"/>
            <p:cNvSpPr/>
            <p:nvPr/>
          </p:nvSpPr>
          <p:spPr>
            <a:xfrm>
              <a:off x="3078306" y="1681705"/>
              <a:ext cx="8218" cy="166965"/>
            </a:xfrm>
            <a:custGeom>
              <a:avLst/>
              <a:pathLst>
                <a:path w="8218" h="166965">
                  <a:moveTo>
                    <a:pt x="0" y="0"/>
                  </a:moveTo>
                  <a:lnTo>
                    <a:pt x="8218" y="1669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g332"/>
            <p:cNvSpPr/>
            <p:nvPr/>
          </p:nvSpPr>
          <p:spPr>
            <a:xfrm>
              <a:off x="3078306" y="1681705"/>
              <a:ext cx="8218" cy="166965"/>
            </a:xfrm>
            <a:custGeom>
              <a:avLst/>
              <a:pathLst>
                <a:path w="8218" h="166965">
                  <a:moveTo>
                    <a:pt x="0" y="0"/>
                  </a:moveTo>
                  <a:lnTo>
                    <a:pt x="8218" y="16696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g333"/>
            <p:cNvSpPr/>
            <p:nvPr/>
          </p:nvSpPr>
          <p:spPr>
            <a:xfrm>
              <a:off x="3078306" y="1681705"/>
              <a:ext cx="8218" cy="166965"/>
            </a:xfrm>
            <a:custGeom>
              <a:avLst/>
              <a:pathLst>
                <a:path w="8218" h="166965">
                  <a:moveTo>
                    <a:pt x="0" y="0"/>
                  </a:moveTo>
                  <a:lnTo>
                    <a:pt x="8218" y="16696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g334"/>
            <p:cNvSpPr/>
            <p:nvPr/>
          </p:nvSpPr>
          <p:spPr>
            <a:xfrm>
              <a:off x="2950320" y="1681705"/>
              <a:ext cx="136204" cy="166965"/>
            </a:xfrm>
            <a:custGeom>
              <a:avLst/>
              <a:pathLst>
                <a:path w="136204" h="166965">
                  <a:moveTo>
                    <a:pt x="127986" y="0"/>
                  </a:moveTo>
                  <a:lnTo>
                    <a:pt x="122407" y="368"/>
                  </a:lnTo>
                  <a:lnTo>
                    <a:pt x="116843" y="922"/>
                  </a:lnTo>
                  <a:lnTo>
                    <a:pt x="111300" y="1663"/>
                  </a:lnTo>
                  <a:lnTo>
                    <a:pt x="105786" y="2588"/>
                  </a:lnTo>
                  <a:lnTo>
                    <a:pt x="100305" y="3697"/>
                  </a:lnTo>
                  <a:lnTo>
                    <a:pt x="94865" y="4989"/>
                  </a:lnTo>
                  <a:lnTo>
                    <a:pt x="89471" y="6463"/>
                  </a:lnTo>
                  <a:lnTo>
                    <a:pt x="84129" y="8115"/>
                  </a:lnTo>
                  <a:lnTo>
                    <a:pt x="78846" y="9946"/>
                  </a:lnTo>
                  <a:lnTo>
                    <a:pt x="73626" y="11952"/>
                  </a:lnTo>
                  <a:lnTo>
                    <a:pt x="68477" y="14132"/>
                  </a:lnTo>
                  <a:lnTo>
                    <a:pt x="63404" y="16482"/>
                  </a:lnTo>
                  <a:lnTo>
                    <a:pt x="58411" y="19001"/>
                  </a:lnTo>
                  <a:lnTo>
                    <a:pt x="53506" y="21686"/>
                  </a:lnTo>
                  <a:lnTo>
                    <a:pt x="48694" y="24533"/>
                  </a:lnTo>
                  <a:lnTo>
                    <a:pt x="43979" y="27539"/>
                  </a:lnTo>
                  <a:lnTo>
                    <a:pt x="39368" y="30702"/>
                  </a:lnTo>
                  <a:lnTo>
                    <a:pt x="34865" y="34016"/>
                  </a:lnTo>
                  <a:lnTo>
                    <a:pt x="30475" y="37480"/>
                  </a:lnTo>
                  <a:lnTo>
                    <a:pt x="26204" y="41089"/>
                  </a:lnTo>
                  <a:lnTo>
                    <a:pt x="22055" y="44838"/>
                  </a:lnTo>
                  <a:lnTo>
                    <a:pt x="18035" y="48724"/>
                  </a:lnTo>
                  <a:lnTo>
                    <a:pt x="14146" y="52742"/>
                  </a:lnTo>
                  <a:lnTo>
                    <a:pt x="10394" y="56888"/>
                  </a:lnTo>
                  <a:lnTo>
                    <a:pt x="6783" y="61157"/>
                  </a:lnTo>
                  <a:lnTo>
                    <a:pt x="3317" y="65545"/>
                  </a:lnTo>
                  <a:lnTo>
                    <a:pt x="0" y="70046"/>
                  </a:lnTo>
                  <a:lnTo>
                    <a:pt x="136204" y="16696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g335"/>
            <p:cNvSpPr/>
            <p:nvPr/>
          </p:nvSpPr>
          <p:spPr>
            <a:xfrm>
              <a:off x="2919377" y="1681503"/>
              <a:ext cx="334293" cy="334334"/>
            </a:xfrm>
            <a:custGeom>
              <a:avLst/>
              <a:pathLst>
                <a:path w="334293" h="334334">
                  <a:moveTo>
                    <a:pt x="30942" y="70248"/>
                  </a:moveTo>
                  <a:lnTo>
                    <a:pt x="27936" y="74618"/>
                  </a:lnTo>
                  <a:lnTo>
                    <a:pt x="25070" y="79081"/>
                  </a:lnTo>
                  <a:lnTo>
                    <a:pt x="22347" y="83633"/>
                  </a:lnTo>
                  <a:lnTo>
                    <a:pt x="19769" y="88269"/>
                  </a:lnTo>
                  <a:lnTo>
                    <a:pt x="17340" y="92985"/>
                  </a:lnTo>
                  <a:lnTo>
                    <a:pt x="15062" y="97775"/>
                  </a:lnTo>
                  <a:lnTo>
                    <a:pt x="12937" y="102635"/>
                  </a:lnTo>
                  <a:lnTo>
                    <a:pt x="10968" y="107560"/>
                  </a:lnTo>
                  <a:lnTo>
                    <a:pt x="9155" y="112545"/>
                  </a:lnTo>
                  <a:lnTo>
                    <a:pt x="7502" y="117584"/>
                  </a:lnTo>
                  <a:lnTo>
                    <a:pt x="6009" y="122674"/>
                  </a:lnTo>
                  <a:lnTo>
                    <a:pt x="4679" y="127809"/>
                  </a:lnTo>
                  <a:lnTo>
                    <a:pt x="3512" y="132983"/>
                  </a:lnTo>
                  <a:lnTo>
                    <a:pt x="2510" y="138192"/>
                  </a:lnTo>
                  <a:lnTo>
                    <a:pt x="1673" y="143430"/>
                  </a:lnTo>
                  <a:lnTo>
                    <a:pt x="1003" y="148691"/>
                  </a:lnTo>
                  <a:lnTo>
                    <a:pt x="501" y="153972"/>
                  </a:lnTo>
                  <a:lnTo>
                    <a:pt x="166" y="159265"/>
                  </a:lnTo>
                  <a:lnTo>
                    <a:pt x="0" y="164567"/>
                  </a:lnTo>
                  <a:lnTo>
                    <a:pt x="1" y="169871"/>
                  </a:lnTo>
                  <a:lnTo>
                    <a:pt x="171" y="175173"/>
                  </a:lnTo>
                  <a:lnTo>
                    <a:pt x="509" y="180466"/>
                  </a:lnTo>
                  <a:lnTo>
                    <a:pt x="1015" y="185746"/>
                  </a:lnTo>
                  <a:lnTo>
                    <a:pt x="1688" y="191007"/>
                  </a:lnTo>
                  <a:lnTo>
                    <a:pt x="2528" y="196245"/>
                  </a:lnTo>
                  <a:lnTo>
                    <a:pt x="3533" y="201453"/>
                  </a:lnTo>
                  <a:lnTo>
                    <a:pt x="4703" y="206626"/>
                  </a:lnTo>
                  <a:lnTo>
                    <a:pt x="6037" y="211760"/>
                  </a:lnTo>
                  <a:lnTo>
                    <a:pt x="7533" y="216849"/>
                  </a:lnTo>
                  <a:lnTo>
                    <a:pt x="9189" y="221888"/>
                  </a:lnTo>
                  <a:lnTo>
                    <a:pt x="11005" y="226872"/>
                  </a:lnTo>
                  <a:lnTo>
                    <a:pt x="12978" y="231795"/>
                  </a:lnTo>
                  <a:lnTo>
                    <a:pt x="15106" y="236654"/>
                  </a:lnTo>
                  <a:lnTo>
                    <a:pt x="17387" y="241443"/>
                  </a:lnTo>
                  <a:lnTo>
                    <a:pt x="19818" y="246156"/>
                  </a:lnTo>
                  <a:lnTo>
                    <a:pt x="22399" y="250791"/>
                  </a:lnTo>
                  <a:lnTo>
                    <a:pt x="25125" y="255341"/>
                  </a:lnTo>
                  <a:lnTo>
                    <a:pt x="27993" y="259802"/>
                  </a:lnTo>
                  <a:lnTo>
                    <a:pt x="31002" y="264170"/>
                  </a:lnTo>
                  <a:lnTo>
                    <a:pt x="34148" y="268441"/>
                  </a:lnTo>
                  <a:lnTo>
                    <a:pt x="37428" y="272609"/>
                  </a:lnTo>
                  <a:lnTo>
                    <a:pt x="40839" y="276672"/>
                  </a:lnTo>
                  <a:lnTo>
                    <a:pt x="44377" y="280624"/>
                  </a:lnTo>
                  <a:lnTo>
                    <a:pt x="48038" y="284462"/>
                  </a:lnTo>
                  <a:lnTo>
                    <a:pt x="51819" y="288181"/>
                  </a:lnTo>
                  <a:lnTo>
                    <a:pt x="55717" y="291779"/>
                  </a:lnTo>
                  <a:lnTo>
                    <a:pt x="59726" y="295252"/>
                  </a:lnTo>
                  <a:lnTo>
                    <a:pt x="63844" y="298595"/>
                  </a:lnTo>
                  <a:lnTo>
                    <a:pt x="68065" y="301807"/>
                  </a:lnTo>
                  <a:lnTo>
                    <a:pt x="72387" y="304882"/>
                  </a:lnTo>
                  <a:lnTo>
                    <a:pt x="76804" y="307819"/>
                  </a:lnTo>
                  <a:lnTo>
                    <a:pt x="81311" y="310615"/>
                  </a:lnTo>
                  <a:lnTo>
                    <a:pt x="85906" y="313266"/>
                  </a:lnTo>
                  <a:lnTo>
                    <a:pt x="90582" y="315770"/>
                  </a:lnTo>
                  <a:lnTo>
                    <a:pt x="95335" y="318124"/>
                  </a:lnTo>
                  <a:lnTo>
                    <a:pt x="100160" y="320326"/>
                  </a:lnTo>
                  <a:lnTo>
                    <a:pt x="105053" y="322374"/>
                  </a:lnTo>
                  <a:lnTo>
                    <a:pt x="110008" y="324266"/>
                  </a:lnTo>
                  <a:lnTo>
                    <a:pt x="115021" y="326000"/>
                  </a:lnTo>
                  <a:lnTo>
                    <a:pt x="120087" y="327574"/>
                  </a:lnTo>
                  <a:lnTo>
                    <a:pt x="125199" y="328986"/>
                  </a:lnTo>
                  <a:lnTo>
                    <a:pt x="130354" y="330235"/>
                  </a:lnTo>
                  <a:lnTo>
                    <a:pt x="135546" y="331320"/>
                  </a:lnTo>
                  <a:lnTo>
                    <a:pt x="140770" y="332240"/>
                  </a:lnTo>
                  <a:lnTo>
                    <a:pt x="146020" y="332994"/>
                  </a:lnTo>
                  <a:lnTo>
                    <a:pt x="151292" y="333581"/>
                  </a:lnTo>
                  <a:lnTo>
                    <a:pt x="156580" y="334000"/>
                  </a:lnTo>
                  <a:lnTo>
                    <a:pt x="161878" y="334251"/>
                  </a:lnTo>
                  <a:lnTo>
                    <a:pt x="167181" y="334334"/>
                  </a:lnTo>
                  <a:lnTo>
                    <a:pt x="172485" y="334249"/>
                  </a:lnTo>
                  <a:lnTo>
                    <a:pt x="177783" y="333996"/>
                  </a:lnTo>
                  <a:lnTo>
                    <a:pt x="183071" y="333574"/>
                  </a:lnTo>
                  <a:lnTo>
                    <a:pt x="188342" y="332985"/>
                  </a:lnTo>
                  <a:lnTo>
                    <a:pt x="193592" y="332229"/>
                  </a:lnTo>
                  <a:lnTo>
                    <a:pt x="198815" y="331307"/>
                  </a:lnTo>
                  <a:lnTo>
                    <a:pt x="204007" y="330220"/>
                  </a:lnTo>
                  <a:lnTo>
                    <a:pt x="209161" y="328968"/>
                  </a:lnTo>
                  <a:lnTo>
                    <a:pt x="214274" y="327554"/>
                  </a:lnTo>
                  <a:lnTo>
                    <a:pt x="219338" y="325978"/>
                  </a:lnTo>
                  <a:lnTo>
                    <a:pt x="224350" y="324242"/>
                  </a:lnTo>
                  <a:lnTo>
                    <a:pt x="229305" y="322348"/>
                  </a:lnTo>
                  <a:lnTo>
                    <a:pt x="234197" y="320298"/>
                  </a:lnTo>
                  <a:lnTo>
                    <a:pt x="239021" y="318094"/>
                  </a:lnTo>
                  <a:lnTo>
                    <a:pt x="243773" y="315738"/>
                  </a:lnTo>
                  <a:lnTo>
                    <a:pt x="248448" y="313232"/>
                  </a:lnTo>
                  <a:lnTo>
                    <a:pt x="253042" y="310579"/>
                  </a:lnTo>
                  <a:lnTo>
                    <a:pt x="257548" y="307782"/>
                  </a:lnTo>
                  <a:lnTo>
                    <a:pt x="261964" y="304843"/>
                  </a:lnTo>
                  <a:lnTo>
                    <a:pt x="266284" y="301765"/>
                  </a:lnTo>
                  <a:lnTo>
                    <a:pt x="270504" y="298553"/>
                  </a:lnTo>
                  <a:lnTo>
                    <a:pt x="274621" y="295207"/>
                  </a:lnTo>
                  <a:lnTo>
                    <a:pt x="278629" y="291733"/>
                  </a:lnTo>
                  <a:lnTo>
                    <a:pt x="282524" y="288134"/>
                  </a:lnTo>
                  <a:lnTo>
                    <a:pt x="286304" y="284412"/>
                  </a:lnTo>
                  <a:lnTo>
                    <a:pt x="289964" y="280573"/>
                  </a:lnTo>
                  <a:lnTo>
                    <a:pt x="293500" y="276619"/>
                  </a:lnTo>
                  <a:lnTo>
                    <a:pt x="296909" y="272555"/>
                  </a:lnTo>
                  <a:lnTo>
                    <a:pt x="300187" y="268386"/>
                  </a:lnTo>
                  <a:lnTo>
                    <a:pt x="303331" y="264114"/>
                  </a:lnTo>
                  <a:lnTo>
                    <a:pt x="306338" y="259744"/>
                  </a:lnTo>
                  <a:lnTo>
                    <a:pt x="309206" y="255282"/>
                  </a:lnTo>
                  <a:lnTo>
                    <a:pt x="311930" y="250731"/>
                  </a:lnTo>
                  <a:lnTo>
                    <a:pt x="314508" y="246095"/>
                  </a:lnTo>
                  <a:lnTo>
                    <a:pt x="316938" y="241380"/>
                  </a:lnTo>
                  <a:lnTo>
                    <a:pt x="319217" y="236591"/>
                  </a:lnTo>
                  <a:lnTo>
                    <a:pt x="321343" y="231731"/>
                  </a:lnTo>
                  <a:lnTo>
                    <a:pt x="323313" y="226807"/>
                  </a:lnTo>
                  <a:lnTo>
                    <a:pt x="325127" y="221822"/>
                  </a:lnTo>
                  <a:lnTo>
                    <a:pt x="326781" y="216783"/>
                  </a:lnTo>
                  <a:lnTo>
                    <a:pt x="328275" y="211693"/>
                  </a:lnTo>
                  <a:lnTo>
                    <a:pt x="329607" y="206559"/>
                  </a:lnTo>
                  <a:lnTo>
                    <a:pt x="330775" y="201385"/>
                  </a:lnTo>
                  <a:lnTo>
                    <a:pt x="331778" y="196176"/>
                  </a:lnTo>
                  <a:lnTo>
                    <a:pt x="332615" y="190939"/>
                  </a:lnTo>
                  <a:lnTo>
                    <a:pt x="333286" y="185677"/>
                  </a:lnTo>
                  <a:lnTo>
                    <a:pt x="333790" y="180397"/>
                  </a:lnTo>
                  <a:lnTo>
                    <a:pt x="334126" y="175103"/>
                  </a:lnTo>
                  <a:lnTo>
                    <a:pt x="334293" y="169802"/>
                  </a:lnTo>
                  <a:lnTo>
                    <a:pt x="334293" y="164497"/>
                  </a:lnTo>
                  <a:lnTo>
                    <a:pt x="334124" y="159196"/>
                  </a:lnTo>
                  <a:lnTo>
                    <a:pt x="333787" y="153903"/>
                  </a:lnTo>
                  <a:lnTo>
                    <a:pt x="333282" y="148622"/>
                  </a:lnTo>
                  <a:lnTo>
                    <a:pt x="332610" y="143361"/>
                  </a:lnTo>
                  <a:lnTo>
                    <a:pt x="331772" y="138123"/>
                  </a:lnTo>
                  <a:lnTo>
                    <a:pt x="330768" y="132915"/>
                  </a:lnTo>
                  <a:lnTo>
                    <a:pt x="329599" y="127741"/>
                  </a:lnTo>
                  <a:lnTo>
                    <a:pt x="328266" y="122607"/>
                  </a:lnTo>
                  <a:lnTo>
                    <a:pt x="326771" y="117518"/>
                  </a:lnTo>
                  <a:lnTo>
                    <a:pt x="325116" y="112479"/>
                  </a:lnTo>
                  <a:lnTo>
                    <a:pt x="323301" y="107495"/>
                  </a:lnTo>
                  <a:lnTo>
                    <a:pt x="321329" y="102571"/>
                  </a:lnTo>
                  <a:lnTo>
                    <a:pt x="319202" y="97712"/>
                  </a:lnTo>
                  <a:lnTo>
                    <a:pt x="316922" y="92922"/>
                  </a:lnTo>
                  <a:lnTo>
                    <a:pt x="314491" y="88208"/>
                  </a:lnTo>
                  <a:lnTo>
                    <a:pt x="311912" y="83573"/>
                  </a:lnTo>
                  <a:lnTo>
                    <a:pt x="309187" y="79022"/>
                  </a:lnTo>
                  <a:lnTo>
                    <a:pt x="306319" y="74560"/>
                  </a:lnTo>
                  <a:lnTo>
                    <a:pt x="303311" y="70192"/>
                  </a:lnTo>
                  <a:lnTo>
                    <a:pt x="300166" y="65921"/>
                  </a:lnTo>
                  <a:lnTo>
                    <a:pt x="296887" y="61751"/>
                  </a:lnTo>
                  <a:lnTo>
                    <a:pt x="293477" y="57688"/>
                  </a:lnTo>
                  <a:lnTo>
                    <a:pt x="289940" y="53736"/>
                  </a:lnTo>
                  <a:lnTo>
                    <a:pt x="286280" y="49897"/>
                  </a:lnTo>
                  <a:lnTo>
                    <a:pt x="282499" y="46176"/>
                  </a:lnTo>
                  <a:lnTo>
                    <a:pt x="278603" y="42578"/>
                  </a:lnTo>
                  <a:lnTo>
                    <a:pt x="274594" y="39104"/>
                  </a:lnTo>
                  <a:lnTo>
                    <a:pt x="270477" y="35760"/>
                  </a:lnTo>
                  <a:lnTo>
                    <a:pt x="266256" y="32548"/>
                  </a:lnTo>
                  <a:lnTo>
                    <a:pt x="261935" y="29471"/>
                  </a:lnTo>
                  <a:lnTo>
                    <a:pt x="257519" y="26533"/>
                  </a:lnTo>
                  <a:lnTo>
                    <a:pt x="253012" y="23737"/>
                  </a:lnTo>
                  <a:lnTo>
                    <a:pt x="248418" y="21085"/>
                  </a:lnTo>
                  <a:lnTo>
                    <a:pt x="243743" y="18580"/>
                  </a:lnTo>
                  <a:lnTo>
                    <a:pt x="238990" y="16225"/>
                  </a:lnTo>
                  <a:lnTo>
                    <a:pt x="234165" y="14022"/>
                  </a:lnTo>
                  <a:lnTo>
                    <a:pt x="229273" y="11972"/>
                  </a:lnTo>
                  <a:lnTo>
                    <a:pt x="224318" y="10080"/>
                  </a:lnTo>
                  <a:lnTo>
                    <a:pt x="219305" y="8345"/>
                  </a:lnTo>
                  <a:lnTo>
                    <a:pt x="214240" y="6770"/>
                  </a:lnTo>
                  <a:lnTo>
                    <a:pt x="209128" y="5357"/>
                  </a:lnTo>
                  <a:lnTo>
                    <a:pt x="203973" y="4106"/>
                  </a:lnTo>
                  <a:lnTo>
                    <a:pt x="198781" y="3020"/>
                  </a:lnTo>
                  <a:lnTo>
                    <a:pt x="193558" y="2099"/>
                  </a:lnTo>
                  <a:lnTo>
                    <a:pt x="188307" y="1344"/>
                  </a:lnTo>
                  <a:lnTo>
                    <a:pt x="183036" y="756"/>
                  </a:lnTo>
                  <a:lnTo>
                    <a:pt x="177748" y="336"/>
                  </a:lnTo>
                  <a:lnTo>
                    <a:pt x="172450" y="84"/>
                  </a:lnTo>
                  <a:lnTo>
                    <a:pt x="167147" y="0"/>
                  </a:lnTo>
                  <a:lnTo>
                    <a:pt x="167147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g336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g337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g338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g339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g340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g341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g342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g343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g344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g345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g346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g347"/>
            <p:cNvSpPr/>
            <p:nvPr/>
          </p:nvSpPr>
          <p:spPr>
            <a:xfrm>
              <a:off x="2757715" y="2126963"/>
              <a:ext cx="23572" cy="167167"/>
            </a:xfrm>
            <a:custGeom>
              <a:avLst/>
              <a:pathLst>
                <a:path w="23572" h="167167">
                  <a:moveTo>
                    <a:pt x="23572" y="0"/>
                  </a:moveTo>
                  <a:lnTo>
                    <a:pt x="15691" y="185"/>
                  </a:lnTo>
                  <a:lnTo>
                    <a:pt x="7828" y="743"/>
                  </a:lnTo>
                  <a:lnTo>
                    <a:pt x="0" y="1670"/>
                  </a:lnTo>
                  <a:lnTo>
                    <a:pt x="23572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g348"/>
            <p:cNvSpPr/>
            <p:nvPr/>
          </p:nvSpPr>
          <p:spPr>
            <a:xfrm>
              <a:off x="2757715" y="2128634"/>
              <a:ext cx="23572" cy="165497"/>
            </a:xfrm>
            <a:custGeom>
              <a:avLst/>
              <a:pathLst>
                <a:path w="23572" h="165497">
                  <a:moveTo>
                    <a:pt x="0" y="0"/>
                  </a:moveTo>
                  <a:lnTo>
                    <a:pt x="23572" y="16549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g349"/>
            <p:cNvSpPr/>
            <p:nvPr/>
          </p:nvSpPr>
          <p:spPr>
            <a:xfrm>
              <a:off x="2757715" y="2128634"/>
              <a:ext cx="23572" cy="165497"/>
            </a:xfrm>
            <a:custGeom>
              <a:avLst/>
              <a:pathLst>
                <a:path w="23572" h="165497">
                  <a:moveTo>
                    <a:pt x="0" y="0"/>
                  </a:moveTo>
                  <a:lnTo>
                    <a:pt x="23572" y="16549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g350"/>
            <p:cNvSpPr/>
            <p:nvPr/>
          </p:nvSpPr>
          <p:spPr>
            <a:xfrm>
              <a:off x="2757715" y="2128634"/>
              <a:ext cx="23572" cy="165497"/>
            </a:xfrm>
            <a:custGeom>
              <a:avLst/>
              <a:pathLst>
                <a:path w="23572" h="165497">
                  <a:moveTo>
                    <a:pt x="0" y="0"/>
                  </a:moveTo>
                  <a:lnTo>
                    <a:pt x="23572" y="16549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g351"/>
            <p:cNvSpPr/>
            <p:nvPr/>
          </p:nvSpPr>
          <p:spPr>
            <a:xfrm>
              <a:off x="2757715" y="2128634"/>
              <a:ext cx="23572" cy="165497"/>
            </a:xfrm>
            <a:custGeom>
              <a:avLst/>
              <a:pathLst>
                <a:path w="23572" h="165497">
                  <a:moveTo>
                    <a:pt x="0" y="0"/>
                  </a:moveTo>
                  <a:lnTo>
                    <a:pt x="23572" y="16549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g352"/>
            <p:cNvSpPr/>
            <p:nvPr/>
          </p:nvSpPr>
          <p:spPr>
            <a:xfrm>
              <a:off x="2757715" y="2128634"/>
              <a:ext cx="23572" cy="165497"/>
            </a:xfrm>
            <a:custGeom>
              <a:avLst/>
              <a:pathLst>
                <a:path w="23572" h="165497">
                  <a:moveTo>
                    <a:pt x="0" y="0"/>
                  </a:moveTo>
                  <a:lnTo>
                    <a:pt x="23572" y="16549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g353"/>
            <p:cNvSpPr/>
            <p:nvPr/>
          </p:nvSpPr>
          <p:spPr>
            <a:xfrm>
              <a:off x="2757715" y="2128634"/>
              <a:ext cx="23572" cy="165497"/>
            </a:xfrm>
            <a:custGeom>
              <a:avLst/>
              <a:pathLst>
                <a:path w="23572" h="165497">
                  <a:moveTo>
                    <a:pt x="0" y="0"/>
                  </a:moveTo>
                  <a:lnTo>
                    <a:pt x="23572" y="16549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g354"/>
            <p:cNvSpPr/>
            <p:nvPr/>
          </p:nvSpPr>
          <p:spPr>
            <a:xfrm>
              <a:off x="2757715" y="2128634"/>
              <a:ext cx="23572" cy="165497"/>
            </a:xfrm>
            <a:custGeom>
              <a:avLst/>
              <a:pathLst>
                <a:path w="23572" h="165497">
                  <a:moveTo>
                    <a:pt x="0" y="0"/>
                  </a:moveTo>
                  <a:lnTo>
                    <a:pt x="23572" y="16549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g355"/>
            <p:cNvSpPr/>
            <p:nvPr/>
          </p:nvSpPr>
          <p:spPr>
            <a:xfrm>
              <a:off x="2757715" y="2128634"/>
              <a:ext cx="23572" cy="165497"/>
            </a:xfrm>
            <a:custGeom>
              <a:avLst/>
              <a:pathLst>
                <a:path w="23572" h="165497">
                  <a:moveTo>
                    <a:pt x="0" y="0"/>
                  </a:moveTo>
                  <a:lnTo>
                    <a:pt x="23572" y="16549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g356"/>
            <p:cNvSpPr/>
            <p:nvPr/>
          </p:nvSpPr>
          <p:spPr>
            <a:xfrm>
              <a:off x="2757715" y="2128634"/>
              <a:ext cx="23572" cy="165497"/>
            </a:xfrm>
            <a:custGeom>
              <a:avLst/>
              <a:pathLst>
                <a:path w="23572" h="165497">
                  <a:moveTo>
                    <a:pt x="0" y="0"/>
                  </a:moveTo>
                  <a:lnTo>
                    <a:pt x="23572" y="16549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g357"/>
            <p:cNvSpPr/>
            <p:nvPr/>
          </p:nvSpPr>
          <p:spPr>
            <a:xfrm>
              <a:off x="2757715" y="2128634"/>
              <a:ext cx="23572" cy="165497"/>
            </a:xfrm>
            <a:custGeom>
              <a:avLst/>
              <a:pathLst>
                <a:path w="23572" h="165497">
                  <a:moveTo>
                    <a:pt x="0" y="0"/>
                  </a:moveTo>
                  <a:lnTo>
                    <a:pt x="23572" y="16549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g358"/>
            <p:cNvSpPr/>
            <p:nvPr/>
          </p:nvSpPr>
          <p:spPr>
            <a:xfrm>
              <a:off x="2757715" y="2128634"/>
              <a:ext cx="23572" cy="165497"/>
            </a:xfrm>
            <a:custGeom>
              <a:avLst/>
              <a:pathLst>
                <a:path w="23572" h="165497">
                  <a:moveTo>
                    <a:pt x="0" y="0"/>
                  </a:moveTo>
                  <a:lnTo>
                    <a:pt x="23572" y="16549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g359"/>
            <p:cNvSpPr/>
            <p:nvPr/>
          </p:nvSpPr>
          <p:spPr>
            <a:xfrm>
              <a:off x="2757715" y="2128634"/>
              <a:ext cx="23572" cy="165497"/>
            </a:xfrm>
            <a:custGeom>
              <a:avLst/>
              <a:pathLst>
                <a:path w="23572" h="165497">
                  <a:moveTo>
                    <a:pt x="0" y="0"/>
                  </a:moveTo>
                  <a:lnTo>
                    <a:pt x="23572" y="16549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g360"/>
            <p:cNvSpPr/>
            <p:nvPr/>
          </p:nvSpPr>
          <p:spPr>
            <a:xfrm>
              <a:off x="2757715" y="2128634"/>
              <a:ext cx="23572" cy="165497"/>
            </a:xfrm>
            <a:custGeom>
              <a:avLst/>
              <a:pathLst>
                <a:path w="23572" h="165497">
                  <a:moveTo>
                    <a:pt x="0" y="0"/>
                  </a:moveTo>
                  <a:lnTo>
                    <a:pt x="23572" y="16549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g361"/>
            <p:cNvSpPr/>
            <p:nvPr/>
          </p:nvSpPr>
          <p:spPr>
            <a:xfrm>
              <a:off x="2757715" y="2128634"/>
              <a:ext cx="23572" cy="165497"/>
            </a:xfrm>
            <a:custGeom>
              <a:avLst/>
              <a:pathLst>
                <a:path w="23572" h="165497">
                  <a:moveTo>
                    <a:pt x="0" y="0"/>
                  </a:moveTo>
                  <a:lnTo>
                    <a:pt x="23572" y="16549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g362"/>
            <p:cNvSpPr/>
            <p:nvPr/>
          </p:nvSpPr>
          <p:spPr>
            <a:xfrm>
              <a:off x="2614122" y="2127755"/>
              <a:ext cx="334316" cy="333539"/>
            </a:xfrm>
            <a:custGeom>
              <a:avLst/>
              <a:pathLst>
                <a:path w="334316" h="333539">
                  <a:moveTo>
                    <a:pt x="143592" y="878"/>
                  </a:moveTo>
                  <a:lnTo>
                    <a:pt x="138367" y="1706"/>
                  </a:lnTo>
                  <a:lnTo>
                    <a:pt x="133172" y="2700"/>
                  </a:lnTo>
                  <a:lnTo>
                    <a:pt x="128010" y="3857"/>
                  </a:lnTo>
                  <a:lnTo>
                    <a:pt x="122887" y="5178"/>
                  </a:lnTo>
                  <a:lnTo>
                    <a:pt x="117809" y="6659"/>
                  </a:lnTo>
                  <a:lnTo>
                    <a:pt x="112781" y="8301"/>
                  </a:lnTo>
                  <a:lnTo>
                    <a:pt x="107806" y="10101"/>
                  </a:lnTo>
                  <a:lnTo>
                    <a:pt x="102891" y="12057"/>
                  </a:lnTo>
                  <a:lnTo>
                    <a:pt x="98041" y="14168"/>
                  </a:lnTo>
                  <a:lnTo>
                    <a:pt x="93260" y="16431"/>
                  </a:lnTo>
                  <a:lnTo>
                    <a:pt x="88552" y="18845"/>
                  </a:lnTo>
                  <a:lnTo>
                    <a:pt x="83924" y="21406"/>
                  </a:lnTo>
                  <a:lnTo>
                    <a:pt x="79379" y="24112"/>
                  </a:lnTo>
                  <a:lnTo>
                    <a:pt x="74921" y="26961"/>
                  </a:lnTo>
                  <a:lnTo>
                    <a:pt x="70557" y="29950"/>
                  </a:lnTo>
                  <a:lnTo>
                    <a:pt x="66288" y="33075"/>
                  </a:lnTo>
                  <a:lnTo>
                    <a:pt x="62121" y="36333"/>
                  </a:lnTo>
                  <a:lnTo>
                    <a:pt x="58059" y="39722"/>
                  </a:lnTo>
                  <a:lnTo>
                    <a:pt x="54107" y="43237"/>
                  </a:lnTo>
                  <a:lnTo>
                    <a:pt x="50267" y="46876"/>
                  </a:lnTo>
                  <a:lnTo>
                    <a:pt x="46545" y="50635"/>
                  </a:lnTo>
                  <a:lnTo>
                    <a:pt x="42943" y="54509"/>
                  </a:lnTo>
                  <a:lnTo>
                    <a:pt x="39466" y="58496"/>
                  </a:lnTo>
                  <a:lnTo>
                    <a:pt x="36116" y="62590"/>
                  </a:lnTo>
                  <a:lnTo>
                    <a:pt x="32898" y="66788"/>
                  </a:lnTo>
                  <a:lnTo>
                    <a:pt x="29814" y="71086"/>
                  </a:lnTo>
                  <a:lnTo>
                    <a:pt x="26868" y="75480"/>
                  </a:lnTo>
                  <a:lnTo>
                    <a:pt x="24063" y="79964"/>
                  </a:lnTo>
                  <a:lnTo>
                    <a:pt x="21400" y="84536"/>
                  </a:lnTo>
                  <a:lnTo>
                    <a:pt x="18884" y="89189"/>
                  </a:lnTo>
                  <a:lnTo>
                    <a:pt x="16516" y="93919"/>
                  </a:lnTo>
                  <a:lnTo>
                    <a:pt x="14299" y="98722"/>
                  </a:lnTo>
                  <a:lnTo>
                    <a:pt x="12235" y="103592"/>
                  </a:lnTo>
                  <a:lnTo>
                    <a:pt x="10326" y="108526"/>
                  </a:lnTo>
                  <a:lnTo>
                    <a:pt x="8574" y="113517"/>
                  </a:lnTo>
                  <a:lnTo>
                    <a:pt x="6981" y="118562"/>
                  </a:lnTo>
                  <a:lnTo>
                    <a:pt x="5548" y="123654"/>
                  </a:lnTo>
                  <a:lnTo>
                    <a:pt x="4277" y="128789"/>
                  </a:lnTo>
                  <a:lnTo>
                    <a:pt x="3170" y="133961"/>
                  </a:lnTo>
                  <a:lnTo>
                    <a:pt x="2226" y="139166"/>
                  </a:lnTo>
                  <a:lnTo>
                    <a:pt x="1448" y="144399"/>
                  </a:lnTo>
                  <a:lnTo>
                    <a:pt x="836" y="149653"/>
                  </a:lnTo>
                  <a:lnTo>
                    <a:pt x="390" y="154924"/>
                  </a:lnTo>
                  <a:lnTo>
                    <a:pt x="111" y="160207"/>
                  </a:lnTo>
                  <a:lnTo>
                    <a:pt x="0" y="165495"/>
                  </a:lnTo>
                  <a:lnTo>
                    <a:pt x="55" y="170785"/>
                  </a:lnTo>
                  <a:lnTo>
                    <a:pt x="279" y="176070"/>
                  </a:lnTo>
                  <a:lnTo>
                    <a:pt x="669" y="181346"/>
                  </a:lnTo>
                  <a:lnTo>
                    <a:pt x="1226" y="186606"/>
                  </a:lnTo>
                  <a:lnTo>
                    <a:pt x="1949" y="191846"/>
                  </a:lnTo>
                  <a:lnTo>
                    <a:pt x="2838" y="197061"/>
                  </a:lnTo>
                  <a:lnTo>
                    <a:pt x="3891" y="202245"/>
                  </a:lnTo>
                  <a:lnTo>
                    <a:pt x="5108" y="207393"/>
                  </a:lnTo>
                  <a:lnTo>
                    <a:pt x="6487" y="212500"/>
                  </a:lnTo>
                  <a:lnTo>
                    <a:pt x="8027" y="217561"/>
                  </a:lnTo>
                  <a:lnTo>
                    <a:pt x="9726" y="222571"/>
                  </a:lnTo>
                  <a:lnTo>
                    <a:pt x="11583" y="227524"/>
                  </a:lnTo>
                  <a:lnTo>
                    <a:pt x="13595" y="232416"/>
                  </a:lnTo>
                  <a:lnTo>
                    <a:pt x="15762" y="237242"/>
                  </a:lnTo>
                  <a:lnTo>
                    <a:pt x="18080" y="241997"/>
                  </a:lnTo>
                  <a:lnTo>
                    <a:pt x="20547" y="246676"/>
                  </a:lnTo>
                  <a:lnTo>
                    <a:pt x="23161" y="251275"/>
                  </a:lnTo>
                  <a:lnTo>
                    <a:pt x="25920" y="255789"/>
                  </a:lnTo>
                  <a:lnTo>
                    <a:pt x="28819" y="260213"/>
                  </a:lnTo>
                  <a:lnTo>
                    <a:pt x="31858" y="264543"/>
                  </a:lnTo>
                  <a:lnTo>
                    <a:pt x="35032" y="268775"/>
                  </a:lnTo>
                  <a:lnTo>
                    <a:pt x="38338" y="272905"/>
                  </a:lnTo>
                  <a:lnTo>
                    <a:pt x="41773" y="276927"/>
                  </a:lnTo>
                  <a:lnTo>
                    <a:pt x="45334" y="280839"/>
                  </a:lnTo>
                  <a:lnTo>
                    <a:pt x="49016" y="284637"/>
                  </a:lnTo>
                  <a:lnTo>
                    <a:pt x="52817" y="288316"/>
                  </a:lnTo>
                  <a:lnTo>
                    <a:pt x="56733" y="291873"/>
                  </a:lnTo>
                  <a:lnTo>
                    <a:pt x="60759" y="295304"/>
                  </a:lnTo>
                  <a:lnTo>
                    <a:pt x="64892" y="298606"/>
                  </a:lnTo>
                  <a:lnTo>
                    <a:pt x="69127" y="301776"/>
                  </a:lnTo>
                  <a:lnTo>
                    <a:pt x="73460" y="304810"/>
                  </a:lnTo>
                  <a:lnTo>
                    <a:pt x="77887" y="307706"/>
                  </a:lnTo>
                  <a:lnTo>
                    <a:pt x="82403" y="310460"/>
                  </a:lnTo>
                  <a:lnTo>
                    <a:pt x="87005" y="313069"/>
                  </a:lnTo>
                  <a:lnTo>
                    <a:pt x="91686" y="315532"/>
                  </a:lnTo>
                  <a:lnTo>
                    <a:pt x="96443" y="317846"/>
                  </a:lnTo>
                  <a:lnTo>
                    <a:pt x="101271" y="320008"/>
                  </a:lnTo>
                  <a:lnTo>
                    <a:pt x="106165" y="322016"/>
                  </a:lnTo>
                  <a:lnTo>
                    <a:pt x="111121" y="323868"/>
                  </a:lnTo>
                  <a:lnTo>
                    <a:pt x="116132" y="325562"/>
                  </a:lnTo>
                  <a:lnTo>
                    <a:pt x="121194" y="327097"/>
                  </a:lnTo>
                  <a:lnTo>
                    <a:pt x="126302" y="328471"/>
                  </a:lnTo>
                  <a:lnTo>
                    <a:pt x="131452" y="329683"/>
                  </a:lnTo>
                  <a:lnTo>
                    <a:pt x="136637" y="330731"/>
                  </a:lnTo>
                  <a:lnTo>
                    <a:pt x="141852" y="331615"/>
                  </a:lnTo>
                  <a:lnTo>
                    <a:pt x="147093" y="332333"/>
                  </a:lnTo>
                  <a:lnTo>
                    <a:pt x="152354" y="332885"/>
                  </a:lnTo>
                  <a:lnTo>
                    <a:pt x="157630" y="333270"/>
                  </a:lnTo>
                  <a:lnTo>
                    <a:pt x="162915" y="333488"/>
                  </a:lnTo>
                  <a:lnTo>
                    <a:pt x="168205" y="333539"/>
                  </a:lnTo>
                  <a:lnTo>
                    <a:pt x="173494" y="333422"/>
                  </a:lnTo>
                  <a:lnTo>
                    <a:pt x="178776" y="333138"/>
                  </a:lnTo>
                  <a:lnTo>
                    <a:pt x="184047" y="332688"/>
                  </a:lnTo>
                  <a:lnTo>
                    <a:pt x="189300" y="332070"/>
                  </a:lnTo>
                  <a:lnTo>
                    <a:pt x="194532" y="331287"/>
                  </a:lnTo>
                  <a:lnTo>
                    <a:pt x="199736" y="330338"/>
                  </a:lnTo>
                  <a:lnTo>
                    <a:pt x="204908" y="329226"/>
                  </a:lnTo>
                  <a:lnTo>
                    <a:pt x="210041" y="327950"/>
                  </a:lnTo>
                  <a:lnTo>
                    <a:pt x="215132" y="326512"/>
                  </a:lnTo>
                  <a:lnTo>
                    <a:pt x="220175" y="324915"/>
                  </a:lnTo>
                  <a:lnTo>
                    <a:pt x="225165" y="323158"/>
                  </a:lnTo>
                  <a:lnTo>
                    <a:pt x="230096" y="321244"/>
                  </a:lnTo>
                  <a:lnTo>
                    <a:pt x="234965" y="319176"/>
                  </a:lnTo>
                  <a:lnTo>
                    <a:pt x="239766" y="316954"/>
                  </a:lnTo>
                  <a:lnTo>
                    <a:pt x="244494" y="314581"/>
                  </a:lnTo>
                  <a:lnTo>
                    <a:pt x="249144" y="312060"/>
                  </a:lnTo>
                  <a:lnTo>
                    <a:pt x="253713" y="309394"/>
                  </a:lnTo>
                  <a:lnTo>
                    <a:pt x="258195" y="306584"/>
                  </a:lnTo>
                  <a:lnTo>
                    <a:pt x="262585" y="303633"/>
                  </a:lnTo>
                  <a:lnTo>
                    <a:pt x="266880" y="300545"/>
                  </a:lnTo>
                  <a:lnTo>
                    <a:pt x="271076" y="297323"/>
                  </a:lnTo>
                  <a:lnTo>
                    <a:pt x="275167" y="293970"/>
                  </a:lnTo>
                  <a:lnTo>
                    <a:pt x="279150" y="290489"/>
                  </a:lnTo>
                  <a:lnTo>
                    <a:pt x="283021" y="286883"/>
                  </a:lnTo>
                  <a:lnTo>
                    <a:pt x="286776" y="283157"/>
                  </a:lnTo>
                  <a:lnTo>
                    <a:pt x="290411" y="279314"/>
                  </a:lnTo>
                  <a:lnTo>
                    <a:pt x="293923" y="275358"/>
                  </a:lnTo>
                  <a:lnTo>
                    <a:pt x="297307" y="271293"/>
                  </a:lnTo>
                  <a:lnTo>
                    <a:pt x="300562" y="267123"/>
                  </a:lnTo>
                  <a:lnTo>
                    <a:pt x="303683" y="262851"/>
                  </a:lnTo>
                  <a:lnTo>
                    <a:pt x="306667" y="258484"/>
                  </a:lnTo>
                  <a:lnTo>
                    <a:pt x="309512" y="254024"/>
                  </a:lnTo>
                  <a:lnTo>
                    <a:pt x="312213" y="249476"/>
                  </a:lnTo>
                  <a:lnTo>
                    <a:pt x="314770" y="244845"/>
                  </a:lnTo>
                  <a:lnTo>
                    <a:pt x="317179" y="240135"/>
                  </a:lnTo>
                  <a:lnTo>
                    <a:pt x="319438" y="235352"/>
                  </a:lnTo>
                  <a:lnTo>
                    <a:pt x="321544" y="230499"/>
                  </a:lnTo>
                  <a:lnTo>
                    <a:pt x="323496" y="225583"/>
                  </a:lnTo>
                  <a:lnTo>
                    <a:pt x="325291" y="220607"/>
                  </a:lnTo>
                  <a:lnTo>
                    <a:pt x="326927" y="215576"/>
                  </a:lnTo>
                  <a:lnTo>
                    <a:pt x="328404" y="210497"/>
                  </a:lnTo>
                  <a:lnTo>
                    <a:pt x="329720" y="205373"/>
                  </a:lnTo>
                  <a:lnTo>
                    <a:pt x="330872" y="200210"/>
                  </a:lnTo>
                  <a:lnTo>
                    <a:pt x="331861" y="195013"/>
                  </a:lnTo>
                  <a:lnTo>
                    <a:pt x="332684" y="189788"/>
                  </a:lnTo>
                  <a:lnTo>
                    <a:pt x="333342" y="184539"/>
                  </a:lnTo>
                  <a:lnTo>
                    <a:pt x="333834" y="179272"/>
                  </a:lnTo>
                  <a:lnTo>
                    <a:pt x="334158" y="173992"/>
                  </a:lnTo>
                  <a:lnTo>
                    <a:pt x="334316" y="168705"/>
                  </a:lnTo>
                  <a:lnTo>
                    <a:pt x="334306" y="163415"/>
                  </a:lnTo>
                  <a:lnTo>
                    <a:pt x="334129" y="158128"/>
                  </a:lnTo>
                  <a:lnTo>
                    <a:pt x="333784" y="152849"/>
                  </a:lnTo>
                  <a:lnTo>
                    <a:pt x="333273" y="147584"/>
                  </a:lnTo>
                  <a:lnTo>
                    <a:pt x="332595" y="142338"/>
                  </a:lnTo>
                  <a:lnTo>
                    <a:pt x="331752" y="137116"/>
                  </a:lnTo>
                  <a:lnTo>
                    <a:pt x="330743" y="131923"/>
                  </a:lnTo>
                  <a:lnTo>
                    <a:pt x="329571" y="126764"/>
                  </a:lnTo>
                  <a:lnTo>
                    <a:pt x="328237" y="121645"/>
                  </a:lnTo>
                  <a:lnTo>
                    <a:pt x="326741" y="116571"/>
                  </a:lnTo>
                  <a:lnTo>
                    <a:pt x="325085" y="111547"/>
                  </a:lnTo>
                  <a:lnTo>
                    <a:pt x="323271" y="106578"/>
                  </a:lnTo>
                  <a:lnTo>
                    <a:pt x="321301" y="101669"/>
                  </a:lnTo>
                  <a:lnTo>
                    <a:pt x="319177" y="96824"/>
                  </a:lnTo>
                  <a:lnTo>
                    <a:pt x="316900" y="92049"/>
                  </a:lnTo>
                  <a:lnTo>
                    <a:pt x="314473" y="87349"/>
                  </a:lnTo>
                  <a:lnTo>
                    <a:pt x="311899" y="82728"/>
                  </a:lnTo>
                  <a:lnTo>
                    <a:pt x="309180" y="78190"/>
                  </a:lnTo>
                  <a:lnTo>
                    <a:pt x="306319" y="73741"/>
                  </a:lnTo>
                  <a:lnTo>
                    <a:pt x="303318" y="69384"/>
                  </a:lnTo>
                  <a:lnTo>
                    <a:pt x="300181" y="65125"/>
                  </a:lnTo>
                  <a:lnTo>
                    <a:pt x="296911" y="60967"/>
                  </a:lnTo>
                  <a:lnTo>
                    <a:pt x="293511" y="56914"/>
                  </a:lnTo>
                  <a:lnTo>
                    <a:pt x="289984" y="52972"/>
                  </a:lnTo>
                  <a:lnTo>
                    <a:pt x="286335" y="49142"/>
                  </a:lnTo>
                  <a:lnTo>
                    <a:pt x="282566" y="45430"/>
                  </a:lnTo>
                  <a:lnTo>
                    <a:pt x="278681" y="41840"/>
                  </a:lnTo>
                  <a:lnTo>
                    <a:pt x="274685" y="38374"/>
                  </a:lnTo>
                  <a:lnTo>
                    <a:pt x="270581" y="35036"/>
                  </a:lnTo>
                  <a:lnTo>
                    <a:pt x="266374" y="31829"/>
                  </a:lnTo>
                  <a:lnTo>
                    <a:pt x="262067" y="28758"/>
                  </a:lnTo>
                  <a:lnTo>
                    <a:pt x="257665" y="25824"/>
                  </a:lnTo>
                  <a:lnTo>
                    <a:pt x="253173" y="23031"/>
                  </a:lnTo>
                  <a:lnTo>
                    <a:pt x="248595" y="20381"/>
                  </a:lnTo>
                  <a:lnTo>
                    <a:pt x="243934" y="17878"/>
                  </a:lnTo>
                  <a:lnTo>
                    <a:pt x="239198" y="15523"/>
                  </a:lnTo>
                  <a:lnTo>
                    <a:pt x="234388" y="13320"/>
                  </a:lnTo>
                  <a:lnTo>
                    <a:pt x="229512" y="11269"/>
                  </a:lnTo>
                  <a:lnTo>
                    <a:pt x="224573" y="9374"/>
                  </a:lnTo>
                  <a:lnTo>
                    <a:pt x="219577" y="7636"/>
                  </a:lnTo>
                  <a:lnTo>
                    <a:pt x="214528" y="6057"/>
                  </a:lnTo>
                  <a:lnTo>
                    <a:pt x="209432" y="4639"/>
                  </a:lnTo>
                  <a:lnTo>
                    <a:pt x="204293" y="3383"/>
                  </a:lnTo>
                  <a:lnTo>
                    <a:pt x="199118" y="2290"/>
                  </a:lnTo>
                  <a:lnTo>
                    <a:pt x="193910" y="1361"/>
                  </a:lnTo>
                  <a:lnTo>
                    <a:pt x="188676" y="597"/>
                  </a:lnTo>
                  <a:lnTo>
                    <a:pt x="183420" y="0"/>
                  </a:lnTo>
                  <a:lnTo>
                    <a:pt x="167165" y="16637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g363"/>
            <p:cNvSpPr/>
            <p:nvPr/>
          </p:nvSpPr>
          <p:spPr>
            <a:xfrm>
              <a:off x="2781287" y="2126963"/>
              <a:ext cx="16254" cy="167167"/>
            </a:xfrm>
            <a:custGeom>
              <a:avLst/>
              <a:pathLst>
                <a:path w="16254" h="167167">
                  <a:moveTo>
                    <a:pt x="16254" y="792"/>
                  </a:moveTo>
                  <a:lnTo>
                    <a:pt x="8137" y="19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g364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g365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g366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g367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g368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g369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g370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g371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g372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g373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g374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g375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g376"/>
            <p:cNvSpPr/>
            <p:nvPr/>
          </p:nvSpPr>
          <p:spPr>
            <a:xfrm>
              <a:off x="2587225" y="2633064"/>
              <a:ext cx="3523" cy="167167"/>
            </a:xfrm>
            <a:custGeom>
              <a:avLst/>
              <a:pathLst>
                <a:path w="3523" h="167167">
                  <a:moveTo>
                    <a:pt x="3523" y="0"/>
                  </a:moveTo>
                  <a:lnTo>
                    <a:pt x="0" y="37"/>
                  </a:lnTo>
                  <a:lnTo>
                    <a:pt x="3523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g377"/>
            <p:cNvSpPr/>
            <p:nvPr/>
          </p:nvSpPr>
          <p:spPr>
            <a:xfrm>
              <a:off x="2587225" y="2633101"/>
              <a:ext cx="3523" cy="167130"/>
            </a:xfrm>
            <a:custGeom>
              <a:avLst/>
              <a:pathLst>
                <a:path w="3523" h="167130">
                  <a:moveTo>
                    <a:pt x="0" y="0"/>
                  </a:moveTo>
                  <a:lnTo>
                    <a:pt x="3523" y="16713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g378"/>
            <p:cNvSpPr/>
            <p:nvPr/>
          </p:nvSpPr>
          <p:spPr>
            <a:xfrm>
              <a:off x="2587225" y="2633101"/>
              <a:ext cx="3523" cy="167130"/>
            </a:xfrm>
            <a:custGeom>
              <a:avLst/>
              <a:pathLst>
                <a:path w="3523" h="167130">
                  <a:moveTo>
                    <a:pt x="0" y="0"/>
                  </a:moveTo>
                  <a:lnTo>
                    <a:pt x="3523" y="16713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g379"/>
            <p:cNvSpPr/>
            <p:nvPr/>
          </p:nvSpPr>
          <p:spPr>
            <a:xfrm>
              <a:off x="2587225" y="2633101"/>
              <a:ext cx="3523" cy="167130"/>
            </a:xfrm>
            <a:custGeom>
              <a:avLst/>
              <a:pathLst>
                <a:path w="3523" h="167130">
                  <a:moveTo>
                    <a:pt x="0" y="0"/>
                  </a:moveTo>
                  <a:lnTo>
                    <a:pt x="3523" y="16713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g380"/>
            <p:cNvSpPr/>
            <p:nvPr/>
          </p:nvSpPr>
          <p:spPr>
            <a:xfrm>
              <a:off x="2587225" y="2633101"/>
              <a:ext cx="3523" cy="167130"/>
            </a:xfrm>
            <a:custGeom>
              <a:avLst/>
              <a:pathLst>
                <a:path w="3523" h="167130">
                  <a:moveTo>
                    <a:pt x="0" y="0"/>
                  </a:moveTo>
                  <a:lnTo>
                    <a:pt x="3523" y="16713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g381"/>
            <p:cNvSpPr/>
            <p:nvPr/>
          </p:nvSpPr>
          <p:spPr>
            <a:xfrm>
              <a:off x="2587225" y="2633101"/>
              <a:ext cx="3523" cy="167130"/>
            </a:xfrm>
            <a:custGeom>
              <a:avLst/>
              <a:pathLst>
                <a:path w="3523" h="167130">
                  <a:moveTo>
                    <a:pt x="0" y="0"/>
                  </a:moveTo>
                  <a:lnTo>
                    <a:pt x="3523" y="16713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g382"/>
            <p:cNvSpPr/>
            <p:nvPr/>
          </p:nvSpPr>
          <p:spPr>
            <a:xfrm>
              <a:off x="2587225" y="2633101"/>
              <a:ext cx="3523" cy="167130"/>
            </a:xfrm>
            <a:custGeom>
              <a:avLst/>
              <a:pathLst>
                <a:path w="3523" h="167130">
                  <a:moveTo>
                    <a:pt x="0" y="0"/>
                  </a:moveTo>
                  <a:lnTo>
                    <a:pt x="3523" y="16713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g383"/>
            <p:cNvSpPr/>
            <p:nvPr/>
          </p:nvSpPr>
          <p:spPr>
            <a:xfrm>
              <a:off x="2587225" y="2633101"/>
              <a:ext cx="3523" cy="167130"/>
            </a:xfrm>
            <a:custGeom>
              <a:avLst/>
              <a:pathLst>
                <a:path w="3523" h="167130">
                  <a:moveTo>
                    <a:pt x="0" y="0"/>
                  </a:moveTo>
                  <a:lnTo>
                    <a:pt x="3523" y="16713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g384"/>
            <p:cNvSpPr/>
            <p:nvPr/>
          </p:nvSpPr>
          <p:spPr>
            <a:xfrm>
              <a:off x="2587225" y="2633101"/>
              <a:ext cx="3523" cy="167130"/>
            </a:xfrm>
            <a:custGeom>
              <a:avLst/>
              <a:pathLst>
                <a:path w="3523" h="167130">
                  <a:moveTo>
                    <a:pt x="0" y="0"/>
                  </a:moveTo>
                  <a:lnTo>
                    <a:pt x="3523" y="16713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g385"/>
            <p:cNvSpPr/>
            <p:nvPr/>
          </p:nvSpPr>
          <p:spPr>
            <a:xfrm>
              <a:off x="2587225" y="2633101"/>
              <a:ext cx="3523" cy="167130"/>
            </a:xfrm>
            <a:custGeom>
              <a:avLst/>
              <a:pathLst>
                <a:path w="3523" h="167130">
                  <a:moveTo>
                    <a:pt x="0" y="0"/>
                  </a:moveTo>
                  <a:lnTo>
                    <a:pt x="3523" y="16713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g386"/>
            <p:cNvSpPr/>
            <p:nvPr/>
          </p:nvSpPr>
          <p:spPr>
            <a:xfrm>
              <a:off x="2587225" y="2633101"/>
              <a:ext cx="3523" cy="167130"/>
            </a:xfrm>
            <a:custGeom>
              <a:avLst/>
              <a:pathLst>
                <a:path w="3523" h="167130">
                  <a:moveTo>
                    <a:pt x="0" y="0"/>
                  </a:moveTo>
                  <a:lnTo>
                    <a:pt x="3523" y="16713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g387"/>
            <p:cNvSpPr/>
            <p:nvPr/>
          </p:nvSpPr>
          <p:spPr>
            <a:xfrm>
              <a:off x="2587225" y="2633101"/>
              <a:ext cx="3523" cy="167130"/>
            </a:xfrm>
            <a:custGeom>
              <a:avLst/>
              <a:pathLst>
                <a:path w="3523" h="167130">
                  <a:moveTo>
                    <a:pt x="0" y="0"/>
                  </a:moveTo>
                  <a:lnTo>
                    <a:pt x="3523" y="16713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g388"/>
            <p:cNvSpPr/>
            <p:nvPr/>
          </p:nvSpPr>
          <p:spPr>
            <a:xfrm>
              <a:off x="2587225" y="2633101"/>
              <a:ext cx="3523" cy="167130"/>
            </a:xfrm>
            <a:custGeom>
              <a:avLst/>
              <a:pathLst>
                <a:path w="3523" h="167130">
                  <a:moveTo>
                    <a:pt x="0" y="0"/>
                  </a:moveTo>
                  <a:lnTo>
                    <a:pt x="3523" y="16713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g389"/>
            <p:cNvSpPr/>
            <p:nvPr/>
          </p:nvSpPr>
          <p:spPr>
            <a:xfrm>
              <a:off x="2587225" y="2633101"/>
              <a:ext cx="3523" cy="167130"/>
            </a:xfrm>
            <a:custGeom>
              <a:avLst/>
              <a:pathLst>
                <a:path w="3523" h="167130">
                  <a:moveTo>
                    <a:pt x="0" y="0"/>
                  </a:moveTo>
                  <a:lnTo>
                    <a:pt x="3523" y="16713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g390"/>
            <p:cNvSpPr/>
            <p:nvPr/>
          </p:nvSpPr>
          <p:spPr>
            <a:xfrm>
              <a:off x="2423581" y="2633101"/>
              <a:ext cx="334332" cy="334281"/>
            </a:xfrm>
            <a:custGeom>
              <a:avLst/>
              <a:pathLst>
                <a:path w="334332" h="334281">
                  <a:moveTo>
                    <a:pt x="163644" y="0"/>
                  </a:moveTo>
                  <a:lnTo>
                    <a:pt x="158355" y="195"/>
                  </a:lnTo>
                  <a:lnTo>
                    <a:pt x="153075" y="557"/>
                  </a:lnTo>
                  <a:lnTo>
                    <a:pt x="147809" y="1087"/>
                  </a:lnTo>
                  <a:lnTo>
                    <a:pt x="142562" y="1783"/>
                  </a:lnTo>
                  <a:lnTo>
                    <a:pt x="137340" y="2645"/>
                  </a:lnTo>
                  <a:lnTo>
                    <a:pt x="132148" y="3671"/>
                  </a:lnTo>
                  <a:lnTo>
                    <a:pt x="126992" y="4862"/>
                  </a:lnTo>
                  <a:lnTo>
                    <a:pt x="121875" y="6215"/>
                  </a:lnTo>
                  <a:lnTo>
                    <a:pt x="116804" y="7729"/>
                  </a:lnTo>
                  <a:lnTo>
                    <a:pt x="111783" y="9403"/>
                  </a:lnTo>
                  <a:lnTo>
                    <a:pt x="106818" y="11236"/>
                  </a:lnTo>
                  <a:lnTo>
                    <a:pt x="101913" y="13224"/>
                  </a:lnTo>
                  <a:lnTo>
                    <a:pt x="97074" y="15367"/>
                  </a:lnTo>
                  <a:lnTo>
                    <a:pt x="92305" y="17662"/>
                  </a:lnTo>
                  <a:lnTo>
                    <a:pt x="87611" y="20107"/>
                  </a:lnTo>
                  <a:lnTo>
                    <a:pt x="82997" y="22699"/>
                  </a:lnTo>
                  <a:lnTo>
                    <a:pt x="78467" y="25435"/>
                  </a:lnTo>
                  <a:lnTo>
                    <a:pt x="74026" y="28314"/>
                  </a:lnTo>
                  <a:lnTo>
                    <a:pt x="69678" y="31332"/>
                  </a:lnTo>
                  <a:lnTo>
                    <a:pt x="65428" y="34486"/>
                  </a:lnTo>
                  <a:lnTo>
                    <a:pt x="61280" y="37774"/>
                  </a:lnTo>
                  <a:lnTo>
                    <a:pt x="57239" y="41190"/>
                  </a:lnTo>
                  <a:lnTo>
                    <a:pt x="53307" y="44733"/>
                  </a:lnTo>
                  <a:lnTo>
                    <a:pt x="49490" y="48399"/>
                  </a:lnTo>
                  <a:lnTo>
                    <a:pt x="45790" y="52184"/>
                  </a:lnTo>
                  <a:lnTo>
                    <a:pt x="42212" y="56083"/>
                  </a:lnTo>
                  <a:lnTo>
                    <a:pt x="38760" y="60095"/>
                  </a:lnTo>
                  <a:lnTo>
                    <a:pt x="35436" y="64213"/>
                  </a:lnTo>
                  <a:lnTo>
                    <a:pt x="32244" y="68435"/>
                  </a:lnTo>
                  <a:lnTo>
                    <a:pt x="29187" y="72755"/>
                  </a:lnTo>
                  <a:lnTo>
                    <a:pt x="26269" y="77170"/>
                  </a:lnTo>
                  <a:lnTo>
                    <a:pt x="23492" y="81676"/>
                  </a:lnTo>
                  <a:lnTo>
                    <a:pt x="20859" y="86267"/>
                  </a:lnTo>
                  <a:lnTo>
                    <a:pt x="18372" y="90939"/>
                  </a:lnTo>
                  <a:lnTo>
                    <a:pt x="16035" y="95687"/>
                  </a:lnTo>
                  <a:lnTo>
                    <a:pt x="13849" y="100507"/>
                  </a:lnTo>
                  <a:lnTo>
                    <a:pt x="11817" y="105394"/>
                  </a:lnTo>
                  <a:lnTo>
                    <a:pt x="9940" y="110342"/>
                  </a:lnTo>
                  <a:lnTo>
                    <a:pt x="8221" y="115348"/>
                  </a:lnTo>
                  <a:lnTo>
                    <a:pt x="6662" y="120405"/>
                  </a:lnTo>
                  <a:lnTo>
                    <a:pt x="5263" y="125510"/>
                  </a:lnTo>
                  <a:lnTo>
                    <a:pt x="4027" y="130656"/>
                  </a:lnTo>
                  <a:lnTo>
                    <a:pt x="2954" y="135838"/>
                  </a:lnTo>
                  <a:lnTo>
                    <a:pt x="2046" y="141052"/>
                  </a:lnTo>
                  <a:lnTo>
                    <a:pt x="1303" y="146292"/>
                  </a:lnTo>
                  <a:lnTo>
                    <a:pt x="727" y="151553"/>
                  </a:lnTo>
                  <a:lnTo>
                    <a:pt x="317" y="156830"/>
                  </a:lnTo>
                  <a:lnTo>
                    <a:pt x="74" y="162117"/>
                  </a:lnTo>
                  <a:lnTo>
                    <a:pt x="0" y="167409"/>
                  </a:lnTo>
                  <a:lnTo>
                    <a:pt x="92" y="172700"/>
                  </a:lnTo>
                  <a:lnTo>
                    <a:pt x="352" y="177986"/>
                  </a:lnTo>
                  <a:lnTo>
                    <a:pt x="779" y="183262"/>
                  </a:lnTo>
                  <a:lnTo>
                    <a:pt x="1374" y="188521"/>
                  </a:lnTo>
                  <a:lnTo>
                    <a:pt x="2134" y="193758"/>
                  </a:lnTo>
                  <a:lnTo>
                    <a:pt x="3059" y="198969"/>
                  </a:lnTo>
                  <a:lnTo>
                    <a:pt x="4150" y="204148"/>
                  </a:lnTo>
                  <a:lnTo>
                    <a:pt x="5403" y="209290"/>
                  </a:lnTo>
                  <a:lnTo>
                    <a:pt x="6819" y="214390"/>
                  </a:lnTo>
                  <a:lnTo>
                    <a:pt x="8395" y="219442"/>
                  </a:lnTo>
                  <a:lnTo>
                    <a:pt x="10131" y="224442"/>
                  </a:lnTo>
                  <a:lnTo>
                    <a:pt x="12024" y="229384"/>
                  </a:lnTo>
                  <a:lnTo>
                    <a:pt x="14072" y="234264"/>
                  </a:lnTo>
                  <a:lnTo>
                    <a:pt x="16274" y="239077"/>
                  </a:lnTo>
                  <a:lnTo>
                    <a:pt x="18627" y="243817"/>
                  </a:lnTo>
                  <a:lnTo>
                    <a:pt x="21129" y="248481"/>
                  </a:lnTo>
                  <a:lnTo>
                    <a:pt x="23778" y="253063"/>
                  </a:lnTo>
                  <a:lnTo>
                    <a:pt x="26570" y="257559"/>
                  </a:lnTo>
                  <a:lnTo>
                    <a:pt x="29503" y="261964"/>
                  </a:lnTo>
                  <a:lnTo>
                    <a:pt x="32574" y="266275"/>
                  </a:lnTo>
                  <a:lnTo>
                    <a:pt x="35780" y="270486"/>
                  </a:lnTo>
                  <a:lnTo>
                    <a:pt x="39117" y="274593"/>
                  </a:lnTo>
                  <a:lnTo>
                    <a:pt x="42583" y="278593"/>
                  </a:lnTo>
                  <a:lnTo>
                    <a:pt x="46174" y="282481"/>
                  </a:lnTo>
                  <a:lnTo>
                    <a:pt x="49886" y="286253"/>
                  </a:lnTo>
                  <a:lnTo>
                    <a:pt x="53716" y="289906"/>
                  </a:lnTo>
                  <a:lnTo>
                    <a:pt x="57660" y="293436"/>
                  </a:lnTo>
                  <a:lnTo>
                    <a:pt x="61713" y="296839"/>
                  </a:lnTo>
                  <a:lnTo>
                    <a:pt x="65872" y="300112"/>
                  </a:lnTo>
                  <a:lnTo>
                    <a:pt x="70132" y="303252"/>
                  </a:lnTo>
                  <a:lnTo>
                    <a:pt x="74490" y="306255"/>
                  </a:lnTo>
                  <a:lnTo>
                    <a:pt x="78940" y="309119"/>
                  </a:lnTo>
                  <a:lnTo>
                    <a:pt x="83479" y="311841"/>
                  </a:lnTo>
                  <a:lnTo>
                    <a:pt x="88102" y="314418"/>
                  </a:lnTo>
                  <a:lnTo>
                    <a:pt x="92804" y="316847"/>
                  </a:lnTo>
                  <a:lnTo>
                    <a:pt x="97581" y="319126"/>
                  </a:lnTo>
                  <a:lnTo>
                    <a:pt x="102427" y="321252"/>
                  </a:lnTo>
                  <a:lnTo>
                    <a:pt x="107339" y="323225"/>
                  </a:lnTo>
                  <a:lnTo>
                    <a:pt x="112310" y="325040"/>
                  </a:lnTo>
                  <a:lnTo>
                    <a:pt x="117336" y="326698"/>
                  </a:lnTo>
                  <a:lnTo>
                    <a:pt x="122412" y="328195"/>
                  </a:lnTo>
                  <a:lnTo>
                    <a:pt x="127533" y="329531"/>
                  </a:lnTo>
                  <a:lnTo>
                    <a:pt x="132694" y="330704"/>
                  </a:lnTo>
                  <a:lnTo>
                    <a:pt x="137890" y="331714"/>
                  </a:lnTo>
                  <a:lnTo>
                    <a:pt x="143114" y="332558"/>
                  </a:lnTo>
                  <a:lnTo>
                    <a:pt x="148363" y="333236"/>
                  </a:lnTo>
                  <a:lnTo>
                    <a:pt x="153631" y="333748"/>
                  </a:lnTo>
                  <a:lnTo>
                    <a:pt x="158912" y="334093"/>
                  </a:lnTo>
                  <a:lnTo>
                    <a:pt x="164201" y="334271"/>
                  </a:lnTo>
                  <a:lnTo>
                    <a:pt x="169494" y="334281"/>
                  </a:lnTo>
                  <a:lnTo>
                    <a:pt x="174784" y="334124"/>
                  </a:lnTo>
                  <a:lnTo>
                    <a:pt x="180066" y="333799"/>
                  </a:lnTo>
                  <a:lnTo>
                    <a:pt x="185336" y="333307"/>
                  </a:lnTo>
                  <a:lnTo>
                    <a:pt x="190587" y="332648"/>
                  </a:lnTo>
                  <a:lnTo>
                    <a:pt x="195815" y="331824"/>
                  </a:lnTo>
                  <a:lnTo>
                    <a:pt x="201014" y="330835"/>
                  </a:lnTo>
                  <a:lnTo>
                    <a:pt x="206180" y="329681"/>
                  </a:lnTo>
                  <a:lnTo>
                    <a:pt x="211306" y="328365"/>
                  </a:lnTo>
                  <a:lnTo>
                    <a:pt x="216388" y="326887"/>
                  </a:lnTo>
                  <a:lnTo>
                    <a:pt x="221420" y="325249"/>
                  </a:lnTo>
                  <a:lnTo>
                    <a:pt x="226398" y="323452"/>
                  </a:lnTo>
                  <a:lnTo>
                    <a:pt x="231317" y="321498"/>
                  </a:lnTo>
                  <a:lnTo>
                    <a:pt x="236172" y="319390"/>
                  </a:lnTo>
                  <a:lnTo>
                    <a:pt x="240957" y="317130"/>
                  </a:lnTo>
                  <a:lnTo>
                    <a:pt x="245668" y="314719"/>
                  </a:lnTo>
                  <a:lnTo>
                    <a:pt x="250301" y="312160"/>
                  </a:lnTo>
                  <a:lnTo>
                    <a:pt x="254850" y="309455"/>
                  </a:lnTo>
                  <a:lnTo>
                    <a:pt x="259312" y="306608"/>
                  </a:lnTo>
                  <a:lnTo>
                    <a:pt x="263681" y="303621"/>
                  </a:lnTo>
                  <a:lnTo>
                    <a:pt x="267953" y="300498"/>
                  </a:lnTo>
                  <a:lnTo>
                    <a:pt x="272125" y="297241"/>
                  </a:lnTo>
                  <a:lnTo>
                    <a:pt x="276191" y="293853"/>
                  </a:lnTo>
                  <a:lnTo>
                    <a:pt x="280148" y="290338"/>
                  </a:lnTo>
                  <a:lnTo>
                    <a:pt x="283991" y="286700"/>
                  </a:lnTo>
                  <a:lnTo>
                    <a:pt x="287718" y="282942"/>
                  </a:lnTo>
                  <a:lnTo>
                    <a:pt x="291323" y="279068"/>
                  </a:lnTo>
                  <a:lnTo>
                    <a:pt x="294805" y="275081"/>
                  </a:lnTo>
                  <a:lnTo>
                    <a:pt x="298158" y="270987"/>
                  </a:lnTo>
                  <a:lnTo>
                    <a:pt x="301380" y="266788"/>
                  </a:lnTo>
                  <a:lnTo>
                    <a:pt x="304467" y="262489"/>
                  </a:lnTo>
                  <a:lnTo>
                    <a:pt x="307417" y="258095"/>
                  </a:lnTo>
                  <a:lnTo>
                    <a:pt x="310227" y="253610"/>
                  </a:lnTo>
                  <a:lnTo>
                    <a:pt x="312893" y="249038"/>
                  </a:lnTo>
                  <a:lnTo>
                    <a:pt x="315412" y="244384"/>
                  </a:lnTo>
                  <a:lnTo>
                    <a:pt x="317784" y="239652"/>
                  </a:lnTo>
                  <a:lnTo>
                    <a:pt x="320004" y="234848"/>
                  </a:lnTo>
                  <a:lnTo>
                    <a:pt x="322071" y="229976"/>
                  </a:lnTo>
                  <a:lnTo>
                    <a:pt x="323983" y="225041"/>
                  </a:lnTo>
                  <a:lnTo>
                    <a:pt x="325737" y="220048"/>
                  </a:lnTo>
                  <a:lnTo>
                    <a:pt x="327333" y="215002"/>
                  </a:lnTo>
                  <a:lnTo>
                    <a:pt x="328768" y="209907"/>
                  </a:lnTo>
                  <a:lnTo>
                    <a:pt x="330041" y="204770"/>
                  </a:lnTo>
                  <a:lnTo>
                    <a:pt x="331151" y="199596"/>
                  </a:lnTo>
                  <a:lnTo>
                    <a:pt x="332097" y="194388"/>
                  </a:lnTo>
                  <a:lnTo>
                    <a:pt x="332877" y="189154"/>
                  </a:lnTo>
                  <a:lnTo>
                    <a:pt x="333491" y="183897"/>
                  </a:lnTo>
                  <a:lnTo>
                    <a:pt x="333939" y="178623"/>
                  </a:lnTo>
                  <a:lnTo>
                    <a:pt x="334219" y="173338"/>
                  </a:lnTo>
                  <a:lnTo>
                    <a:pt x="334332" y="168047"/>
                  </a:lnTo>
                  <a:lnTo>
                    <a:pt x="334277" y="162755"/>
                  </a:lnTo>
                  <a:lnTo>
                    <a:pt x="334055" y="157467"/>
                  </a:lnTo>
                  <a:lnTo>
                    <a:pt x="333665" y="152189"/>
                  </a:lnTo>
                  <a:lnTo>
                    <a:pt x="333109" y="146926"/>
                  </a:lnTo>
                  <a:lnTo>
                    <a:pt x="332386" y="141683"/>
                  </a:lnTo>
                  <a:lnTo>
                    <a:pt x="331498" y="136466"/>
                  </a:lnTo>
                  <a:lnTo>
                    <a:pt x="330445" y="131279"/>
                  </a:lnTo>
                  <a:lnTo>
                    <a:pt x="329228" y="126128"/>
                  </a:lnTo>
                  <a:lnTo>
                    <a:pt x="327849" y="121019"/>
                  </a:lnTo>
                  <a:lnTo>
                    <a:pt x="326309" y="115955"/>
                  </a:lnTo>
                  <a:lnTo>
                    <a:pt x="324609" y="110943"/>
                  </a:lnTo>
                  <a:lnTo>
                    <a:pt x="322751" y="105987"/>
                  </a:lnTo>
                  <a:lnTo>
                    <a:pt x="320738" y="101093"/>
                  </a:lnTo>
                  <a:lnTo>
                    <a:pt x="318570" y="96265"/>
                  </a:lnTo>
                  <a:lnTo>
                    <a:pt x="316251" y="91507"/>
                  </a:lnTo>
                  <a:lnTo>
                    <a:pt x="313783" y="86826"/>
                  </a:lnTo>
                  <a:lnTo>
                    <a:pt x="311167" y="82225"/>
                  </a:lnTo>
                  <a:lnTo>
                    <a:pt x="308407" y="77709"/>
                  </a:lnTo>
                  <a:lnTo>
                    <a:pt x="305506" y="73283"/>
                  </a:lnTo>
                  <a:lnTo>
                    <a:pt x="302466" y="68951"/>
                  </a:lnTo>
                  <a:lnTo>
                    <a:pt x="299290" y="64717"/>
                  </a:lnTo>
                  <a:lnTo>
                    <a:pt x="295982" y="60586"/>
                  </a:lnTo>
                  <a:lnTo>
                    <a:pt x="292544" y="56561"/>
                  </a:lnTo>
                  <a:lnTo>
                    <a:pt x="288981" y="52648"/>
                  </a:lnTo>
                  <a:lnTo>
                    <a:pt x="285296" y="48849"/>
                  </a:lnTo>
                  <a:lnTo>
                    <a:pt x="281493" y="45169"/>
                  </a:lnTo>
                  <a:lnTo>
                    <a:pt x="277575" y="41611"/>
                  </a:lnTo>
                  <a:lnTo>
                    <a:pt x="273546" y="38179"/>
                  </a:lnTo>
                  <a:lnTo>
                    <a:pt x="269411" y="34876"/>
                  </a:lnTo>
                  <a:lnTo>
                    <a:pt x="265173" y="31706"/>
                  </a:lnTo>
                  <a:lnTo>
                    <a:pt x="260837" y="28671"/>
                  </a:lnTo>
                  <a:lnTo>
                    <a:pt x="256407" y="25775"/>
                  </a:lnTo>
                  <a:lnTo>
                    <a:pt x="251888" y="23021"/>
                  </a:lnTo>
                  <a:lnTo>
                    <a:pt x="247283" y="20411"/>
                  </a:lnTo>
                  <a:lnTo>
                    <a:pt x="242599" y="17949"/>
                  </a:lnTo>
                  <a:lnTo>
                    <a:pt x="237838" y="15636"/>
                  </a:lnTo>
                  <a:lnTo>
                    <a:pt x="233007" y="13474"/>
                  </a:lnTo>
                  <a:lnTo>
                    <a:pt x="167167" y="16713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g391"/>
            <p:cNvSpPr/>
            <p:nvPr/>
          </p:nvSpPr>
          <p:spPr>
            <a:xfrm>
              <a:off x="2590748" y="2633064"/>
              <a:ext cx="65840" cy="167167"/>
            </a:xfrm>
            <a:custGeom>
              <a:avLst/>
              <a:pathLst>
                <a:path w="65840" h="167167">
                  <a:moveTo>
                    <a:pt x="65840" y="13512"/>
                  </a:moveTo>
                  <a:lnTo>
                    <a:pt x="60142" y="11193"/>
                  </a:lnTo>
                  <a:lnTo>
                    <a:pt x="54362" y="9086"/>
                  </a:lnTo>
                  <a:lnTo>
                    <a:pt x="48509" y="7193"/>
                  </a:lnTo>
                  <a:lnTo>
                    <a:pt x="42590" y="5516"/>
                  </a:lnTo>
                  <a:lnTo>
                    <a:pt x="36613" y="4058"/>
                  </a:lnTo>
                  <a:lnTo>
                    <a:pt x="30587" y="2822"/>
                  </a:lnTo>
                  <a:lnTo>
                    <a:pt x="24519" y="1808"/>
                  </a:lnTo>
                  <a:lnTo>
                    <a:pt x="18419" y="1017"/>
                  </a:lnTo>
                  <a:lnTo>
                    <a:pt x="12293" y="452"/>
                  </a:lnTo>
                  <a:lnTo>
                    <a:pt x="6150" y="113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g392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g393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g394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g395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g396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g397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g398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g399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g400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g401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g402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g403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g404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g405"/>
            <p:cNvSpPr/>
            <p:nvPr/>
          </p:nvSpPr>
          <p:spPr>
            <a:xfrm>
              <a:off x="2507792" y="3170392"/>
              <a:ext cx="18188" cy="167167"/>
            </a:xfrm>
            <a:custGeom>
              <a:avLst/>
              <a:pathLst>
                <a:path w="18188" h="167167">
                  <a:moveTo>
                    <a:pt x="18188" y="0"/>
                  </a:moveTo>
                  <a:lnTo>
                    <a:pt x="9080" y="248"/>
                  </a:lnTo>
                  <a:lnTo>
                    <a:pt x="0" y="992"/>
                  </a:lnTo>
                  <a:lnTo>
                    <a:pt x="18188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g406"/>
            <p:cNvSpPr/>
            <p:nvPr/>
          </p:nvSpPr>
          <p:spPr>
            <a:xfrm>
              <a:off x="2507792" y="3171384"/>
              <a:ext cx="18188" cy="166175"/>
            </a:xfrm>
            <a:custGeom>
              <a:avLst/>
              <a:pathLst>
                <a:path w="18188" h="166175">
                  <a:moveTo>
                    <a:pt x="0" y="0"/>
                  </a:moveTo>
                  <a:lnTo>
                    <a:pt x="18188" y="16617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g407"/>
            <p:cNvSpPr/>
            <p:nvPr/>
          </p:nvSpPr>
          <p:spPr>
            <a:xfrm>
              <a:off x="2507792" y="3171384"/>
              <a:ext cx="18188" cy="166175"/>
            </a:xfrm>
            <a:custGeom>
              <a:avLst/>
              <a:pathLst>
                <a:path w="18188" h="166175">
                  <a:moveTo>
                    <a:pt x="0" y="0"/>
                  </a:moveTo>
                  <a:lnTo>
                    <a:pt x="18188" y="16617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g408"/>
            <p:cNvSpPr/>
            <p:nvPr/>
          </p:nvSpPr>
          <p:spPr>
            <a:xfrm>
              <a:off x="2507792" y="3171384"/>
              <a:ext cx="18188" cy="166175"/>
            </a:xfrm>
            <a:custGeom>
              <a:avLst/>
              <a:pathLst>
                <a:path w="18188" h="166175">
                  <a:moveTo>
                    <a:pt x="0" y="0"/>
                  </a:moveTo>
                  <a:lnTo>
                    <a:pt x="18188" y="16617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g409"/>
            <p:cNvSpPr/>
            <p:nvPr/>
          </p:nvSpPr>
          <p:spPr>
            <a:xfrm>
              <a:off x="2507792" y="3171384"/>
              <a:ext cx="18188" cy="166175"/>
            </a:xfrm>
            <a:custGeom>
              <a:avLst/>
              <a:pathLst>
                <a:path w="18188" h="166175">
                  <a:moveTo>
                    <a:pt x="0" y="0"/>
                  </a:moveTo>
                  <a:lnTo>
                    <a:pt x="18188" y="16617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g410"/>
            <p:cNvSpPr/>
            <p:nvPr/>
          </p:nvSpPr>
          <p:spPr>
            <a:xfrm>
              <a:off x="2507792" y="3171384"/>
              <a:ext cx="18188" cy="166175"/>
            </a:xfrm>
            <a:custGeom>
              <a:avLst/>
              <a:pathLst>
                <a:path w="18188" h="166175">
                  <a:moveTo>
                    <a:pt x="0" y="0"/>
                  </a:moveTo>
                  <a:lnTo>
                    <a:pt x="18188" y="16617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g411"/>
            <p:cNvSpPr/>
            <p:nvPr/>
          </p:nvSpPr>
          <p:spPr>
            <a:xfrm>
              <a:off x="2507792" y="3171384"/>
              <a:ext cx="18188" cy="166175"/>
            </a:xfrm>
            <a:custGeom>
              <a:avLst/>
              <a:pathLst>
                <a:path w="18188" h="166175">
                  <a:moveTo>
                    <a:pt x="0" y="0"/>
                  </a:moveTo>
                  <a:lnTo>
                    <a:pt x="18188" y="16617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g412"/>
            <p:cNvSpPr/>
            <p:nvPr/>
          </p:nvSpPr>
          <p:spPr>
            <a:xfrm>
              <a:off x="2507792" y="3171384"/>
              <a:ext cx="18188" cy="166175"/>
            </a:xfrm>
            <a:custGeom>
              <a:avLst/>
              <a:pathLst>
                <a:path w="18188" h="166175">
                  <a:moveTo>
                    <a:pt x="0" y="0"/>
                  </a:moveTo>
                  <a:lnTo>
                    <a:pt x="18188" y="16617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g413"/>
            <p:cNvSpPr/>
            <p:nvPr/>
          </p:nvSpPr>
          <p:spPr>
            <a:xfrm>
              <a:off x="2507792" y="3171384"/>
              <a:ext cx="18188" cy="166175"/>
            </a:xfrm>
            <a:custGeom>
              <a:avLst/>
              <a:pathLst>
                <a:path w="18188" h="166175">
                  <a:moveTo>
                    <a:pt x="0" y="0"/>
                  </a:moveTo>
                  <a:lnTo>
                    <a:pt x="18188" y="16617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g414"/>
            <p:cNvSpPr/>
            <p:nvPr/>
          </p:nvSpPr>
          <p:spPr>
            <a:xfrm>
              <a:off x="2507792" y="3171384"/>
              <a:ext cx="18188" cy="166175"/>
            </a:xfrm>
            <a:custGeom>
              <a:avLst/>
              <a:pathLst>
                <a:path w="18188" h="166175">
                  <a:moveTo>
                    <a:pt x="0" y="0"/>
                  </a:moveTo>
                  <a:lnTo>
                    <a:pt x="18188" y="16617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g415"/>
            <p:cNvSpPr/>
            <p:nvPr/>
          </p:nvSpPr>
          <p:spPr>
            <a:xfrm>
              <a:off x="2507792" y="3171384"/>
              <a:ext cx="18188" cy="166175"/>
            </a:xfrm>
            <a:custGeom>
              <a:avLst/>
              <a:pathLst>
                <a:path w="18188" h="166175">
                  <a:moveTo>
                    <a:pt x="0" y="0"/>
                  </a:moveTo>
                  <a:lnTo>
                    <a:pt x="18188" y="16617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g416"/>
            <p:cNvSpPr/>
            <p:nvPr/>
          </p:nvSpPr>
          <p:spPr>
            <a:xfrm>
              <a:off x="2507792" y="3171384"/>
              <a:ext cx="18188" cy="166175"/>
            </a:xfrm>
            <a:custGeom>
              <a:avLst/>
              <a:pathLst>
                <a:path w="18188" h="166175">
                  <a:moveTo>
                    <a:pt x="0" y="0"/>
                  </a:moveTo>
                  <a:lnTo>
                    <a:pt x="18188" y="16617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g417"/>
            <p:cNvSpPr/>
            <p:nvPr/>
          </p:nvSpPr>
          <p:spPr>
            <a:xfrm>
              <a:off x="2507792" y="3171384"/>
              <a:ext cx="18188" cy="166175"/>
            </a:xfrm>
            <a:custGeom>
              <a:avLst/>
              <a:pathLst>
                <a:path w="18188" h="166175">
                  <a:moveTo>
                    <a:pt x="0" y="0"/>
                  </a:moveTo>
                  <a:lnTo>
                    <a:pt x="18188" y="16617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g418"/>
            <p:cNvSpPr/>
            <p:nvPr/>
          </p:nvSpPr>
          <p:spPr>
            <a:xfrm>
              <a:off x="2358814" y="3171384"/>
              <a:ext cx="334331" cy="333331"/>
            </a:xfrm>
            <a:custGeom>
              <a:avLst/>
              <a:pathLst>
                <a:path w="334331" h="333331">
                  <a:moveTo>
                    <a:pt x="148978" y="0"/>
                  </a:moveTo>
                  <a:lnTo>
                    <a:pt x="143718" y="660"/>
                  </a:lnTo>
                  <a:lnTo>
                    <a:pt x="138483" y="1486"/>
                  </a:lnTo>
                  <a:lnTo>
                    <a:pt x="133276" y="2478"/>
                  </a:lnTo>
                  <a:lnTo>
                    <a:pt x="128103" y="3635"/>
                  </a:lnTo>
                  <a:lnTo>
                    <a:pt x="122970" y="4955"/>
                  </a:lnTo>
                  <a:lnTo>
                    <a:pt x="117880" y="6438"/>
                  </a:lnTo>
                  <a:lnTo>
                    <a:pt x="112841" y="8080"/>
                  </a:lnTo>
                  <a:lnTo>
                    <a:pt x="107856" y="9882"/>
                  </a:lnTo>
                  <a:lnTo>
                    <a:pt x="102931" y="11841"/>
                  </a:lnTo>
                  <a:lnTo>
                    <a:pt x="98070" y="13955"/>
                  </a:lnTo>
                  <a:lnTo>
                    <a:pt x="93279" y="16222"/>
                  </a:lnTo>
                  <a:lnTo>
                    <a:pt x="88562" y="18640"/>
                  </a:lnTo>
                  <a:lnTo>
                    <a:pt x="83924" y="21207"/>
                  </a:lnTo>
                  <a:lnTo>
                    <a:pt x="79370" y="23918"/>
                  </a:lnTo>
                  <a:lnTo>
                    <a:pt x="74904" y="26773"/>
                  </a:lnTo>
                  <a:lnTo>
                    <a:pt x="70531" y="29769"/>
                  </a:lnTo>
                  <a:lnTo>
                    <a:pt x="66255" y="32901"/>
                  </a:lnTo>
                  <a:lnTo>
                    <a:pt x="62080" y="36167"/>
                  </a:lnTo>
                  <a:lnTo>
                    <a:pt x="58011" y="39564"/>
                  </a:lnTo>
                  <a:lnTo>
                    <a:pt x="54052" y="43088"/>
                  </a:lnTo>
                  <a:lnTo>
                    <a:pt x="50207" y="46737"/>
                  </a:lnTo>
                  <a:lnTo>
                    <a:pt x="46479" y="50505"/>
                  </a:lnTo>
                  <a:lnTo>
                    <a:pt x="42872" y="54389"/>
                  </a:lnTo>
                  <a:lnTo>
                    <a:pt x="39391" y="58386"/>
                  </a:lnTo>
                  <a:lnTo>
                    <a:pt x="36038" y="62491"/>
                  </a:lnTo>
                  <a:lnTo>
                    <a:pt x="32816" y="66700"/>
                  </a:lnTo>
                  <a:lnTo>
                    <a:pt x="29730" y="71010"/>
                  </a:lnTo>
                  <a:lnTo>
                    <a:pt x="26782" y="75415"/>
                  </a:lnTo>
                  <a:lnTo>
                    <a:pt x="23975" y="79911"/>
                  </a:lnTo>
                  <a:lnTo>
                    <a:pt x="21312" y="84494"/>
                  </a:lnTo>
                  <a:lnTo>
                    <a:pt x="18796" y="89160"/>
                  </a:lnTo>
                  <a:lnTo>
                    <a:pt x="16429" y="93902"/>
                  </a:lnTo>
                  <a:lnTo>
                    <a:pt x="14213" y="98717"/>
                  </a:lnTo>
                  <a:lnTo>
                    <a:pt x="12152" y="103601"/>
                  </a:lnTo>
                  <a:lnTo>
                    <a:pt x="10246" y="108547"/>
                  </a:lnTo>
                  <a:lnTo>
                    <a:pt x="8498" y="113551"/>
                  </a:lnTo>
                  <a:lnTo>
                    <a:pt x="6909" y="118607"/>
                  </a:lnTo>
                  <a:lnTo>
                    <a:pt x="5482" y="123712"/>
                  </a:lnTo>
                  <a:lnTo>
                    <a:pt x="4217" y="128859"/>
                  </a:lnTo>
                  <a:lnTo>
                    <a:pt x="3115" y="134044"/>
                  </a:lnTo>
                  <a:lnTo>
                    <a:pt x="2179" y="139262"/>
                  </a:lnTo>
                  <a:lnTo>
                    <a:pt x="1409" y="144506"/>
                  </a:lnTo>
                  <a:lnTo>
                    <a:pt x="805" y="149772"/>
                  </a:lnTo>
                  <a:lnTo>
                    <a:pt x="369" y="155054"/>
                  </a:lnTo>
                  <a:lnTo>
                    <a:pt x="100" y="160348"/>
                  </a:lnTo>
                  <a:lnTo>
                    <a:pt x="0" y="165648"/>
                  </a:lnTo>
                  <a:lnTo>
                    <a:pt x="67" y="170948"/>
                  </a:lnTo>
                  <a:lnTo>
                    <a:pt x="302" y="176243"/>
                  </a:lnTo>
                  <a:lnTo>
                    <a:pt x="705" y="181528"/>
                  </a:lnTo>
                  <a:lnTo>
                    <a:pt x="1276" y="186798"/>
                  </a:lnTo>
                  <a:lnTo>
                    <a:pt x="2013" y="192047"/>
                  </a:lnTo>
                  <a:lnTo>
                    <a:pt x="2916" y="197270"/>
                  </a:lnTo>
                  <a:lnTo>
                    <a:pt x="3985" y="202462"/>
                  </a:lnTo>
                  <a:lnTo>
                    <a:pt x="5217" y="207617"/>
                  </a:lnTo>
                  <a:lnTo>
                    <a:pt x="6612" y="212731"/>
                  </a:lnTo>
                  <a:lnTo>
                    <a:pt x="8169" y="217797"/>
                  </a:lnTo>
                  <a:lnTo>
                    <a:pt x="9886" y="222812"/>
                  </a:lnTo>
                  <a:lnTo>
                    <a:pt x="11760" y="227770"/>
                  </a:lnTo>
                  <a:lnTo>
                    <a:pt x="13791" y="232666"/>
                  </a:lnTo>
                  <a:lnTo>
                    <a:pt x="15977" y="237495"/>
                  </a:lnTo>
                  <a:lnTo>
                    <a:pt x="18314" y="242253"/>
                  </a:lnTo>
                  <a:lnTo>
                    <a:pt x="20801" y="246934"/>
                  </a:lnTo>
                  <a:lnTo>
                    <a:pt x="23434" y="251534"/>
                  </a:lnTo>
                  <a:lnTo>
                    <a:pt x="26213" y="256048"/>
                  </a:lnTo>
                  <a:lnTo>
                    <a:pt x="29133" y="260471"/>
                  </a:lnTo>
                  <a:lnTo>
                    <a:pt x="32192" y="264800"/>
                  </a:lnTo>
                  <a:lnTo>
                    <a:pt x="35387" y="269030"/>
                  </a:lnTo>
                  <a:lnTo>
                    <a:pt x="38714" y="273156"/>
                  </a:lnTo>
                  <a:lnTo>
                    <a:pt x="42170" y="277174"/>
                  </a:lnTo>
                  <a:lnTo>
                    <a:pt x="45752" y="281081"/>
                  </a:lnTo>
                  <a:lnTo>
                    <a:pt x="49456" y="284873"/>
                  </a:lnTo>
                  <a:lnTo>
                    <a:pt x="53279" y="288545"/>
                  </a:lnTo>
                  <a:lnTo>
                    <a:pt x="57215" y="292094"/>
                  </a:lnTo>
                  <a:lnTo>
                    <a:pt x="61263" y="295517"/>
                  </a:lnTo>
                  <a:lnTo>
                    <a:pt x="65417" y="298809"/>
                  </a:lnTo>
                  <a:lnTo>
                    <a:pt x="69673" y="301969"/>
                  </a:lnTo>
                  <a:lnTo>
                    <a:pt x="74027" y="304991"/>
                  </a:lnTo>
                  <a:lnTo>
                    <a:pt x="78475" y="307874"/>
                  </a:lnTo>
                  <a:lnTo>
                    <a:pt x="83012" y="310615"/>
                  </a:lnTo>
                  <a:lnTo>
                    <a:pt x="87634" y="313210"/>
                  </a:lnTo>
                  <a:lnTo>
                    <a:pt x="92335" y="315658"/>
                  </a:lnTo>
                  <a:lnTo>
                    <a:pt x="97112" y="317955"/>
                  </a:lnTo>
                  <a:lnTo>
                    <a:pt x="101959" y="320100"/>
                  </a:lnTo>
                  <a:lnTo>
                    <a:pt x="106872" y="322090"/>
                  </a:lnTo>
                  <a:lnTo>
                    <a:pt x="111846" y="323923"/>
                  </a:lnTo>
                  <a:lnTo>
                    <a:pt x="116875" y="325598"/>
                  </a:lnTo>
                  <a:lnTo>
                    <a:pt x="121954" y="327112"/>
                  </a:lnTo>
                  <a:lnTo>
                    <a:pt x="127079" y="328464"/>
                  </a:lnTo>
                  <a:lnTo>
                    <a:pt x="132245" y="329654"/>
                  </a:lnTo>
                  <a:lnTo>
                    <a:pt x="137445" y="330679"/>
                  </a:lnTo>
                  <a:lnTo>
                    <a:pt x="142676" y="331538"/>
                  </a:lnTo>
                  <a:lnTo>
                    <a:pt x="147931" y="332232"/>
                  </a:lnTo>
                  <a:lnTo>
                    <a:pt x="153205" y="332758"/>
                  </a:lnTo>
                  <a:lnTo>
                    <a:pt x="158493" y="333117"/>
                  </a:lnTo>
                  <a:lnTo>
                    <a:pt x="163790" y="333308"/>
                  </a:lnTo>
                  <a:lnTo>
                    <a:pt x="169091" y="333331"/>
                  </a:lnTo>
                  <a:lnTo>
                    <a:pt x="174389" y="333186"/>
                  </a:lnTo>
                  <a:lnTo>
                    <a:pt x="179681" y="332873"/>
                  </a:lnTo>
                  <a:lnTo>
                    <a:pt x="184959" y="332392"/>
                  </a:lnTo>
                  <a:lnTo>
                    <a:pt x="190220" y="331745"/>
                  </a:lnTo>
                  <a:lnTo>
                    <a:pt x="195458" y="330930"/>
                  </a:lnTo>
                  <a:lnTo>
                    <a:pt x="200667" y="329951"/>
                  </a:lnTo>
                  <a:lnTo>
                    <a:pt x="205843" y="328806"/>
                  </a:lnTo>
                  <a:lnTo>
                    <a:pt x="210979" y="327498"/>
                  </a:lnTo>
                  <a:lnTo>
                    <a:pt x="216072" y="326028"/>
                  </a:lnTo>
                  <a:lnTo>
                    <a:pt x="221115" y="324397"/>
                  </a:lnTo>
                  <a:lnTo>
                    <a:pt x="226104" y="322607"/>
                  </a:lnTo>
                  <a:lnTo>
                    <a:pt x="231034" y="320660"/>
                  </a:lnTo>
                  <a:lnTo>
                    <a:pt x="235900" y="318558"/>
                  </a:lnTo>
                  <a:lnTo>
                    <a:pt x="240697" y="316302"/>
                  </a:lnTo>
                  <a:lnTo>
                    <a:pt x="245419" y="313895"/>
                  </a:lnTo>
                  <a:lnTo>
                    <a:pt x="250063" y="311340"/>
                  </a:lnTo>
                  <a:lnTo>
                    <a:pt x="254624" y="308639"/>
                  </a:lnTo>
                  <a:lnTo>
                    <a:pt x="259097" y="305794"/>
                  </a:lnTo>
                  <a:lnTo>
                    <a:pt x="263477" y="302810"/>
                  </a:lnTo>
                  <a:lnTo>
                    <a:pt x="267760" y="299688"/>
                  </a:lnTo>
                  <a:lnTo>
                    <a:pt x="271943" y="296431"/>
                  </a:lnTo>
                  <a:lnTo>
                    <a:pt x="276020" y="293044"/>
                  </a:lnTo>
                  <a:lnTo>
                    <a:pt x="279987" y="289529"/>
                  </a:lnTo>
                  <a:lnTo>
                    <a:pt x="283841" y="285890"/>
                  </a:lnTo>
                  <a:lnTo>
                    <a:pt x="287578" y="282131"/>
                  </a:lnTo>
                  <a:lnTo>
                    <a:pt x="291194" y="278255"/>
                  </a:lnTo>
                  <a:lnTo>
                    <a:pt x="294685" y="274267"/>
                  </a:lnTo>
                  <a:lnTo>
                    <a:pt x="298048" y="270169"/>
                  </a:lnTo>
                  <a:lnTo>
                    <a:pt x="301279" y="265968"/>
                  </a:lnTo>
                  <a:lnTo>
                    <a:pt x="304375" y="261666"/>
                  </a:lnTo>
                  <a:lnTo>
                    <a:pt x="307334" y="257268"/>
                  </a:lnTo>
                  <a:lnTo>
                    <a:pt x="310151" y="252778"/>
                  </a:lnTo>
                  <a:lnTo>
                    <a:pt x="312825" y="248201"/>
                  </a:lnTo>
                  <a:lnTo>
                    <a:pt x="315353" y="243542"/>
                  </a:lnTo>
                  <a:lnTo>
                    <a:pt x="317731" y="238805"/>
                  </a:lnTo>
                  <a:lnTo>
                    <a:pt x="319958" y="233995"/>
                  </a:lnTo>
                  <a:lnTo>
                    <a:pt x="322031" y="229117"/>
                  </a:lnTo>
                  <a:lnTo>
                    <a:pt x="323949" y="224175"/>
                  </a:lnTo>
                  <a:lnTo>
                    <a:pt x="325709" y="219176"/>
                  </a:lnTo>
                  <a:lnTo>
                    <a:pt x="327310" y="214122"/>
                  </a:lnTo>
                  <a:lnTo>
                    <a:pt x="328749" y="209021"/>
                  </a:lnTo>
                  <a:lnTo>
                    <a:pt x="330026" y="203877"/>
                  </a:lnTo>
                  <a:lnTo>
                    <a:pt x="331140" y="198695"/>
                  </a:lnTo>
                  <a:lnTo>
                    <a:pt x="332088" y="193480"/>
                  </a:lnTo>
                  <a:lnTo>
                    <a:pt x="332871" y="188237"/>
                  </a:lnTo>
                  <a:lnTo>
                    <a:pt x="333487" y="182973"/>
                  </a:lnTo>
                  <a:lnTo>
                    <a:pt x="333936" y="177691"/>
                  </a:lnTo>
                  <a:lnTo>
                    <a:pt x="334218" y="172398"/>
                  </a:lnTo>
                  <a:lnTo>
                    <a:pt x="334331" y="167099"/>
                  </a:lnTo>
                  <a:lnTo>
                    <a:pt x="334276" y="161798"/>
                  </a:lnTo>
                  <a:lnTo>
                    <a:pt x="334054" y="156503"/>
                  </a:lnTo>
                  <a:lnTo>
                    <a:pt x="333663" y="151217"/>
                  </a:lnTo>
                  <a:lnTo>
                    <a:pt x="333105" y="145945"/>
                  </a:lnTo>
                  <a:lnTo>
                    <a:pt x="332380" y="140695"/>
                  </a:lnTo>
                  <a:lnTo>
                    <a:pt x="331489" y="135470"/>
                  </a:lnTo>
                  <a:lnTo>
                    <a:pt x="330433" y="130275"/>
                  </a:lnTo>
                  <a:lnTo>
                    <a:pt x="329213" y="125117"/>
                  </a:lnTo>
                  <a:lnTo>
                    <a:pt x="327830" y="120000"/>
                  </a:lnTo>
                  <a:lnTo>
                    <a:pt x="326285" y="114930"/>
                  </a:lnTo>
                  <a:lnTo>
                    <a:pt x="324581" y="109911"/>
                  </a:lnTo>
                  <a:lnTo>
                    <a:pt x="322718" y="104948"/>
                  </a:lnTo>
                  <a:lnTo>
                    <a:pt x="320698" y="100048"/>
                  </a:lnTo>
                  <a:lnTo>
                    <a:pt x="318525" y="95213"/>
                  </a:lnTo>
                  <a:lnTo>
                    <a:pt x="316199" y="90450"/>
                  </a:lnTo>
                  <a:lnTo>
                    <a:pt x="313723" y="85763"/>
                  </a:lnTo>
                  <a:lnTo>
                    <a:pt x="311100" y="81157"/>
                  </a:lnTo>
                  <a:lnTo>
                    <a:pt x="308333" y="76637"/>
                  </a:lnTo>
                  <a:lnTo>
                    <a:pt x="305423" y="72206"/>
                  </a:lnTo>
                  <a:lnTo>
                    <a:pt x="302374" y="67870"/>
                  </a:lnTo>
                  <a:lnTo>
                    <a:pt x="299190" y="63633"/>
                  </a:lnTo>
                  <a:lnTo>
                    <a:pt x="295872" y="59499"/>
                  </a:lnTo>
                  <a:lnTo>
                    <a:pt x="292426" y="55472"/>
                  </a:lnTo>
                  <a:lnTo>
                    <a:pt x="288853" y="51557"/>
                  </a:lnTo>
                  <a:lnTo>
                    <a:pt x="285158" y="47756"/>
                  </a:lnTo>
                  <a:lnTo>
                    <a:pt x="281344" y="44075"/>
                  </a:lnTo>
                  <a:lnTo>
                    <a:pt x="277416" y="40516"/>
                  </a:lnTo>
                  <a:lnTo>
                    <a:pt x="273377" y="37084"/>
                  </a:lnTo>
                  <a:lnTo>
                    <a:pt x="269230" y="33782"/>
                  </a:lnTo>
                  <a:lnTo>
                    <a:pt x="264982" y="30613"/>
                  </a:lnTo>
                  <a:lnTo>
                    <a:pt x="167166" y="16617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g419"/>
            <p:cNvSpPr/>
            <p:nvPr/>
          </p:nvSpPr>
          <p:spPr>
            <a:xfrm>
              <a:off x="2525980" y="3170392"/>
              <a:ext cx="97815" cy="167167"/>
            </a:xfrm>
            <a:custGeom>
              <a:avLst/>
              <a:pathLst>
                <a:path w="97815" h="167167">
                  <a:moveTo>
                    <a:pt x="97815" y="31605"/>
                  </a:moveTo>
                  <a:lnTo>
                    <a:pt x="93050" y="28291"/>
                  </a:lnTo>
                  <a:lnTo>
                    <a:pt x="88172" y="25144"/>
                  </a:lnTo>
                  <a:lnTo>
                    <a:pt x="83188" y="22168"/>
                  </a:lnTo>
                  <a:lnTo>
                    <a:pt x="78104" y="19368"/>
                  </a:lnTo>
                  <a:lnTo>
                    <a:pt x="72926" y="16745"/>
                  </a:lnTo>
                  <a:lnTo>
                    <a:pt x="67659" y="14304"/>
                  </a:lnTo>
                  <a:lnTo>
                    <a:pt x="62312" y="12047"/>
                  </a:lnTo>
                  <a:lnTo>
                    <a:pt x="56889" y="9977"/>
                  </a:lnTo>
                  <a:lnTo>
                    <a:pt x="51397" y="8097"/>
                  </a:lnTo>
                  <a:lnTo>
                    <a:pt x="45843" y="6408"/>
                  </a:lnTo>
                  <a:lnTo>
                    <a:pt x="40235" y="4914"/>
                  </a:lnTo>
                  <a:lnTo>
                    <a:pt x="34577" y="3615"/>
                  </a:lnTo>
                  <a:lnTo>
                    <a:pt x="28878" y="2513"/>
                  </a:lnTo>
                  <a:lnTo>
                    <a:pt x="23144" y="1609"/>
                  </a:lnTo>
                  <a:lnTo>
                    <a:pt x="17383" y="906"/>
                  </a:lnTo>
                  <a:lnTo>
                    <a:pt x="11600" y="402"/>
                  </a:lnTo>
                  <a:lnTo>
                    <a:pt x="5803" y="10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g420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g421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g42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g42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g42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g42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g42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g42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g428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g429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g430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g431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g43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g43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g434"/>
            <p:cNvSpPr/>
            <p:nvPr/>
          </p:nvSpPr>
          <p:spPr>
            <a:xfrm>
              <a:off x="2586860" y="3707720"/>
              <a:ext cx="3887" cy="167167"/>
            </a:xfrm>
            <a:custGeom>
              <a:avLst/>
              <a:pathLst>
                <a:path w="3887" h="167167">
                  <a:moveTo>
                    <a:pt x="3887" y="0"/>
                  </a:moveTo>
                  <a:lnTo>
                    <a:pt x="0" y="45"/>
                  </a:lnTo>
                  <a:lnTo>
                    <a:pt x="3887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g435"/>
            <p:cNvSpPr/>
            <p:nvPr/>
          </p:nvSpPr>
          <p:spPr>
            <a:xfrm>
              <a:off x="2586860" y="3707765"/>
              <a:ext cx="3887" cy="167122"/>
            </a:xfrm>
            <a:custGeom>
              <a:avLst/>
              <a:pathLst>
                <a:path w="3887" h="167122">
                  <a:moveTo>
                    <a:pt x="0" y="0"/>
                  </a:moveTo>
                  <a:lnTo>
                    <a:pt x="3887" y="16712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g436"/>
            <p:cNvSpPr/>
            <p:nvPr/>
          </p:nvSpPr>
          <p:spPr>
            <a:xfrm>
              <a:off x="2586860" y="3707765"/>
              <a:ext cx="3887" cy="167122"/>
            </a:xfrm>
            <a:custGeom>
              <a:avLst/>
              <a:pathLst>
                <a:path w="3887" h="167122">
                  <a:moveTo>
                    <a:pt x="0" y="0"/>
                  </a:moveTo>
                  <a:lnTo>
                    <a:pt x="3887" y="16712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g437"/>
            <p:cNvSpPr/>
            <p:nvPr/>
          </p:nvSpPr>
          <p:spPr>
            <a:xfrm>
              <a:off x="2586860" y="3707765"/>
              <a:ext cx="3887" cy="167122"/>
            </a:xfrm>
            <a:custGeom>
              <a:avLst/>
              <a:pathLst>
                <a:path w="3887" h="167122">
                  <a:moveTo>
                    <a:pt x="0" y="0"/>
                  </a:moveTo>
                  <a:lnTo>
                    <a:pt x="3887" y="16712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g438"/>
            <p:cNvSpPr/>
            <p:nvPr/>
          </p:nvSpPr>
          <p:spPr>
            <a:xfrm>
              <a:off x="2586860" y="3707765"/>
              <a:ext cx="3887" cy="167122"/>
            </a:xfrm>
            <a:custGeom>
              <a:avLst/>
              <a:pathLst>
                <a:path w="3887" h="167122">
                  <a:moveTo>
                    <a:pt x="0" y="0"/>
                  </a:moveTo>
                  <a:lnTo>
                    <a:pt x="3887" y="16712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g439"/>
            <p:cNvSpPr/>
            <p:nvPr/>
          </p:nvSpPr>
          <p:spPr>
            <a:xfrm>
              <a:off x="2586860" y="3707765"/>
              <a:ext cx="3887" cy="167122"/>
            </a:xfrm>
            <a:custGeom>
              <a:avLst/>
              <a:pathLst>
                <a:path w="3887" h="167122">
                  <a:moveTo>
                    <a:pt x="0" y="0"/>
                  </a:moveTo>
                  <a:lnTo>
                    <a:pt x="3887" y="16712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g440"/>
            <p:cNvSpPr/>
            <p:nvPr/>
          </p:nvSpPr>
          <p:spPr>
            <a:xfrm>
              <a:off x="2586860" y="3707765"/>
              <a:ext cx="3887" cy="167122"/>
            </a:xfrm>
            <a:custGeom>
              <a:avLst/>
              <a:pathLst>
                <a:path w="3887" h="167122">
                  <a:moveTo>
                    <a:pt x="0" y="0"/>
                  </a:moveTo>
                  <a:lnTo>
                    <a:pt x="3887" y="16712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g441"/>
            <p:cNvSpPr/>
            <p:nvPr/>
          </p:nvSpPr>
          <p:spPr>
            <a:xfrm>
              <a:off x="2586860" y="3707765"/>
              <a:ext cx="3887" cy="167122"/>
            </a:xfrm>
            <a:custGeom>
              <a:avLst/>
              <a:pathLst>
                <a:path w="3887" h="167122">
                  <a:moveTo>
                    <a:pt x="0" y="0"/>
                  </a:moveTo>
                  <a:lnTo>
                    <a:pt x="3887" y="16712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g442"/>
            <p:cNvSpPr/>
            <p:nvPr/>
          </p:nvSpPr>
          <p:spPr>
            <a:xfrm>
              <a:off x="2586860" y="3707765"/>
              <a:ext cx="3887" cy="167122"/>
            </a:xfrm>
            <a:custGeom>
              <a:avLst/>
              <a:pathLst>
                <a:path w="3887" h="167122">
                  <a:moveTo>
                    <a:pt x="0" y="0"/>
                  </a:moveTo>
                  <a:lnTo>
                    <a:pt x="3887" y="16712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g443"/>
            <p:cNvSpPr/>
            <p:nvPr/>
          </p:nvSpPr>
          <p:spPr>
            <a:xfrm>
              <a:off x="2586860" y="3707765"/>
              <a:ext cx="3887" cy="167122"/>
            </a:xfrm>
            <a:custGeom>
              <a:avLst/>
              <a:pathLst>
                <a:path w="3887" h="167122">
                  <a:moveTo>
                    <a:pt x="0" y="0"/>
                  </a:moveTo>
                  <a:lnTo>
                    <a:pt x="3887" y="16712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g444"/>
            <p:cNvSpPr/>
            <p:nvPr/>
          </p:nvSpPr>
          <p:spPr>
            <a:xfrm>
              <a:off x="2586860" y="3707765"/>
              <a:ext cx="3887" cy="167122"/>
            </a:xfrm>
            <a:custGeom>
              <a:avLst/>
              <a:pathLst>
                <a:path w="3887" h="167122">
                  <a:moveTo>
                    <a:pt x="0" y="0"/>
                  </a:moveTo>
                  <a:lnTo>
                    <a:pt x="3887" y="16712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g445"/>
            <p:cNvSpPr/>
            <p:nvPr/>
          </p:nvSpPr>
          <p:spPr>
            <a:xfrm>
              <a:off x="2586860" y="3707765"/>
              <a:ext cx="3887" cy="167122"/>
            </a:xfrm>
            <a:custGeom>
              <a:avLst/>
              <a:pathLst>
                <a:path w="3887" h="167122">
                  <a:moveTo>
                    <a:pt x="0" y="0"/>
                  </a:moveTo>
                  <a:lnTo>
                    <a:pt x="3887" y="16712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g446"/>
            <p:cNvSpPr/>
            <p:nvPr/>
          </p:nvSpPr>
          <p:spPr>
            <a:xfrm>
              <a:off x="2423582" y="3707765"/>
              <a:ext cx="334332" cy="334270"/>
            </a:xfrm>
            <a:custGeom>
              <a:avLst/>
              <a:pathLst>
                <a:path w="334332" h="334270">
                  <a:moveTo>
                    <a:pt x="163278" y="0"/>
                  </a:moveTo>
                  <a:lnTo>
                    <a:pt x="157989" y="206"/>
                  </a:lnTo>
                  <a:lnTo>
                    <a:pt x="152709" y="581"/>
                  </a:lnTo>
                  <a:lnTo>
                    <a:pt x="147443" y="1122"/>
                  </a:lnTo>
                  <a:lnTo>
                    <a:pt x="142197" y="1829"/>
                  </a:lnTo>
                  <a:lnTo>
                    <a:pt x="136976" y="2703"/>
                  </a:lnTo>
                  <a:lnTo>
                    <a:pt x="131786" y="3741"/>
                  </a:lnTo>
                  <a:lnTo>
                    <a:pt x="126631" y="4943"/>
                  </a:lnTo>
                  <a:lnTo>
                    <a:pt x="121517" y="6308"/>
                  </a:lnTo>
                  <a:lnTo>
                    <a:pt x="116448" y="7834"/>
                  </a:lnTo>
                  <a:lnTo>
                    <a:pt x="111430" y="9519"/>
                  </a:lnTo>
                  <a:lnTo>
                    <a:pt x="106468" y="11363"/>
                  </a:lnTo>
                  <a:lnTo>
                    <a:pt x="101567" y="13363"/>
                  </a:lnTo>
                  <a:lnTo>
                    <a:pt x="96732" y="15517"/>
                  </a:lnTo>
                  <a:lnTo>
                    <a:pt x="91967" y="17823"/>
                  </a:lnTo>
                  <a:lnTo>
                    <a:pt x="87278" y="20278"/>
                  </a:lnTo>
                  <a:lnTo>
                    <a:pt x="82669" y="22881"/>
                  </a:lnTo>
                  <a:lnTo>
                    <a:pt x="78145" y="25629"/>
                  </a:lnTo>
                  <a:lnTo>
                    <a:pt x="73709" y="28518"/>
                  </a:lnTo>
                  <a:lnTo>
                    <a:pt x="69368" y="31547"/>
                  </a:lnTo>
                  <a:lnTo>
                    <a:pt x="65125" y="34711"/>
                  </a:lnTo>
                  <a:lnTo>
                    <a:pt x="60984" y="38008"/>
                  </a:lnTo>
                  <a:lnTo>
                    <a:pt x="56949" y="41435"/>
                  </a:lnTo>
                  <a:lnTo>
                    <a:pt x="53025" y="44987"/>
                  </a:lnTo>
                  <a:lnTo>
                    <a:pt x="49215" y="48662"/>
                  </a:lnTo>
                  <a:lnTo>
                    <a:pt x="45524" y="52456"/>
                  </a:lnTo>
                  <a:lnTo>
                    <a:pt x="41954" y="56365"/>
                  </a:lnTo>
                  <a:lnTo>
                    <a:pt x="38510" y="60385"/>
                  </a:lnTo>
                  <a:lnTo>
                    <a:pt x="35196" y="64511"/>
                  </a:lnTo>
                  <a:lnTo>
                    <a:pt x="32013" y="68741"/>
                  </a:lnTo>
                  <a:lnTo>
                    <a:pt x="28966" y="73069"/>
                  </a:lnTo>
                  <a:lnTo>
                    <a:pt x="26057" y="77492"/>
                  </a:lnTo>
                  <a:lnTo>
                    <a:pt x="23290" y="82005"/>
                  </a:lnTo>
                  <a:lnTo>
                    <a:pt x="20668" y="86603"/>
                  </a:lnTo>
                  <a:lnTo>
                    <a:pt x="18192" y="91281"/>
                  </a:lnTo>
                  <a:lnTo>
                    <a:pt x="15865" y="96036"/>
                  </a:lnTo>
                  <a:lnTo>
                    <a:pt x="13691" y="100862"/>
                  </a:lnTo>
                  <a:lnTo>
                    <a:pt x="11670" y="105754"/>
                  </a:lnTo>
                  <a:lnTo>
                    <a:pt x="9805" y="110708"/>
                  </a:lnTo>
                  <a:lnTo>
                    <a:pt x="8097" y="115718"/>
                  </a:lnTo>
                  <a:lnTo>
                    <a:pt x="6550" y="120780"/>
                  </a:lnTo>
                  <a:lnTo>
                    <a:pt x="5163" y="125889"/>
                  </a:lnTo>
                  <a:lnTo>
                    <a:pt x="3939" y="131039"/>
                  </a:lnTo>
                  <a:lnTo>
                    <a:pt x="2878" y="136225"/>
                  </a:lnTo>
                  <a:lnTo>
                    <a:pt x="1982" y="141442"/>
                  </a:lnTo>
                  <a:lnTo>
                    <a:pt x="1252" y="146684"/>
                  </a:lnTo>
                  <a:lnTo>
                    <a:pt x="688" y="151948"/>
                  </a:lnTo>
                  <a:lnTo>
                    <a:pt x="291" y="157226"/>
                  </a:lnTo>
                  <a:lnTo>
                    <a:pt x="62" y="162514"/>
                  </a:lnTo>
                  <a:lnTo>
                    <a:pt x="0" y="167807"/>
                  </a:lnTo>
                  <a:lnTo>
                    <a:pt x="105" y="173100"/>
                  </a:lnTo>
                  <a:lnTo>
                    <a:pt x="378" y="178386"/>
                  </a:lnTo>
                  <a:lnTo>
                    <a:pt x="818" y="183661"/>
                  </a:lnTo>
                  <a:lnTo>
                    <a:pt x="1425" y="188919"/>
                  </a:lnTo>
                  <a:lnTo>
                    <a:pt x="2199" y="194156"/>
                  </a:lnTo>
                  <a:lnTo>
                    <a:pt x="3137" y="199365"/>
                  </a:lnTo>
                  <a:lnTo>
                    <a:pt x="4240" y="204542"/>
                  </a:lnTo>
                  <a:lnTo>
                    <a:pt x="5507" y="209682"/>
                  </a:lnTo>
                  <a:lnTo>
                    <a:pt x="6935" y="214779"/>
                  </a:lnTo>
                  <a:lnTo>
                    <a:pt x="8524" y="219828"/>
                  </a:lnTo>
                  <a:lnTo>
                    <a:pt x="10273" y="224824"/>
                  </a:lnTo>
                  <a:lnTo>
                    <a:pt x="12178" y="229763"/>
                  </a:lnTo>
                  <a:lnTo>
                    <a:pt x="14239" y="234638"/>
                  </a:lnTo>
                  <a:lnTo>
                    <a:pt x="16453" y="239446"/>
                  </a:lnTo>
                  <a:lnTo>
                    <a:pt x="18819" y="244182"/>
                  </a:lnTo>
                  <a:lnTo>
                    <a:pt x="21333" y="248840"/>
                  </a:lnTo>
                  <a:lnTo>
                    <a:pt x="23993" y="253416"/>
                  </a:lnTo>
                  <a:lnTo>
                    <a:pt x="26797" y="257906"/>
                  </a:lnTo>
                  <a:lnTo>
                    <a:pt x="29742" y="262304"/>
                  </a:lnTo>
                  <a:lnTo>
                    <a:pt x="32824" y="266608"/>
                  </a:lnTo>
                  <a:lnTo>
                    <a:pt x="36042" y="270811"/>
                  </a:lnTo>
                  <a:lnTo>
                    <a:pt x="39390" y="274910"/>
                  </a:lnTo>
                  <a:lnTo>
                    <a:pt x="42867" y="278902"/>
                  </a:lnTo>
                  <a:lnTo>
                    <a:pt x="46468" y="282781"/>
                  </a:lnTo>
                  <a:lnTo>
                    <a:pt x="50191" y="286545"/>
                  </a:lnTo>
                  <a:lnTo>
                    <a:pt x="54030" y="290188"/>
                  </a:lnTo>
                  <a:lnTo>
                    <a:pt x="57983" y="293709"/>
                  </a:lnTo>
                  <a:lnTo>
                    <a:pt x="62046" y="297102"/>
                  </a:lnTo>
                  <a:lnTo>
                    <a:pt x="66214" y="300365"/>
                  </a:lnTo>
                  <a:lnTo>
                    <a:pt x="70483" y="303494"/>
                  </a:lnTo>
                  <a:lnTo>
                    <a:pt x="74849" y="306487"/>
                  </a:lnTo>
                  <a:lnTo>
                    <a:pt x="79308" y="309340"/>
                  </a:lnTo>
                  <a:lnTo>
                    <a:pt x="83855" y="312050"/>
                  </a:lnTo>
                  <a:lnTo>
                    <a:pt x="88485" y="314615"/>
                  </a:lnTo>
                  <a:lnTo>
                    <a:pt x="93194" y="317032"/>
                  </a:lnTo>
                  <a:lnTo>
                    <a:pt x="97978" y="319299"/>
                  </a:lnTo>
                  <a:lnTo>
                    <a:pt x="102831" y="321414"/>
                  </a:lnTo>
                  <a:lnTo>
                    <a:pt x="107748" y="323373"/>
                  </a:lnTo>
                  <a:lnTo>
                    <a:pt x="112725" y="325176"/>
                  </a:lnTo>
                  <a:lnTo>
                    <a:pt x="117756" y="326820"/>
                  </a:lnTo>
                  <a:lnTo>
                    <a:pt x="122837" y="328305"/>
                  </a:lnTo>
                  <a:lnTo>
                    <a:pt x="127962" y="329627"/>
                  </a:lnTo>
                  <a:lnTo>
                    <a:pt x="133127" y="330787"/>
                  </a:lnTo>
                  <a:lnTo>
                    <a:pt x="138326" y="331783"/>
                  </a:lnTo>
                  <a:lnTo>
                    <a:pt x="143554" y="332613"/>
                  </a:lnTo>
                  <a:lnTo>
                    <a:pt x="148805" y="333278"/>
                  </a:lnTo>
                  <a:lnTo>
                    <a:pt x="154075" y="333776"/>
                  </a:lnTo>
                  <a:lnTo>
                    <a:pt x="159358" y="334107"/>
                  </a:lnTo>
                  <a:lnTo>
                    <a:pt x="164649" y="334270"/>
                  </a:lnTo>
                  <a:lnTo>
                    <a:pt x="169942" y="334266"/>
                  </a:lnTo>
                  <a:lnTo>
                    <a:pt x="175233" y="334094"/>
                  </a:lnTo>
                  <a:lnTo>
                    <a:pt x="180515" y="333755"/>
                  </a:lnTo>
                  <a:lnTo>
                    <a:pt x="185784" y="333249"/>
                  </a:lnTo>
                  <a:lnTo>
                    <a:pt x="191035" y="332576"/>
                  </a:lnTo>
                  <a:lnTo>
                    <a:pt x="196261" y="331738"/>
                  </a:lnTo>
                  <a:lnTo>
                    <a:pt x="201458" y="330734"/>
                  </a:lnTo>
                  <a:lnTo>
                    <a:pt x="206621" y="329566"/>
                  </a:lnTo>
                  <a:lnTo>
                    <a:pt x="211745" y="328236"/>
                  </a:lnTo>
                  <a:lnTo>
                    <a:pt x="216823" y="326743"/>
                  </a:lnTo>
                  <a:lnTo>
                    <a:pt x="221852" y="325091"/>
                  </a:lnTo>
                  <a:lnTo>
                    <a:pt x="226826" y="323281"/>
                  </a:lnTo>
                  <a:lnTo>
                    <a:pt x="231740" y="321313"/>
                  </a:lnTo>
                  <a:lnTo>
                    <a:pt x="236590" y="319192"/>
                  </a:lnTo>
                  <a:lnTo>
                    <a:pt x="241370" y="316917"/>
                  </a:lnTo>
                  <a:lnTo>
                    <a:pt x="246075" y="314493"/>
                  </a:lnTo>
                  <a:lnTo>
                    <a:pt x="250701" y="311921"/>
                  </a:lnTo>
                  <a:lnTo>
                    <a:pt x="255244" y="309203"/>
                  </a:lnTo>
                  <a:lnTo>
                    <a:pt x="259698" y="306343"/>
                  </a:lnTo>
                  <a:lnTo>
                    <a:pt x="264060" y="303344"/>
                  </a:lnTo>
                  <a:lnTo>
                    <a:pt x="268324" y="300208"/>
                  </a:lnTo>
                  <a:lnTo>
                    <a:pt x="272487" y="296938"/>
                  </a:lnTo>
                  <a:lnTo>
                    <a:pt x="276544" y="293539"/>
                  </a:lnTo>
                  <a:lnTo>
                    <a:pt x="280492" y="290012"/>
                  </a:lnTo>
                  <a:lnTo>
                    <a:pt x="284326" y="286363"/>
                  </a:lnTo>
                  <a:lnTo>
                    <a:pt x="288042" y="282594"/>
                  </a:lnTo>
                  <a:lnTo>
                    <a:pt x="291638" y="278709"/>
                  </a:lnTo>
                  <a:lnTo>
                    <a:pt x="295108" y="274712"/>
                  </a:lnTo>
                  <a:lnTo>
                    <a:pt x="298450" y="270607"/>
                  </a:lnTo>
                  <a:lnTo>
                    <a:pt x="301661" y="266399"/>
                  </a:lnTo>
                  <a:lnTo>
                    <a:pt x="304737" y="262091"/>
                  </a:lnTo>
                  <a:lnTo>
                    <a:pt x="307675" y="257687"/>
                  </a:lnTo>
                  <a:lnTo>
                    <a:pt x="310472" y="253193"/>
                  </a:lnTo>
                  <a:lnTo>
                    <a:pt x="313125" y="248613"/>
                  </a:lnTo>
                  <a:lnTo>
                    <a:pt x="315632" y="243951"/>
                  </a:lnTo>
                  <a:lnTo>
                    <a:pt x="317990" y="239212"/>
                  </a:lnTo>
                  <a:lnTo>
                    <a:pt x="320197" y="234400"/>
                  </a:lnTo>
                  <a:lnTo>
                    <a:pt x="322250" y="229522"/>
                  </a:lnTo>
                  <a:lnTo>
                    <a:pt x="324148" y="224580"/>
                  </a:lnTo>
                  <a:lnTo>
                    <a:pt x="325888" y="219581"/>
                  </a:lnTo>
                  <a:lnTo>
                    <a:pt x="327470" y="214530"/>
                  </a:lnTo>
                  <a:lnTo>
                    <a:pt x="328890" y="209431"/>
                  </a:lnTo>
                  <a:lnTo>
                    <a:pt x="330149" y="204289"/>
                  </a:lnTo>
                  <a:lnTo>
                    <a:pt x="331244" y="199110"/>
                  </a:lnTo>
                  <a:lnTo>
                    <a:pt x="332174" y="193899"/>
                  </a:lnTo>
                  <a:lnTo>
                    <a:pt x="332939" y="188662"/>
                  </a:lnTo>
                  <a:lnTo>
                    <a:pt x="333538" y="183402"/>
                  </a:lnTo>
                  <a:lnTo>
                    <a:pt x="333970" y="178127"/>
                  </a:lnTo>
                  <a:lnTo>
                    <a:pt x="334235" y="172840"/>
                  </a:lnTo>
                  <a:lnTo>
                    <a:pt x="334332" y="167547"/>
                  </a:lnTo>
                  <a:lnTo>
                    <a:pt x="334262" y="162255"/>
                  </a:lnTo>
                  <a:lnTo>
                    <a:pt x="334024" y="156967"/>
                  </a:lnTo>
                  <a:lnTo>
                    <a:pt x="333619" y="151689"/>
                  </a:lnTo>
                  <a:lnTo>
                    <a:pt x="333047" y="146426"/>
                  </a:lnTo>
                  <a:lnTo>
                    <a:pt x="332309" y="141185"/>
                  </a:lnTo>
                  <a:lnTo>
                    <a:pt x="331405" y="135969"/>
                  </a:lnTo>
                  <a:lnTo>
                    <a:pt x="330336" y="130785"/>
                  </a:lnTo>
                  <a:lnTo>
                    <a:pt x="329104" y="125637"/>
                  </a:lnTo>
                  <a:lnTo>
                    <a:pt x="327709" y="120531"/>
                  </a:lnTo>
                  <a:lnTo>
                    <a:pt x="326154" y="115471"/>
                  </a:lnTo>
                  <a:lnTo>
                    <a:pt x="324439" y="110463"/>
                  </a:lnTo>
                  <a:lnTo>
                    <a:pt x="322566" y="105512"/>
                  </a:lnTo>
                  <a:lnTo>
                    <a:pt x="320537" y="100623"/>
                  </a:lnTo>
                  <a:lnTo>
                    <a:pt x="318355" y="95801"/>
                  </a:lnTo>
                  <a:lnTo>
                    <a:pt x="316021" y="91050"/>
                  </a:lnTo>
                  <a:lnTo>
                    <a:pt x="313538" y="86375"/>
                  </a:lnTo>
                  <a:lnTo>
                    <a:pt x="310908" y="81781"/>
                  </a:lnTo>
                  <a:lnTo>
                    <a:pt x="308134" y="77273"/>
                  </a:lnTo>
                  <a:lnTo>
                    <a:pt x="305219" y="72855"/>
                  </a:lnTo>
                  <a:lnTo>
                    <a:pt x="302165" y="68531"/>
                  </a:lnTo>
                  <a:lnTo>
                    <a:pt x="298976" y="64306"/>
                  </a:lnTo>
                  <a:lnTo>
                    <a:pt x="295655" y="60185"/>
                  </a:lnTo>
                  <a:lnTo>
                    <a:pt x="292204" y="56170"/>
                  </a:lnTo>
                  <a:lnTo>
                    <a:pt x="288629" y="52267"/>
                  </a:lnTo>
                  <a:lnTo>
                    <a:pt x="284932" y="48479"/>
                  </a:lnTo>
                  <a:lnTo>
                    <a:pt x="281116" y="44810"/>
                  </a:lnTo>
                  <a:lnTo>
                    <a:pt x="277187" y="41263"/>
                  </a:lnTo>
                  <a:lnTo>
                    <a:pt x="273147" y="37843"/>
                  </a:lnTo>
                  <a:lnTo>
                    <a:pt x="269001" y="34553"/>
                  </a:lnTo>
                  <a:lnTo>
                    <a:pt x="264752" y="31395"/>
                  </a:lnTo>
                  <a:lnTo>
                    <a:pt x="260406" y="28373"/>
                  </a:lnTo>
                  <a:lnTo>
                    <a:pt x="255966" y="25491"/>
                  </a:lnTo>
                  <a:lnTo>
                    <a:pt x="251438" y="22750"/>
                  </a:lnTo>
                  <a:lnTo>
                    <a:pt x="246825" y="20154"/>
                  </a:lnTo>
                  <a:lnTo>
                    <a:pt x="242132" y="17706"/>
                  </a:lnTo>
                  <a:lnTo>
                    <a:pt x="237363" y="15407"/>
                  </a:lnTo>
                  <a:lnTo>
                    <a:pt x="232525" y="13261"/>
                  </a:lnTo>
                  <a:lnTo>
                    <a:pt x="227621" y="11269"/>
                  </a:lnTo>
                  <a:lnTo>
                    <a:pt x="222656" y="9433"/>
                  </a:lnTo>
                  <a:lnTo>
                    <a:pt x="217636" y="7755"/>
                  </a:lnTo>
                  <a:lnTo>
                    <a:pt x="212565" y="6237"/>
                  </a:lnTo>
                  <a:lnTo>
                    <a:pt x="207448" y="4880"/>
                  </a:lnTo>
                  <a:lnTo>
                    <a:pt x="202291" y="3686"/>
                  </a:lnTo>
                  <a:lnTo>
                    <a:pt x="197099" y="2656"/>
                  </a:lnTo>
                  <a:lnTo>
                    <a:pt x="191877" y="1791"/>
                  </a:lnTo>
                  <a:lnTo>
                    <a:pt x="186630" y="1091"/>
                  </a:lnTo>
                  <a:lnTo>
                    <a:pt x="181364" y="558"/>
                  </a:lnTo>
                  <a:lnTo>
                    <a:pt x="167166" y="16712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g447"/>
            <p:cNvSpPr/>
            <p:nvPr/>
          </p:nvSpPr>
          <p:spPr>
            <a:xfrm>
              <a:off x="2590748" y="3707720"/>
              <a:ext cx="14198" cy="167167"/>
            </a:xfrm>
            <a:custGeom>
              <a:avLst/>
              <a:pathLst>
                <a:path w="14198" h="167167">
                  <a:moveTo>
                    <a:pt x="14198" y="604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g44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g44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g45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g45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g45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g45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g45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g45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g45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g45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g45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g45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g46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g46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g46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g463"/>
            <p:cNvSpPr/>
            <p:nvPr/>
          </p:nvSpPr>
          <p:spPr>
            <a:xfrm>
              <a:off x="2777400" y="4213821"/>
              <a:ext cx="3887" cy="167167"/>
            </a:xfrm>
            <a:custGeom>
              <a:avLst/>
              <a:pathLst>
                <a:path w="3887" h="167167">
                  <a:moveTo>
                    <a:pt x="3887" y="0"/>
                  </a:moveTo>
                  <a:lnTo>
                    <a:pt x="0" y="45"/>
                  </a:lnTo>
                  <a:lnTo>
                    <a:pt x="3887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g464"/>
            <p:cNvSpPr/>
            <p:nvPr/>
          </p:nvSpPr>
          <p:spPr>
            <a:xfrm>
              <a:off x="2777400" y="4213866"/>
              <a:ext cx="3887" cy="167122"/>
            </a:xfrm>
            <a:custGeom>
              <a:avLst/>
              <a:pathLst>
                <a:path w="3887" h="167122">
                  <a:moveTo>
                    <a:pt x="0" y="0"/>
                  </a:moveTo>
                  <a:lnTo>
                    <a:pt x="3887" y="16712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g465"/>
            <p:cNvSpPr/>
            <p:nvPr/>
          </p:nvSpPr>
          <p:spPr>
            <a:xfrm>
              <a:off x="2777400" y="4213866"/>
              <a:ext cx="3887" cy="167122"/>
            </a:xfrm>
            <a:custGeom>
              <a:avLst/>
              <a:pathLst>
                <a:path w="3887" h="167122">
                  <a:moveTo>
                    <a:pt x="0" y="0"/>
                  </a:moveTo>
                  <a:lnTo>
                    <a:pt x="3887" y="16712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g466"/>
            <p:cNvSpPr/>
            <p:nvPr/>
          </p:nvSpPr>
          <p:spPr>
            <a:xfrm>
              <a:off x="2777400" y="4213866"/>
              <a:ext cx="3887" cy="167122"/>
            </a:xfrm>
            <a:custGeom>
              <a:avLst/>
              <a:pathLst>
                <a:path w="3887" h="167122">
                  <a:moveTo>
                    <a:pt x="0" y="0"/>
                  </a:moveTo>
                  <a:lnTo>
                    <a:pt x="3887" y="16712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g467"/>
            <p:cNvSpPr/>
            <p:nvPr/>
          </p:nvSpPr>
          <p:spPr>
            <a:xfrm>
              <a:off x="2777400" y="4213866"/>
              <a:ext cx="3887" cy="167122"/>
            </a:xfrm>
            <a:custGeom>
              <a:avLst/>
              <a:pathLst>
                <a:path w="3887" h="167122">
                  <a:moveTo>
                    <a:pt x="0" y="0"/>
                  </a:moveTo>
                  <a:lnTo>
                    <a:pt x="3887" y="16712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g468"/>
            <p:cNvSpPr/>
            <p:nvPr/>
          </p:nvSpPr>
          <p:spPr>
            <a:xfrm>
              <a:off x="2777400" y="4213866"/>
              <a:ext cx="3887" cy="167122"/>
            </a:xfrm>
            <a:custGeom>
              <a:avLst/>
              <a:pathLst>
                <a:path w="3887" h="167122">
                  <a:moveTo>
                    <a:pt x="0" y="0"/>
                  </a:moveTo>
                  <a:lnTo>
                    <a:pt x="3887" y="16712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g469"/>
            <p:cNvSpPr/>
            <p:nvPr/>
          </p:nvSpPr>
          <p:spPr>
            <a:xfrm>
              <a:off x="2777400" y="4213866"/>
              <a:ext cx="3887" cy="167122"/>
            </a:xfrm>
            <a:custGeom>
              <a:avLst/>
              <a:pathLst>
                <a:path w="3887" h="167122">
                  <a:moveTo>
                    <a:pt x="0" y="0"/>
                  </a:moveTo>
                  <a:lnTo>
                    <a:pt x="3887" y="16712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g470"/>
            <p:cNvSpPr/>
            <p:nvPr/>
          </p:nvSpPr>
          <p:spPr>
            <a:xfrm>
              <a:off x="2777400" y="4213866"/>
              <a:ext cx="3887" cy="167122"/>
            </a:xfrm>
            <a:custGeom>
              <a:avLst/>
              <a:pathLst>
                <a:path w="3887" h="167122">
                  <a:moveTo>
                    <a:pt x="0" y="0"/>
                  </a:moveTo>
                  <a:lnTo>
                    <a:pt x="3887" y="16712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g471"/>
            <p:cNvSpPr/>
            <p:nvPr/>
          </p:nvSpPr>
          <p:spPr>
            <a:xfrm>
              <a:off x="2777400" y="4213866"/>
              <a:ext cx="3887" cy="167122"/>
            </a:xfrm>
            <a:custGeom>
              <a:avLst/>
              <a:pathLst>
                <a:path w="3887" h="167122">
                  <a:moveTo>
                    <a:pt x="0" y="0"/>
                  </a:moveTo>
                  <a:lnTo>
                    <a:pt x="3887" y="16712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g472"/>
            <p:cNvSpPr/>
            <p:nvPr/>
          </p:nvSpPr>
          <p:spPr>
            <a:xfrm>
              <a:off x="2777400" y="4213866"/>
              <a:ext cx="3887" cy="167122"/>
            </a:xfrm>
            <a:custGeom>
              <a:avLst/>
              <a:pathLst>
                <a:path w="3887" h="167122">
                  <a:moveTo>
                    <a:pt x="0" y="0"/>
                  </a:moveTo>
                  <a:lnTo>
                    <a:pt x="3887" y="16712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g473"/>
            <p:cNvSpPr/>
            <p:nvPr/>
          </p:nvSpPr>
          <p:spPr>
            <a:xfrm>
              <a:off x="2777400" y="4213866"/>
              <a:ext cx="3887" cy="167122"/>
            </a:xfrm>
            <a:custGeom>
              <a:avLst/>
              <a:pathLst>
                <a:path w="3887" h="167122">
                  <a:moveTo>
                    <a:pt x="0" y="0"/>
                  </a:moveTo>
                  <a:lnTo>
                    <a:pt x="3887" y="16712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g474"/>
            <p:cNvSpPr/>
            <p:nvPr/>
          </p:nvSpPr>
          <p:spPr>
            <a:xfrm>
              <a:off x="2614121" y="4213866"/>
              <a:ext cx="334332" cy="334270"/>
            </a:xfrm>
            <a:custGeom>
              <a:avLst/>
              <a:pathLst>
                <a:path w="334332" h="334270">
                  <a:moveTo>
                    <a:pt x="163278" y="0"/>
                  </a:moveTo>
                  <a:lnTo>
                    <a:pt x="157989" y="206"/>
                  </a:lnTo>
                  <a:lnTo>
                    <a:pt x="152709" y="581"/>
                  </a:lnTo>
                  <a:lnTo>
                    <a:pt x="147443" y="1122"/>
                  </a:lnTo>
                  <a:lnTo>
                    <a:pt x="142197" y="1829"/>
                  </a:lnTo>
                  <a:lnTo>
                    <a:pt x="136976" y="2703"/>
                  </a:lnTo>
                  <a:lnTo>
                    <a:pt x="131786" y="3741"/>
                  </a:lnTo>
                  <a:lnTo>
                    <a:pt x="126631" y="4943"/>
                  </a:lnTo>
                  <a:lnTo>
                    <a:pt x="121517" y="6308"/>
                  </a:lnTo>
                  <a:lnTo>
                    <a:pt x="116448" y="7834"/>
                  </a:lnTo>
                  <a:lnTo>
                    <a:pt x="111430" y="9519"/>
                  </a:lnTo>
                  <a:lnTo>
                    <a:pt x="106468" y="11363"/>
                  </a:lnTo>
                  <a:lnTo>
                    <a:pt x="101567" y="13363"/>
                  </a:lnTo>
                  <a:lnTo>
                    <a:pt x="96732" y="15517"/>
                  </a:lnTo>
                  <a:lnTo>
                    <a:pt x="91967" y="17823"/>
                  </a:lnTo>
                  <a:lnTo>
                    <a:pt x="87278" y="20278"/>
                  </a:lnTo>
                  <a:lnTo>
                    <a:pt x="82669" y="22881"/>
                  </a:lnTo>
                  <a:lnTo>
                    <a:pt x="78145" y="25629"/>
                  </a:lnTo>
                  <a:lnTo>
                    <a:pt x="73709" y="28518"/>
                  </a:lnTo>
                  <a:lnTo>
                    <a:pt x="69368" y="31547"/>
                  </a:lnTo>
                  <a:lnTo>
                    <a:pt x="65125" y="34711"/>
                  </a:lnTo>
                  <a:lnTo>
                    <a:pt x="60984" y="38008"/>
                  </a:lnTo>
                  <a:lnTo>
                    <a:pt x="56949" y="41435"/>
                  </a:lnTo>
                  <a:lnTo>
                    <a:pt x="53025" y="44987"/>
                  </a:lnTo>
                  <a:lnTo>
                    <a:pt x="49215" y="48662"/>
                  </a:lnTo>
                  <a:lnTo>
                    <a:pt x="45524" y="52456"/>
                  </a:lnTo>
                  <a:lnTo>
                    <a:pt x="41954" y="56365"/>
                  </a:lnTo>
                  <a:lnTo>
                    <a:pt x="38510" y="60385"/>
                  </a:lnTo>
                  <a:lnTo>
                    <a:pt x="35196" y="64511"/>
                  </a:lnTo>
                  <a:lnTo>
                    <a:pt x="32013" y="68741"/>
                  </a:lnTo>
                  <a:lnTo>
                    <a:pt x="28966" y="73069"/>
                  </a:lnTo>
                  <a:lnTo>
                    <a:pt x="26057" y="77492"/>
                  </a:lnTo>
                  <a:lnTo>
                    <a:pt x="23290" y="82005"/>
                  </a:lnTo>
                  <a:lnTo>
                    <a:pt x="20668" y="86603"/>
                  </a:lnTo>
                  <a:lnTo>
                    <a:pt x="18192" y="91281"/>
                  </a:lnTo>
                  <a:lnTo>
                    <a:pt x="15865" y="96036"/>
                  </a:lnTo>
                  <a:lnTo>
                    <a:pt x="13691" y="100862"/>
                  </a:lnTo>
                  <a:lnTo>
                    <a:pt x="11670" y="105754"/>
                  </a:lnTo>
                  <a:lnTo>
                    <a:pt x="9805" y="110708"/>
                  </a:lnTo>
                  <a:lnTo>
                    <a:pt x="8097" y="115718"/>
                  </a:lnTo>
                  <a:lnTo>
                    <a:pt x="6550" y="120780"/>
                  </a:lnTo>
                  <a:lnTo>
                    <a:pt x="5163" y="125889"/>
                  </a:lnTo>
                  <a:lnTo>
                    <a:pt x="3939" y="131039"/>
                  </a:lnTo>
                  <a:lnTo>
                    <a:pt x="2878" y="136225"/>
                  </a:lnTo>
                  <a:lnTo>
                    <a:pt x="1982" y="141442"/>
                  </a:lnTo>
                  <a:lnTo>
                    <a:pt x="1252" y="146684"/>
                  </a:lnTo>
                  <a:lnTo>
                    <a:pt x="688" y="151948"/>
                  </a:lnTo>
                  <a:lnTo>
                    <a:pt x="291" y="157226"/>
                  </a:lnTo>
                  <a:lnTo>
                    <a:pt x="62" y="162514"/>
                  </a:lnTo>
                  <a:lnTo>
                    <a:pt x="0" y="167807"/>
                  </a:lnTo>
                  <a:lnTo>
                    <a:pt x="105" y="173100"/>
                  </a:lnTo>
                  <a:lnTo>
                    <a:pt x="378" y="178386"/>
                  </a:lnTo>
                  <a:lnTo>
                    <a:pt x="818" y="183661"/>
                  </a:lnTo>
                  <a:lnTo>
                    <a:pt x="1425" y="188919"/>
                  </a:lnTo>
                  <a:lnTo>
                    <a:pt x="2199" y="194156"/>
                  </a:lnTo>
                  <a:lnTo>
                    <a:pt x="3137" y="199365"/>
                  </a:lnTo>
                  <a:lnTo>
                    <a:pt x="4240" y="204542"/>
                  </a:lnTo>
                  <a:lnTo>
                    <a:pt x="5507" y="209682"/>
                  </a:lnTo>
                  <a:lnTo>
                    <a:pt x="6935" y="214779"/>
                  </a:lnTo>
                  <a:lnTo>
                    <a:pt x="8524" y="219828"/>
                  </a:lnTo>
                  <a:lnTo>
                    <a:pt x="10273" y="224824"/>
                  </a:lnTo>
                  <a:lnTo>
                    <a:pt x="12178" y="229763"/>
                  </a:lnTo>
                  <a:lnTo>
                    <a:pt x="14239" y="234638"/>
                  </a:lnTo>
                  <a:lnTo>
                    <a:pt x="16453" y="239446"/>
                  </a:lnTo>
                  <a:lnTo>
                    <a:pt x="18819" y="244182"/>
                  </a:lnTo>
                  <a:lnTo>
                    <a:pt x="21333" y="248840"/>
                  </a:lnTo>
                  <a:lnTo>
                    <a:pt x="23993" y="253416"/>
                  </a:lnTo>
                  <a:lnTo>
                    <a:pt x="26797" y="257906"/>
                  </a:lnTo>
                  <a:lnTo>
                    <a:pt x="29742" y="262304"/>
                  </a:lnTo>
                  <a:lnTo>
                    <a:pt x="32824" y="266608"/>
                  </a:lnTo>
                  <a:lnTo>
                    <a:pt x="36042" y="270811"/>
                  </a:lnTo>
                  <a:lnTo>
                    <a:pt x="39390" y="274910"/>
                  </a:lnTo>
                  <a:lnTo>
                    <a:pt x="42867" y="278902"/>
                  </a:lnTo>
                  <a:lnTo>
                    <a:pt x="46468" y="282781"/>
                  </a:lnTo>
                  <a:lnTo>
                    <a:pt x="50191" y="286545"/>
                  </a:lnTo>
                  <a:lnTo>
                    <a:pt x="54030" y="290188"/>
                  </a:lnTo>
                  <a:lnTo>
                    <a:pt x="57983" y="293709"/>
                  </a:lnTo>
                  <a:lnTo>
                    <a:pt x="62046" y="297102"/>
                  </a:lnTo>
                  <a:lnTo>
                    <a:pt x="66214" y="300365"/>
                  </a:lnTo>
                  <a:lnTo>
                    <a:pt x="70483" y="303494"/>
                  </a:lnTo>
                  <a:lnTo>
                    <a:pt x="74849" y="306487"/>
                  </a:lnTo>
                  <a:lnTo>
                    <a:pt x="79308" y="309340"/>
                  </a:lnTo>
                  <a:lnTo>
                    <a:pt x="83855" y="312050"/>
                  </a:lnTo>
                  <a:lnTo>
                    <a:pt x="88485" y="314615"/>
                  </a:lnTo>
                  <a:lnTo>
                    <a:pt x="93194" y="317032"/>
                  </a:lnTo>
                  <a:lnTo>
                    <a:pt x="97978" y="319299"/>
                  </a:lnTo>
                  <a:lnTo>
                    <a:pt x="102831" y="321414"/>
                  </a:lnTo>
                  <a:lnTo>
                    <a:pt x="107748" y="323373"/>
                  </a:lnTo>
                  <a:lnTo>
                    <a:pt x="112725" y="325176"/>
                  </a:lnTo>
                  <a:lnTo>
                    <a:pt x="117756" y="326820"/>
                  </a:lnTo>
                  <a:lnTo>
                    <a:pt x="122837" y="328305"/>
                  </a:lnTo>
                  <a:lnTo>
                    <a:pt x="127962" y="329627"/>
                  </a:lnTo>
                  <a:lnTo>
                    <a:pt x="133127" y="330787"/>
                  </a:lnTo>
                  <a:lnTo>
                    <a:pt x="138326" y="331783"/>
                  </a:lnTo>
                  <a:lnTo>
                    <a:pt x="143554" y="332613"/>
                  </a:lnTo>
                  <a:lnTo>
                    <a:pt x="148805" y="333278"/>
                  </a:lnTo>
                  <a:lnTo>
                    <a:pt x="154075" y="333776"/>
                  </a:lnTo>
                  <a:lnTo>
                    <a:pt x="159358" y="334107"/>
                  </a:lnTo>
                  <a:lnTo>
                    <a:pt x="164649" y="334270"/>
                  </a:lnTo>
                  <a:lnTo>
                    <a:pt x="169942" y="334266"/>
                  </a:lnTo>
                  <a:lnTo>
                    <a:pt x="175233" y="334094"/>
                  </a:lnTo>
                  <a:lnTo>
                    <a:pt x="180515" y="333755"/>
                  </a:lnTo>
                  <a:lnTo>
                    <a:pt x="185784" y="333249"/>
                  </a:lnTo>
                  <a:lnTo>
                    <a:pt x="191035" y="332576"/>
                  </a:lnTo>
                  <a:lnTo>
                    <a:pt x="196261" y="331738"/>
                  </a:lnTo>
                  <a:lnTo>
                    <a:pt x="201458" y="330734"/>
                  </a:lnTo>
                  <a:lnTo>
                    <a:pt x="206621" y="329566"/>
                  </a:lnTo>
                  <a:lnTo>
                    <a:pt x="211745" y="328236"/>
                  </a:lnTo>
                  <a:lnTo>
                    <a:pt x="216823" y="326743"/>
                  </a:lnTo>
                  <a:lnTo>
                    <a:pt x="221852" y="325091"/>
                  </a:lnTo>
                  <a:lnTo>
                    <a:pt x="226826" y="323281"/>
                  </a:lnTo>
                  <a:lnTo>
                    <a:pt x="231740" y="321313"/>
                  </a:lnTo>
                  <a:lnTo>
                    <a:pt x="236590" y="319192"/>
                  </a:lnTo>
                  <a:lnTo>
                    <a:pt x="241370" y="316917"/>
                  </a:lnTo>
                  <a:lnTo>
                    <a:pt x="246075" y="314493"/>
                  </a:lnTo>
                  <a:lnTo>
                    <a:pt x="250701" y="311921"/>
                  </a:lnTo>
                  <a:lnTo>
                    <a:pt x="255244" y="309203"/>
                  </a:lnTo>
                  <a:lnTo>
                    <a:pt x="259698" y="306343"/>
                  </a:lnTo>
                  <a:lnTo>
                    <a:pt x="264060" y="303344"/>
                  </a:lnTo>
                  <a:lnTo>
                    <a:pt x="268324" y="300208"/>
                  </a:lnTo>
                  <a:lnTo>
                    <a:pt x="272487" y="296938"/>
                  </a:lnTo>
                  <a:lnTo>
                    <a:pt x="276544" y="293539"/>
                  </a:lnTo>
                  <a:lnTo>
                    <a:pt x="280492" y="290012"/>
                  </a:lnTo>
                  <a:lnTo>
                    <a:pt x="284326" y="286363"/>
                  </a:lnTo>
                  <a:lnTo>
                    <a:pt x="288042" y="282594"/>
                  </a:lnTo>
                  <a:lnTo>
                    <a:pt x="291638" y="278709"/>
                  </a:lnTo>
                  <a:lnTo>
                    <a:pt x="295108" y="274712"/>
                  </a:lnTo>
                  <a:lnTo>
                    <a:pt x="298450" y="270607"/>
                  </a:lnTo>
                  <a:lnTo>
                    <a:pt x="301661" y="266399"/>
                  </a:lnTo>
                  <a:lnTo>
                    <a:pt x="304737" y="262091"/>
                  </a:lnTo>
                  <a:lnTo>
                    <a:pt x="307675" y="257687"/>
                  </a:lnTo>
                  <a:lnTo>
                    <a:pt x="310472" y="253193"/>
                  </a:lnTo>
                  <a:lnTo>
                    <a:pt x="313125" y="248613"/>
                  </a:lnTo>
                  <a:lnTo>
                    <a:pt x="315632" y="243951"/>
                  </a:lnTo>
                  <a:lnTo>
                    <a:pt x="317990" y="239212"/>
                  </a:lnTo>
                  <a:lnTo>
                    <a:pt x="320197" y="234400"/>
                  </a:lnTo>
                  <a:lnTo>
                    <a:pt x="322250" y="229522"/>
                  </a:lnTo>
                  <a:lnTo>
                    <a:pt x="324148" y="224580"/>
                  </a:lnTo>
                  <a:lnTo>
                    <a:pt x="325888" y="219581"/>
                  </a:lnTo>
                  <a:lnTo>
                    <a:pt x="327470" y="214530"/>
                  </a:lnTo>
                  <a:lnTo>
                    <a:pt x="328890" y="209431"/>
                  </a:lnTo>
                  <a:lnTo>
                    <a:pt x="330149" y="204289"/>
                  </a:lnTo>
                  <a:lnTo>
                    <a:pt x="331244" y="199110"/>
                  </a:lnTo>
                  <a:lnTo>
                    <a:pt x="332174" y="193899"/>
                  </a:lnTo>
                  <a:lnTo>
                    <a:pt x="332939" y="188662"/>
                  </a:lnTo>
                  <a:lnTo>
                    <a:pt x="333538" y="183402"/>
                  </a:lnTo>
                  <a:lnTo>
                    <a:pt x="333970" y="178127"/>
                  </a:lnTo>
                  <a:lnTo>
                    <a:pt x="334235" y="172840"/>
                  </a:lnTo>
                  <a:lnTo>
                    <a:pt x="334332" y="167547"/>
                  </a:lnTo>
                  <a:lnTo>
                    <a:pt x="334262" y="162255"/>
                  </a:lnTo>
                  <a:lnTo>
                    <a:pt x="334024" y="156967"/>
                  </a:lnTo>
                  <a:lnTo>
                    <a:pt x="333619" y="151689"/>
                  </a:lnTo>
                  <a:lnTo>
                    <a:pt x="333047" y="146426"/>
                  </a:lnTo>
                  <a:lnTo>
                    <a:pt x="332309" y="141185"/>
                  </a:lnTo>
                  <a:lnTo>
                    <a:pt x="331405" y="135969"/>
                  </a:lnTo>
                  <a:lnTo>
                    <a:pt x="330336" y="130785"/>
                  </a:lnTo>
                  <a:lnTo>
                    <a:pt x="329104" y="125637"/>
                  </a:lnTo>
                  <a:lnTo>
                    <a:pt x="327709" y="120531"/>
                  </a:lnTo>
                  <a:lnTo>
                    <a:pt x="326154" y="115471"/>
                  </a:lnTo>
                  <a:lnTo>
                    <a:pt x="324439" y="110463"/>
                  </a:lnTo>
                  <a:lnTo>
                    <a:pt x="322566" y="105512"/>
                  </a:lnTo>
                  <a:lnTo>
                    <a:pt x="320537" y="100623"/>
                  </a:lnTo>
                  <a:lnTo>
                    <a:pt x="318355" y="95801"/>
                  </a:lnTo>
                  <a:lnTo>
                    <a:pt x="316021" y="91050"/>
                  </a:lnTo>
                  <a:lnTo>
                    <a:pt x="313538" y="86375"/>
                  </a:lnTo>
                  <a:lnTo>
                    <a:pt x="310908" y="81781"/>
                  </a:lnTo>
                  <a:lnTo>
                    <a:pt x="308134" y="77273"/>
                  </a:lnTo>
                  <a:lnTo>
                    <a:pt x="305219" y="72855"/>
                  </a:lnTo>
                  <a:lnTo>
                    <a:pt x="302165" y="68531"/>
                  </a:lnTo>
                  <a:lnTo>
                    <a:pt x="298976" y="64306"/>
                  </a:lnTo>
                  <a:lnTo>
                    <a:pt x="295655" y="60185"/>
                  </a:lnTo>
                  <a:lnTo>
                    <a:pt x="292204" y="56170"/>
                  </a:lnTo>
                  <a:lnTo>
                    <a:pt x="288629" y="52267"/>
                  </a:lnTo>
                  <a:lnTo>
                    <a:pt x="284932" y="48479"/>
                  </a:lnTo>
                  <a:lnTo>
                    <a:pt x="281116" y="44810"/>
                  </a:lnTo>
                  <a:lnTo>
                    <a:pt x="277187" y="41263"/>
                  </a:lnTo>
                  <a:lnTo>
                    <a:pt x="273147" y="37843"/>
                  </a:lnTo>
                  <a:lnTo>
                    <a:pt x="269001" y="34553"/>
                  </a:lnTo>
                  <a:lnTo>
                    <a:pt x="264752" y="31395"/>
                  </a:lnTo>
                  <a:lnTo>
                    <a:pt x="260406" y="28373"/>
                  </a:lnTo>
                  <a:lnTo>
                    <a:pt x="255966" y="25491"/>
                  </a:lnTo>
                  <a:lnTo>
                    <a:pt x="251438" y="22750"/>
                  </a:lnTo>
                  <a:lnTo>
                    <a:pt x="246825" y="20154"/>
                  </a:lnTo>
                  <a:lnTo>
                    <a:pt x="242132" y="17706"/>
                  </a:lnTo>
                  <a:lnTo>
                    <a:pt x="237363" y="15407"/>
                  </a:lnTo>
                  <a:lnTo>
                    <a:pt x="232525" y="13261"/>
                  </a:lnTo>
                  <a:lnTo>
                    <a:pt x="227621" y="11269"/>
                  </a:lnTo>
                  <a:lnTo>
                    <a:pt x="222656" y="9433"/>
                  </a:lnTo>
                  <a:lnTo>
                    <a:pt x="217636" y="7755"/>
                  </a:lnTo>
                  <a:lnTo>
                    <a:pt x="212565" y="6237"/>
                  </a:lnTo>
                  <a:lnTo>
                    <a:pt x="207448" y="4880"/>
                  </a:lnTo>
                  <a:lnTo>
                    <a:pt x="202291" y="3686"/>
                  </a:lnTo>
                  <a:lnTo>
                    <a:pt x="197099" y="2656"/>
                  </a:lnTo>
                  <a:lnTo>
                    <a:pt x="191877" y="1791"/>
                  </a:lnTo>
                  <a:lnTo>
                    <a:pt x="186630" y="1091"/>
                  </a:lnTo>
                  <a:lnTo>
                    <a:pt x="181364" y="558"/>
                  </a:lnTo>
                  <a:lnTo>
                    <a:pt x="167166" y="16712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g475"/>
            <p:cNvSpPr/>
            <p:nvPr/>
          </p:nvSpPr>
          <p:spPr>
            <a:xfrm>
              <a:off x="2781287" y="4213821"/>
              <a:ext cx="14198" cy="167167"/>
            </a:xfrm>
            <a:custGeom>
              <a:avLst/>
              <a:pathLst>
                <a:path w="14198" h="167167">
                  <a:moveTo>
                    <a:pt x="14198" y="604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g47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g47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g47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g47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g48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g48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g48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g48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g48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g48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g48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g48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g48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g48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g49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g49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g492"/>
            <p:cNvSpPr/>
            <p:nvPr/>
          </p:nvSpPr>
          <p:spPr>
            <a:xfrm>
              <a:off x="3085472" y="4659281"/>
              <a:ext cx="1052" cy="167167"/>
            </a:xfrm>
            <a:custGeom>
              <a:avLst/>
              <a:pathLst>
                <a:path w="1052" h="167167">
                  <a:moveTo>
                    <a:pt x="1052" y="0"/>
                  </a:moveTo>
                  <a:lnTo>
                    <a:pt x="0" y="3"/>
                  </a:lnTo>
                  <a:lnTo>
                    <a:pt x="1052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g493"/>
            <p:cNvSpPr/>
            <p:nvPr/>
          </p:nvSpPr>
          <p:spPr>
            <a:xfrm>
              <a:off x="3085472" y="4659285"/>
              <a:ext cx="1052" cy="167164"/>
            </a:xfrm>
            <a:custGeom>
              <a:avLst/>
              <a:pathLst>
                <a:path w="1052" h="167164">
                  <a:moveTo>
                    <a:pt x="0" y="0"/>
                  </a:moveTo>
                  <a:lnTo>
                    <a:pt x="1052" y="16716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g494"/>
            <p:cNvSpPr/>
            <p:nvPr/>
          </p:nvSpPr>
          <p:spPr>
            <a:xfrm>
              <a:off x="3085472" y="4659285"/>
              <a:ext cx="1052" cy="167164"/>
            </a:xfrm>
            <a:custGeom>
              <a:avLst/>
              <a:pathLst>
                <a:path w="1052" h="167164">
                  <a:moveTo>
                    <a:pt x="0" y="0"/>
                  </a:moveTo>
                  <a:lnTo>
                    <a:pt x="1052" y="16716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g495"/>
            <p:cNvSpPr/>
            <p:nvPr/>
          </p:nvSpPr>
          <p:spPr>
            <a:xfrm>
              <a:off x="3085472" y="4659285"/>
              <a:ext cx="1052" cy="167164"/>
            </a:xfrm>
            <a:custGeom>
              <a:avLst/>
              <a:pathLst>
                <a:path w="1052" h="167164">
                  <a:moveTo>
                    <a:pt x="0" y="0"/>
                  </a:moveTo>
                  <a:lnTo>
                    <a:pt x="1052" y="16716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g496"/>
            <p:cNvSpPr/>
            <p:nvPr/>
          </p:nvSpPr>
          <p:spPr>
            <a:xfrm>
              <a:off x="3085472" y="4659285"/>
              <a:ext cx="1052" cy="167164"/>
            </a:xfrm>
            <a:custGeom>
              <a:avLst/>
              <a:pathLst>
                <a:path w="1052" h="167164">
                  <a:moveTo>
                    <a:pt x="0" y="0"/>
                  </a:moveTo>
                  <a:lnTo>
                    <a:pt x="1052" y="16716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g497"/>
            <p:cNvSpPr/>
            <p:nvPr/>
          </p:nvSpPr>
          <p:spPr>
            <a:xfrm>
              <a:off x="3085472" y="4659285"/>
              <a:ext cx="1052" cy="167164"/>
            </a:xfrm>
            <a:custGeom>
              <a:avLst/>
              <a:pathLst>
                <a:path w="1052" h="167164">
                  <a:moveTo>
                    <a:pt x="0" y="0"/>
                  </a:moveTo>
                  <a:lnTo>
                    <a:pt x="1052" y="16716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g498"/>
            <p:cNvSpPr/>
            <p:nvPr/>
          </p:nvSpPr>
          <p:spPr>
            <a:xfrm>
              <a:off x="3085472" y="4659285"/>
              <a:ext cx="1052" cy="167164"/>
            </a:xfrm>
            <a:custGeom>
              <a:avLst/>
              <a:pathLst>
                <a:path w="1052" h="167164">
                  <a:moveTo>
                    <a:pt x="0" y="0"/>
                  </a:moveTo>
                  <a:lnTo>
                    <a:pt x="1052" y="16716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g499"/>
            <p:cNvSpPr/>
            <p:nvPr/>
          </p:nvSpPr>
          <p:spPr>
            <a:xfrm>
              <a:off x="3085472" y="4659285"/>
              <a:ext cx="1052" cy="167164"/>
            </a:xfrm>
            <a:custGeom>
              <a:avLst/>
              <a:pathLst>
                <a:path w="1052" h="167164">
                  <a:moveTo>
                    <a:pt x="0" y="0"/>
                  </a:moveTo>
                  <a:lnTo>
                    <a:pt x="1052" y="16716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g500"/>
            <p:cNvSpPr/>
            <p:nvPr/>
          </p:nvSpPr>
          <p:spPr>
            <a:xfrm>
              <a:off x="3085472" y="4659285"/>
              <a:ext cx="1052" cy="167164"/>
            </a:xfrm>
            <a:custGeom>
              <a:avLst/>
              <a:pathLst>
                <a:path w="1052" h="167164">
                  <a:moveTo>
                    <a:pt x="0" y="0"/>
                  </a:moveTo>
                  <a:lnTo>
                    <a:pt x="1052" y="16716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g501"/>
            <p:cNvSpPr/>
            <p:nvPr/>
          </p:nvSpPr>
          <p:spPr>
            <a:xfrm>
              <a:off x="3085472" y="4659285"/>
              <a:ext cx="1052" cy="167164"/>
            </a:xfrm>
            <a:custGeom>
              <a:avLst/>
              <a:pathLst>
                <a:path w="1052" h="167164">
                  <a:moveTo>
                    <a:pt x="0" y="0"/>
                  </a:moveTo>
                  <a:lnTo>
                    <a:pt x="1052" y="16716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g502"/>
            <p:cNvSpPr/>
            <p:nvPr/>
          </p:nvSpPr>
          <p:spPr>
            <a:xfrm>
              <a:off x="2922301" y="4659285"/>
              <a:ext cx="164223" cy="167164"/>
            </a:xfrm>
            <a:custGeom>
              <a:avLst/>
              <a:pathLst>
                <a:path w="164223" h="167164">
                  <a:moveTo>
                    <a:pt x="163170" y="0"/>
                  </a:moveTo>
                  <a:lnTo>
                    <a:pt x="157693" y="124"/>
                  </a:lnTo>
                  <a:lnTo>
                    <a:pt x="152223" y="427"/>
                  </a:lnTo>
                  <a:lnTo>
                    <a:pt x="146765" y="910"/>
                  </a:lnTo>
                  <a:lnTo>
                    <a:pt x="141327" y="1572"/>
                  </a:lnTo>
                  <a:lnTo>
                    <a:pt x="135913" y="2411"/>
                  </a:lnTo>
                  <a:lnTo>
                    <a:pt x="130529" y="3427"/>
                  </a:lnTo>
                  <a:lnTo>
                    <a:pt x="125182" y="4619"/>
                  </a:lnTo>
                  <a:lnTo>
                    <a:pt x="119876" y="5986"/>
                  </a:lnTo>
                  <a:lnTo>
                    <a:pt x="114618" y="7526"/>
                  </a:lnTo>
                  <a:lnTo>
                    <a:pt x="109414" y="9237"/>
                  </a:lnTo>
                  <a:lnTo>
                    <a:pt x="104268" y="11118"/>
                  </a:lnTo>
                  <a:lnTo>
                    <a:pt x="99187" y="13166"/>
                  </a:lnTo>
                  <a:lnTo>
                    <a:pt x="94175" y="15380"/>
                  </a:lnTo>
                  <a:lnTo>
                    <a:pt x="89239" y="17757"/>
                  </a:lnTo>
                  <a:lnTo>
                    <a:pt x="84383" y="20295"/>
                  </a:lnTo>
                  <a:lnTo>
                    <a:pt x="79613" y="22990"/>
                  </a:lnTo>
                  <a:lnTo>
                    <a:pt x="74934" y="25840"/>
                  </a:lnTo>
                  <a:lnTo>
                    <a:pt x="70351" y="28842"/>
                  </a:lnTo>
                  <a:lnTo>
                    <a:pt x="65869" y="31992"/>
                  </a:lnTo>
                  <a:lnTo>
                    <a:pt x="61492" y="35288"/>
                  </a:lnTo>
                  <a:lnTo>
                    <a:pt x="57226" y="38725"/>
                  </a:lnTo>
                  <a:lnTo>
                    <a:pt x="53075" y="42300"/>
                  </a:lnTo>
                  <a:lnTo>
                    <a:pt x="49043" y="46009"/>
                  </a:lnTo>
                  <a:lnTo>
                    <a:pt x="45134" y="49849"/>
                  </a:lnTo>
                  <a:lnTo>
                    <a:pt x="41354" y="53814"/>
                  </a:lnTo>
                  <a:lnTo>
                    <a:pt x="37705" y="57902"/>
                  </a:lnTo>
                  <a:lnTo>
                    <a:pt x="34193" y="62106"/>
                  </a:lnTo>
                  <a:lnTo>
                    <a:pt x="30820" y="66424"/>
                  </a:lnTo>
                  <a:lnTo>
                    <a:pt x="27591" y="70849"/>
                  </a:lnTo>
                  <a:lnTo>
                    <a:pt x="24508" y="75378"/>
                  </a:lnTo>
                  <a:lnTo>
                    <a:pt x="21575" y="80006"/>
                  </a:lnTo>
                  <a:lnTo>
                    <a:pt x="18796" y="84727"/>
                  </a:lnTo>
                  <a:lnTo>
                    <a:pt x="16172" y="89537"/>
                  </a:lnTo>
                  <a:lnTo>
                    <a:pt x="13708" y="94430"/>
                  </a:lnTo>
                  <a:lnTo>
                    <a:pt x="11406" y="99402"/>
                  </a:lnTo>
                  <a:lnTo>
                    <a:pt x="9267" y="104446"/>
                  </a:lnTo>
                  <a:lnTo>
                    <a:pt x="7295" y="109557"/>
                  </a:lnTo>
                  <a:lnTo>
                    <a:pt x="5492" y="114731"/>
                  </a:lnTo>
                  <a:lnTo>
                    <a:pt x="3859" y="119961"/>
                  </a:lnTo>
                  <a:lnTo>
                    <a:pt x="2398" y="125241"/>
                  </a:lnTo>
                  <a:lnTo>
                    <a:pt x="1111" y="130566"/>
                  </a:lnTo>
                  <a:lnTo>
                    <a:pt x="0" y="135931"/>
                  </a:lnTo>
                  <a:lnTo>
                    <a:pt x="164223" y="16716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g503"/>
            <p:cNvSpPr/>
            <p:nvPr/>
          </p:nvSpPr>
          <p:spPr>
            <a:xfrm>
              <a:off x="2919358" y="4659281"/>
              <a:ext cx="334322" cy="334328"/>
            </a:xfrm>
            <a:custGeom>
              <a:avLst/>
              <a:pathLst>
                <a:path w="334322" h="334328">
                  <a:moveTo>
                    <a:pt x="2942" y="135934"/>
                  </a:moveTo>
                  <a:lnTo>
                    <a:pt x="2032" y="141175"/>
                  </a:lnTo>
                  <a:lnTo>
                    <a:pt x="1288" y="146442"/>
                  </a:lnTo>
                  <a:lnTo>
                    <a:pt x="713" y="151730"/>
                  </a:lnTo>
                  <a:lnTo>
                    <a:pt x="306" y="157033"/>
                  </a:lnTo>
                  <a:lnTo>
                    <a:pt x="68" y="162347"/>
                  </a:lnTo>
                  <a:lnTo>
                    <a:pt x="0" y="167666"/>
                  </a:lnTo>
                  <a:lnTo>
                    <a:pt x="100" y="172984"/>
                  </a:lnTo>
                  <a:lnTo>
                    <a:pt x="370" y="178296"/>
                  </a:lnTo>
                  <a:lnTo>
                    <a:pt x="808" y="183597"/>
                  </a:lnTo>
                  <a:lnTo>
                    <a:pt x="1415" y="188881"/>
                  </a:lnTo>
                  <a:lnTo>
                    <a:pt x="2190" y="194144"/>
                  </a:lnTo>
                  <a:lnTo>
                    <a:pt x="3132" y="199379"/>
                  </a:lnTo>
                  <a:lnTo>
                    <a:pt x="4239" y="204581"/>
                  </a:lnTo>
                  <a:lnTo>
                    <a:pt x="5512" y="209746"/>
                  </a:lnTo>
                  <a:lnTo>
                    <a:pt x="6949" y="214867"/>
                  </a:lnTo>
                  <a:lnTo>
                    <a:pt x="8547" y="219940"/>
                  </a:lnTo>
                  <a:lnTo>
                    <a:pt x="10307" y="224960"/>
                  </a:lnTo>
                  <a:lnTo>
                    <a:pt x="12225" y="229921"/>
                  </a:lnTo>
                  <a:lnTo>
                    <a:pt x="14300" y="234819"/>
                  </a:lnTo>
                  <a:lnTo>
                    <a:pt x="16530" y="239648"/>
                  </a:lnTo>
                  <a:lnTo>
                    <a:pt x="18912" y="244404"/>
                  </a:lnTo>
                  <a:lnTo>
                    <a:pt x="21444" y="249082"/>
                  </a:lnTo>
                  <a:lnTo>
                    <a:pt x="24124" y="253676"/>
                  </a:lnTo>
                  <a:lnTo>
                    <a:pt x="26949" y="258183"/>
                  </a:lnTo>
                  <a:lnTo>
                    <a:pt x="29915" y="262598"/>
                  </a:lnTo>
                  <a:lnTo>
                    <a:pt x="33021" y="266917"/>
                  </a:lnTo>
                  <a:lnTo>
                    <a:pt x="36262" y="271134"/>
                  </a:lnTo>
                  <a:lnTo>
                    <a:pt x="39636" y="275246"/>
                  </a:lnTo>
                  <a:lnTo>
                    <a:pt x="43139" y="279249"/>
                  </a:lnTo>
                  <a:lnTo>
                    <a:pt x="46768" y="283138"/>
                  </a:lnTo>
                  <a:lnTo>
                    <a:pt x="50519" y="286910"/>
                  </a:lnTo>
                  <a:lnTo>
                    <a:pt x="54387" y="290560"/>
                  </a:lnTo>
                  <a:lnTo>
                    <a:pt x="58370" y="294086"/>
                  </a:lnTo>
                  <a:lnTo>
                    <a:pt x="62463" y="297483"/>
                  </a:lnTo>
                  <a:lnTo>
                    <a:pt x="66662" y="300748"/>
                  </a:lnTo>
                  <a:lnTo>
                    <a:pt x="70963" y="303878"/>
                  </a:lnTo>
                  <a:lnTo>
                    <a:pt x="75361" y="306869"/>
                  </a:lnTo>
                  <a:lnTo>
                    <a:pt x="79852" y="309719"/>
                  </a:lnTo>
                  <a:lnTo>
                    <a:pt x="84432" y="312425"/>
                  </a:lnTo>
                  <a:lnTo>
                    <a:pt x="89095" y="314984"/>
                  </a:lnTo>
                  <a:lnTo>
                    <a:pt x="93837" y="317393"/>
                  </a:lnTo>
                  <a:lnTo>
                    <a:pt x="98654" y="319650"/>
                  </a:lnTo>
                  <a:lnTo>
                    <a:pt x="103540" y="321752"/>
                  </a:lnTo>
                  <a:lnTo>
                    <a:pt x="108490" y="323698"/>
                  </a:lnTo>
                  <a:lnTo>
                    <a:pt x="113500" y="325486"/>
                  </a:lnTo>
                  <a:lnTo>
                    <a:pt x="118564" y="327113"/>
                  </a:lnTo>
                  <a:lnTo>
                    <a:pt x="123677" y="328578"/>
                  </a:lnTo>
                  <a:lnTo>
                    <a:pt x="128834" y="329880"/>
                  </a:lnTo>
                  <a:lnTo>
                    <a:pt x="134031" y="331017"/>
                  </a:lnTo>
                  <a:lnTo>
                    <a:pt x="139260" y="331989"/>
                  </a:lnTo>
                  <a:lnTo>
                    <a:pt x="144518" y="332793"/>
                  </a:lnTo>
                  <a:lnTo>
                    <a:pt x="149799" y="333430"/>
                  </a:lnTo>
                  <a:lnTo>
                    <a:pt x="155097" y="333898"/>
                  </a:lnTo>
                  <a:lnTo>
                    <a:pt x="160408" y="334198"/>
                  </a:lnTo>
                  <a:lnTo>
                    <a:pt x="165726" y="334328"/>
                  </a:lnTo>
                  <a:lnTo>
                    <a:pt x="171045" y="334289"/>
                  </a:lnTo>
                  <a:lnTo>
                    <a:pt x="176360" y="334081"/>
                  </a:lnTo>
                  <a:lnTo>
                    <a:pt x="181665" y="333704"/>
                  </a:lnTo>
                  <a:lnTo>
                    <a:pt x="186956" y="333159"/>
                  </a:lnTo>
                  <a:lnTo>
                    <a:pt x="192227" y="332445"/>
                  </a:lnTo>
                  <a:lnTo>
                    <a:pt x="197473" y="331564"/>
                  </a:lnTo>
                  <a:lnTo>
                    <a:pt x="202688" y="330517"/>
                  </a:lnTo>
                  <a:lnTo>
                    <a:pt x="207867" y="329304"/>
                  </a:lnTo>
                  <a:lnTo>
                    <a:pt x="213005" y="327927"/>
                  </a:lnTo>
                  <a:lnTo>
                    <a:pt x="218096" y="326387"/>
                  </a:lnTo>
                  <a:lnTo>
                    <a:pt x="223136" y="324686"/>
                  </a:lnTo>
                  <a:lnTo>
                    <a:pt x="228119" y="322826"/>
                  </a:lnTo>
                  <a:lnTo>
                    <a:pt x="233040" y="320808"/>
                  </a:lnTo>
                  <a:lnTo>
                    <a:pt x="237895" y="318634"/>
                  </a:lnTo>
                  <a:lnTo>
                    <a:pt x="242678" y="316307"/>
                  </a:lnTo>
                  <a:lnTo>
                    <a:pt x="247385" y="313830"/>
                  </a:lnTo>
                  <a:lnTo>
                    <a:pt x="252010" y="311203"/>
                  </a:lnTo>
                  <a:lnTo>
                    <a:pt x="256550" y="308431"/>
                  </a:lnTo>
                  <a:lnTo>
                    <a:pt x="260999" y="305516"/>
                  </a:lnTo>
                  <a:lnTo>
                    <a:pt x="265353" y="302460"/>
                  </a:lnTo>
                  <a:lnTo>
                    <a:pt x="269608" y="299268"/>
                  </a:lnTo>
                  <a:lnTo>
                    <a:pt x="273759" y="295942"/>
                  </a:lnTo>
                  <a:lnTo>
                    <a:pt x="277802" y="292486"/>
                  </a:lnTo>
                  <a:lnTo>
                    <a:pt x="281733" y="288902"/>
                  </a:lnTo>
                  <a:lnTo>
                    <a:pt x="285548" y="285196"/>
                  </a:lnTo>
                  <a:lnTo>
                    <a:pt x="289243" y="281370"/>
                  </a:lnTo>
                  <a:lnTo>
                    <a:pt x="292814" y="277428"/>
                  </a:lnTo>
                  <a:lnTo>
                    <a:pt x="296259" y="273375"/>
                  </a:lnTo>
                  <a:lnTo>
                    <a:pt x="299572" y="269214"/>
                  </a:lnTo>
                  <a:lnTo>
                    <a:pt x="302752" y="264950"/>
                  </a:lnTo>
                  <a:lnTo>
                    <a:pt x="305794" y="260587"/>
                  </a:lnTo>
                  <a:lnTo>
                    <a:pt x="308696" y="256129"/>
                  </a:lnTo>
                  <a:lnTo>
                    <a:pt x="311455" y="251581"/>
                  </a:lnTo>
                  <a:lnTo>
                    <a:pt x="314067" y="246948"/>
                  </a:lnTo>
                  <a:lnTo>
                    <a:pt x="316531" y="242234"/>
                  </a:lnTo>
                  <a:lnTo>
                    <a:pt x="318844" y="237444"/>
                  </a:lnTo>
                  <a:lnTo>
                    <a:pt x="321003" y="232582"/>
                  </a:lnTo>
                  <a:lnTo>
                    <a:pt x="323006" y="227655"/>
                  </a:lnTo>
                  <a:lnTo>
                    <a:pt x="324852" y="222666"/>
                  </a:lnTo>
                  <a:lnTo>
                    <a:pt x="326538" y="217622"/>
                  </a:lnTo>
                  <a:lnTo>
                    <a:pt x="328062" y="212526"/>
                  </a:lnTo>
                  <a:lnTo>
                    <a:pt x="329424" y="207384"/>
                  </a:lnTo>
                  <a:lnTo>
                    <a:pt x="330621" y="202201"/>
                  </a:lnTo>
                  <a:lnTo>
                    <a:pt x="331653" y="196983"/>
                  </a:lnTo>
                  <a:lnTo>
                    <a:pt x="332518" y="191735"/>
                  </a:lnTo>
                  <a:lnTo>
                    <a:pt x="333216" y="186462"/>
                  </a:lnTo>
                  <a:lnTo>
                    <a:pt x="333746" y="181169"/>
                  </a:lnTo>
                  <a:lnTo>
                    <a:pt x="334107" y="175862"/>
                  </a:lnTo>
                  <a:lnTo>
                    <a:pt x="334299" y="170547"/>
                  </a:lnTo>
                  <a:lnTo>
                    <a:pt x="334322" y="165228"/>
                  </a:lnTo>
                  <a:lnTo>
                    <a:pt x="334176" y="159911"/>
                  </a:lnTo>
                  <a:lnTo>
                    <a:pt x="333861" y="154601"/>
                  </a:lnTo>
                  <a:lnTo>
                    <a:pt x="333376" y="149304"/>
                  </a:lnTo>
                  <a:lnTo>
                    <a:pt x="332724" y="144025"/>
                  </a:lnTo>
                  <a:lnTo>
                    <a:pt x="331904" y="138769"/>
                  </a:lnTo>
                  <a:lnTo>
                    <a:pt x="330917" y="133543"/>
                  </a:lnTo>
                  <a:lnTo>
                    <a:pt x="329764" y="128350"/>
                  </a:lnTo>
                  <a:lnTo>
                    <a:pt x="328447" y="123197"/>
                  </a:lnTo>
                  <a:lnTo>
                    <a:pt x="326967" y="118088"/>
                  </a:lnTo>
                  <a:lnTo>
                    <a:pt x="325324" y="113028"/>
                  </a:lnTo>
                  <a:lnTo>
                    <a:pt x="323522" y="108024"/>
                  </a:lnTo>
                  <a:lnTo>
                    <a:pt x="321561" y="103080"/>
                  </a:lnTo>
                  <a:lnTo>
                    <a:pt x="319444" y="98200"/>
                  </a:lnTo>
                  <a:lnTo>
                    <a:pt x="317173" y="93390"/>
                  </a:lnTo>
                  <a:lnTo>
                    <a:pt x="314750" y="88655"/>
                  </a:lnTo>
                  <a:lnTo>
                    <a:pt x="312177" y="83999"/>
                  </a:lnTo>
                  <a:lnTo>
                    <a:pt x="309458" y="79428"/>
                  </a:lnTo>
                  <a:lnTo>
                    <a:pt x="306594" y="74945"/>
                  </a:lnTo>
                  <a:lnTo>
                    <a:pt x="303590" y="70556"/>
                  </a:lnTo>
                  <a:lnTo>
                    <a:pt x="300447" y="66265"/>
                  </a:lnTo>
                  <a:lnTo>
                    <a:pt x="297169" y="62076"/>
                  </a:lnTo>
                  <a:lnTo>
                    <a:pt x="293760" y="57993"/>
                  </a:lnTo>
                  <a:lnTo>
                    <a:pt x="290222" y="54020"/>
                  </a:lnTo>
                  <a:lnTo>
                    <a:pt x="286560" y="50163"/>
                  </a:lnTo>
                  <a:lnTo>
                    <a:pt x="282777" y="46423"/>
                  </a:lnTo>
                  <a:lnTo>
                    <a:pt x="278877" y="42806"/>
                  </a:lnTo>
                  <a:lnTo>
                    <a:pt x="274864" y="39315"/>
                  </a:lnTo>
                  <a:lnTo>
                    <a:pt x="270742" y="35954"/>
                  </a:lnTo>
                  <a:lnTo>
                    <a:pt x="266515" y="32725"/>
                  </a:lnTo>
                  <a:lnTo>
                    <a:pt x="262188" y="29632"/>
                  </a:lnTo>
                  <a:lnTo>
                    <a:pt x="257764" y="26679"/>
                  </a:lnTo>
                  <a:lnTo>
                    <a:pt x="253248" y="23867"/>
                  </a:lnTo>
                  <a:lnTo>
                    <a:pt x="248646" y="21201"/>
                  </a:lnTo>
                  <a:lnTo>
                    <a:pt x="243961" y="18683"/>
                  </a:lnTo>
                  <a:lnTo>
                    <a:pt x="239198" y="16315"/>
                  </a:lnTo>
                  <a:lnTo>
                    <a:pt x="234362" y="14099"/>
                  </a:lnTo>
                  <a:lnTo>
                    <a:pt x="229458" y="12039"/>
                  </a:lnTo>
                  <a:lnTo>
                    <a:pt x="224491" y="10136"/>
                  </a:lnTo>
                  <a:lnTo>
                    <a:pt x="219466" y="8391"/>
                  </a:lnTo>
                  <a:lnTo>
                    <a:pt x="214388" y="6808"/>
                  </a:lnTo>
                  <a:lnTo>
                    <a:pt x="209263" y="5387"/>
                  </a:lnTo>
                  <a:lnTo>
                    <a:pt x="204094" y="4129"/>
                  </a:lnTo>
                  <a:lnTo>
                    <a:pt x="198889" y="3037"/>
                  </a:lnTo>
                  <a:lnTo>
                    <a:pt x="193651" y="2111"/>
                  </a:lnTo>
                  <a:lnTo>
                    <a:pt x="188386" y="1352"/>
                  </a:lnTo>
                  <a:lnTo>
                    <a:pt x="183100" y="761"/>
                  </a:lnTo>
                  <a:lnTo>
                    <a:pt x="177798" y="338"/>
                  </a:lnTo>
                  <a:lnTo>
                    <a:pt x="172485" y="84"/>
                  </a:lnTo>
                  <a:lnTo>
                    <a:pt x="167166" y="0"/>
                  </a:lnTo>
                  <a:lnTo>
                    <a:pt x="167166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g50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g50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g50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g50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g50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g50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g51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g51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g51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g51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g51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g51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g51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g51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g51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g51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g52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g521"/>
            <p:cNvSpPr/>
            <p:nvPr/>
          </p:nvSpPr>
          <p:spPr>
            <a:xfrm>
              <a:off x="3488599" y="5018213"/>
              <a:ext cx="121" cy="167167"/>
            </a:xfrm>
            <a:custGeom>
              <a:avLst/>
              <a:pathLst>
                <a:path w="121" h="167167">
                  <a:moveTo>
                    <a:pt x="0" y="0"/>
                  </a:moveTo>
                  <a:lnTo>
                    <a:pt x="121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g522"/>
            <p:cNvSpPr/>
            <p:nvPr/>
          </p:nvSpPr>
          <p:spPr>
            <a:xfrm>
              <a:off x="3488599" y="5018213"/>
              <a:ext cx="121" cy="167167"/>
            </a:xfrm>
            <a:custGeom>
              <a:avLst/>
              <a:pathLst>
                <a:path w="121" h="167167">
                  <a:moveTo>
                    <a:pt x="0" y="0"/>
                  </a:moveTo>
                  <a:lnTo>
                    <a:pt x="121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g523"/>
            <p:cNvSpPr/>
            <p:nvPr/>
          </p:nvSpPr>
          <p:spPr>
            <a:xfrm>
              <a:off x="3488599" y="5018213"/>
              <a:ext cx="121" cy="167167"/>
            </a:xfrm>
            <a:custGeom>
              <a:avLst/>
              <a:pathLst>
                <a:path w="121" h="167167">
                  <a:moveTo>
                    <a:pt x="0" y="0"/>
                  </a:moveTo>
                  <a:lnTo>
                    <a:pt x="121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g524"/>
            <p:cNvSpPr/>
            <p:nvPr/>
          </p:nvSpPr>
          <p:spPr>
            <a:xfrm>
              <a:off x="3488599" y="5018213"/>
              <a:ext cx="121" cy="167167"/>
            </a:xfrm>
            <a:custGeom>
              <a:avLst/>
              <a:pathLst>
                <a:path w="121" h="167167">
                  <a:moveTo>
                    <a:pt x="0" y="0"/>
                  </a:moveTo>
                  <a:lnTo>
                    <a:pt x="121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g525"/>
            <p:cNvSpPr/>
            <p:nvPr/>
          </p:nvSpPr>
          <p:spPr>
            <a:xfrm>
              <a:off x="3488599" y="5018213"/>
              <a:ext cx="121" cy="167167"/>
            </a:xfrm>
            <a:custGeom>
              <a:avLst/>
              <a:pathLst>
                <a:path w="121" h="167167">
                  <a:moveTo>
                    <a:pt x="0" y="0"/>
                  </a:moveTo>
                  <a:lnTo>
                    <a:pt x="121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g526"/>
            <p:cNvSpPr/>
            <p:nvPr/>
          </p:nvSpPr>
          <p:spPr>
            <a:xfrm>
              <a:off x="3488599" y="5018213"/>
              <a:ext cx="121" cy="167167"/>
            </a:xfrm>
            <a:custGeom>
              <a:avLst/>
              <a:pathLst>
                <a:path w="121" h="167167">
                  <a:moveTo>
                    <a:pt x="0" y="0"/>
                  </a:moveTo>
                  <a:lnTo>
                    <a:pt x="121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g527"/>
            <p:cNvSpPr/>
            <p:nvPr/>
          </p:nvSpPr>
          <p:spPr>
            <a:xfrm>
              <a:off x="3488599" y="5018213"/>
              <a:ext cx="121" cy="167167"/>
            </a:xfrm>
            <a:custGeom>
              <a:avLst/>
              <a:pathLst>
                <a:path w="121" h="167167">
                  <a:moveTo>
                    <a:pt x="0" y="0"/>
                  </a:moveTo>
                  <a:lnTo>
                    <a:pt x="121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g528"/>
            <p:cNvSpPr/>
            <p:nvPr/>
          </p:nvSpPr>
          <p:spPr>
            <a:xfrm>
              <a:off x="3488599" y="5018213"/>
              <a:ext cx="121" cy="167167"/>
            </a:xfrm>
            <a:custGeom>
              <a:avLst/>
              <a:pathLst>
                <a:path w="121" h="167167">
                  <a:moveTo>
                    <a:pt x="0" y="0"/>
                  </a:moveTo>
                  <a:lnTo>
                    <a:pt x="121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g529"/>
            <p:cNvSpPr/>
            <p:nvPr/>
          </p:nvSpPr>
          <p:spPr>
            <a:xfrm>
              <a:off x="3488599" y="5018213"/>
              <a:ext cx="121" cy="167167"/>
            </a:xfrm>
            <a:custGeom>
              <a:avLst/>
              <a:pathLst>
                <a:path w="121" h="167167">
                  <a:moveTo>
                    <a:pt x="0" y="0"/>
                  </a:moveTo>
                  <a:lnTo>
                    <a:pt x="121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g530"/>
            <p:cNvSpPr/>
            <p:nvPr/>
          </p:nvSpPr>
          <p:spPr>
            <a:xfrm>
              <a:off x="3321561" y="5018213"/>
              <a:ext cx="334325" cy="334321"/>
            </a:xfrm>
            <a:custGeom>
              <a:avLst/>
              <a:pathLst>
                <a:path w="334325" h="334321">
                  <a:moveTo>
                    <a:pt x="167037" y="0"/>
                  </a:moveTo>
                  <a:lnTo>
                    <a:pt x="161756" y="87"/>
                  </a:lnTo>
                  <a:lnTo>
                    <a:pt x="156480" y="341"/>
                  </a:lnTo>
                  <a:lnTo>
                    <a:pt x="151215" y="762"/>
                  </a:lnTo>
                  <a:lnTo>
                    <a:pt x="145966" y="1348"/>
                  </a:lnTo>
                  <a:lnTo>
                    <a:pt x="140738" y="2101"/>
                  </a:lnTo>
                  <a:lnTo>
                    <a:pt x="135536" y="3018"/>
                  </a:lnTo>
                  <a:lnTo>
                    <a:pt x="130366" y="4099"/>
                  </a:lnTo>
                  <a:lnTo>
                    <a:pt x="125233" y="5342"/>
                  </a:lnTo>
                  <a:lnTo>
                    <a:pt x="120141" y="6748"/>
                  </a:lnTo>
                  <a:lnTo>
                    <a:pt x="115097" y="8313"/>
                  </a:lnTo>
                  <a:lnTo>
                    <a:pt x="110104" y="10037"/>
                  </a:lnTo>
                  <a:lnTo>
                    <a:pt x="105169" y="11918"/>
                  </a:lnTo>
                  <a:lnTo>
                    <a:pt x="100295" y="13954"/>
                  </a:lnTo>
                  <a:lnTo>
                    <a:pt x="95488" y="16143"/>
                  </a:lnTo>
                  <a:lnTo>
                    <a:pt x="90752" y="18483"/>
                  </a:lnTo>
                  <a:lnTo>
                    <a:pt x="86093" y="20971"/>
                  </a:lnTo>
                  <a:lnTo>
                    <a:pt x="81515" y="23605"/>
                  </a:lnTo>
                  <a:lnTo>
                    <a:pt x="77022" y="26382"/>
                  </a:lnTo>
                  <a:lnTo>
                    <a:pt x="72619" y="29300"/>
                  </a:lnTo>
                  <a:lnTo>
                    <a:pt x="68311" y="32356"/>
                  </a:lnTo>
                  <a:lnTo>
                    <a:pt x="64101" y="35546"/>
                  </a:lnTo>
                  <a:lnTo>
                    <a:pt x="59995" y="38867"/>
                  </a:lnTo>
                  <a:lnTo>
                    <a:pt x="55995" y="42317"/>
                  </a:lnTo>
                  <a:lnTo>
                    <a:pt x="52106" y="45891"/>
                  </a:lnTo>
                  <a:lnTo>
                    <a:pt x="48332" y="49587"/>
                  </a:lnTo>
                  <a:lnTo>
                    <a:pt x="44677" y="53399"/>
                  </a:lnTo>
                  <a:lnTo>
                    <a:pt x="41144" y="57326"/>
                  </a:lnTo>
                  <a:lnTo>
                    <a:pt x="37736" y="61362"/>
                  </a:lnTo>
                  <a:lnTo>
                    <a:pt x="34458" y="65503"/>
                  </a:lnTo>
                  <a:lnTo>
                    <a:pt x="31313" y="69746"/>
                  </a:lnTo>
                  <a:lnTo>
                    <a:pt x="28303" y="74087"/>
                  </a:lnTo>
                  <a:lnTo>
                    <a:pt x="25431" y="78520"/>
                  </a:lnTo>
                  <a:lnTo>
                    <a:pt x="22702" y="83042"/>
                  </a:lnTo>
                  <a:lnTo>
                    <a:pt x="20116" y="87648"/>
                  </a:lnTo>
                  <a:lnTo>
                    <a:pt x="17677" y="92333"/>
                  </a:lnTo>
                  <a:lnTo>
                    <a:pt x="15388" y="97093"/>
                  </a:lnTo>
                  <a:lnTo>
                    <a:pt x="13249" y="101922"/>
                  </a:lnTo>
                  <a:lnTo>
                    <a:pt x="11265" y="106817"/>
                  </a:lnTo>
                  <a:lnTo>
                    <a:pt x="9436" y="111772"/>
                  </a:lnTo>
                  <a:lnTo>
                    <a:pt x="7765" y="116783"/>
                  </a:lnTo>
                  <a:lnTo>
                    <a:pt x="6253" y="121844"/>
                  </a:lnTo>
                  <a:lnTo>
                    <a:pt x="4901" y="126950"/>
                  </a:lnTo>
                  <a:lnTo>
                    <a:pt x="3712" y="132096"/>
                  </a:lnTo>
                  <a:lnTo>
                    <a:pt x="2685" y="137277"/>
                  </a:lnTo>
                  <a:lnTo>
                    <a:pt x="1823" y="142488"/>
                  </a:lnTo>
                  <a:lnTo>
                    <a:pt x="1126" y="147724"/>
                  </a:lnTo>
                  <a:lnTo>
                    <a:pt x="595" y="152979"/>
                  </a:lnTo>
                  <a:lnTo>
                    <a:pt x="230" y="158248"/>
                  </a:lnTo>
                  <a:lnTo>
                    <a:pt x="31" y="163527"/>
                  </a:lnTo>
                  <a:lnTo>
                    <a:pt x="0" y="168808"/>
                  </a:lnTo>
                  <a:lnTo>
                    <a:pt x="135" y="174089"/>
                  </a:lnTo>
                  <a:lnTo>
                    <a:pt x="437" y="179362"/>
                  </a:lnTo>
                  <a:lnTo>
                    <a:pt x="905" y="184623"/>
                  </a:lnTo>
                  <a:lnTo>
                    <a:pt x="1540" y="189867"/>
                  </a:lnTo>
                  <a:lnTo>
                    <a:pt x="2340" y="195088"/>
                  </a:lnTo>
                  <a:lnTo>
                    <a:pt x="3304" y="200281"/>
                  </a:lnTo>
                  <a:lnTo>
                    <a:pt x="4432" y="205441"/>
                  </a:lnTo>
                  <a:lnTo>
                    <a:pt x="5722" y="210563"/>
                  </a:lnTo>
                  <a:lnTo>
                    <a:pt x="7174" y="215641"/>
                  </a:lnTo>
                  <a:lnTo>
                    <a:pt x="8785" y="220671"/>
                  </a:lnTo>
                  <a:lnTo>
                    <a:pt x="10555" y="225648"/>
                  </a:lnTo>
                  <a:lnTo>
                    <a:pt x="12480" y="230566"/>
                  </a:lnTo>
                  <a:lnTo>
                    <a:pt x="14560" y="235421"/>
                  </a:lnTo>
                  <a:lnTo>
                    <a:pt x="16793" y="240208"/>
                  </a:lnTo>
                  <a:lnTo>
                    <a:pt x="19176" y="244922"/>
                  </a:lnTo>
                  <a:lnTo>
                    <a:pt x="21706" y="249559"/>
                  </a:lnTo>
                  <a:lnTo>
                    <a:pt x="24381" y="254113"/>
                  </a:lnTo>
                  <a:lnTo>
                    <a:pt x="27200" y="258580"/>
                  </a:lnTo>
                  <a:lnTo>
                    <a:pt x="30157" y="262956"/>
                  </a:lnTo>
                  <a:lnTo>
                    <a:pt x="33252" y="267236"/>
                  </a:lnTo>
                  <a:lnTo>
                    <a:pt x="36480" y="271417"/>
                  </a:lnTo>
                  <a:lnTo>
                    <a:pt x="39839" y="275493"/>
                  </a:lnTo>
                  <a:lnTo>
                    <a:pt x="43325" y="279462"/>
                  </a:lnTo>
                  <a:lnTo>
                    <a:pt x="46934" y="283318"/>
                  </a:lnTo>
                  <a:lnTo>
                    <a:pt x="50664" y="287058"/>
                  </a:lnTo>
                  <a:lnTo>
                    <a:pt x="54510" y="290679"/>
                  </a:lnTo>
                  <a:lnTo>
                    <a:pt x="58468" y="294176"/>
                  </a:lnTo>
                  <a:lnTo>
                    <a:pt x="62535" y="297546"/>
                  </a:lnTo>
                  <a:lnTo>
                    <a:pt x="66706" y="300786"/>
                  </a:lnTo>
                  <a:lnTo>
                    <a:pt x="70978" y="303893"/>
                  </a:lnTo>
                  <a:lnTo>
                    <a:pt x="75345" y="306864"/>
                  </a:lnTo>
                  <a:lnTo>
                    <a:pt x="79804" y="309695"/>
                  </a:lnTo>
                  <a:lnTo>
                    <a:pt x="84351" y="312383"/>
                  </a:lnTo>
                  <a:lnTo>
                    <a:pt x="88980" y="314927"/>
                  </a:lnTo>
                  <a:lnTo>
                    <a:pt x="93687" y="317323"/>
                  </a:lnTo>
                  <a:lnTo>
                    <a:pt x="98467" y="319569"/>
                  </a:lnTo>
                  <a:lnTo>
                    <a:pt x="103316" y="321663"/>
                  </a:lnTo>
                  <a:lnTo>
                    <a:pt x="108229" y="323603"/>
                  </a:lnTo>
                  <a:lnTo>
                    <a:pt x="113201" y="325387"/>
                  </a:lnTo>
                  <a:lnTo>
                    <a:pt x="118226" y="327012"/>
                  </a:lnTo>
                  <a:lnTo>
                    <a:pt x="123301" y="328478"/>
                  </a:lnTo>
                  <a:lnTo>
                    <a:pt x="128419" y="329784"/>
                  </a:lnTo>
                  <a:lnTo>
                    <a:pt x="133576" y="330926"/>
                  </a:lnTo>
                  <a:lnTo>
                    <a:pt x="138766" y="331905"/>
                  </a:lnTo>
                  <a:lnTo>
                    <a:pt x="143985" y="332720"/>
                  </a:lnTo>
                  <a:lnTo>
                    <a:pt x="149226" y="333370"/>
                  </a:lnTo>
                  <a:lnTo>
                    <a:pt x="154486" y="333853"/>
                  </a:lnTo>
                  <a:lnTo>
                    <a:pt x="159759" y="334170"/>
                  </a:lnTo>
                  <a:lnTo>
                    <a:pt x="165038" y="334321"/>
                  </a:lnTo>
                  <a:lnTo>
                    <a:pt x="170320" y="334304"/>
                  </a:lnTo>
                  <a:lnTo>
                    <a:pt x="175599" y="334121"/>
                  </a:lnTo>
                  <a:lnTo>
                    <a:pt x="180869" y="333771"/>
                  </a:lnTo>
                  <a:lnTo>
                    <a:pt x="186126" y="333255"/>
                  </a:lnTo>
                  <a:lnTo>
                    <a:pt x="191364" y="332573"/>
                  </a:lnTo>
                  <a:lnTo>
                    <a:pt x="196577" y="331725"/>
                  </a:lnTo>
                  <a:lnTo>
                    <a:pt x="201761" y="330714"/>
                  </a:lnTo>
                  <a:lnTo>
                    <a:pt x="206911" y="329539"/>
                  </a:lnTo>
                  <a:lnTo>
                    <a:pt x="212021" y="328202"/>
                  </a:lnTo>
                  <a:lnTo>
                    <a:pt x="217086" y="326705"/>
                  </a:lnTo>
                  <a:lnTo>
                    <a:pt x="222101" y="325048"/>
                  </a:lnTo>
                  <a:lnTo>
                    <a:pt x="227061" y="323233"/>
                  </a:lnTo>
                  <a:lnTo>
                    <a:pt x="231962" y="321263"/>
                  </a:lnTo>
                  <a:lnTo>
                    <a:pt x="236798" y="319138"/>
                  </a:lnTo>
                  <a:lnTo>
                    <a:pt x="241564" y="316862"/>
                  </a:lnTo>
                  <a:lnTo>
                    <a:pt x="246257" y="314437"/>
                  </a:lnTo>
                  <a:lnTo>
                    <a:pt x="250870" y="311865"/>
                  </a:lnTo>
                  <a:lnTo>
                    <a:pt x="255399" y="309148"/>
                  </a:lnTo>
                  <a:lnTo>
                    <a:pt x="259841" y="306289"/>
                  </a:lnTo>
                  <a:lnTo>
                    <a:pt x="264190" y="303292"/>
                  </a:lnTo>
                  <a:lnTo>
                    <a:pt x="268442" y="300158"/>
                  </a:lnTo>
                  <a:lnTo>
                    <a:pt x="272593" y="296892"/>
                  </a:lnTo>
                  <a:lnTo>
                    <a:pt x="276639" y="293496"/>
                  </a:lnTo>
                  <a:lnTo>
                    <a:pt x="280575" y="289975"/>
                  </a:lnTo>
                  <a:lnTo>
                    <a:pt x="284398" y="286330"/>
                  </a:lnTo>
                  <a:lnTo>
                    <a:pt x="288104" y="282567"/>
                  </a:lnTo>
                  <a:lnTo>
                    <a:pt x="291690" y="278688"/>
                  </a:lnTo>
                  <a:lnTo>
                    <a:pt x="295151" y="274698"/>
                  </a:lnTo>
                  <a:lnTo>
                    <a:pt x="298484" y="270601"/>
                  </a:lnTo>
                  <a:lnTo>
                    <a:pt x="301686" y="266401"/>
                  </a:lnTo>
                  <a:lnTo>
                    <a:pt x="304754" y="262101"/>
                  </a:lnTo>
                  <a:lnTo>
                    <a:pt x="307685" y="257707"/>
                  </a:lnTo>
                  <a:lnTo>
                    <a:pt x="310475" y="253222"/>
                  </a:lnTo>
                  <a:lnTo>
                    <a:pt x="313122" y="248651"/>
                  </a:lnTo>
                  <a:lnTo>
                    <a:pt x="315624" y="243999"/>
                  </a:lnTo>
                  <a:lnTo>
                    <a:pt x="317977" y="239271"/>
                  </a:lnTo>
                  <a:lnTo>
                    <a:pt x="320179" y="234470"/>
                  </a:lnTo>
                  <a:lnTo>
                    <a:pt x="322229" y="229602"/>
                  </a:lnTo>
                  <a:lnTo>
                    <a:pt x="324124" y="224672"/>
                  </a:lnTo>
                  <a:lnTo>
                    <a:pt x="325863" y="219684"/>
                  </a:lnTo>
                  <a:lnTo>
                    <a:pt x="327443" y="214644"/>
                  </a:lnTo>
                  <a:lnTo>
                    <a:pt x="328863" y="209556"/>
                  </a:lnTo>
                  <a:lnTo>
                    <a:pt x="330121" y="204427"/>
                  </a:lnTo>
                  <a:lnTo>
                    <a:pt x="331217" y="199260"/>
                  </a:lnTo>
                  <a:lnTo>
                    <a:pt x="332149" y="194061"/>
                  </a:lnTo>
                  <a:lnTo>
                    <a:pt x="332916" y="188835"/>
                  </a:lnTo>
                  <a:lnTo>
                    <a:pt x="333518" y="183587"/>
                  </a:lnTo>
                  <a:lnTo>
                    <a:pt x="333954" y="178323"/>
                  </a:lnTo>
                  <a:lnTo>
                    <a:pt x="334223" y="173048"/>
                  </a:lnTo>
                  <a:lnTo>
                    <a:pt x="334325" y="167767"/>
                  </a:lnTo>
                  <a:lnTo>
                    <a:pt x="334261" y="162486"/>
                  </a:lnTo>
                  <a:lnTo>
                    <a:pt x="334029" y="157209"/>
                  </a:lnTo>
                  <a:lnTo>
                    <a:pt x="333632" y="151942"/>
                  </a:lnTo>
                  <a:lnTo>
                    <a:pt x="333068" y="146691"/>
                  </a:lnTo>
                  <a:lnTo>
                    <a:pt x="332338" y="141459"/>
                  </a:lnTo>
                  <a:lnTo>
                    <a:pt x="331443" y="136254"/>
                  </a:lnTo>
                  <a:lnTo>
                    <a:pt x="330385" y="131079"/>
                  </a:lnTo>
                  <a:lnTo>
                    <a:pt x="329163" y="125940"/>
                  </a:lnTo>
                  <a:lnTo>
                    <a:pt x="327780" y="120843"/>
                  </a:lnTo>
                  <a:lnTo>
                    <a:pt x="326236" y="115791"/>
                  </a:lnTo>
                  <a:lnTo>
                    <a:pt x="324533" y="110791"/>
                  </a:lnTo>
                  <a:lnTo>
                    <a:pt x="322674" y="105848"/>
                  </a:lnTo>
                  <a:lnTo>
                    <a:pt x="320659" y="100965"/>
                  </a:lnTo>
                  <a:lnTo>
                    <a:pt x="318491" y="96149"/>
                  </a:lnTo>
                  <a:lnTo>
                    <a:pt x="316172" y="91403"/>
                  </a:lnTo>
                  <a:lnTo>
                    <a:pt x="313704" y="86733"/>
                  </a:lnTo>
                  <a:lnTo>
                    <a:pt x="311090" y="82144"/>
                  </a:lnTo>
                  <a:lnTo>
                    <a:pt x="308332" y="77639"/>
                  </a:lnTo>
                  <a:lnTo>
                    <a:pt x="305433" y="73224"/>
                  </a:lnTo>
                  <a:lnTo>
                    <a:pt x="302396" y="68902"/>
                  </a:lnTo>
                  <a:lnTo>
                    <a:pt x="299224" y="64679"/>
                  </a:lnTo>
                  <a:lnTo>
                    <a:pt x="295920" y="60558"/>
                  </a:lnTo>
                  <a:lnTo>
                    <a:pt x="292488" y="56543"/>
                  </a:lnTo>
                  <a:lnTo>
                    <a:pt x="288930" y="52639"/>
                  </a:lnTo>
                  <a:lnTo>
                    <a:pt x="285251" y="48849"/>
                  </a:lnTo>
                  <a:lnTo>
                    <a:pt x="281454" y="45177"/>
                  </a:lnTo>
                  <a:lnTo>
                    <a:pt x="277543" y="41627"/>
                  </a:lnTo>
                  <a:lnTo>
                    <a:pt x="273522" y="38203"/>
                  </a:lnTo>
                  <a:lnTo>
                    <a:pt x="269395" y="34907"/>
                  </a:lnTo>
                  <a:lnTo>
                    <a:pt x="265165" y="31743"/>
                  </a:lnTo>
                  <a:lnTo>
                    <a:pt x="260838" y="28714"/>
                  </a:lnTo>
                  <a:lnTo>
                    <a:pt x="256417" y="25824"/>
                  </a:lnTo>
                  <a:lnTo>
                    <a:pt x="251907" y="23074"/>
                  </a:lnTo>
                  <a:lnTo>
                    <a:pt x="247313" y="20469"/>
                  </a:lnTo>
                  <a:lnTo>
                    <a:pt x="242638" y="18010"/>
                  </a:lnTo>
                  <a:lnTo>
                    <a:pt x="237888" y="15700"/>
                  </a:lnTo>
                  <a:lnTo>
                    <a:pt x="233068" y="13541"/>
                  </a:lnTo>
                  <a:lnTo>
                    <a:pt x="228181" y="11535"/>
                  </a:lnTo>
                  <a:lnTo>
                    <a:pt x="223234" y="9685"/>
                  </a:lnTo>
                  <a:lnTo>
                    <a:pt x="218231" y="7992"/>
                  </a:lnTo>
                  <a:lnTo>
                    <a:pt x="213177" y="6458"/>
                  </a:lnTo>
                  <a:lnTo>
                    <a:pt x="208076" y="5084"/>
                  </a:lnTo>
                  <a:lnTo>
                    <a:pt x="202935" y="3873"/>
                  </a:lnTo>
                  <a:lnTo>
                    <a:pt x="197759" y="2824"/>
                  </a:lnTo>
                  <a:lnTo>
                    <a:pt x="192551" y="1939"/>
                  </a:lnTo>
                  <a:lnTo>
                    <a:pt x="187319" y="1220"/>
                  </a:lnTo>
                  <a:lnTo>
                    <a:pt x="167159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g531"/>
            <p:cNvSpPr/>
            <p:nvPr/>
          </p:nvSpPr>
          <p:spPr>
            <a:xfrm>
              <a:off x="3488720" y="5018213"/>
              <a:ext cx="20159" cy="167167"/>
            </a:xfrm>
            <a:custGeom>
              <a:avLst/>
              <a:pathLst>
                <a:path w="20159" h="167167">
                  <a:moveTo>
                    <a:pt x="20159" y="1220"/>
                  </a:moveTo>
                  <a:lnTo>
                    <a:pt x="10098" y="30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g53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g53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g53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g53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g53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g53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g53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g53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g54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g54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g54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g54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g54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g54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g54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g54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g54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g54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g55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g55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g55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g55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g55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g55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g55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g55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g558"/>
            <p:cNvSpPr/>
            <p:nvPr/>
          </p:nvSpPr>
          <p:spPr>
            <a:xfrm>
              <a:off x="3799300" y="5269756"/>
              <a:ext cx="165200" cy="167167"/>
            </a:xfrm>
            <a:custGeom>
              <a:avLst/>
              <a:pathLst>
                <a:path w="165200" h="167167">
                  <a:moveTo>
                    <a:pt x="165200" y="0"/>
                  </a:moveTo>
                  <a:lnTo>
                    <a:pt x="159817" y="86"/>
                  </a:lnTo>
                  <a:lnTo>
                    <a:pt x="154439" y="346"/>
                  </a:lnTo>
                  <a:lnTo>
                    <a:pt x="149072" y="779"/>
                  </a:lnTo>
                  <a:lnTo>
                    <a:pt x="143722" y="1385"/>
                  </a:lnTo>
                  <a:lnTo>
                    <a:pt x="138394" y="2163"/>
                  </a:lnTo>
                  <a:lnTo>
                    <a:pt x="133094" y="3112"/>
                  </a:lnTo>
                  <a:lnTo>
                    <a:pt x="127827" y="4231"/>
                  </a:lnTo>
                  <a:lnTo>
                    <a:pt x="122599" y="5519"/>
                  </a:lnTo>
                  <a:lnTo>
                    <a:pt x="117416" y="6975"/>
                  </a:lnTo>
                  <a:lnTo>
                    <a:pt x="112281" y="8597"/>
                  </a:lnTo>
                  <a:lnTo>
                    <a:pt x="107202" y="10383"/>
                  </a:lnTo>
                  <a:lnTo>
                    <a:pt x="102183" y="12332"/>
                  </a:lnTo>
                  <a:lnTo>
                    <a:pt x="97229" y="14442"/>
                  </a:lnTo>
                  <a:lnTo>
                    <a:pt x="92346" y="16710"/>
                  </a:lnTo>
                  <a:lnTo>
                    <a:pt x="87538" y="19135"/>
                  </a:lnTo>
                  <a:lnTo>
                    <a:pt x="82811" y="21713"/>
                  </a:lnTo>
                  <a:lnTo>
                    <a:pt x="78170" y="24441"/>
                  </a:lnTo>
                  <a:lnTo>
                    <a:pt x="73618" y="27318"/>
                  </a:lnTo>
                  <a:lnTo>
                    <a:pt x="69162" y="30340"/>
                  </a:lnTo>
                  <a:lnTo>
                    <a:pt x="64805" y="33504"/>
                  </a:lnTo>
                  <a:lnTo>
                    <a:pt x="60553" y="36807"/>
                  </a:lnTo>
                  <a:lnTo>
                    <a:pt x="56409" y="40244"/>
                  </a:lnTo>
                  <a:lnTo>
                    <a:pt x="52378" y="43814"/>
                  </a:lnTo>
                  <a:lnTo>
                    <a:pt x="48464" y="47511"/>
                  </a:lnTo>
                  <a:lnTo>
                    <a:pt x="44671" y="51333"/>
                  </a:lnTo>
                  <a:lnTo>
                    <a:pt x="41003" y="55275"/>
                  </a:lnTo>
                  <a:lnTo>
                    <a:pt x="37464" y="59332"/>
                  </a:lnTo>
                  <a:lnTo>
                    <a:pt x="34057" y="63502"/>
                  </a:lnTo>
                  <a:lnTo>
                    <a:pt x="30787" y="67779"/>
                  </a:lnTo>
                  <a:lnTo>
                    <a:pt x="27656" y="72160"/>
                  </a:lnTo>
                  <a:lnTo>
                    <a:pt x="24667" y="76638"/>
                  </a:lnTo>
                  <a:lnTo>
                    <a:pt x="21825" y="81211"/>
                  </a:lnTo>
                  <a:lnTo>
                    <a:pt x="19131" y="85873"/>
                  </a:lnTo>
                  <a:lnTo>
                    <a:pt x="16589" y="90620"/>
                  </a:lnTo>
                  <a:lnTo>
                    <a:pt x="14201" y="95445"/>
                  </a:lnTo>
                  <a:lnTo>
                    <a:pt x="11969" y="100345"/>
                  </a:lnTo>
                  <a:lnTo>
                    <a:pt x="9897" y="105315"/>
                  </a:lnTo>
                  <a:lnTo>
                    <a:pt x="7985" y="110349"/>
                  </a:lnTo>
                  <a:lnTo>
                    <a:pt x="6237" y="115441"/>
                  </a:lnTo>
                  <a:lnTo>
                    <a:pt x="4654" y="120587"/>
                  </a:lnTo>
                  <a:lnTo>
                    <a:pt x="3237" y="125782"/>
                  </a:lnTo>
                  <a:lnTo>
                    <a:pt x="1988" y="131019"/>
                  </a:lnTo>
                  <a:lnTo>
                    <a:pt x="909" y="136294"/>
                  </a:lnTo>
                  <a:lnTo>
                    <a:pt x="0" y="141601"/>
                  </a:lnTo>
                  <a:lnTo>
                    <a:pt x="165200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g559"/>
            <p:cNvSpPr/>
            <p:nvPr/>
          </p:nvSpPr>
          <p:spPr>
            <a:xfrm>
              <a:off x="3797336" y="5269756"/>
              <a:ext cx="334319" cy="334330"/>
            </a:xfrm>
            <a:custGeom>
              <a:avLst/>
              <a:pathLst>
                <a:path w="334319" h="334330">
                  <a:moveTo>
                    <a:pt x="1963" y="141601"/>
                  </a:moveTo>
                  <a:lnTo>
                    <a:pt x="1234" y="146867"/>
                  </a:lnTo>
                  <a:lnTo>
                    <a:pt x="673" y="152154"/>
                  </a:lnTo>
                  <a:lnTo>
                    <a:pt x="279" y="157456"/>
                  </a:lnTo>
                  <a:lnTo>
                    <a:pt x="55" y="162767"/>
                  </a:lnTo>
                  <a:lnTo>
                    <a:pt x="0" y="168083"/>
                  </a:lnTo>
                  <a:lnTo>
                    <a:pt x="113" y="173398"/>
                  </a:lnTo>
                  <a:lnTo>
                    <a:pt x="396" y="178707"/>
                  </a:lnTo>
                  <a:lnTo>
                    <a:pt x="847" y="184004"/>
                  </a:lnTo>
                  <a:lnTo>
                    <a:pt x="1467" y="189284"/>
                  </a:lnTo>
                  <a:lnTo>
                    <a:pt x="2254" y="194542"/>
                  </a:lnTo>
                  <a:lnTo>
                    <a:pt x="3207" y="199772"/>
                  </a:lnTo>
                  <a:lnTo>
                    <a:pt x="4327" y="204969"/>
                  </a:lnTo>
                  <a:lnTo>
                    <a:pt x="5612" y="210128"/>
                  </a:lnTo>
                  <a:lnTo>
                    <a:pt x="7059" y="215243"/>
                  </a:lnTo>
                  <a:lnTo>
                    <a:pt x="8669" y="220310"/>
                  </a:lnTo>
                  <a:lnTo>
                    <a:pt x="10439" y="225323"/>
                  </a:lnTo>
                  <a:lnTo>
                    <a:pt x="12367" y="230277"/>
                  </a:lnTo>
                  <a:lnTo>
                    <a:pt x="14453" y="235167"/>
                  </a:lnTo>
                  <a:lnTo>
                    <a:pt x="16692" y="239989"/>
                  </a:lnTo>
                  <a:lnTo>
                    <a:pt x="19084" y="244737"/>
                  </a:lnTo>
                  <a:lnTo>
                    <a:pt x="21625" y="249406"/>
                  </a:lnTo>
                  <a:lnTo>
                    <a:pt x="24314" y="253992"/>
                  </a:lnTo>
                  <a:lnTo>
                    <a:pt x="27147" y="258491"/>
                  </a:lnTo>
                  <a:lnTo>
                    <a:pt x="30122" y="262897"/>
                  </a:lnTo>
                  <a:lnTo>
                    <a:pt x="33235" y="267206"/>
                  </a:lnTo>
                  <a:lnTo>
                    <a:pt x="36484" y="271414"/>
                  </a:lnTo>
                  <a:lnTo>
                    <a:pt x="39865" y="275517"/>
                  </a:lnTo>
                  <a:lnTo>
                    <a:pt x="43374" y="279510"/>
                  </a:lnTo>
                  <a:lnTo>
                    <a:pt x="47009" y="283390"/>
                  </a:lnTo>
                  <a:lnTo>
                    <a:pt x="50766" y="287151"/>
                  </a:lnTo>
                  <a:lnTo>
                    <a:pt x="54640" y="290792"/>
                  </a:lnTo>
                  <a:lnTo>
                    <a:pt x="58628" y="294308"/>
                  </a:lnTo>
                  <a:lnTo>
                    <a:pt x="62726" y="297695"/>
                  </a:lnTo>
                  <a:lnTo>
                    <a:pt x="66929" y="300950"/>
                  </a:lnTo>
                  <a:lnTo>
                    <a:pt x="71234" y="304069"/>
                  </a:lnTo>
                  <a:lnTo>
                    <a:pt x="75635" y="307050"/>
                  </a:lnTo>
                  <a:lnTo>
                    <a:pt x="80130" y="309890"/>
                  </a:lnTo>
                  <a:lnTo>
                    <a:pt x="84712" y="312585"/>
                  </a:lnTo>
                  <a:lnTo>
                    <a:pt x="89378" y="315134"/>
                  </a:lnTo>
                  <a:lnTo>
                    <a:pt x="94122" y="317532"/>
                  </a:lnTo>
                  <a:lnTo>
                    <a:pt x="98940" y="319779"/>
                  </a:lnTo>
                  <a:lnTo>
                    <a:pt x="103828" y="321871"/>
                  </a:lnTo>
                  <a:lnTo>
                    <a:pt x="108779" y="323807"/>
                  </a:lnTo>
                  <a:lnTo>
                    <a:pt x="113789" y="325584"/>
                  </a:lnTo>
                  <a:lnTo>
                    <a:pt x="118854" y="327201"/>
                  </a:lnTo>
                  <a:lnTo>
                    <a:pt x="123967" y="328657"/>
                  </a:lnTo>
                  <a:lnTo>
                    <a:pt x="129124" y="329949"/>
                  </a:lnTo>
                  <a:lnTo>
                    <a:pt x="134319" y="331076"/>
                  </a:lnTo>
                  <a:lnTo>
                    <a:pt x="139548" y="332037"/>
                  </a:lnTo>
                  <a:lnTo>
                    <a:pt x="144804" y="332832"/>
                  </a:lnTo>
                  <a:lnTo>
                    <a:pt x="150083" y="333459"/>
                  </a:lnTo>
                  <a:lnTo>
                    <a:pt x="155380" y="333918"/>
                  </a:lnTo>
                  <a:lnTo>
                    <a:pt x="160688" y="334209"/>
                  </a:lnTo>
                  <a:lnTo>
                    <a:pt x="166003" y="334330"/>
                  </a:lnTo>
                  <a:lnTo>
                    <a:pt x="171319" y="334283"/>
                  </a:lnTo>
                  <a:lnTo>
                    <a:pt x="176631" y="334066"/>
                  </a:lnTo>
                  <a:lnTo>
                    <a:pt x="181933" y="333681"/>
                  </a:lnTo>
                  <a:lnTo>
                    <a:pt x="187221" y="333127"/>
                  </a:lnTo>
                  <a:lnTo>
                    <a:pt x="192488" y="332405"/>
                  </a:lnTo>
                  <a:lnTo>
                    <a:pt x="197729" y="331516"/>
                  </a:lnTo>
                  <a:lnTo>
                    <a:pt x="202940" y="330461"/>
                  </a:lnTo>
                  <a:lnTo>
                    <a:pt x="208114" y="329241"/>
                  </a:lnTo>
                  <a:lnTo>
                    <a:pt x="213247" y="327857"/>
                  </a:lnTo>
                  <a:lnTo>
                    <a:pt x="218333" y="326311"/>
                  </a:lnTo>
                  <a:lnTo>
                    <a:pt x="223368" y="324603"/>
                  </a:lnTo>
                  <a:lnTo>
                    <a:pt x="228346" y="322736"/>
                  </a:lnTo>
                  <a:lnTo>
                    <a:pt x="233262" y="320712"/>
                  </a:lnTo>
                  <a:lnTo>
                    <a:pt x="238111" y="318533"/>
                  </a:lnTo>
                  <a:lnTo>
                    <a:pt x="242888" y="316200"/>
                  </a:lnTo>
                  <a:lnTo>
                    <a:pt x="247588" y="313717"/>
                  </a:lnTo>
                  <a:lnTo>
                    <a:pt x="252208" y="311086"/>
                  </a:lnTo>
                  <a:lnTo>
                    <a:pt x="256741" y="308309"/>
                  </a:lnTo>
                  <a:lnTo>
                    <a:pt x="261184" y="305389"/>
                  </a:lnTo>
                  <a:lnTo>
                    <a:pt x="265532" y="302329"/>
                  </a:lnTo>
                  <a:lnTo>
                    <a:pt x="269780" y="299133"/>
                  </a:lnTo>
                  <a:lnTo>
                    <a:pt x="273924" y="295803"/>
                  </a:lnTo>
                  <a:lnTo>
                    <a:pt x="277960" y="292344"/>
                  </a:lnTo>
                  <a:lnTo>
                    <a:pt x="281885" y="288757"/>
                  </a:lnTo>
                  <a:lnTo>
                    <a:pt x="285693" y="285048"/>
                  </a:lnTo>
                  <a:lnTo>
                    <a:pt x="289382" y="281219"/>
                  </a:lnTo>
                  <a:lnTo>
                    <a:pt x="292946" y="277275"/>
                  </a:lnTo>
                  <a:lnTo>
                    <a:pt x="296384" y="273220"/>
                  </a:lnTo>
                  <a:lnTo>
                    <a:pt x="299691" y="269057"/>
                  </a:lnTo>
                  <a:lnTo>
                    <a:pt x="302864" y="264792"/>
                  </a:lnTo>
                  <a:lnTo>
                    <a:pt x="305900" y="260427"/>
                  </a:lnTo>
                  <a:lnTo>
                    <a:pt x="308795" y="255969"/>
                  </a:lnTo>
                  <a:lnTo>
                    <a:pt x="311547" y="251420"/>
                  </a:lnTo>
                  <a:lnTo>
                    <a:pt x="314153" y="246787"/>
                  </a:lnTo>
                  <a:lnTo>
                    <a:pt x="316611" y="242072"/>
                  </a:lnTo>
                  <a:lnTo>
                    <a:pt x="318917" y="237282"/>
                  </a:lnTo>
                  <a:lnTo>
                    <a:pt x="321070" y="232422"/>
                  </a:lnTo>
                  <a:lnTo>
                    <a:pt x="323067" y="227495"/>
                  </a:lnTo>
                  <a:lnTo>
                    <a:pt x="324906" y="222507"/>
                  </a:lnTo>
                  <a:lnTo>
                    <a:pt x="326586" y="217463"/>
                  </a:lnTo>
                  <a:lnTo>
                    <a:pt x="328105" y="212368"/>
                  </a:lnTo>
                  <a:lnTo>
                    <a:pt x="329461" y="207228"/>
                  </a:lnTo>
                  <a:lnTo>
                    <a:pt x="330653" y="202047"/>
                  </a:lnTo>
                  <a:lnTo>
                    <a:pt x="331679" y="196830"/>
                  </a:lnTo>
                  <a:lnTo>
                    <a:pt x="332539" y="191584"/>
                  </a:lnTo>
                  <a:lnTo>
                    <a:pt x="333232" y="186313"/>
                  </a:lnTo>
                  <a:lnTo>
                    <a:pt x="333757" y="181023"/>
                  </a:lnTo>
                  <a:lnTo>
                    <a:pt x="334113" y="175719"/>
                  </a:lnTo>
                  <a:lnTo>
                    <a:pt x="334300" y="170406"/>
                  </a:lnTo>
                  <a:lnTo>
                    <a:pt x="334319" y="165089"/>
                  </a:lnTo>
                  <a:lnTo>
                    <a:pt x="334168" y="159775"/>
                  </a:lnTo>
                  <a:lnTo>
                    <a:pt x="333849" y="154469"/>
                  </a:lnTo>
                  <a:lnTo>
                    <a:pt x="333361" y="149175"/>
                  </a:lnTo>
                  <a:lnTo>
                    <a:pt x="332705" y="143899"/>
                  </a:lnTo>
                  <a:lnTo>
                    <a:pt x="331881" y="138647"/>
                  </a:lnTo>
                  <a:lnTo>
                    <a:pt x="330891" y="133424"/>
                  </a:lnTo>
                  <a:lnTo>
                    <a:pt x="329735" y="128235"/>
                  </a:lnTo>
                  <a:lnTo>
                    <a:pt x="328415" y="123085"/>
                  </a:lnTo>
                  <a:lnTo>
                    <a:pt x="326932" y="117980"/>
                  </a:lnTo>
                  <a:lnTo>
                    <a:pt x="325287" y="112924"/>
                  </a:lnTo>
                  <a:lnTo>
                    <a:pt x="323482" y="107924"/>
                  </a:lnTo>
                  <a:lnTo>
                    <a:pt x="321519" y="102983"/>
                  </a:lnTo>
                  <a:lnTo>
                    <a:pt x="319400" y="98107"/>
                  </a:lnTo>
                  <a:lnTo>
                    <a:pt x="317127" y="93302"/>
                  </a:lnTo>
                  <a:lnTo>
                    <a:pt x="314703" y="88570"/>
                  </a:lnTo>
                  <a:lnTo>
                    <a:pt x="312129" y="83919"/>
                  </a:lnTo>
                  <a:lnTo>
                    <a:pt x="309408" y="79351"/>
                  </a:lnTo>
                  <a:lnTo>
                    <a:pt x="306544" y="74873"/>
                  </a:lnTo>
                  <a:lnTo>
                    <a:pt x="303539" y="70487"/>
                  </a:lnTo>
                  <a:lnTo>
                    <a:pt x="300396" y="66200"/>
                  </a:lnTo>
                  <a:lnTo>
                    <a:pt x="297118" y="62014"/>
                  </a:lnTo>
                  <a:lnTo>
                    <a:pt x="293708" y="57935"/>
                  </a:lnTo>
                  <a:lnTo>
                    <a:pt x="290171" y="53967"/>
                  </a:lnTo>
                  <a:lnTo>
                    <a:pt x="286509" y="50112"/>
                  </a:lnTo>
                  <a:lnTo>
                    <a:pt x="282727" y="46377"/>
                  </a:lnTo>
                  <a:lnTo>
                    <a:pt x="278827" y="42763"/>
                  </a:lnTo>
                  <a:lnTo>
                    <a:pt x="274815" y="39275"/>
                  </a:lnTo>
                  <a:lnTo>
                    <a:pt x="270694" y="35917"/>
                  </a:lnTo>
                  <a:lnTo>
                    <a:pt x="266468" y="32691"/>
                  </a:lnTo>
                  <a:lnTo>
                    <a:pt x="262142" y="29602"/>
                  </a:lnTo>
                  <a:lnTo>
                    <a:pt x="257720" y="26651"/>
                  </a:lnTo>
                  <a:lnTo>
                    <a:pt x="253206" y="23843"/>
                  </a:lnTo>
                  <a:lnTo>
                    <a:pt x="248605" y="21179"/>
                  </a:lnTo>
                  <a:lnTo>
                    <a:pt x="243921" y="18663"/>
                  </a:lnTo>
                  <a:lnTo>
                    <a:pt x="239160" y="16298"/>
                  </a:lnTo>
                  <a:lnTo>
                    <a:pt x="234327" y="14085"/>
                  </a:lnTo>
                  <a:lnTo>
                    <a:pt x="229425" y="12026"/>
                  </a:lnTo>
                  <a:lnTo>
                    <a:pt x="224460" y="10125"/>
                  </a:lnTo>
                  <a:lnTo>
                    <a:pt x="219438" y="8383"/>
                  </a:lnTo>
                  <a:lnTo>
                    <a:pt x="214362" y="6801"/>
                  </a:lnTo>
                  <a:lnTo>
                    <a:pt x="209239" y="5381"/>
                  </a:lnTo>
                  <a:lnTo>
                    <a:pt x="204073" y="4125"/>
                  </a:lnTo>
                  <a:lnTo>
                    <a:pt x="198870" y="3034"/>
                  </a:lnTo>
                  <a:lnTo>
                    <a:pt x="193635" y="2109"/>
                  </a:lnTo>
                  <a:lnTo>
                    <a:pt x="188373" y="1350"/>
                  </a:lnTo>
                  <a:lnTo>
                    <a:pt x="183090" y="760"/>
                  </a:lnTo>
                  <a:lnTo>
                    <a:pt x="177790" y="338"/>
                  </a:lnTo>
                  <a:lnTo>
                    <a:pt x="172480" y="84"/>
                  </a:lnTo>
                  <a:lnTo>
                    <a:pt x="167164" y="0"/>
                  </a:lnTo>
                  <a:lnTo>
                    <a:pt x="167164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g56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g56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g56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g56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g56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g56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g56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g56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g56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g56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g57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g57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g57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g57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g57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g57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g57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g57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g57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g579"/>
            <p:cNvSpPr/>
            <p:nvPr/>
          </p:nvSpPr>
          <p:spPr>
            <a:xfrm>
              <a:off x="4482085" y="5399291"/>
              <a:ext cx="4130" cy="167167"/>
            </a:xfrm>
            <a:custGeom>
              <a:avLst/>
              <a:pathLst>
                <a:path w="4130" h="167167">
                  <a:moveTo>
                    <a:pt x="4130" y="0"/>
                  </a:moveTo>
                  <a:lnTo>
                    <a:pt x="0" y="51"/>
                  </a:lnTo>
                  <a:lnTo>
                    <a:pt x="413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g580"/>
            <p:cNvSpPr/>
            <p:nvPr/>
          </p:nvSpPr>
          <p:spPr>
            <a:xfrm>
              <a:off x="4482085" y="5399342"/>
              <a:ext cx="4130" cy="167116"/>
            </a:xfrm>
            <a:custGeom>
              <a:avLst/>
              <a:pathLst>
                <a:path w="4130" h="167116">
                  <a:moveTo>
                    <a:pt x="0" y="0"/>
                  </a:moveTo>
                  <a:lnTo>
                    <a:pt x="4130" y="16711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g581"/>
            <p:cNvSpPr/>
            <p:nvPr/>
          </p:nvSpPr>
          <p:spPr>
            <a:xfrm>
              <a:off x="4482085" y="5399342"/>
              <a:ext cx="4130" cy="167116"/>
            </a:xfrm>
            <a:custGeom>
              <a:avLst/>
              <a:pathLst>
                <a:path w="4130" h="167116">
                  <a:moveTo>
                    <a:pt x="0" y="0"/>
                  </a:moveTo>
                  <a:lnTo>
                    <a:pt x="4130" y="16711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g582"/>
            <p:cNvSpPr/>
            <p:nvPr/>
          </p:nvSpPr>
          <p:spPr>
            <a:xfrm>
              <a:off x="4482085" y="5399342"/>
              <a:ext cx="4130" cy="167116"/>
            </a:xfrm>
            <a:custGeom>
              <a:avLst/>
              <a:pathLst>
                <a:path w="4130" h="167116">
                  <a:moveTo>
                    <a:pt x="0" y="0"/>
                  </a:moveTo>
                  <a:lnTo>
                    <a:pt x="4130" y="16711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g583"/>
            <p:cNvSpPr/>
            <p:nvPr/>
          </p:nvSpPr>
          <p:spPr>
            <a:xfrm>
              <a:off x="4482085" y="5399342"/>
              <a:ext cx="4130" cy="167116"/>
            </a:xfrm>
            <a:custGeom>
              <a:avLst/>
              <a:pathLst>
                <a:path w="4130" h="167116">
                  <a:moveTo>
                    <a:pt x="0" y="0"/>
                  </a:moveTo>
                  <a:lnTo>
                    <a:pt x="4130" y="16711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g584"/>
            <p:cNvSpPr/>
            <p:nvPr/>
          </p:nvSpPr>
          <p:spPr>
            <a:xfrm>
              <a:off x="4482085" y="5399342"/>
              <a:ext cx="4130" cy="167116"/>
            </a:xfrm>
            <a:custGeom>
              <a:avLst/>
              <a:pathLst>
                <a:path w="4130" h="167116">
                  <a:moveTo>
                    <a:pt x="0" y="0"/>
                  </a:moveTo>
                  <a:lnTo>
                    <a:pt x="4130" y="16711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g585"/>
            <p:cNvSpPr/>
            <p:nvPr/>
          </p:nvSpPr>
          <p:spPr>
            <a:xfrm>
              <a:off x="4482085" y="5399342"/>
              <a:ext cx="4130" cy="167116"/>
            </a:xfrm>
            <a:custGeom>
              <a:avLst/>
              <a:pathLst>
                <a:path w="4130" h="167116">
                  <a:moveTo>
                    <a:pt x="0" y="0"/>
                  </a:moveTo>
                  <a:lnTo>
                    <a:pt x="4130" y="16711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g586"/>
            <p:cNvSpPr/>
            <p:nvPr/>
          </p:nvSpPr>
          <p:spPr>
            <a:xfrm>
              <a:off x="4319052" y="5399342"/>
              <a:ext cx="334329" cy="334274"/>
            </a:xfrm>
            <a:custGeom>
              <a:avLst/>
              <a:pathLst>
                <a:path w="334329" h="334274">
                  <a:moveTo>
                    <a:pt x="163032" y="0"/>
                  </a:moveTo>
                  <a:lnTo>
                    <a:pt x="157738" y="214"/>
                  </a:lnTo>
                  <a:lnTo>
                    <a:pt x="152453" y="597"/>
                  </a:lnTo>
                  <a:lnTo>
                    <a:pt x="147183" y="1147"/>
                  </a:lnTo>
                  <a:lnTo>
                    <a:pt x="141933" y="1863"/>
                  </a:lnTo>
                  <a:lnTo>
                    <a:pt x="136708" y="2746"/>
                  </a:lnTo>
                  <a:lnTo>
                    <a:pt x="131514" y="3794"/>
                  </a:lnTo>
                  <a:lnTo>
                    <a:pt x="126356" y="5006"/>
                  </a:lnTo>
                  <a:lnTo>
                    <a:pt x="121239" y="6380"/>
                  </a:lnTo>
                  <a:lnTo>
                    <a:pt x="116168" y="7916"/>
                  </a:lnTo>
                  <a:lnTo>
                    <a:pt x="111148" y="9613"/>
                  </a:lnTo>
                  <a:lnTo>
                    <a:pt x="106184" y="11467"/>
                  </a:lnTo>
                  <a:lnTo>
                    <a:pt x="101282" y="13478"/>
                  </a:lnTo>
                  <a:lnTo>
                    <a:pt x="96446" y="15643"/>
                  </a:lnTo>
                  <a:lnTo>
                    <a:pt x="91681" y="17960"/>
                  </a:lnTo>
                  <a:lnTo>
                    <a:pt x="86992" y="20427"/>
                  </a:lnTo>
                  <a:lnTo>
                    <a:pt x="82383" y="23042"/>
                  </a:lnTo>
                  <a:lnTo>
                    <a:pt x="77860" y="25801"/>
                  </a:lnTo>
                  <a:lnTo>
                    <a:pt x="73426" y="28702"/>
                  </a:lnTo>
                  <a:lnTo>
                    <a:pt x="69086" y="31743"/>
                  </a:lnTo>
                  <a:lnTo>
                    <a:pt x="64845" y="34919"/>
                  </a:lnTo>
                  <a:lnTo>
                    <a:pt x="60707" y="38228"/>
                  </a:lnTo>
                  <a:lnTo>
                    <a:pt x="56675" y="41667"/>
                  </a:lnTo>
                  <a:lnTo>
                    <a:pt x="52755" y="45231"/>
                  </a:lnTo>
                  <a:lnTo>
                    <a:pt x="48950" y="48918"/>
                  </a:lnTo>
                  <a:lnTo>
                    <a:pt x="45263" y="52724"/>
                  </a:lnTo>
                  <a:lnTo>
                    <a:pt x="41699" y="56645"/>
                  </a:lnTo>
                  <a:lnTo>
                    <a:pt x="38261" y="60677"/>
                  </a:lnTo>
                  <a:lnTo>
                    <a:pt x="34952" y="64816"/>
                  </a:lnTo>
                  <a:lnTo>
                    <a:pt x="31777" y="69057"/>
                  </a:lnTo>
                  <a:lnTo>
                    <a:pt x="28737" y="73397"/>
                  </a:lnTo>
                  <a:lnTo>
                    <a:pt x="25836" y="77831"/>
                  </a:lnTo>
                  <a:lnTo>
                    <a:pt x="23077" y="82355"/>
                  </a:lnTo>
                  <a:lnTo>
                    <a:pt x="20464" y="86964"/>
                  </a:lnTo>
                  <a:lnTo>
                    <a:pt x="17997" y="91654"/>
                  </a:lnTo>
                  <a:lnTo>
                    <a:pt x="15680" y="96419"/>
                  </a:lnTo>
                  <a:lnTo>
                    <a:pt x="13516" y="101255"/>
                  </a:lnTo>
                  <a:lnTo>
                    <a:pt x="11506" y="106158"/>
                  </a:lnTo>
                  <a:lnTo>
                    <a:pt x="9652" y="111122"/>
                  </a:lnTo>
                  <a:lnTo>
                    <a:pt x="7957" y="116142"/>
                  </a:lnTo>
                  <a:lnTo>
                    <a:pt x="6421" y="121213"/>
                  </a:lnTo>
                  <a:lnTo>
                    <a:pt x="5047" y="126331"/>
                  </a:lnTo>
                  <a:lnTo>
                    <a:pt x="3836" y="131489"/>
                  </a:lnTo>
                  <a:lnTo>
                    <a:pt x="2789" y="136683"/>
                  </a:lnTo>
                  <a:lnTo>
                    <a:pt x="1907" y="141908"/>
                  </a:lnTo>
                  <a:lnTo>
                    <a:pt x="1191" y="147158"/>
                  </a:lnTo>
                  <a:lnTo>
                    <a:pt x="642" y="152428"/>
                  </a:lnTo>
                  <a:lnTo>
                    <a:pt x="260" y="157713"/>
                  </a:lnTo>
                  <a:lnTo>
                    <a:pt x="46" y="163007"/>
                  </a:lnTo>
                  <a:lnTo>
                    <a:pt x="0" y="168306"/>
                  </a:lnTo>
                  <a:lnTo>
                    <a:pt x="121" y="173603"/>
                  </a:lnTo>
                  <a:lnTo>
                    <a:pt x="411" y="178894"/>
                  </a:lnTo>
                  <a:lnTo>
                    <a:pt x="868" y="184173"/>
                  </a:lnTo>
                  <a:lnTo>
                    <a:pt x="1492" y="189434"/>
                  </a:lnTo>
                  <a:lnTo>
                    <a:pt x="2282" y="194674"/>
                  </a:lnTo>
                  <a:lnTo>
                    <a:pt x="3239" y="199885"/>
                  </a:lnTo>
                  <a:lnTo>
                    <a:pt x="4360" y="205064"/>
                  </a:lnTo>
                  <a:lnTo>
                    <a:pt x="5644" y="210205"/>
                  </a:lnTo>
                  <a:lnTo>
                    <a:pt x="7091" y="215302"/>
                  </a:lnTo>
                  <a:lnTo>
                    <a:pt x="8698" y="220351"/>
                  </a:lnTo>
                  <a:lnTo>
                    <a:pt x="10465" y="225346"/>
                  </a:lnTo>
                  <a:lnTo>
                    <a:pt x="12389" y="230283"/>
                  </a:lnTo>
                  <a:lnTo>
                    <a:pt x="14469" y="235157"/>
                  </a:lnTo>
                  <a:lnTo>
                    <a:pt x="16702" y="239962"/>
                  </a:lnTo>
                  <a:lnTo>
                    <a:pt x="19086" y="244694"/>
                  </a:lnTo>
                  <a:lnTo>
                    <a:pt x="21619" y="249348"/>
                  </a:lnTo>
                  <a:lnTo>
                    <a:pt x="24299" y="253919"/>
                  </a:lnTo>
                  <a:lnTo>
                    <a:pt x="27121" y="258403"/>
                  </a:lnTo>
                  <a:lnTo>
                    <a:pt x="30085" y="262796"/>
                  </a:lnTo>
                  <a:lnTo>
                    <a:pt x="33186" y="267092"/>
                  </a:lnTo>
                  <a:lnTo>
                    <a:pt x="36422" y="271288"/>
                  </a:lnTo>
                  <a:lnTo>
                    <a:pt x="39789" y="275379"/>
                  </a:lnTo>
                  <a:lnTo>
                    <a:pt x="43284" y="279362"/>
                  </a:lnTo>
                  <a:lnTo>
                    <a:pt x="46904" y="283231"/>
                  </a:lnTo>
                  <a:lnTo>
                    <a:pt x="50644" y="286984"/>
                  </a:lnTo>
                  <a:lnTo>
                    <a:pt x="54502" y="290617"/>
                  </a:lnTo>
                  <a:lnTo>
                    <a:pt x="58472" y="294125"/>
                  </a:lnTo>
                  <a:lnTo>
                    <a:pt x="62552" y="297506"/>
                  </a:lnTo>
                  <a:lnTo>
                    <a:pt x="66737" y="300756"/>
                  </a:lnTo>
                  <a:lnTo>
                    <a:pt x="71023" y="303872"/>
                  </a:lnTo>
                  <a:lnTo>
                    <a:pt x="75406" y="306850"/>
                  </a:lnTo>
                  <a:lnTo>
                    <a:pt x="79880" y="309688"/>
                  </a:lnTo>
                  <a:lnTo>
                    <a:pt x="84443" y="312382"/>
                  </a:lnTo>
                  <a:lnTo>
                    <a:pt x="89088" y="314931"/>
                  </a:lnTo>
                  <a:lnTo>
                    <a:pt x="93812" y="317331"/>
                  </a:lnTo>
                  <a:lnTo>
                    <a:pt x="98609" y="319580"/>
                  </a:lnTo>
                  <a:lnTo>
                    <a:pt x="103476" y="321676"/>
                  </a:lnTo>
                  <a:lnTo>
                    <a:pt x="108406" y="323617"/>
                  </a:lnTo>
                  <a:lnTo>
                    <a:pt x="113396" y="325401"/>
                  </a:lnTo>
                  <a:lnTo>
                    <a:pt x="118439" y="327025"/>
                  </a:lnTo>
                  <a:lnTo>
                    <a:pt x="123532" y="328489"/>
                  </a:lnTo>
                  <a:lnTo>
                    <a:pt x="128668" y="329791"/>
                  </a:lnTo>
                  <a:lnTo>
                    <a:pt x="133843" y="330929"/>
                  </a:lnTo>
                  <a:lnTo>
                    <a:pt x="139051" y="331903"/>
                  </a:lnTo>
                  <a:lnTo>
                    <a:pt x="144288" y="332711"/>
                  </a:lnTo>
                  <a:lnTo>
                    <a:pt x="149548" y="333353"/>
                  </a:lnTo>
                  <a:lnTo>
                    <a:pt x="154825" y="333827"/>
                  </a:lnTo>
                  <a:lnTo>
                    <a:pt x="160115" y="334135"/>
                  </a:lnTo>
                  <a:lnTo>
                    <a:pt x="165412" y="334274"/>
                  </a:lnTo>
                  <a:lnTo>
                    <a:pt x="170710" y="334246"/>
                  </a:lnTo>
                  <a:lnTo>
                    <a:pt x="176005" y="334049"/>
                  </a:lnTo>
                  <a:lnTo>
                    <a:pt x="181291" y="333685"/>
                  </a:lnTo>
                  <a:lnTo>
                    <a:pt x="186563" y="333154"/>
                  </a:lnTo>
                  <a:lnTo>
                    <a:pt x="191816" y="332456"/>
                  </a:lnTo>
                  <a:lnTo>
                    <a:pt x="197043" y="331591"/>
                  </a:lnTo>
                  <a:lnTo>
                    <a:pt x="202241" y="330562"/>
                  </a:lnTo>
                  <a:lnTo>
                    <a:pt x="207403" y="329368"/>
                  </a:lnTo>
                  <a:lnTo>
                    <a:pt x="212525" y="328011"/>
                  </a:lnTo>
                  <a:lnTo>
                    <a:pt x="217602" y="326492"/>
                  </a:lnTo>
                  <a:lnTo>
                    <a:pt x="222627" y="324814"/>
                  </a:lnTo>
                  <a:lnTo>
                    <a:pt x="227598" y="322977"/>
                  </a:lnTo>
                  <a:lnTo>
                    <a:pt x="232507" y="320983"/>
                  </a:lnTo>
                  <a:lnTo>
                    <a:pt x="237350" y="318835"/>
                  </a:lnTo>
                  <a:lnTo>
                    <a:pt x="242124" y="316534"/>
                  </a:lnTo>
                  <a:lnTo>
                    <a:pt x="246821" y="314083"/>
                  </a:lnTo>
                  <a:lnTo>
                    <a:pt x="251439" y="311485"/>
                  </a:lnTo>
                  <a:lnTo>
                    <a:pt x="255972" y="308742"/>
                  </a:lnTo>
                  <a:lnTo>
                    <a:pt x="260416" y="305856"/>
                  </a:lnTo>
                  <a:lnTo>
                    <a:pt x="264766" y="302831"/>
                  </a:lnTo>
                  <a:lnTo>
                    <a:pt x="269018" y="299669"/>
                  </a:lnTo>
                  <a:lnTo>
                    <a:pt x="273168" y="296374"/>
                  </a:lnTo>
                  <a:lnTo>
                    <a:pt x="277212" y="292950"/>
                  </a:lnTo>
                  <a:lnTo>
                    <a:pt x="281144" y="289399"/>
                  </a:lnTo>
                  <a:lnTo>
                    <a:pt x="284963" y="285725"/>
                  </a:lnTo>
                  <a:lnTo>
                    <a:pt x="288662" y="281932"/>
                  </a:lnTo>
                  <a:lnTo>
                    <a:pt x="292240" y="278024"/>
                  </a:lnTo>
                  <a:lnTo>
                    <a:pt x="295692" y="274004"/>
                  </a:lnTo>
                  <a:lnTo>
                    <a:pt x="299015" y="269877"/>
                  </a:lnTo>
                  <a:lnTo>
                    <a:pt x="302206" y="265647"/>
                  </a:lnTo>
                  <a:lnTo>
                    <a:pt x="305261" y="261317"/>
                  </a:lnTo>
                  <a:lnTo>
                    <a:pt x="308177" y="256893"/>
                  </a:lnTo>
                  <a:lnTo>
                    <a:pt x="310951" y="252379"/>
                  </a:lnTo>
                  <a:lnTo>
                    <a:pt x="313581" y="247779"/>
                  </a:lnTo>
                  <a:lnTo>
                    <a:pt x="316064" y="243098"/>
                  </a:lnTo>
                  <a:lnTo>
                    <a:pt x="318398" y="238341"/>
                  </a:lnTo>
                  <a:lnTo>
                    <a:pt x="320579" y="233512"/>
                  </a:lnTo>
                  <a:lnTo>
                    <a:pt x="322606" y="228616"/>
                  </a:lnTo>
                  <a:lnTo>
                    <a:pt x="324477" y="223659"/>
                  </a:lnTo>
                  <a:lnTo>
                    <a:pt x="326190" y="218645"/>
                  </a:lnTo>
                  <a:lnTo>
                    <a:pt x="327743" y="213579"/>
                  </a:lnTo>
                  <a:lnTo>
                    <a:pt x="329135" y="208467"/>
                  </a:lnTo>
                  <a:lnTo>
                    <a:pt x="330364" y="203312"/>
                  </a:lnTo>
                  <a:lnTo>
                    <a:pt x="331429" y="198122"/>
                  </a:lnTo>
                  <a:lnTo>
                    <a:pt x="332330" y="192900"/>
                  </a:lnTo>
                  <a:lnTo>
                    <a:pt x="333064" y="187653"/>
                  </a:lnTo>
                  <a:lnTo>
                    <a:pt x="333631" y="182385"/>
                  </a:lnTo>
                  <a:lnTo>
                    <a:pt x="334032" y="177101"/>
                  </a:lnTo>
                  <a:lnTo>
                    <a:pt x="334264" y="171808"/>
                  </a:lnTo>
                  <a:lnTo>
                    <a:pt x="334329" y="166509"/>
                  </a:lnTo>
                  <a:lnTo>
                    <a:pt x="334226" y="161212"/>
                  </a:lnTo>
                  <a:lnTo>
                    <a:pt x="333955" y="155920"/>
                  </a:lnTo>
                  <a:lnTo>
                    <a:pt x="333516" y="150639"/>
                  </a:lnTo>
                  <a:lnTo>
                    <a:pt x="332910" y="145376"/>
                  </a:lnTo>
                  <a:lnTo>
                    <a:pt x="332138" y="140133"/>
                  </a:lnTo>
                  <a:lnTo>
                    <a:pt x="331200" y="134919"/>
                  </a:lnTo>
                  <a:lnTo>
                    <a:pt x="330097" y="129736"/>
                  </a:lnTo>
                  <a:lnTo>
                    <a:pt x="328831" y="124591"/>
                  </a:lnTo>
                  <a:lnTo>
                    <a:pt x="327402" y="119489"/>
                  </a:lnTo>
                  <a:lnTo>
                    <a:pt x="325812" y="114434"/>
                  </a:lnTo>
                  <a:lnTo>
                    <a:pt x="324063" y="109432"/>
                  </a:lnTo>
                  <a:lnTo>
                    <a:pt x="322156" y="104489"/>
                  </a:lnTo>
                  <a:lnTo>
                    <a:pt x="320093" y="99608"/>
                  </a:lnTo>
                  <a:lnTo>
                    <a:pt x="317877" y="94795"/>
                  </a:lnTo>
                  <a:lnTo>
                    <a:pt x="315509" y="90055"/>
                  </a:lnTo>
                  <a:lnTo>
                    <a:pt x="312992" y="85392"/>
                  </a:lnTo>
                  <a:lnTo>
                    <a:pt x="310329" y="80812"/>
                  </a:lnTo>
                  <a:lnTo>
                    <a:pt x="307522" y="76318"/>
                  </a:lnTo>
                  <a:lnTo>
                    <a:pt x="304574" y="71915"/>
                  </a:lnTo>
                  <a:lnTo>
                    <a:pt x="301487" y="67608"/>
                  </a:lnTo>
                  <a:lnTo>
                    <a:pt x="298266" y="63401"/>
                  </a:lnTo>
                  <a:lnTo>
                    <a:pt x="294913" y="59298"/>
                  </a:lnTo>
                  <a:lnTo>
                    <a:pt x="291432" y="55303"/>
                  </a:lnTo>
                  <a:lnTo>
                    <a:pt x="287826" y="51421"/>
                  </a:lnTo>
                  <a:lnTo>
                    <a:pt x="284099" y="47655"/>
                  </a:lnTo>
                  <a:lnTo>
                    <a:pt x="280254" y="44009"/>
                  </a:lnTo>
                  <a:lnTo>
                    <a:pt x="276295" y="40487"/>
                  </a:lnTo>
                  <a:lnTo>
                    <a:pt x="272227" y="37091"/>
                  </a:lnTo>
                  <a:lnTo>
                    <a:pt x="268054" y="33827"/>
                  </a:lnTo>
                  <a:lnTo>
                    <a:pt x="263779" y="30696"/>
                  </a:lnTo>
                  <a:lnTo>
                    <a:pt x="259407" y="27703"/>
                  </a:lnTo>
                  <a:lnTo>
                    <a:pt x="254942" y="24850"/>
                  </a:lnTo>
                  <a:lnTo>
                    <a:pt x="250389" y="22139"/>
                  </a:lnTo>
                  <a:lnTo>
                    <a:pt x="245753" y="19574"/>
                  </a:lnTo>
                  <a:lnTo>
                    <a:pt x="241037" y="17158"/>
                  </a:lnTo>
                  <a:lnTo>
                    <a:pt x="236248" y="14892"/>
                  </a:lnTo>
                  <a:lnTo>
                    <a:pt x="231388" y="12779"/>
                  </a:lnTo>
                  <a:lnTo>
                    <a:pt x="226465" y="10821"/>
                  </a:lnTo>
                  <a:lnTo>
                    <a:pt x="221482" y="9020"/>
                  </a:lnTo>
                  <a:lnTo>
                    <a:pt x="216444" y="7378"/>
                  </a:lnTo>
                  <a:lnTo>
                    <a:pt x="211356" y="5896"/>
                  </a:lnTo>
                  <a:lnTo>
                    <a:pt x="206225" y="4576"/>
                  </a:lnTo>
                  <a:lnTo>
                    <a:pt x="201054" y="3420"/>
                  </a:lnTo>
                  <a:lnTo>
                    <a:pt x="195849" y="2428"/>
                  </a:lnTo>
                  <a:lnTo>
                    <a:pt x="190615" y="1602"/>
                  </a:lnTo>
                  <a:lnTo>
                    <a:pt x="167163" y="16711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g587"/>
            <p:cNvSpPr/>
            <p:nvPr/>
          </p:nvSpPr>
          <p:spPr>
            <a:xfrm>
              <a:off x="4486215" y="5399291"/>
              <a:ext cx="23452" cy="167167"/>
            </a:xfrm>
            <a:custGeom>
              <a:avLst/>
              <a:pathLst>
                <a:path w="23452" h="167167">
                  <a:moveTo>
                    <a:pt x="23452" y="1653"/>
                  </a:moveTo>
                  <a:lnTo>
                    <a:pt x="15663" y="735"/>
                  </a:lnTo>
                  <a:lnTo>
                    <a:pt x="7840" y="183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g58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g58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g59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g59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g59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g59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g59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g59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g59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g59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g59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g59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g60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g60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g60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g60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g60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g60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g60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g60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g608"/>
            <p:cNvSpPr/>
            <p:nvPr/>
          </p:nvSpPr>
          <p:spPr>
            <a:xfrm>
              <a:off x="4974348" y="5399291"/>
              <a:ext cx="49196" cy="167167"/>
            </a:xfrm>
            <a:custGeom>
              <a:avLst/>
              <a:pathLst>
                <a:path w="49196" h="167167">
                  <a:moveTo>
                    <a:pt x="49196" y="0"/>
                  </a:moveTo>
                  <a:lnTo>
                    <a:pt x="42955" y="116"/>
                  </a:lnTo>
                  <a:lnTo>
                    <a:pt x="36723" y="465"/>
                  </a:lnTo>
                  <a:lnTo>
                    <a:pt x="30509" y="1047"/>
                  </a:lnTo>
                  <a:lnTo>
                    <a:pt x="24321" y="1861"/>
                  </a:lnTo>
                  <a:lnTo>
                    <a:pt x="18167" y="2904"/>
                  </a:lnTo>
                  <a:lnTo>
                    <a:pt x="12057" y="4177"/>
                  </a:lnTo>
                  <a:lnTo>
                    <a:pt x="5998" y="5677"/>
                  </a:lnTo>
                  <a:lnTo>
                    <a:pt x="0" y="7402"/>
                  </a:lnTo>
                  <a:lnTo>
                    <a:pt x="49196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g609"/>
            <p:cNvSpPr/>
            <p:nvPr/>
          </p:nvSpPr>
          <p:spPr>
            <a:xfrm>
              <a:off x="4974348" y="5406694"/>
              <a:ext cx="49196" cy="159764"/>
            </a:xfrm>
            <a:custGeom>
              <a:avLst/>
              <a:pathLst>
                <a:path w="49196" h="159764">
                  <a:moveTo>
                    <a:pt x="0" y="0"/>
                  </a:moveTo>
                  <a:lnTo>
                    <a:pt x="49196" y="15976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g610"/>
            <p:cNvSpPr/>
            <p:nvPr/>
          </p:nvSpPr>
          <p:spPr>
            <a:xfrm>
              <a:off x="4974348" y="5406694"/>
              <a:ext cx="49196" cy="159764"/>
            </a:xfrm>
            <a:custGeom>
              <a:avLst/>
              <a:pathLst>
                <a:path w="49196" h="159764">
                  <a:moveTo>
                    <a:pt x="0" y="0"/>
                  </a:moveTo>
                  <a:lnTo>
                    <a:pt x="49196" y="15976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g611"/>
            <p:cNvSpPr/>
            <p:nvPr/>
          </p:nvSpPr>
          <p:spPr>
            <a:xfrm>
              <a:off x="4974348" y="5406694"/>
              <a:ext cx="49196" cy="159764"/>
            </a:xfrm>
            <a:custGeom>
              <a:avLst/>
              <a:pathLst>
                <a:path w="49196" h="159764">
                  <a:moveTo>
                    <a:pt x="0" y="0"/>
                  </a:moveTo>
                  <a:lnTo>
                    <a:pt x="49196" y="15976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g612"/>
            <p:cNvSpPr/>
            <p:nvPr/>
          </p:nvSpPr>
          <p:spPr>
            <a:xfrm>
              <a:off x="4974348" y="5406694"/>
              <a:ext cx="49196" cy="159764"/>
            </a:xfrm>
            <a:custGeom>
              <a:avLst/>
              <a:pathLst>
                <a:path w="49196" h="159764">
                  <a:moveTo>
                    <a:pt x="0" y="0"/>
                  </a:moveTo>
                  <a:lnTo>
                    <a:pt x="49196" y="15976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g613"/>
            <p:cNvSpPr/>
            <p:nvPr/>
          </p:nvSpPr>
          <p:spPr>
            <a:xfrm>
              <a:off x="4974348" y="5406694"/>
              <a:ext cx="49196" cy="159764"/>
            </a:xfrm>
            <a:custGeom>
              <a:avLst/>
              <a:pathLst>
                <a:path w="49196" h="159764">
                  <a:moveTo>
                    <a:pt x="0" y="0"/>
                  </a:moveTo>
                  <a:lnTo>
                    <a:pt x="49196" y="15976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g614"/>
            <p:cNvSpPr/>
            <p:nvPr/>
          </p:nvSpPr>
          <p:spPr>
            <a:xfrm>
              <a:off x="4856385" y="5406694"/>
              <a:ext cx="184964" cy="326922"/>
            </a:xfrm>
            <a:custGeom>
              <a:avLst/>
              <a:pathLst>
                <a:path w="184964" h="326922">
                  <a:moveTo>
                    <a:pt x="117962" y="0"/>
                  </a:moveTo>
                  <a:lnTo>
                    <a:pt x="112866" y="1659"/>
                  </a:lnTo>
                  <a:lnTo>
                    <a:pt x="107826" y="3480"/>
                  </a:lnTo>
                  <a:lnTo>
                    <a:pt x="102846" y="5462"/>
                  </a:lnTo>
                  <a:lnTo>
                    <a:pt x="97933" y="7603"/>
                  </a:lnTo>
                  <a:lnTo>
                    <a:pt x="93091" y="9900"/>
                  </a:lnTo>
                  <a:lnTo>
                    <a:pt x="88325" y="12352"/>
                  </a:lnTo>
                  <a:lnTo>
                    <a:pt x="83641" y="14954"/>
                  </a:lnTo>
                  <a:lnTo>
                    <a:pt x="79042" y="17706"/>
                  </a:lnTo>
                  <a:lnTo>
                    <a:pt x="74533" y="20604"/>
                  </a:lnTo>
                  <a:lnTo>
                    <a:pt x="70120" y="23644"/>
                  </a:lnTo>
                  <a:lnTo>
                    <a:pt x="65806" y="26825"/>
                  </a:lnTo>
                  <a:lnTo>
                    <a:pt x="61597" y="30142"/>
                  </a:lnTo>
                  <a:lnTo>
                    <a:pt x="57496" y="33592"/>
                  </a:lnTo>
                  <a:lnTo>
                    <a:pt x="53508" y="37173"/>
                  </a:lnTo>
                  <a:lnTo>
                    <a:pt x="49637" y="40879"/>
                  </a:lnTo>
                  <a:lnTo>
                    <a:pt x="45886" y="44707"/>
                  </a:lnTo>
                  <a:lnTo>
                    <a:pt x="42260" y="48653"/>
                  </a:lnTo>
                  <a:lnTo>
                    <a:pt x="38763" y="52714"/>
                  </a:lnTo>
                  <a:lnTo>
                    <a:pt x="35397" y="56885"/>
                  </a:lnTo>
                  <a:lnTo>
                    <a:pt x="32167" y="61161"/>
                  </a:lnTo>
                  <a:lnTo>
                    <a:pt x="29076" y="65539"/>
                  </a:lnTo>
                  <a:lnTo>
                    <a:pt x="26127" y="70014"/>
                  </a:lnTo>
                  <a:lnTo>
                    <a:pt x="23322" y="74581"/>
                  </a:lnTo>
                  <a:lnTo>
                    <a:pt x="20665" y="79235"/>
                  </a:lnTo>
                  <a:lnTo>
                    <a:pt x="18159" y="83973"/>
                  </a:lnTo>
                  <a:lnTo>
                    <a:pt x="15806" y="88788"/>
                  </a:lnTo>
                  <a:lnTo>
                    <a:pt x="13609" y="93676"/>
                  </a:lnTo>
                  <a:lnTo>
                    <a:pt x="11569" y="98632"/>
                  </a:lnTo>
                  <a:lnTo>
                    <a:pt x="9690" y="103651"/>
                  </a:lnTo>
                  <a:lnTo>
                    <a:pt x="7972" y="108727"/>
                  </a:lnTo>
                  <a:lnTo>
                    <a:pt x="6418" y="113856"/>
                  </a:lnTo>
                  <a:lnTo>
                    <a:pt x="5029" y="119032"/>
                  </a:lnTo>
                  <a:lnTo>
                    <a:pt x="3806" y="124250"/>
                  </a:lnTo>
                  <a:lnTo>
                    <a:pt x="2752" y="129505"/>
                  </a:lnTo>
                  <a:lnTo>
                    <a:pt x="1866" y="134791"/>
                  </a:lnTo>
                  <a:lnTo>
                    <a:pt x="1151" y="140102"/>
                  </a:lnTo>
                  <a:lnTo>
                    <a:pt x="606" y="145434"/>
                  </a:lnTo>
                  <a:lnTo>
                    <a:pt x="232" y="150780"/>
                  </a:lnTo>
                  <a:lnTo>
                    <a:pt x="30" y="156135"/>
                  </a:lnTo>
                  <a:lnTo>
                    <a:pt x="0" y="161494"/>
                  </a:lnTo>
                  <a:lnTo>
                    <a:pt x="141" y="166852"/>
                  </a:lnTo>
                  <a:lnTo>
                    <a:pt x="454" y="172202"/>
                  </a:lnTo>
                  <a:lnTo>
                    <a:pt x="938" y="177539"/>
                  </a:lnTo>
                  <a:lnTo>
                    <a:pt x="1593" y="182858"/>
                  </a:lnTo>
                  <a:lnTo>
                    <a:pt x="2419" y="188154"/>
                  </a:lnTo>
                  <a:lnTo>
                    <a:pt x="3414" y="193420"/>
                  </a:lnTo>
                  <a:lnTo>
                    <a:pt x="4577" y="198652"/>
                  </a:lnTo>
                  <a:lnTo>
                    <a:pt x="5907" y="203843"/>
                  </a:lnTo>
                  <a:lnTo>
                    <a:pt x="7403" y="208990"/>
                  </a:lnTo>
                  <a:lnTo>
                    <a:pt x="9063" y="214085"/>
                  </a:lnTo>
                  <a:lnTo>
                    <a:pt x="10885" y="219125"/>
                  </a:lnTo>
                  <a:lnTo>
                    <a:pt x="12868" y="224104"/>
                  </a:lnTo>
                  <a:lnTo>
                    <a:pt x="15010" y="229017"/>
                  </a:lnTo>
                  <a:lnTo>
                    <a:pt x="17308" y="233858"/>
                  </a:lnTo>
                  <a:lnTo>
                    <a:pt x="19760" y="238624"/>
                  </a:lnTo>
                  <a:lnTo>
                    <a:pt x="22364" y="243308"/>
                  </a:lnTo>
                  <a:lnTo>
                    <a:pt x="25116" y="247907"/>
                  </a:lnTo>
                  <a:lnTo>
                    <a:pt x="28015" y="252414"/>
                  </a:lnTo>
                  <a:lnTo>
                    <a:pt x="31056" y="256827"/>
                  </a:lnTo>
                  <a:lnTo>
                    <a:pt x="34238" y="261140"/>
                  </a:lnTo>
                  <a:lnTo>
                    <a:pt x="37555" y="265349"/>
                  </a:lnTo>
                  <a:lnTo>
                    <a:pt x="41007" y="269449"/>
                  </a:lnTo>
                  <a:lnTo>
                    <a:pt x="44587" y="273436"/>
                  </a:lnTo>
                  <a:lnTo>
                    <a:pt x="48294" y="277307"/>
                  </a:lnTo>
                  <a:lnTo>
                    <a:pt x="52123" y="281057"/>
                  </a:lnTo>
                  <a:lnTo>
                    <a:pt x="56070" y="284682"/>
                  </a:lnTo>
                  <a:lnTo>
                    <a:pt x="60132" y="288179"/>
                  </a:lnTo>
                  <a:lnTo>
                    <a:pt x="64303" y="291544"/>
                  </a:lnTo>
                  <a:lnTo>
                    <a:pt x="68580" y="294773"/>
                  </a:lnTo>
                  <a:lnTo>
                    <a:pt x="72959" y="297863"/>
                  </a:lnTo>
                  <a:lnTo>
                    <a:pt x="77434" y="300812"/>
                  </a:lnTo>
                  <a:lnTo>
                    <a:pt x="82001" y="303616"/>
                  </a:lnTo>
                  <a:lnTo>
                    <a:pt x="86656" y="306271"/>
                  </a:lnTo>
                  <a:lnTo>
                    <a:pt x="91394" y="308777"/>
                  </a:lnTo>
                  <a:lnTo>
                    <a:pt x="96210" y="311129"/>
                  </a:lnTo>
                  <a:lnTo>
                    <a:pt x="101098" y="313325"/>
                  </a:lnTo>
                  <a:lnTo>
                    <a:pt x="106055" y="315364"/>
                  </a:lnTo>
                  <a:lnTo>
                    <a:pt x="111074" y="317243"/>
                  </a:lnTo>
                  <a:lnTo>
                    <a:pt x="116151" y="318959"/>
                  </a:lnTo>
                  <a:lnTo>
                    <a:pt x="121280" y="320513"/>
                  </a:lnTo>
                  <a:lnTo>
                    <a:pt x="126456" y="321901"/>
                  </a:lnTo>
                  <a:lnTo>
                    <a:pt x="131675" y="323122"/>
                  </a:lnTo>
                  <a:lnTo>
                    <a:pt x="136929" y="324176"/>
                  </a:lnTo>
                  <a:lnTo>
                    <a:pt x="142215" y="325060"/>
                  </a:lnTo>
                  <a:lnTo>
                    <a:pt x="147527" y="325775"/>
                  </a:lnTo>
                  <a:lnTo>
                    <a:pt x="152858" y="326319"/>
                  </a:lnTo>
                  <a:lnTo>
                    <a:pt x="158204" y="326692"/>
                  </a:lnTo>
                  <a:lnTo>
                    <a:pt x="163560" y="326893"/>
                  </a:lnTo>
                  <a:lnTo>
                    <a:pt x="168919" y="326922"/>
                  </a:lnTo>
                  <a:lnTo>
                    <a:pt x="174277" y="326780"/>
                  </a:lnTo>
                  <a:lnTo>
                    <a:pt x="179627" y="326466"/>
                  </a:lnTo>
                  <a:lnTo>
                    <a:pt x="184964" y="325980"/>
                  </a:lnTo>
                  <a:lnTo>
                    <a:pt x="167158" y="15976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g615"/>
            <p:cNvSpPr/>
            <p:nvPr/>
          </p:nvSpPr>
          <p:spPr>
            <a:xfrm>
              <a:off x="5023544" y="5399291"/>
              <a:ext cx="167164" cy="333383"/>
            </a:xfrm>
            <a:custGeom>
              <a:avLst/>
              <a:pathLst>
                <a:path w="167164" h="333383">
                  <a:moveTo>
                    <a:pt x="17806" y="333383"/>
                  </a:moveTo>
                  <a:lnTo>
                    <a:pt x="23105" y="332730"/>
                  </a:lnTo>
                  <a:lnTo>
                    <a:pt x="28382" y="331907"/>
                  </a:lnTo>
                  <a:lnTo>
                    <a:pt x="33629" y="330917"/>
                  </a:lnTo>
                  <a:lnTo>
                    <a:pt x="38842" y="329759"/>
                  </a:lnTo>
                  <a:lnTo>
                    <a:pt x="44016" y="328435"/>
                  </a:lnTo>
                  <a:lnTo>
                    <a:pt x="49144" y="326947"/>
                  </a:lnTo>
                  <a:lnTo>
                    <a:pt x="54223" y="325296"/>
                  </a:lnTo>
                  <a:lnTo>
                    <a:pt x="59246" y="323483"/>
                  </a:lnTo>
                  <a:lnTo>
                    <a:pt x="64209" y="321511"/>
                  </a:lnTo>
                  <a:lnTo>
                    <a:pt x="69106" y="319382"/>
                  </a:lnTo>
                  <a:lnTo>
                    <a:pt x="73932" y="317097"/>
                  </a:lnTo>
                  <a:lnTo>
                    <a:pt x="78683" y="314659"/>
                  </a:lnTo>
                  <a:lnTo>
                    <a:pt x="83354" y="312070"/>
                  </a:lnTo>
                  <a:lnTo>
                    <a:pt x="87940" y="309334"/>
                  </a:lnTo>
                  <a:lnTo>
                    <a:pt x="92436" y="306452"/>
                  </a:lnTo>
                  <a:lnTo>
                    <a:pt x="96838" y="303429"/>
                  </a:lnTo>
                  <a:lnTo>
                    <a:pt x="101141" y="300266"/>
                  </a:lnTo>
                  <a:lnTo>
                    <a:pt x="105340" y="296968"/>
                  </a:lnTo>
                  <a:lnTo>
                    <a:pt x="109432" y="293537"/>
                  </a:lnTo>
                  <a:lnTo>
                    <a:pt x="113413" y="289977"/>
                  </a:lnTo>
                  <a:lnTo>
                    <a:pt x="117278" y="286292"/>
                  </a:lnTo>
                  <a:lnTo>
                    <a:pt x="121023" y="282485"/>
                  </a:lnTo>
                  <a:lnTo>
                    <a:pt x="124644" y="278561"/>
                  </a:lnTo>
                  <a:lnTo>
                    <a:pt x="128139" y="274523"/>
                  </a:lnTo>
                  <a:lnTo>
                    <a:pt x="131502" y="270375"/>
                  </a:lnTo>
                  <a:lnTo>
                    <a:pt x="134732" y="266122"/>
                  </a:lnTo>
                  <a:lnTo>
                    <a:pt x="137824" y="261768"/>
                  </a:lnTo>
                  <a:lnTo>
                    <a:pt x="140775" y="257318"/>
                  </a:lnTo>
                  <a:lnTo>
                    <a:pt x="143583" y="252775"/>
                  </a:lnTo>
                  <a:lnTo>
                    <a:pt x="146244" y="248146"/>
                  </a:lnTo>
                  <a:lnTo>
                    <a:pt x="148756" y="243433"/>
                  </a:lnTo>
                  <a:lnTo>
                    <a:pt x="151116" y="238643"/>
                  </a:lnTo>
                  <a:lnTo>
                    <a:pt x="153322" y="233780"/>
                  </a:lnTo>
                  <a:lnTo>
                    <a:pt x="155371" y="228849"/>
                  </a:lnTo>
                  <a:lnTo>
                    <a:pt x="157262" y="223854"/>
                  </a:lnTo>
                  <a:lnTo>
                    <a:pt x="158992" y="218802"/>
                  </a:lnTo>
                  <a:lnTo>
                    <a:pt x="160561" y="213698"/>
                  </a:lnTo>
                  <a:lnTo>
                    <a:pt x="161965" y="208546"/>
                  </a:lnTo>
                  <a:lnTo>
                    <a:pt x="163204" y="203351"/>
                  </a:lnTo>
                  <a:lnTo>
                    <a:pt x="164276" y="198120"/>
                  </a:lnTo>
                  <a:lnTo>
                    <a:pt x="165181" y="192857"/>
                  </a:lnTo>
                  <a:lnTo>
                    <a:pt x="165917" y="187568"/>
                  </a:lnTo>
                  <a:lnTo>
                    <a:pt x="166484" y="182258"/>
                  </a:lnTo>
                  <a:lnTo>
                    <a:pt x="166881" y="176933"/>
                  </a:lnTo>
                  <a:lnTo>
                    <a:pt x="167108" y="171597"/>
                  </a:lnTo>
                  <a:lnTo>
                    <a:pt x="167164" y="166258"/>
                  </a:lnTo>
                  <a:lnTo>
                    <a:pt x="167050" y="160919"/>
                  </a:lnTo>
                  <a:lnTo>
                    <a:pt x="166765" y="155586"/>
                  </a:lnTo>
                  <a:lnTo>
                    <a:pt x="166310" y="150265"/>
                  </a:lnTo>
                  <a:lnTo>
                    <a:pt x="165686" y="144962"/>
                  </a:lnTo>
                  <a:lnTo>
                    <a:pt x="164892" y="139681"/>
                  </a:lnTo>
                  <a:lnTo>
                    <a:pt x="163930" y="134428"/>
                  </a:lnTo>
                  <a:lnTo>
                    <a:pt x="162800" y="129209"/>
                  </a:lnTo>
                  <a:lnTo>
                    <a:pt x="161505" y="124029"/>
                  </a:lnTo>
                  <a:lnTo>
                    <a:pt x="160045" y="118892"/>
                  </a:lnTo>
                  <a:lnTo>
                    <a:pt x="158421" y="113805"/>
                  </a:lnTo>
                  <a:lnTo>
                    <a:pt x="156636" y="108772"/>
                  </a:lnTo>
                  <a:lnTo>
                    <a:pt x="154691" y="103799"/>
                  </a:lnTo>
                  <a:lnTo>
                    <a:pt x="152588" y="98890"/>
                  </a:lnTo>
                  <a:lnTo>
                    <a:pt x="150329" y="94051"/>
                  </a:lnTo>
                  <a:lnTo>
                    <a:pt x="147917" y="89287"/>
                  </a:lnTo>
                  <a:lnTo>
                    <a:pt x="145354" y="84602"/>
                  </a:lnTo>
                  <a:lnTo>
                    <a:pt x="142643" y="80001"/>
                  </a:lnTo>
                  <a:lnTo>
                    <a:pt x="139786" y="75490"/>
                  </a:lnTo>
                  <a:lnTo>
                    <a:pt x="136786" y="71072"/>
                  </a:lnTo>
                  <a:lnTo>
                    <a:pt x="133647" y="66752"/>
                  </a:lnTo>
                  <a:lnTo>
                    <a:pt x="130372" y="62534"/>
                  </a:lnTo>
                  <a:lnTo>
                    <a:pt x="126963" y="58423"/>
                  </a:lnTo>
                  <a:lnTo>
                    <a:pt x="123425" y="54423"/>
                  </a:lnTo>
                  <a:lnTo>
                    <a:pt x="119761" y="50539"/>
                  </a:lnTo>
                  <a:lnTo>
                    <a:pt x="115975" y="46773"/>
                  </a:lnTo>
                  <a:lnTo>
                    <a:pt x="112070" y="43130"/>
                  </a:lnTo>
                  <a:lnTo>
                    <a:pt x="108051" y="39614"/>
                  </a:lnTo>
                  <a:lnTo>
                    <a:pt x="103922" y="36228"/>
                  </a:lnTo>
                  <a:lnTo>
                    <a:pt x="99686" y="32975"/>
                  </a:lnTo>
                  <a:lnTo>
                    <a:pt x="95349" y="29859"/>
                  </a:lnTo>
                  <a:lnTo>
                    <a:pt x="90915" y="26884"/>
                  </a:lnTo>
                  <a:lnTo>
                    <a:pt x="86388" y="24052"/>
                  </a:lnTo>
                  <a:lnTo>
                    <a:pt x="81773" y="21365"/>
                  </a:lnTo>
                  <a:lnTo>
                    <a:pt x="77074" y="18828"/>
                  </a:lnTo>
                  <a:lnTo>
                    <a:pt x="72297" y="16442"/>
                  </a:lnTo>
                  <a:lnTo>
                    <a:pt x="67445" y="14209"/>
                  </a:lnTo>
                  <a:lnTo>
                    <a:pt x="62525" y="12133"/>
                  </a:lnTo>
                  <a:lnTo>
                    <a:pt x="57542" y="10215"/>
                  </a:lnTo>
                  <a:lnTo>
                    <a:pt x="52499" y="8457"/>
                  </a:lnTo>
                  <a:lnTo>
                    <a:pt x="47403" y="6861"/>
                  </a:lnTo>
                  <a:lnTo>
                    <a:pt x="42259" y="5429"/>
                  </a:lnTo>
                  <a:lnTo>
                    <a:pt x="37071" y="4162"/>
                  </a:lnTo>
                  <a:lnTo>
                    <a:pt x="31846" y="3061"/>
                  </a:lnTo>
                  <a:lnTo>
                    <a:pt x="26588" y="2128"/>
                  </a:lnTo>
                  <a:lnTo>
                    <a:pt x="21303" y="1362"/>
                  </a:lnTo>
                  <a:lnTo>
                    <a:pt x="15996" y="767"/>
                  </a:lnTo>
                  <a:lnTo>
                    <a:pt x="10673" y="341"/>
                  </a:lnTo>
                  <a:lnTo>
                    <a:pt x="5339" y="8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g61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g61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g61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g61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g62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g62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g62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g62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g62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g62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g62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g62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g62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g62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g63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g63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g63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g63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g63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g63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g63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g637"/>
            <p:cNvSpPr/>
            <p:nvPr/>
          </p:nvSpPr>
          <p:spPr>
            <a:xfrm>
              <a:off x="5528923" y="5269756"/>
              <a:ext cx="16335" cy="167167"/>
            </a:xfrm>
            <a:custGeom>
              <a:avLst/>
              <a:pathLst>
                <a:path w="16335" h="167167">
                  <a:moveTo>
                    <a:pt x="16335" y="0"/>
                  </a:moveTo>
                  <a:lnTo>
                    <a:pt x="8157" y="200"/>
                  </a:lnTo>
                  <a:lnTo>
                    <a:pt x="0" y="800"/>
                  </a:lnTo>
                  <a:lnTo>
                    <a:pt x="16335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g638"/>
            <p:cNvSpPr/>
            <p:nvPr/>
          </p:nvSpPr>
          <p:spPr>
            <a:xfrm>
              <a:off x="5528923" y="5270556"/>
              <a:ext cx="16335" cy="166367"/>
            </a:xfrm>
            <a:custGeom>
              <a:avLst/>
              <a:pathLst>
                <a:path w="16335" h="166367">
                  <a:moveTo>
                    <a:pt x="0" y="0"/>
                  </a:moveTo>
                  <a:lnTo>
                    <a:pt x="16335" y="1663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g639"/>
            <p:cNvSpPr/>
            <p:nvPr/>
          </p:nvSpPr>
          <p:spPr>
            <a:xfrm>
              <a:off x="5528923" y="5270556"/>
              <a:ext cx="16335" cy="166367"/>
            </a:xfrm>
            <a:custGeom>
              <a:avLst/>
              <a:pathLst>
                <a:path w="16335" h="166367">
                  <a:moveTo>
                    <a:pt x="0" y="0"/>
                  </a:moveTo>
                  <a:lnTo>
                    <a:pt x="16335" y="1663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g640"/>
            <p:cNvSpPr/>
            <p:nvPr/>
          </p:nvSpPr>
          <p:spPr>
            <a:xfrm>
              <a:off x="5528923" y="5270556"/>
              <a:ext cx="16335" cy="166367"/>
            </a:xfrm>
            <a:custGeom>
              <a:avLst/>
              <a:pathLst>
                <a:path w="16335" h="166367">
                  <a:moveTo>
                    <a:pt x="0" y="0"/>
                  </a:moveTo>
                  <a:lnTo>
                    <a:pt x="16335" y="1663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g641"/>
            <p:cNvSpPr/>
            <p:nvPr/>
          </p:nvSpPr>
          <p:spPr>
            <a:xfrm>
              <a:off x="5528923" y="5270556"/>
              <a:ext cx="16335" cy="166367"/>
            </a:xfrm>
            <a:custGeom>
              <a:avLst/>
              <a:pathLst>
                <a:path w="16335" h="166367">
                  <a:moveTo>
                    <a:pt x="0" y="0"/>
                  </a:moveTo>
                  <a:lnTo>
                    <a:pt x="16335" y="1663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g642"/>
            <p:cNvSpPr/>
            <p:nvPr/>
          </p:nvSpPr>
          <p:spPr>
            <a:xfrm>
              <a:off x="5381737" y="5270556"/>
              <a:ext cx="163520" cy="166367"/>
            </a:xfrm>
            <a:custGeom>
              <a:avLst/>
              <a:pathLst>
                <a:path w="163520" h="166367">
                  <a:moveTo>
                    <a:pt x="147185" y="0"/>
                  </a:moveTo>
                  <a:lnTo>
                    <a:pt x="141804" y="616"/>
                  </a:lnTo>
                  <a:lnTo>
                    <a:pt x="136445" y="1407"/>
                  </a:lnTo>
                  <a:lnTo>
                    <a:pt x="131116" y="2370"/>
                  </a:lnTo>
                  <a:lnTo>
                    <a:pt x="125820" y="3506"/>
                  </a:lnTo>
                  <a:lnTo>
                    <a:pt x="120564" y="4813"/>
                  </a:lnTo>
                  <a:lnTo>
                    <a:pt x="115352" y="6289"/>
                  </a:lnTo>
                  <a:lnTo>
                    <a:pt x="110192" y="7934"/>
                  </a:lnTo>
                  <a:lnTo>
                    <a:pt x="105087" y="9745"/>
                  </a:lnTo>
                  <a:lnTo>
                    <a:pt x="100044" y="11720"/>
                  </a:lnTo>
                  <a:lnTo>
                    <a:pt x="95067" y="13857"/>
                  </a:lnTo>
                  <a:lnTo>
                    <a:pt x="90163" y="16155"/>
                  </a:lnTo>
                  <a:lnTo>
                    <a:pt x="85335" y="18610"/>
                  </a:lnTo>
                  <a:lnTo>
                    <a:pt x="80589" y="21221"/>
                  </a:lnTo>
                  <a:lnTo>
                    <a:pt x="75931" y="23984"/>
                  </a:lnTo>
                  <a:lnTo>
                    <a:pt x="71364" y="26896"/>
                  </a:lnTo>
                  <a:lnTo>
                    <a:pt x="66894" y="29955"/>
                  </a:lnTo>
                  <a:lnTo>
                    <a:pt x="62525" y="33156"/>
                  </a:lnTo>
                  <a:lnTo>
                    <a:pt x="58263" y="36498"/>
                  </a:lnTo>
                  <a:lnTo>
                    <a:pt x="54111" y="39976"/>
                  </a:lnTo>
                  <a:lnTo>
                    <a:pt x="50074" y="43587"/>
                  </a:lnTo>
                  <a:lnTo>
                    <a:pt x="46156" y="47327"/>
                  </a:lnTo>
                  <a:lnTo>
                    <a:pt x="42361" y="51191"/>
                  </a:lnTo>
                  <a:lnTo>
                    <a:pt x="38693" y="55177"/>
                  </a:lnTo>
                  <a:lnTo>
                    <a:pt x="35157" y="59279"/>
                  </a:lnTo>
                  <a:lnTo>
                    <a:pt x="31755" y="63494"/>
                  </a:lnTo>
                  <a:lnTo>
                    <a:pt x="28492" y="67816"/>
                  </a:lnTo>
                  <a:lnTo>
                    <a:pt x="25370" y="72243"/>
                  </a:lnTo>
                  <a:lnTo>
                    <a:pt x="22393" y="76767"/>
                  </a:lnTo>
                  <a:lnTo>
                    <a:pt x="19564" y="81386"/>
                  </a:lnTo>
                  <a:lnTo>
                    <a:pt x="16887" y="86095"/>
                  </a:lnTo>
                  <a:lnTo>
                    <a:pt x="14363" y="90887"/>
                  </a:lnTo>
                  <a:lnTo>
                    <a:pt x="11996" y="95759"/>
                  </a:lnTo>
                  <a:lnTo>
                    <a:pt x="9789" y="100705"/>
                  </a:lnTo>
                  <a:lnTo>
                    <a:pt x="7742" y="105719"/>
                  </a:lnTo>
                  <a:lnTo>
                    <a:pt x="5859" y="110798"/>
                  </a:lnTo>
                  <a:lnTo>
                    <a:pt x="4142" y="115934"/>
                  </a:lnTo>
                  <a:lnTo>
                    <a:pt x="2592" y="121124"/>
                  </a:lnTo>
                  <a:lnTo>
                    <a:pt x="1210" y="126361"/>
                  </a:lnTo>
                  <a:lnTo>
                    <a:pt x="0" y="131641"/>
                  </a:lnTo>
                  <a:lnTo>
                    <a:pt x="163520" y="1663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g643"/>
            <p:cNvSpPr/>
            <p:nvPr/>
          </p:nvSpPr>
          <p:spPr>
            <a:xfrm>
              <a:off x="5378105" y="5269756"/>
              <a:ext cx="334302" cy="334334"/>
            </a:xfrm>
            <a:custGeom>
              <a:avLst/>
              <a:pathLst>
                <a:path w="334302" h="334334">
                  <a:moveTo>
                    <a:pt x="3632" y="132441"/>
                  </a:moveTo>
                  <a:lnTo>
                    <a:pt x="2612" y="137649"/>
                  </a:lnTo>
                  <a:lnTo>
                    <a:pt x="1758" y="142888"/>
                  </a:lnTo>
                  <a:lnTo>
                    <a:pt x="1070" y="148151"/>
                  </a:lnTo>
                  <a:lnTo>
                    <a:pt x="550" y="153433"/>
                  </a:lnTo>
                  <a:lnTo>
                    <a:pt x="198" y="158729"/>
                  </a:lnTo>
                  <a:lnTo>
                    <a:pt x="15" y="164034"/>
                  </a:lnTo>
                  <a:lnTo>
                    <a:pt x="0" y="169342"/>
                  </a:lnTo>
                  <a:lnTo>
                    <a:pt x="153" y="174647"/>
                  </a:lnTo>
                  <a:lnTo>
                    <a:pt x="474" y="179945"/>
                  </a:lnTo>
                  <a:lnTo>
                    <a:pt x="964" y="185230"/>
                  </a:lnTo>
                  <a:lnTo>
                    <a:pt x="1621" y="190497"/>
                  </a:lnTo>
                  <a:lnTo>
                    <a:pt x="2446" y="195741"/>
                  </a:lnTo>
                  <a:lnTo>
                    <a:pt x="3436" y="200955"/>
                  </a:lnTo>
                  <a:lnTo>
                    <a:pt x="4591" y="206136"/>
                  </a:lnTo>
                  <a:lnTo>
                    <a:pt x="5910" y="211277"/>
                  </a:lnTo>
                  <a:lnTo>
                    <a:pt x="7392" y="216374"/>
                  </a:lnTo>
                  <a:lnTo>
                    <a:pt x="9034" y="221421"/>
                  </a:lnTo>
                  <a:lnTo>
                    <a:pt x="10836" y="226414"/>
                  </a:lnTo>
                  <a:lnTo>
                    <a:pt x="12796" y="231346"/>
                  </a:lnTo>
                  <a:lnTo>
                    <a:pt x="14912" y="236214"/>
                  </a:lnTo>
                  <a:lnTo>
                    <a:pt x="17180" y="241013"/>
                  </a:lnTo>
                  <a:lnTo>
                    <a:pt x="19600" y="245737"/>
                  </a:lnTo>
                  <a:lnTo>
                    <a:pt x="22169" y="250382"/>
                  </a:lnTo>
                  <a:lnTo>
                    <a:pt x="24884" y="254942"/>
                  </a:lnTo>
                  <a:lnTo>
                    <a:pt x="27742" y="259415"/>
                  </a:lnTo>
                  <a:lnTo>
                    <a:pt x="30741" y="263794"/>
                  </a:lnTo>
                  <a:lnTo>
                    <a:pt x="33878" y="268076"/>
                  </a:lnTo>
                  <a:lnTo>
                    <a:pt x="37148" y="272256"/>
                  </a:lnTo>
                  <a:lnTo>
                    <a:pt x="40550" y="276331"/>
                  </a:lnTo>
                  <a:lnTo>
                    <a:pt x="44080" y="280295"/>
                  </a:lnTo>
                  <a:lnTo>
                    <a:pt x="47733" y="284145"/>
                  </a:lnTo>
                  <a:lnTo>
                    <a:pt x="51507" y="287878"/>
                  </a:lnTo>
                  <a:lnTo>
                    <a:pt x="55398" y="291488"/>
                  </a:lnTo>
                  <a:lnTo>
                    <a:pt x="59401" y="294973"/>
                  </a:lnTo>
                  <a:lnTo>
                    <a:pt x="63513" y="298330"/>
                  </a:lnTo>
                  <a:lnTo>
                    <a:pt x="67729" y="301554"/>
                  </a:lnTo>
                  <a:lnTo>
                    <a:pt x="72046" y="304643"/>
                  </a:lnTo>
                  <a:lnTo>
                    <a:pt x="76458" y="307593"/>
                  </a:lnTo>
                  <a:lnTo>
                    <a:pt x="80962" y="310401"/>
                  </a:lnTo>
                  <a:lnTo>
                    <a:pt x="85552" y="313065"/>
                  </a:lnTo>
                  <a:lnTo>
                    <a:pt x="90225" y="315582"/>
                  </a:lnTo>
                  <a:lnTo>
                    <a:pt x="94976" y="317950"/>
                  </a:lnTo>
                  <a:lnTo>
                    <a:pt x="99799" y="320165"/>
                  </a:lnTo>
                  <a:lnTo>
                    <a:pt x="104691" y="322226"/>
                  </a:lnTo>
                  <a:lnTo>
                    <a:pt x="109645" y="324131"/>
                  </a:lnTo>
                  <a:lnTo>
                    <a:pt x="114657" y="325878"/>
                  </a:lnTo>
                  <a:lnTo>
                    <a:pt x="119722" y="327464"/>
                  </a:lnTo>
                  <a:lnTo>
                    <a:pt x="124835" y="328889"/>
                  </a:lnTo>
                  <a:lnTo>
                    <a:pt x="129991" y="330151"/>
                  </a:lnTo>
                  <a:lnTo>
                    <a:pt x="135184" y="331249"/>
                  </a:lnTo>
                  <a:lnTo>
                    <a:pt x="140409" y="332181"/>
                  </a:lnTo>
                  <a:lnTo>
                    <a:pt x="145661" y="332947"/>
                  </a:lnTo>
                  <a:lnTo>
                    <a:pt x="150935" y="333546"/>
                  </a:lnTo>
                  <a:lnTo>
                    <a:pt x="156225" y="333977"/>
                  </a:lnTo>
                  <a:lnTo>
                    <a:pt x="161526" y="334240"/>
                  </a:lnTo>
                  <a:lnTo>
                    <a:pt x="166833" y="334334"/>
                  </a:lnTo>
                  <a:lnTo>
                    <a:pt x="172141" y="334260"/>
                  </a:lnTo>
                  <a:lnTo>
                    <a:pt x="177443" y="334017"/>
                  </a:lnTo>
                  <a:lnTo>
                    <a:pt x="182735" y="333607"/>
                  </a:lnTo>
                  <a:lnTo>
                    <a:pt x="188011" y="333028"/>
                  </a:lnTo>
                  <a:lnTo>
                    <a:pt x="193266" y="332282"/>
                  </a:lnTo>
                  <a:lnTo>
                    <a:pt x="198495" y="331370"/>
                  </a:lnTo>
                  <a:lnTo>
                    <a:pt x="203692" y="330292"/>
                  </a:lnTo>
                  <a:lnTo>
                    <a:pt x="208852" y="329050"/>
                  </a:lnTo>
                  <a:lnTo>
                    <a:pt x="213971" y="327644"/>
                  </a:lnTo>
                  <a:lnTo>
                    <a:pt x="219042" y="326077"/>
                  </a:lnTo>
                  <a:lnTo>
                    <a:pt x="224061" y="324350"/>
                  </a:lnTo>
                  <a:lnTo>
                    <a:pt x="229022" y="322464"/>
                  </a:lnTo>
                  <a:lnTo>
                    <a:pt x="233921" y="320421"/>
                  </a:lnTo>
                  <a:lnTo>
                    <a:pt x="238753" y="318225"/>
                  </a:lnTo>
                  <a:lnTo>
                    <a:pt x="243512" y="315875"/>
                  </a:lnTo>
                  <a:lnTo>
                    <a:pt x="248195" y="313376"/>
                  </a:lnTo>
                  <a:lnTo>
                    <a:pt x="252796" y="310730"/>
                  </a:lnTo>
                  <a:lnTo>
                    <a:pt x="257310" y="307938"/>
                  </a:lnTo>
                  <a:lnTo>
                    <a:pt x="261734" y="305005"/>
                  </a:lnTo>
                  <a:lnTo>
                    <a:pt x="266062" y="301933"/>
                  </a:lnTo>
                  <a:lnTo>
                    <a:pt x="270291" y="298725"/>
                  </a:lnTo>
                  <a:lnTo>
                    <a:pt x="274416" y="295384"/>
                  </a:lnTo>
                  <a:lnTo>
                    <a:pt x="278432" y="291914"/>
                  </a:lnTo>
                  <a:lnTo>
                    <a:pt x="282336" y="288319"/>
                  </a:lnTo>
                  <a:lnTo>
                    <a:pt x="286124" y="284601"/>
                  </a:lnTo>
                  <a:lnTo>
                    <a:pt x="289793" y="280765"/>
                  </a:lnTo>
                  <a:lnTo>
                    <a:pt x="293337" y="276814"/>
                  </a:lnTo>
                  <a:lnTo>
                    <a:pt x="296755" y="272753"/>
                  </a:lnTo>
                  <a:lnTo>
                    <a:pt x="300041" y="268585"/>
                  </a:lnTo>
                  <a:lnTo>
                    <a:pt x="303194" y="264315"/>
                  </a:lnTo>
                  <a:lnTo>
                    <a:pt x="306210" y="259947"/>
                  </a:lnTo>
                  <a:lnTo>
                    <a:pt x="309085" y="255485"/>
                  </a:lnTo>
                  <a:lnTo>
                    <a:pt x="311817" y="250935"/>
                  </a:lnTo>
                  <a:lnTo>
                    <a:pt x="314404" y="246300"/>
                  </a:lnTo>
                  <a:lnTo>
                    <a:pt x="316842" y="241585"/>
                  </a:lnTo>
                  <a:lnTo>
                    <a:pt x="319129" y="236796"/>
                  </a:lnTo>
                  <a:lnTo>
                    <a:pt x="321263" y="231936"/>
                  </a:lnTo>
                  <a:lnTo>
                    <a:pt x="323242" y="227011"/>
                  </a:lnTo>
                  <a:lnTo>
                    <a:pt x="325063" y="222025"/>
                  </a:lnTo>
                  <a:lnTo>
                    <a:pt x="326725" y="216984"/>
                  </a:lnTo>
                  <a:lnTo>
                    <a:pt x="328226" y="211893"/>
                  </a:lnTo>
                  <a:lnTo>
                    <a:pt x="329565" y="206757"/>
                  </a:lnTo>
                  <a:lnTo>
                    <a:pt x="330740" y="201581"/>
                  </a:lnTo>
                  <a:lnTo>
                    <a:pt x="331750" y="196370"/>
                  </a:lnTo>
                  <a:lnTo>
                    <a:pt x="332594" y="191130"/>
                  </a:lnTo>
                  <a:lnTo>
                    <a:pt x="333271" y="185865"/>
                  </a:lnTo>
                  <a:lnTo>
                    <a:pt x="333781" y="180582"/>
                  </a:lnTo>
                  <a:lnTo>
                    <a:pt x="334123" y="175285"/>
                  </a:lnTo>
                  <a:lnTo>
                    <a:pt x="334297" y="169981"/>
                  </a:lnTo>
                  <a:lnTo>
                    <a:pt x="334302" y="164673"/>
                  </a:lnTo>
                  <a:lnTo>
                    <a:pt x="334138" y="159367"/>
                  </a:lnTo>
                  <a:lnTo>
                    <a:pt x="333806" y="154070"/>
                  </a:lnTo>
                  <a:lnTo>
                    <a:pt x="333307" y="148786"/>
                  </a:lnTo>
                  <a:lnTo>
                    <a:pt x="332639" y="143520"/>
                  </a:lnTo>
                  <a:lnTo>
                    <a:pt x="331805" y="138278"/>
                  </a:lnTo>
                  <a:lnTo>
                    <a:pt x="330805" y="133066"/>
                  </a:lnTo>
                  <a:lnTo>
                    <a:pt x="329640" y="127887"/>
                  </a:lnTo>
                  <a:lnTo>
                    <a:pt x="328311" y="122749"/>
                  </a:lnTo>
                  <a:lnTo>
                    <a:pt x="326820" y="117655"/>
                  </a:lnTo>
                  <a:lnTo>
                    <a:pt x="325167" y="112611"/>
                  </a:lnTo>
                  <a:lnTo>
                    <a:pt x="323356" y="107622"/>
                  </a:lnTo>
                  <a:lnTo>
                    <a:pt x="321386" y="102693"/>
                  </a:lnTo>
                  <a:lnTo>
                    <a:pt x="319262" y="97829"/>
                  </a:lnTo>
                  <a:lnTo>
                    <a:pt x="316984" y="93035"/>
                  </a:lnTo>
                  <a:lnTo>
                    <a:pt x="314555" y="88315"/>
                  </a:lnTo>
                  <a:lnTo>
                    <a:pt x="311977" y="83675"/>
                  </a:lnTo>
                  <a:lnTo>
                    <a:pt x="309254" y="79120"/>
                  </a:lnTo>
                  <a:lnTo>
                    <a:pt x="306387" y="74653"/>
                  </a:lnTo>
                  <a:lnTo>
                    <a:pt x="303379" y="70279"/>
                  </a:lnTo>
                  <a:lnTo>
                    <a:pt x="300235" y="66003"/>
                  </a:lnTo>
                  <a:lnTo>
                    <a:pt x="296956" y="61829"/>
                  </a:lnTo>
                  <a:lnTo>
                    <a:pt x="293547" y="57761"/>
                  </a:lnTo>
                  <a:lnTo>
                    <a:pt x="290010" y="53804"/>
                  </a:lnTo>
                  <a:lnTo>
                    <a:pt x="286349" y="49961"/>
                  </a:lnTo>
                  <a:lnTo>
                    <a:pt x="282568" y="46236"/>
                  </a:lnTo>
                  <a:lnTo>
                    <a:pt x="278670" y="42632"/>
                  </a:lnTo>
                  <a:lnTo>
                    <a:pt x="274660" y="39155"/>
                  </a:lnTo>
                  <a:lnTo>
                    <a:pt x="270542" y="35806"/>
                  </a:lnTo>
                  <a:lnTo>
                    <a:pt x="266320" y="32590"/>
                  </a:lnTo>
                  <a:lnTo>
                    <a:pt x="261997" y="29510"/>
                  </a:lnTo>
                  <a:lnTo>
                    <a:pt x="257579" y="26568"/>
                  </a:lnTo>
                  <a:lnTo>
                    <a:pt x="253070" y="23768"/>
                  </a:lnTo>
                  <a:lnTo>
                    <a:pt x="248474" y="21113"/>
                  </a:lnTo>
                  <a:lnTo>
                    <a:pt x="243796" y="18605"/>
                  </a:lnTo>
                  <a:lnTo>
                    <a:pt x="239041" y="16246"/>
                  </a:lnTo>
                  <a:lnTo>
                    <a:pt x="234214" y="14040"/>
                  </a:lnTo>
                  <a:lnTo>
                    <a:pt x="229319" y="11988"/>
                  </a:lnTo>
                  <a:lnTo>
                    <a:pt x="224361" y="10093"/>
                  </a:lnTo>
                  <a:lnTo>
                    <a:pt x="219345" y="8356"/>
                  </a:lnTo>
                  <a:lnTo>
                    <a:pt x="214277" y="6779"/>
                  </a:lnTo>
                  <a:lnTo>
                    <a:pt x="209162" y="5364"/>
                  </a:lnTo>
                  <a:lnTo>
                    <a:pt x="204004" y="4112"/>
                  </a:lnTo>
                  <a:lnTo>
                    <a:pt x="198808" y="3024"/>
                  </a:lnTo>
                  <a:lnTo>
                    <a:pt x="193581" y="2102"/>
                  </a:lnTo>
                  <a:lnTo>
                    <a:pt x="188328" y="1346"/>
                  </a:lnTo>
                  <a:lnTo>
                    <a:pt x="183053" y="757"/>
                  </a:lnTo>
                  <a:lnTo>
                    <a:pt x="177762" y="336"/>
                  </a:lnTo>
                  <a:lnTo>
                    <a:pt x="172460" y="84"/>
                  </a:lnTo>
                  <a:lnTo>
                    <a:pt x="167153" y="0"/>
                  </a:lnTo>
                  <a:lnTo>
                    <a:pt x="167153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g64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g64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g64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g64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g64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g64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g65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g65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g65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g65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g65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g65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g65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g65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g65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g65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g66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g66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g66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g66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g66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g66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g666"/>
            <p:cNvSpPr/>
            <p:nvPr/>
          </p:nvSpPr>
          <p:spPr>
            <a:xfrm>
              <a:off x="5995903" y="5018213"/>
              <a:ext cx="25135" cy="167167"/>
            </a:xfrm>
            <a:custGeom>
              <a:avLst/>
              <a:pathLst>
                <a:path w="25135" h="167167">
                  <a:moveTo>
                    <a:pt x="25135" y="0"/>
                  </a:moveTo>
                  <a:lnTo>
                    <a:pt x="16728" y="211"/>
                  </a:lnTo>
                  <a:lnTo>
                    <a:pt x="8342" y="845"/>
                  </a:lnTo>
                  <a:lnTo>
                    <a:pt x="0" y="1900"/>
                  </a:lnTo>
                  <a:lnTo>
                    <a:pt x="25135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g667"/>
            <p:cNvSpPr/>
            <p:nvPr/>
          </p:nvSpPr>
          <p:spPr>
            <a:xfrm>
              <a:off x="5995903" y="5020113"/>
              <a:ext cx="25135" cy="165266"/>
            </a:xfrm>
            <a:custGeom>
              <a:avLst/>
              <a:pathLst>
                <a:path w="25135" h="165266">
                  <a:moveTo>
                    <a:pt x="0" y="0"/>
                  </a:moveTo>
                  <a:lnTo>
                    <a:pt x="25135" y="16526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g668"/>
            <p:cNvSpPr/>
            <p:nvPr/>
          </p:nvSpPr>
          <p:spPr>
            <a:xfrm>
              <a:off x="5995903" y="5020113"/>
              <a:ext cx="25135" cy="165266"/>
            </a:xfrm>
            <a:custGeom>
              <a:avLst/>
              <a:pathLst>
                <a:path w="25135" h="165266">
                  <a:moveTo>
                    <a:pt x="0" y="0"/>
                  </a:moveTo>
                  <a:lnTo>
                    <a:pt x="25135" y="16526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g669"/>
            <p:cNvSpPr/>
            <p:nvPr/>
          </p:nvSpPr>
          <p:spPr>
            <a:xfrm>
              <a:off x="5995903" y="5020113"/>
              <a:ext cx="25135" cy="165266"/>
            </a:xfrm>
            <a:custGeom>
              <a:avLst/>
              <a:pathLst>
                <a:path w="25135" h="165266">
                  <a:moveTo>
                    <a:pt x="0" y="0"/>
                  </a:moveTo>
                  <a:lnTo>
                    <a:pt x="25135" y="16526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g670"/>
            <p:cNvSpPr/>
            <p:nvPr/>
          </p:nvSpPr>
          <p:spPr>
            <a:xfrm>
              <a:off x="5853886" y="5020113"/>
              <a:ext cx="167152" cy="183787"/>
            </a:xfrm>
            <a:custGeom>
              <a:avLst/>
              <a:pathLst>
                <a:path w="167152" h="183787">
                  <a:moveTo>
                    <a:pt x="142017" y="0"/>
                  </a:moveTo>
                  <a:lnTo>
                    <a:pt x="136648" y="906"/>
                  </a:lnTo>
                  <a:lnTo>
                    <a:pt x="131312" y="1986"/>
                  </a:lnTo>
                  <a:lnTo>
                    <a:pt x="126013" y="3240"/>
                  </a:lnTo>
                  <a:lnTo>
                    <a:pt x="120759" y="4666"/>
                  </a:lnTo>
                  <a:lnTo>
                    <a:pt x="115553" y="6262"/>
                  </a:lnTo>
                  <a:lnTo>
                    <a:pt x="110402" y="8027"/>
                  </a:lnTo>
                  <a:lnTo>
                    <a:pt x="105312" y="9958"/>
                  </a:lnTo>
                  <a:lnTo>
                    <a:pt x="100287" y="12054"/>
                  </a:lnTo>
                  <a:lnTo>
                    <a:pt x="95332" y="14313"/>
                  </a:lnTo>
                  <a:lnTo>
                    <a:pt x="90455" y="16732"/>
                  </a:lnTo>
                  <a:lnTo>
                    <a:pt x="85658" y="19309"/>
                  </a:lnTo>
                  <a:lnTo>
                    <a:pt x="80948" y="22040"/>
                  </a:lnTo>
                  <a:lnTo>
                    <a:pt x="76329" y="24923"/>
                  </a:lnTo>
                  <a:lnTo>
                    <a:pt x="71807" y="27956"/>
                  </a:lnTo>
                  <a:lnTo>
                    <a:pt x="67386" y="31133"/>
                  </a:lnTo>
                  <a:lnTo>
                    <a:pt x="63071" y="34454"/>
                  </a:lnTo>
                  <a:lnTo>
                    <a:pt x="58866" y="37913"/>
                  </a:lnTo>
                  <a:lnTo>
                    <a:pt x="54776" y="41507"/>
                  </a:lnTo>
                  <a:lnTo>
                    <a:pt x="50805" y="45232"/>
                  </a:lnTo>
                  <a:lnTo>
                    <a:pt x="46958" y="49085"/>
                  </a:lnTo>
                  <a:lnTo>
                    <a:pt x="43238" y="53060"/>
                  </a:lnTo>
                  <a:lnTo>
                    <a:pt x="39649" y="57155"/>
                  </a:lnTo>
                  <a:lnTo>
                    <a:pt x="36196" y="61365"/>
                  </a:lnTo>
                  <a:lnTo>
                    <a:pt x="32882" y="65685"/>
                  </a:lnTo>
                  <a:lnTo>
                    <a:pt x="29710" y="70110"/>
                  </a:lnTo>
                  <a:lnTo>
                    <a:pt x="26684" y="74637"/>
                  </a:lnTo>
                  <a:lnTo>
                    <a:pt x="23807" y="79259"/>
                  </a:lnTo>
                  <a:lnTo>
                    <a:pt x="21082" y="83973"/>
                  </a:lnTo>
                  <a:lnTo>
                    <a:pt x="18513" y="88773"/>
                  </a:lnTo>
                  <a:lnTo>
                    <a:pt x="16100" y="93654"/>
                  </a:lnTo>
                  <a:lnTo>
                    <a:pt x="13848" y="98612"/>
                  </a:lnTo>
                  <a:lnTo>
                    <a:pt x="11759" y="103639"/>
                  </a:lnTo>
                  <a:lnTo>
                    <a:pt x="9834" y="108733"/>
                  </a:lnTo>
                  <a:lnTo>
                    <a:pt x="8077" y="113886"/>
                  </a:lnTo>
                  <a:lnTo>
                    <a:pt x="6488" y="119094"/>
                  </a:lnTo>
                  <a:lnTo>
                    <a:pt x="5069" y="124350"/>
                  </a:lnTo>
                  <a:lnTo>
                    <a:pt x="3823" y="129651"/>
                  </a:lnTo>
                  <a:lnTo>
                    <a:pt x="2750" y="134988"/>
                  </a:lnTo>
                  <a:lnTo>
                    <a:pt x="1851" y="140358"/>
                  </a:lnTo>
                  <a:lnTo>
                    <a:pt x="1127" y="145755"/>
                  </a:lnTo>
                  <a:lnTo>
                    <a:pt x="580" y="151172"/>
                  </a:lnTo>
                  <a:lnTo>
                    <a:pt x="209" y="156604"/>
                  </a:lnTo>
                  <a:lnTo>
                    <a:pt x="16" y="162045"/>
                  </a:lnTo>
                  <a:lnTo>
                    <a:pt x="0" y="167490"/>
                  </a:lnTo>
                  <a:lnTo>
                    <a:pt x="161" y="172933"/>
                  </a:lnTo>
                  <a:lnTo>
                    <a:pt x="499" y="178367"/>
                  </a:lnTo>
                  <a:lnTo>
                    <a:pt x="1014" y="183787"/>
                  </a:lnTo>
                  <a:lnTo>
                    <a:pt x="167152" y="16526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g671"/>
            <p:cNvSpPr/>
            <p:nvPr/>
          </p:nvSpPr>
          <p:spPr>
            <a:xfrm>
              <a:off x="5854900" y="5018213"/>
              <a:ext cx="333284" cy="334334"/>
            </a:xfrm>
            <a:custGeom>
              <a:avLst/>
              <a:pathLst>
                <a:path w="333284" h="334334">
                  <a:moveTo>
                    <a:pt x="0" y="185688"/>
                  </a:moveTo>
                  <a:lnTo>
                    <a:pt x="671" y="190950"/>
                  </a:lnTo>
                  <a:lnTo>
                    <a:pt x="1509" y="196188"/>
                  </a:lnTo>
                  <a:lnTo>
                    <a:pt x="2512" y="201396"/>
                  </a:lnTo>
                  <a:lnTo>
                    <a:pt x="3681" y="206571"/>
                  </a:lnTo>
                  <a:lnTo>
                    <a:pt x="5013" y="211705"/>
                  </a:lnTo>
                  <a:lnTo>
                    <a:pt x="6507" y="216795"/>
                  </a:lnTo>
                  <a:lnTo>
                    <a:pt x="8162" y="221835"/>
                  </a:lnTo>
                  <a:lnTo>
                    <a:pt x="9976" y="226820"/>
                  </a:lnTo>
                  <a:lnTo>
                    <a:pt x="11947" y="231744"/>
                  </a:lnTo>
                  <a:lnTo>
                    <a:pt x="14074" y="236604"/>
                  </a:lnTo>
                  <a:lnTo>
                    <a:pt x="16354" y="241394"/>
                  </a:lnTo>
                  <a:lnTo>
                    <a:pt x="18784" y="246109"/>
                  </a:lnTo>
                  <a:lnTo>
                    <a:pt x="21363" y="250744"/>
                  </a:lnTo>
                  <a:lnTo>
                    <a:pt x="24088" y="255296"/>
                  </a:lnTo>
                  <a:lnTo>
                    <a:pt x="26955" y="259758"/>
                  </a:lnTo>
                  <a:lnTo>
                    <a:pt x="29963" y="264128"/>
                  </a:lnTo>
                  <a:lnTo>
                    <a:pt x="33108" y="268400"/>
                  </a:lnTo>
                  <a:lnTo>
                    <a:pt x="36387" y="272569"/>
                  </a:lnTo>
                  <a:lnTo>
                    <a:pt x="39797" y="276633"/>
                  </a:lnTo>
                  <a:lnTo>
                    <a:pt x="43333" y="280587"/>
                  </a:lnTo>
                  <a:lnTo>
                    <a:pt x="46994" y="284426"/>
                  </a:lnTo>
                  <a:lnTo>
                    <a:pt x="50774" y="288147"/>
                  </a:lnTo>
                  <a:lnTo>
                    <a:pt x="54671" y="291746"/>
                  </a:lnTo>
                  <a:lnTo>
                    <a:pt x="58680" y="295220"/>
                  </a:lnTo>
                  <a:lnTo>
                    <a:pt x="62797" y="298565"/>
                  </a:lnTo>
                  <a:lnTo>
                    <a:pt x="67018" y="301778"/>
                  </a:lnTo>
                  <a:lnTo>
                    <a:pt x="71339" y="304855"/>
                  </a:lnTo>
                  <a:lnTo>
                    <a:pt x="75755" y="307794"/>
                  </a:lnTo>
                  <a:lnTo>
                    <a:pt x="80262" y="310591"/>
                  </a:lnTo>
                  <a:lnTo>
                    <a:pt x="84856" y="313243"/>
                  </a:lnTo>
                  <a:lnTo>
                    <a:pt x="89532" y="315748"/>
                  </a:lnTo>
                  <a:lnTo>
                    <a:pt x="94284" y="318104"/>
                  </a:lnTo>
                  <a:lnTo>
                    <a:pt x="99110" y="320308"/>
                  </a:lnTo>
                  <a:lnTo>
                    <a:pt x="104002" y="322358"/>
                  </a:lnTo>
                  <a:lnTo>
                    <a:pt x="108957" y="324251"/>
                  </a:lnTo>
                  <a:lnTo>
                    <a:pt x="113970" y="325986"/>
                  </a:lnTo>
                  <a:lnTo>
                    <a:pt x="119036" y="327561"/>
                  </a:lnTo>
                  <a:lnTo>
                    <a:pt x="124148" y="328975"/>
                  </a:lnTo>
                  <a:lnTo>
                    <a:pt x="129303" y="330226"/>
                  </a:lnTo>
                  <a:lnTo>
                    <a:pt x="134495" y="331312"/>
                  </a:lnTo>
                  <a:lnTo>
                    <a:pt x="139719" y="332234"/>
                  </a:lnTo>
                  <a:lnTo>
                    <a:pt x="144970" y="332989"/>
                  </a:lnTo>
                  <a:lnTo>
                    <a:pt x="150242" y="333577"/>
                  </a:lnTo>
                  <a:lnTo>
                    <a:pt x="155530" y="333997"/>
                  </a:lnTo>
                  <a:lnTo>
                    <a:pt x="160828" y="334250"/>
                  </a:lnTo>
                  <a:lnTo>
                    <a:pt x="166132" y="334334"/>
                  </a:lnTo>
                  <a:lnTo>
                    <a:pt x="171436" y="334250"/>
                  </a:lnTo>
                  <a:lnTo>
                    <a:pt x="176735" y="333998"/>
                  </a:lnTo>
                  <a:lnTo>
                    <a:pt x="182023" y="333578"/>
                  </a:lnTo>
                  <a:lnTo>
                    <a:pt x="187295" y="332990"/>
                  </a:lnTo>
                  <a:lnTo>
                    <a:pt x="192545" y="332235"/>
                  </a:lnTo>
                  <a:lnTo>
                    <a:pt x="197769" y="331314"/>
                  </a:lnTo>
                  <a:lnTo>
                    <a:pt x="202962" y="330228"/>
                  </a:lnTo>
                  <a:lnTo>
                    <a:pt x="208117" y="328978"/>
                  </a:lnTo>
                  <a:lnTo>
                    <a:pt x="213230" y="327564"/>
                  </a:lnTo>
                  <a:lnTo>
                    <a:pt x="218295" y="325989"/>
                  </a:lnTo>
                  <a:lnTo>
                    <a:pt x="223308" y="324255"/>
                  </a:lnTo>
                  <a:lnTo>
                    <a:pt x="228263" y="322362"/>
                  </a:lnTo>
                  <a:lnTo>
                    <a:pt x="233156" y="320312"/>
                  </a:lnTo>
                  <a:lnTo>
                    <a:pt x="237981" y="318109"/>
                  </a:lnTo>
                  <a:lnTo>
                    <a:pt x="242734" y="315753"/>
                  </a:lnTo>
                  <a:lnTo>
                    <a:pt x="247410" y="313248"/>
                  </a:lnTo>
                  <a:lnTo>
                    <a:pt x="252004" y="310596"/>
                  </a:lnTo>
                  <a:lnTo>
                    <a:pt x="256512" y="307800"/>
                  </a:lnTo>
                  <a:lnTo>
                    <a:pt x="260928" y="304861"/>
                  </a:lnTo>
                  <a:lnTo>
                    <a:pt x="265249" y="301784"/>
                  </a:lnTo>
                  <a:lnTo>
                    <a:pt x="269471" y="298572"/>
                  </a:lnTo>
                  <a:lnTo>
                    <a:pt x="273588" y="295227"/>
                  </a:lnTo>
                  <a:lnTo>
                    <a:pt x="277597" y="291754"/>
                  </a:lnTo>
                  <a:lnTo>
                    <a:pt x="281494" y="288155"/>
                  </a:lnTo>
                  <a:lnTo>
                    <a:pt x="285274" y="284434"/>
                  </a:lnTo>
                  <a:lnTo>
                    <a:pt x="288935" y="280595"/>
                  </a:lnTo>
                  <a:lnTo>
                    <a:pt x="292472" y="276641"/>
                  </a:lnTo>
                  <a:lnTo>
                    <a:pt x="295882" y="272578"/>
                  </a:lnTo>
                  <a:lnTo>
                    <a:pt x="299161" y="268408"/>
                  </a:lnTo>
                  <a:lnTo>
                    <a:pt x="302306" y="264137"/>
                  </a:lnTo>
                  <a:lnTo>
                    <a:pt x="305314" y="259767"/>
                  </a:lnTo>
                  <a:lnTo>
                    <a:pt x="308182" y="255305"/>
                  </a:lnTo>
                  <a:lnTo>
                    <a:pt x="310907" y="250754"/>
                  </a:lnTo>
                  <a:lnTo>
                    <a:pt x="313486" y="246118"/>
                  </a:lnTo>
                  <a:lnTo>
                    <a:pt x="315917" y="241404"/>
                  </a:lnTo>
                  <a:lnTo>
                    <a:pt x="318197" y="236614"/>
                  </a:lnTo>
                  <a:lnTo>
                    <a:pt x="320324" y="231754"/>
                  </a:lnTo>
                  <a:lnTo>
                    <a:pt x="322296" y="226830"/>
                  </a:lnTo>
                  <a:lnTo>
                    <a:pt x="324110" y="221845"/>
                  </a:lnTo>
                  <a:lnTo>
                    <a:pt x="325765" y="216805"/>
                  </a:lnTo>
                  <a:lnTo>
                    <a:pt x="327260" y="211716"/>
                  </a:lnTo>
                  <a:lnTo>
                    <a:pt x="328592" y="206581"/>
                  </a:lnTo>
                  <a:lnTo>
                    <a:pt x="329761" y="201407"/>
                  </a:lnTo>
                  <a:lnTo>
                    <a:pt x="330765" y="196198"/>
                  </a:lnTo>
                  <a:lnTo>
                    <a:pt x="331603" y="190960"/>
                  </a:lnTo>
                  <a:lnTo>
                    <a:pt x="332275" y="185698"/>
                  </a:lnTo>
                  <a:lnTo>
                    <a:pt x="332779" y="180418"/>
                  </a:lnTo>
                  <a:lnTo>
                    <a:pt x="333116" y="175124"/>
                  </a:lnTo>
                  <a:lnTo>
                    <a:pt x="333284" y="169822"/>
                  </a:lnTo>
                  <a:lnTo>
                    <a:pt x="333284" y="164517"/>
                  </a:lnTo>
                  <a:lnTo>
                    <a:pt x="333116" y="159215"/>
                  </a:lnTo>
                  <a:lnTo>
                    <a:pt x="332780" y="153922"/>
                  </a:lnTo>
                  <a:lnTo>
                    <a:pt x="332276" y="148641"/>
                  </a:lnTo>
                  <a:lnTo>
                    <a:pt x="331604" y="143379"/>
                  </a:lnTo>
                  <a:lnTo>
                    <a:pt x="330766" y="138141"/>
                  </a:lnTo>
                  <a:lnTo>
                    <a:pt x="329762" y="132932"/>
                  </a:lnTo>
                  <a:lnTo>
                    <a:pt x="328594" y="127758"/>
                  </a:lnTo>
                  <a:lnTo>
                    <a:pt x="327261" y="122623"/>
                  </a:lnTo>
                  <a:lnTo>
                    <a:pt x="325767" y="117534"/>
                  </a:lnTo>
                  <a:lnTo>
                    <a:pt x="324112" y="112494"/>
                  </a:lnTo>
                  <a:lnTo>
                    <a:pt x="322298" y="107509"/>
                  </a:lnTo>
                  <a:lnTo>
                    <a:pt x="320326" y="102584"/>
                  </a:lnTo>
                  <a:lnTo>
                    <a:pt x="318199" y="97725"/>
                  </a:lnTo>
                  <a:lnTo>
                    <a:pt x="315920" y="92935"/>
                  </a:lnTo>
                  <a:lnTo>
                    <a:pt x="313489" y="88220"/>
                  </a:lnTo>
                  <a:lnTo>
                    <a:pt x="310910" y="83585"/>
                  </a:lnTo>
                  <a:lnTo>
                    <a:pt x="308185" y="79034"/>
                  </a:lnTo>
                  <a:lnTo>
                    <a:pt x="305317" y="74571"/>
                  </a:lnTo>
                  <a:lnTo>
                    <a:pt x="302309" y="70202"/>
                  </a:lnTo>
                  <a:lnTo>
                    <a:pt x="299164" y="65930"/>
                  </a:lnTo>
                  <a:lnTo>
                    <a:pt x="295885" y="61760"/>
                  </a:lnTo>
                  <a:lnTo>
                    <a:pt x="292476" y="57697"/>
                  </a:lnTo>
                  <a:lnTo>
                    <a:pt x="288939" y="53743"/>
                  </a:lnTo>
                  <a:lnTo>
                    <a:pt x="285278" y="49904"/>
                  </a:lnTo>
                  <a:lnTo>
                    <a:pt x="281498" y="46183"/>
                  </a:lnTo>
                  <a:lnTo>
                    <a:pt x="277601" y="42584"/>
                  </a:lnTo>
                  <a:lnTo>
                    <a:pt x="273592" y="39110"/>
                  </a:lnTo>
                  <a:lnTo>
                    <a:pt x="269475" y="35765"/>
                  </a:lnTo>
                  <a:lnTo>
                    <a:pt x="265254" y="32553"/>
                  </a:lnTo>
                  <a:lnTo>
                    <a:pt x="260933" y="29476"/>
                  </a:lnTo>
                  <a:lnTo>
                    <a:pt x="256516" y="26537"/>
                  </a:lnTo>
                  <a:lnTo>
                    <a:pt x="252009" y="23741"/>
                  </a:lnTo>
                  <a:lnTo>
                    <a:pt x="247415" y="21088"/>
                  </a:lnTo>
                  <a:lnTo>
                    <a:pt x="242739" y="18583"/>
                  </a:lnTo>
                  <a:lnTo>
                    <a:pt x="237986" y="16227"/>
                  </a:lnTo>
                  <a:lnTo>
                    <a:pt x="233161" y="14024"/>
                  </a:lnTo>
                  <a:lnTo>
                    <a:pt x="228268" y="11974"/>
                  </a:lnTo>
                  <a:lnTo>
                    <a:pt x="223313" y="10081"/>
                  </a:lnTo>
                  <a:lnTo>
                    <a:pt x="218300" y="8346"/>
                  </a:lnTo>
                  <a:lnTo>
                    <a:pt x="213235" y="6771"/>
                  </a:lnTo>
                  <a:lnTo>
                    <a:pt x="208122" y="5358"/>
                  </a:lnTo>
                  <a:lnTo>
                    <a:pt x="202967" y="4107"/>
                  </a:lnTo>
                  <a:lnTo>
                    <a:pt x="197775" y="3020"/>
                  </a:lnTo>
                  <a:lnTo>
                    <a:pt x="192551" y="2099"/>
                  </a:lnTo>
                  <a:lnTo>
                    <a:pt x="187300" y="1344"/>
                  </a:lnTo>
                  <a:lnTo>
                    <a:pt x="182028" y="756"/>
                  </a:lnTo>
                  <a:lnTo>
                    <a:pt x="176740" y="336"/>
                  </a:lnTo>
                  <a:lnTo>
                    <a:pt x="171442" y="84"/>
                  </a:lnTo>
                  <a:lnTo>
                    <a:pt x="166138" y="0"/>
                  </a:lnTo>
                  <a:lnTo>
                    <a:pt x="166138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g67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g67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g67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g67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g67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g67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g67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g67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g68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g68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g68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g68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g68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g68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g68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g68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g68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g68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g69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g69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g69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g69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g69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g695"/>
            <p:cNvSpPr/>
            <p:nvPr/>
          </p:nvSpPr>
          <p:spPr>
            <a:xfrm>
              <a:off x="6337877" y="4659281"/>
              <a:ext cx="85357" cy="167167"/>
            </a:xfrm>
            <a:custGeom>
              <a:avLst/>
              <a:pathLst>
                <a:path w="85357" h="167167">
                  <a:moveTo>
                    <a:pt x="85357" y="0"/>
                  </a:moveTo>
                  <a:lnTo>
                    <a:pt x="79759" y="93"/>
                  </a:lnTo>
                  <a:lnTo>
                    <a:pt x="74167" y="374"/>
                  </a:lnTo>
                  <a:lnTo>
                    <a:pt x="68588" y="843"/>
                  </a:lnTo>
                  <a:lnTo>
                    <a:pt x="63028" y="1497"/>
                  </a:lnTo>
                  <a:lnTo>
                    <a:pt x="57492" y="2338"/>
                  </a:lnTo>
                  <a:lnTo>
                    <a:pt x="51988" y="3364"/>
                  </a:lnTo>
                  <a:lnTo>
                    <a:pt x="46522" y="4573"/>
                  </a:lnTo>
                  <a:lnTo>
                    <a:pt x="41099" y="5965"/>
                  </a:lnTo>
                  <a:lnTo>
                    <a:pt x="35726" y="7537"/>
                  </a:lnTo>
                  <a:lnTo>
                    <a:pt x="30408" y="9289"/>
                  </a:lnTo>
                  <a:lnTo>
                    <a:pt x="25152" y="11217"/>
                  </a:lnTo>
                  <a:lnTo>
                    <a:pt x="19963" y="13321"/>
                  </a:lnTo>
                  <a:lnTo>
                    <a:pt x="14848" y="15597"/>
                  </a:lnTo>
                  <a:lnTo>
                    <a:pt x="9812" y="18043"/>
                  </a:lnTo>
                  <a:lnTo>
                    <a:pt x="4861" y="20657"/>
                  </a:lnTo>
                  <a:lnTo>
                    <a:pt x="0" y="23434"/>
                  </a:lnTo>
                  <a:lnTo>
                    <a:pt x="85357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g696"/>
            <p:cNvSpPr/>
            <p:nvPr/>
          </p:nvSpPr>
          <p:spPr>
            <a:xfrm>
              <a:off x="6337877" y="4682716"/>
              <a:ext cx="85357" cy="143732"/>
            </a:xfrm>
            <a:custGeom>
              <a:avLst/>
              <a:pathLst>
                <a:path w="85357" h="143732">
                  <a:moveTo>
                    <a:pt x="0" y="0"/>
                  </a:moveTo>
                  <a:lnTo>
                    <a:pt x="85357" y="14373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g697"/>
            <p:cNvSpPr/>
            <p:nvPr/>
          </p:nvSpPr>
          <p:spPr>
            <a:xfrm>
              <a:off x="6337877" y="4682716"/>
              <a:ext cx="85357" cy="143732"/>
            </a:xfrm>
            <a:custGeom>
              <a:avLst/>
              <a:pathLst>
                <a:path w="85357" h="143732">
                  <a:moveTo>
                    <a:pt x="0" y="0"/>
                  </a:moveTo>
                  <a:lnTo>
                    <a:pt x="85357" y="14373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g698"/>
            <p:cNvSpPr/>
            <p:nvPr/>
          </p:nvSpPr>
          <p:spPr>
            <a:xfrm>
              <a:off x="6256084" y="4682716"/>
              <a:ext cx="304738" cy="310891"/>
            </a:xfrm>
            <a:custGeom>
              <a:avLst/>
              <a:pathLst>
                <a:path w="304738" h="310891">
                  <a:moveTo>
                    <a:pt x="81793" y="0"/>
                  </a:moveTo>
                  <a:lnTo>
                    <a:pt x="77252" y="2795"/>
                  </a:lnTo>
                  <a:lnTo>
                    <a:pt x="72803" y="5733"/>
                  </a:lnTo>
                  <a:lnTo>
                    <a:pt x="68450" y="8813"/>
                  </a:lnTo>
                  <a:lnTo>
                    <a:pt x="64198" y="12029"/>
                  </a:lnTo>
                  <a:lnTo>
                    <a:pt x="60050" y="15379"/>
                  </a:lnTo>
                  <a:lnTo>
                    <a:pt x="56011" y="18860"/>
                  </a:lnTo>
                  <a:lnTo>
                    <a:pt x="52085" y="22468"/>
                  </a:lnTo>
                  <a:lnTo>
                    <a:pt x="48276" y="26199"/>
                  </a:lnTo>
                  <a:lnTo>
                    <a:pt x="44589" y="30050"/>
                  </a:lnTo>
                  <a:lnTo>
                    <a:pt x="41025" y="34017"/>
                  </a:lnTo>
                  <a:lnTo>
                    <a:pt x="37590" y="38095"/>
                  </a:lnTo>
                  <a:lnTo>
                    <a:pt x="34287" y="42280"/>
                  </a:lnTo>
                  <a:lnTo>
                    <a:pt x="31120" y="46569"/>
                  </a:lnTo>
                  <a:lnTo>
                    <a:pt x="28090" y="50957"/>
                  </a:lnTo>
                  <a:lnTo>
                    <a:pt x="25202" y="55439"/>
                  </a:lnTo>
                  <a:lnTo>
                    <a:pt x="22458" y="60011"/>
                  </a:lnTo>
                  <a:lnTo>
                    <a:pt x="19862" y="64668"/>
                  </a:lnTo>
                  <a:lnTo>
                    <a:pt x="17415" y="69405"/>
                  </a:lnTo>
                  <a:lnTo>
                    <a:pt x="15121" y="74218"/>
                  </a:lnTo>
                  <a:lnTo>
                    <a:pt x="12982" y="79102"/>
                  </a:lnTo>
                  <a:lnTo>
                    <a:pt x="10999" y="84052"/>
                  </a:lnTo>
                  <a:lnTo>
                    <a:pt x="9175" y="89062"/>
                  </a:lnTo>
                  <a:lnTo>
                    <a:pt x="7512" y="94128"/>
                  </a:lnTo>
                  <a:lnTo>
                    <a:pt x="6011" y="99244"/>
                  </a:lnTo>
                  <a:lnTo>
                    <a:pt x="4674" y="104406"/>
                  </a:lnTo>
                  <a:lnTo>
                    <a:pt x="3503" y="109607"/>
                  </a:lnTo>
                  <a:lnTo>
                    <a:pt x="2498" y="114844"/>
                  </a:lnTo>
                  <a:lnTo>
                    <a:pt x="1660" y="120109"/>
                  </a:lnTo>
                  <a:lnTo>
                    <a:pt x="991" y="125399"/>
                  </a:lnTo>
                  <a:lnTo>
                    <a:pt x="491" y="130708"/>
                  </a:lnTo>
                  <a:lnTo>
                    <a:pt x="160" y="136029"/>
                  </a:lnTo>
                  <a:lnTo>
                    <a:pt x="0" y="141359"/>
                  </a:lnTo>
                  <a:lnTo>
                    <a:pt x="9" y="146691"/>
                  </a:lnTo>
                  <a:lnTo>
                    <a:pt x="188" y="152020"/>
                  </a:lnTo>
                  <a:lnTo>
                    <a:pt x="537" y="157340"/>
                  </a:lnTo>
                  <a:lnTo>
                    <a:pt x="1056" y="162647"/>
                  </a:lnTo>
                  <a:lnTo>
                    <a:pt x="1744" y="167934"/>
                  </a:lnTo>
                  <a:lnTo>
                    <a:pt x="2600" y="173197"/>
                  </a:lnTo>
                  <a:lnTo>
                    <a:pt x="3623" y="178430"/>
                  </a:lnTo>
                  <a:lnTo>
                    <a:pt x="4813" y="183627"/>
                  </a:lnTo>
                  <a:lnTo>
                    <a:pt x="6168" y="188784"/>
                  </a:lnTo>
                  <a:lnTo>
                    <a:pt x="7686" y="193895"/>
                  </a:lnTo>
                  <a:lnTo>
                    <a:pt x="9367" y="198955"/>
                  </a:lnTo>
                  <a:lnTo>
                    <a:pt x="11209" y="203959"/>
                  </a:lnTo>
                  <a:lnTo>
                    <a:pt x="13209" y="208901"/>
                  </a:lnTo>
                  <a:lnTo>
                    <a:pt x="15365" y="213778"/>
                  </a:lnTo>
                  <a:lnTo>
                    <a:pt x="17677" y="218583"/>
                  </a:lnTo>
                  <a:lnTo>
                    <a:pt x="20140" y="223312"/>
                  </a:lnTo>
                  <a:lnTo>
                    <a:pt x="22752" y="227960"/>
                  </a:lnTo>
                  <a:lnTo>
                    <a:pt x="25512" y="232522"/>
                  </a:lnTo>
                  <a:lnTo>
                    <a:pt x="28416" y="236994"/>
                  </a:lnTo>
                  <a:lnTo>
                    <a:pt x="31460" y="241371"/>
                  </a:lnTo>
                  <a:lnTo>
                    <a:pt x="34643" y="245648"/>
                  </a:lnTo>
                  <a:lnTo>
                    <a:pt x="37961" y="249822"/>
                  </a:lnTo>
                  <a:lnTo>
                    <a:pt x="41410" y="253888"/>
                  </a:lnTo>
                  <a:lnTo>
                    <a:pt x="44987" y="257842"/>
                  </a:lnTo>
                  <a:lnTo>
                    <a:pt x="48688" y="261680"/>
                  </a:lnTo>
                  <a:lnTo>
                    <a:pt x="52510" y="265398"/>
                  </a:lnTo>
                  <a:lnTo>
                    <a:pt x="56449" y="268993"/>
                  </a:lnTo>
                  <a:lnTo>
                    <a:pt x="60500" y="272459"/>
                  </a:lnTo>
                  <a:lnTo>
                    <a:pt x="64659" y="275795"/>
                  </a:lnTo>
                  <a:lnTo>
                    <a:pt x="68923" y="278996"/>
                  </a:lnTo>
                  <a:lnTo>
                    <a:pt x="73287" y="282060"/>
                  </a:lnTo>
                  <a:lnTo>
                    <a:pt x="77746" y="284983"/>
                  </a:lnTo>
                  <a:lnTo>
                    <a:pt x="82296" y="287763"/>
                  </a:lnTo>
                  <a:lnTo>
                    <a:pt x="86933" y="290396"/>
                  </a:lnTo>
                  <a:lnTo>
                    <a:pt x="91651" y="292879"/>
                  </a:lnTo>
                  <a:lnTo>
                    <a:pt x="96446" y="295211"/>
                  </a:lnTo>
                  <a:lnTo>
                    <a:pt x="101313" y="297389"/>
                  </a:lnTo>
                  <a:lnTo>
                    <a:pt x="106247" y="299410"/>
                  </a:lnTo>
                  <a:lnTo>
                    <a:pt x="111242" y="301274"/>
                  </a:lnTo>
                  <a:lnTo>
                    <a:pt x="116295" y="302976"/>
                  </a:lnTo>
                  <a:lnTo>
                    <a:pt x="121400" y="304517"/>
                  </a:lnTo>
                  <a:lnTo>
                    <a:pt x="126551" y="305895"/>
                  </a:lnTo>
                  <a:lnTo>
                    <a:pt x="131743" y="307107"/>
                  </a:lnTo>
                  <a:lnTo>
                    <a:pt x="136971" y="308153"/>
                  </a:lnTo>
                  <a:lnTo>
                    <a:pt x="142230" y="309032"/>
                  </a:lnTo>
                  <a:lnTo>
                    <a:pt x="147514" y="309742"/>
                  </a:lnTo>
                  <a:lnTo>
                    <a:pt x="152819" y="310284"/>
                  </a:lnTo>
                  <a:lnTo>
                    <a:pt x="158138" y="310656"/>
                  </a:lnTo>
                  <a:lnTo>
                    <a:pt x="163466" y="310859"/>
                  </a:lnTo>
                  <a:lnTo>
                    <a:pt x="168798" y="310891"/>
                  </a:lnTo>
                  <a:lnTo>
                    <a:pt x="174128" y="310754"/>
                  </a:lnTo>
                  <a:lnTo>
                    <a:pt x="179451" y="310446"/>
                  </a:lnTo>
                  <a:lnTo>
                    <a:pt x="184761" y="309969"/>
                  </a:lnTo>
                  <a:lnTo>
                    <a:pt x="190054" y="309323"/>
                  </a:lnTo>
                  <a:lnTo>
                    <a:pt x="195323" y="308508"/>
                  </a:lnTo>
                  <a:lnTo>
                    <a:pt x="200564" y="307526"/>
                  </a:lnTo>
                  <a:lnTo>
                    <a:pt x="205770" y="306377"/>
                  </a:lnTo>
                  <a:lnTo>
                    <a:pt x="210938" y="305063"/>
                  </a:lnTo>
                  <a:lnTo>
                    <a:pt x="216061" y="303584"/>
                  </a:lnTo>
                  <a:lnTo>
                    <a:pt x="221134" y="301943"/>
                  </a:lnTo>
                  <a:lnTo>
                    <a:pt x="226152" y="300141"/>
                  </a:lnTo>
                  <a:lnTo>
                    <a:pt x="231110" y="298180"/>
                  </a:lnTo>
                  <a:lnTo>
                    <a:pt x="236003" y="296062"/>
                  </a:lnTo>
                  <a:lnTo>
                    <a:pt x="240826" y="293788"/>
                  </a:lnTo>
                  <a:lnTo>
                    <a:pt x="245574" y="291362"/>
                  </a:lnTo>
                  <a:lnTo>
                    <a:pt x="250242" y="288786"/>
                  </a:lnTo>
                  <a:lnTo>
                    <a:pt x="254826" y="286062"/>
                  </a:lnTo>
                  <a:lnTo>
                    <a:pt x="259321" y="283194"/>
                  </a:lnTo>
                  <a:lnTo>
                    <a:pt x="263721" y="280183"/>
                  </a:lnTo>
                  <a:lnTo>
                    <a:pt x="268024" y="277034"/>
                  </a:lnTo>
                  <a:lnTo>
                    <a:pt x="272224" y="273749"/>
                  </a:lnTo>
                  <a:lnTo>
                    <a:pt x="276317" y="270332"/>
                  </a:lnTo>
                  <a:lnTo>
                    <a:pt x="280299" y="266786"/>
                  </a:lnTo>
                  <a:lnTo>
                    <a:pt x="284166" y="263115"/>
                  </a:lnTo>
                  <a:lnTo>
                    <a:pt x="287913" y="259323"/>
                  </a:lnTo>
                  <a:lnTo>
                    <a:pt x="291538" y="255413"/>
                  </a:lnTo>
                  <a:lnTo>
                    <a:pt x="295037" y="251389"/>
                  </a:lnTo>
                  <a:lnTo>
                    <a:pt x="298405" y="247256"/>
                  </a:lnTo>
                  <a:lnTo>
                    <a:pt x="301640" y="243017"/>
                  </a:lnTo>
                  <a:lnTo>
                    <a:pt x="304738" y="238677"/>
                  </a:lnTo>
                  <a:lnTo>
                    <a:pt x="167150" y="14373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g699"/>
            <p:cNvSpPr/>
            <p:nvPr/>
          </p:nvSpPr>
          <p:spPr>
            <a:xfrm>
              <a:off x="6423235" y="4659281"/>
              <a:ext cx="167166" cy="262112"/>
            </a:xfrm>
            <a:custGeom>
              <a:avLst/>
              <a:pathLst>
                <a:path w="167166" h="262112">
                  <a:moveTo>
                    <a:pt x="137587" y="262112"/>
                  </a:moveTo>
                  <a:lnTo>
                    <a:pt x="140553" y="257664"/>
                  </a:lnTo>
                  <a:lnTo>
                    <a:pt x="143375" y="253123"/>
                  </a:lnTo>
                  <a:lnTo>
                    <a:pt x="146050" y="248494"/>
                  </a:lnTo>
                  <a:lnTo>
                    <a:pt x="148576" y="243783"/>
                  </a:lnTo>
                  <a:lnTo>
                    <a:pt x="150950" y="238992"/>
                  </a:lnTo>
                  <a:lnTo>
                    <a:pt x="153170" y="234129"/>
                  </a:lnTo>
                  <a:lnTo>
                    <a:pt x="155233" y="229196"/>
                  </a:lnTo>
                  <a:lnTo>
                    <a:pt x="157137" y="224201"/>
                  </a:lnTo>
                  <a:lnTo>
                    <a:pt x="158880" y="219147"/>
                  </a:lnTo>
                  <a:lnTo>
                    <a:pt x="160461" y="214040"/>
                  </a:lnTo>
                  <a:lnTo>
                    <a:pt x="161878" y="208884"/>
                  </a:lnTo>
                  <a:lnTo>
                    <a:pt x="163129" y="203687"/>
                  </a:lnTo>
                  <a:lnTo>
                    <a:pt x="164213" y="198452"/>
                  </a:lnTo>
                  <a:lnTo>
                    <a:pt x="165130" y="193184"/>
                  </a:lnTo>
                  <a:lnTo>
                    <a:pt x="165877" y="187891"/>
                  </a:lnTo>
                  <a:lnTo>
                    <a:pt x="166455" y="182576"/>
                  </a:lnTo>
                  <a:lnTo>
                    <a:pt x="166863" y="177245"/>
                  </a:lnTo>
                  <a:lnTo>
                    <a:pt x="167100" y="171904"/>
                  </a:lnTo>
                  <a:lnTo>
                    <a:pt x="167166" y="166558"/>
                  </a:lnTo>
                  <a:lnTo>
                    <a:pt x="167061" y="161213"/>
                  </a:lnTo>
                  <a:lnTo>
                    <a:pt x="166785" y="155874"/>
                  </a:lnTo>
                  <a:lnTo>
                    <a:pt x="166339" y="150546"/>
                  </a:lnTo>
                  <a:lnTo>
                    <a:pt x="165722" y="145236"/>
                  </a:lnTo>
                  <a:lnTo>
                    <a:pt x="164936" y="139948"/>
                  </a:lnTo>
                  <a:lnTo>
                    <a:pt x="163981" y="134687"/>
                  </a:lnTo>
                  <a:lnTo>
                    <a:pt x="162859" y="129460"/>
                  </a:lnTo>
                  <a:lnTo>
                    <a:pt x="161570" y="124272"/>
                  </a:lnTo>
                  <a:lnTo>
                    <a:pt x="160115" y="119127"/>
                  </a:lnTo>
                  <a:lnTo>
                    <a:pt x="158497" y="114032"/>
                  </a:lnTo>
                  <a:lnTo>
                    <a:pt x="156717" y="108990"/>
                  </a:lnTo>
                  <a:lnTo>
                    <a:pt x="154777" y="104009"/>
                  </a:lnTo>
                  <a:lnTo>
                    <a:pt x="152678" y="99092"/>
                  </a:lnTo>
                  <a:lnTo>
                    <a:pt x="150423" y="94244"/>
                  </a:lnTo>
                  <a:lnTo>
                    <a:pt x="148014" y="89471"/>
                  </a:lnTo>
                  <a:lnTo>
                    <a:pt x="145454" y="84778"/>
                  </a:lnTo>
                  <a:lnTo>
                    <a:pt x="142745" y="80169"/>
                  </a:lnTo>
                  <a:lnTo>
                    <a:pt x="139890" y="75649"/>
                  </a:lnTo>
                  <a:lnTo>
                    <a:pt x="136892" y="71222"/>
                  </a:lnTo>
                  <a:lnTo>
                    <a:pt x="133754" y="66894"/>
                  </a:lnTo>
                  <a:lnTo>
                    <a:pt x="130479" y="62668"/>
                  </a:lnTo>
                  <a:lnTo>
                    <a:pt x="127071" y="58549"/>
                  </a:lnTo>
                  <a:lnTo>
                    <a:pt x="123533" y="54541"/>
                  </a:lnTo>
                  <a:lnTo>
                    <a:pt x="119868" y="50649"/>
                  </a:lnTo>
                  <a:lnTo>
                    <a:pt x="116081" y="46875"/>
                  </a:lnTo>
                  <a:lnTo>
                    <a:pt x="112175" y="43225"/>
                  </a:lnTo>
                  <a:lnTo>
                    <a:pt x="108154" y="39701"/>
                  </a:lnTo>
                  <a:lnTo>
                    <a:pt x="104023" y="36308"/>
                  </a:lnTo>
                  <a:lnTo>
                    <a:pt x="99785" y="33048"/>
                  </a:lnTo>
                  <a:lnTo>
                    <a:pt x="95445" y="29926"/>
                  </a:lnTo>
                  <a:lnTo>
                    <a:pt x="91008" y="26944"/>
                  </a:lnTo>
                  <a:lnTo>
                    <a:pt x="86477" y="24106"/>
                  </a:lnTo>
                  <a:lnTo>
                    <a:pt x="81858" y="21413"/>
                  </a:lnTo>
                  <a:lnTo>
                    <a:pt x="77156" y="18870"/>
                  </a:lnTo>
                  <a:lnTo>
                    <a:pt x="72374" y="16479"/>
                  </a:lnTo>
                  <a:lnTo>
                    <a:pt x="67518" y="14242"/>
                  </a:lnTo>
                  <a:lnTo>
                    <a:pt x="62594" y="12161"/>
                  </a:lnTo>
                  <a:lnTo>
                    <a:pt x="57605" y="10238"/>
                  </a:lnTo>
                  <a:lnTo>
                    <a:pt x="52557" y="8477"/>
                  </a:lnTo>
                  <a:lnTo>
                    <a:pt x="47456" y="6877"/>
                  </a:lnTo>
                  <a:lnTo>
                    <a:pt x="42306" y="5442"/>
                  </a:lnTo>
                  <a:lnTo>
                    <a:pt x="37113" y="4171"/>
                  </a:lnTo>
                  <a:lnTo>
                    <a:pt x="31882" y="3068"/>
                  </a:lnTo>
                  <a:lnTo>
                    <a:pt x="26618" y="2132"/>
                  </a:lnTo>
                  <a:lnTo>
                    <a:pt x="21327" y="1366"/>
                  </a:lnTo>
                  <a:lnTo>
                    <a:pt x="16014" y="768"/>
                  </a:lnTo>
                  <a:lnTo>
                    <a:pt x="10685" y="341"/>
                  </a:lnTo>
                  <a:lnTo>
                    <a:pt x="5345" y="8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g70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g70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g70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g70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g70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g70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g70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g70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g70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g70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g71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g71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g71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g71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g71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g71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g71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g71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g71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g71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g72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g72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g72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g72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g724"/>
            <p:cNvSpPr/>
            <p:nvPr/>
          </p:nvSpPr>
          <p:spPr>
            <a:xfrm>
              <a:off x="6624712" y="4213821"/>
              <a:ext cx="103759" cy="167167"/>
            </a:xfrm>
            <a:custGeom>
              <a:avLst/>
              <a:pathLst>
                <a:path w="103759" h="167167">
                  <a:moveTo>
                    <a:pt x="103759" y="0"/>
                  </a:moveTo>
                  <a:lnTo>
                    <a:pt x="98163" y="93"/>
                  </a:lnTo>
                  <a:lnTo>
                    <a:pt x="92573" y="374"/>
                  </a:lnTo>
                  <a:lnTo>
                    <a:pt x="86996" y="842"/>
                  </a:lnTo>
                  <a:lnTo>
                    <a:pt x="81438" y="1496"/>
                  </a:lnTo>
                  <a:lnTo>
                    <a:pt x="75905" y="2336"/>
                  </a:lnTo>
                  <a:lnTo>
                    <a:pt x="70403" y="3361"/>
                  </a:lnTo>
                  <a:lnTo>
                    <a:pt x="64938" y="4570"/>
                  </a:lnTo>
                  <a:lnTo>
                    <a:pt x="59517" y="5960"/>
                  </a:lnTo>
                  <a:lnTo>
                    <a:pt x="54145" y="7532"/>
                  </a:lnTo>
                  <a:lnTo>
                    <a:pt x="48829" y="9282"/>
                  </a:lnTo>
                  <a:lnTo>
                    <a:pt x="43575" y="11209"/>
                  </a:lnTo>
                  <a:lnTo>
                    <a:pt x="38388" y="13311"/>
                  </a:lnTo>
                  <a:lnTo>
                    <a:pt x="33274" y="15586"/>
                  </a:lnTo>
                  <a:lnTo>
                    <a:pt x="28239" y="18030"/>
                  </a:lnTo>
                  <a:lnTo>
                    <a:pt x="23289" y="20642"/>
                  </a:lnTo>
                  <a:lnTo>
                    <a:pt x="18430" y="23418"/>
                  </a:lnTo>
                  <a:lnTo>
                    <a:pt x="13665" y="26355"/>
                  </a:lnTo>
                  <a:lnTo>
                    <a:pt x="9002" y="29449"/>
                  </a:lnTo>
                  <a:lnTo>
                    <a:pt x="4445" y="32699"/>
                  </a:lnTo>
                  <a:lnTo>
                    <a:pt x="0" y="36099"/>
                  </a:lnTo>
                  <a:lnTo>
                    <a:pt x="103759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g725"/>
            <p:cNvSpPr/>
            <p:nvPr/>
          </p:nvSpPr>
          <p:spPr>
            <a:xfrm>
              <a:off x="6624712" y="4249920"/>
              <a:ext cx="103759" cy="131068"/>
            </a:xfrm>
            <a:custGeom>
              <a:avLst/>
              <a:pathLst>
                <a:path w="103759" h="131068">
                  <a:moveTo>
                    <a:pt x="0" y="0"/>
                  </a:moveTo>
                  <a:lnTo>
                    <a:pt x="103759" y="13106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g726"/>
            <p:cNvSpPr/>
            <p:nvPr/>
          </p:nvSpPr>
          <p:spPr>
            <a:xfrm>
              <a:off x="6561315" y="4249920"/>
              <a:ext cx="334321" cy="298231"/>
            </a:xfrm>
            <a:custGeom>
              <a:avLst/>
              <a:pathLst>
                <a:path w="334321" h="298231">
                  <a:moveTo>
                    <a:pt x="63397" y="0"/>
                  </a:moveTo>
                  <a:lnTo>
                    <a:pt x="59284" y="3363"/>
                  </a:lnTo>
                  <a:lnTo>
                    <a:pt x="55280" y="6856"/>
                  </a:lnTo>
                  <a:lnTo>
                    <a:pt x="51389" y="10474"/>
                  </a:lnTo>
                  <a:lnTo>
                    <a:pt x="47615" y="14214"/>
                  </a:lnTo>
                  <a:lnTo>
                    <a:pt x="43962" y="18072"/>
                  </a:lnTo>
                  <a:lnTo>
                    <a:pt x="40434" y="22044"/>
                  </a:lnTo>
                  <a:lnTo>
                    <a:pt x="37033" y="26126"/>
                  </a:lnTo>
                  <a:lnTo>
                    <a:pt x="33764" y="30314"/>
                  </a:lnTo>
                  <a:lnTo>
                    <a:pt x="30629" y="34604"/>
                  </a:lnTo>
                  <a:lnTo>
                    <a:pt x="27633" y="38992"/>
                  </a:lnTo>
                  <a:lnTo>
                    <a:pt x="24777" y="43472"/>
                  </a:lnTo>
                  <a:lnTo>
                    <a:pt x="22065" y="48041"/>
                  </a:lnTo>
                  <a:lnTo>
                    <a:pt x="19500" y="52694"/>
                  </a:lnTo>
                  <a:lnTo>
                    <a:pt x="17084" y="57426"/>
                  </a:lnTo>
                  <a:lnTo>
                    <a:pt x="14819" y="62232"/>
                  </a:lnTo>
                  <a:lnTo>
                    <a:pt x="12709" y="67108"/>
                  </a:lnTo>
                  <a:lnTo>
                    <a:pt x="10754" y="72049"/>
                  </a:lnTo>
                  <a:lnTo>
                    <a:pt x="8957" y="77049"/>
                  </a:lnTo>
                  <a:lnTo>
                    <a:pt x="7321" y="82104"/>
                  </a:lnTo>
                  <a:lnTo>
                    <a:pt x="5845" y="87208"/>
                  </a:lnTo>
                  <a:lnTo>
                    <a:pt x="4533" y="92357"/>
                  </a:lnTo>
                  <a:lnTo>
                    <a:pt x="3385" y="97544"/>
                  </a:lnTo>
                  <a:lnTo>
                    <a:pt x="2402" y="102766"/>
                  </a:lnTo>
                  <a:lnTo>
                    <a:pt x="1586" y="108016"/>
                  </a:lnTo>
                  <a:lnTo>
                    <a:pt x="937" y="113289"/>
                  </a:lnTo>
                  <a:lnTo>
                    <a:pt x="456" y="118580"/>
                  </a:lnTo>
                  <a:lnTo>
                    <a:pt x="143" y="123884"/>
                  </a:lnTo>
                  <a:lnTo>
                    <a:pt x="0" y="129195"/>
                  </a:lnTo>
                  <a:lnTo>
                    <a:pt x="24" y="134509"/>
                  </a:lnTo>
                  <a:lnTo>
                    <a:pt x="218" y="139818"/>
                  </a:lnTo>
                  <a:lnTo>
                    <a:pt x="581" y="145119"/>
                  </a:lnTo>
                  <a:lnTo>
                    <a:pt x="1111" y="150405"/>
                  </a:lnTo>
                  <a:lnTo>
                    <a:pt x="1810" y="155672"/>
                  </a:lnTo>
                  <a:lnTo>
                    <a:pt x="2675" y="160915"/>
                  </a:lnTo>
                  <a:lnTo>
                    <a:pt x="3707" y="166127"/>
                  </a:lnTo>
                  <a:lnTo>
                    <a:pt x="4903" y="171303"/>
                  </a:lnTo>
                  <a:lnTo>
                    <a:pt x="6264" y="176439"/>
                  </a:lnTo>
                  <a:lnTo>
                    <a:pt x="7787" y="181529"/>
                  </a:lnTo>
                  <a:lnTo>
                    <a:pt x="9471" y="186569"/>
                  </a:lnTo>
                  <a:lnTo>
                    <a:pt x="11315" y="191552"/>
                  </a:lnTo>
                  <a:lnTo>
                    <a:pt x="13316" y="196474"/>
                  </a:lnTo>
                  <a:lnTo>
                    <a:pt x="15472" y="201330"/>
                  </a:lnTo>
                  <a:lnTo>
                    <a:pt x="17781" y="206115"/>
                  </a:lnTo>
                  <a:lnTo>
                    <a:pt x="20242" y="210824"/>
                  </a:lnTo>
                  <a:lnTo>
                    <a:pt x="22850" y="215452"/>
                  </a:lnTo>
                  <a:lnTo>
                    <a:pt x="25605" y="219996"/>
                  </a:lnTo>
                  <a:lnTo>
                    <a:pt x="28503" y="224449"/>
                  </a:lnTo>
                  <a:lnTo>
                    <a:pt x="31540" y="228808"/>
                  </a:lnTo>
                  <a:lnTo>
                    <a:pt x="34715" y="233069"/>
                  </a:lnTo>
                  <a:lnTo>
                    <a:pt x="38023" y="237226"/>
                  </a:lnTo>
                  <a:lnTo>
                    <a:pt x="41462" y="241276"/>
                  </a:lnTo>
                  <a:lnTo>
                    <a:pt x="45028" y="245215"/>
                  </a:lnTo>
                  <a:lnTo>
                    <a:pt x="48717" y="249038"/>
                  </a:lnTo>
                  <a:lnTo>
                    <a:pt x="52526" y="252743"/>
                  </a:lnTo>
                  <a:lnTo>
                    <a:pt x="56451" y="256324"/>
                  </a:lnTo>
                  <a:lnTo>
                    <a:pt x="60487" y="259779"/>
                  </a:lnTo>
                  <a:lnTo>
                    <a:pt x="64631" y="263104"/>
                  </a:lnTo>
                  <a:lnTo>
                    <a:pt x="68879" y="266295"/>
                  </a:lnTo>
                  <a:lnTo>
                    <a:pt x="73226" y="269350"/>
                  </a:lnTo>
                  <a:lnTo>
                    <a:pt x="77668" y="272266"/>
                  </a:lnTo>
                  <a:lnTo>
                    <a:pt x="82200" y="275038"/>
                  </a:lnTo>
                  <a:lnTo>
                    <a:pt x="86819" y="277665"/>
                  </a:lnTo>
                  <a:lnTo>
                    <a:pt x="91518" y="280144"/>
                  </a:lnTo>
                  <a:lnTo>
                    <a:pt x="96294" y="282473"/>
                  </a:lnTo>
                  <a:lnTo>
                    <a:pt x="101141" y="284648"/>
                  </a:lnTo>
                  <a:lnTo>
                    <a:pt x="106055" y="286669"/>
                  </a:lnTo>
                  <a:lnTo>
                    <a:pt x="111031" y="288532"/>
                  </a:lnTo>
                  <a:lnTo>
                    <a:pt x="116063" y="290236"/>
                  </a:lnTo>
                  <a:lnTo>
                    <a:pt x="121147" y="291779"/>
                  </a:lnTo>
                  <a:lnTo>
                    <a:pt x="126278" y="293160"/>
                  </a:lnTo>
                  <a:lnTo>
                    <a:pt x="131450" y="294377"/>
                  </a:lnTo>
                  <a:lnTo>
                    <a:pt x="136658" y="295430"/>
                  </a:lnTo>
                  <a:lnTo>
                    <a:pt x="141896" y="296316"/>
                  </a:lnTo>
                  <a:lnTo>
                    <a:pt x="147160" y="297035"/>
                  </a:lnTo>
                  <a:lnTo>
                    <a:pt x="152445" y="297587"/>
                  </a:lnTo>
                  <a:lnTo>
                    <a:pt x="157744" y="297970"/>
                  </a:lnTo>
                  <a:lnTo>
                    <a:pt x="163053" y="298185"/>
                  </a:lnTo>
                  <a:lnTo>
                    <a:pt x="168366" y="298231"/>
                  </a:lnTo>
                  <a:lnTo>
                    <a:pt x="173678" y="298108"/>
                  </a:lnTo>
                  <a:lnTo>
                    <a:pt x="178983" y="297816"/>
                  </a:lnTo>
                  <a:lnTo>
                    <a:pt x="184276" y="297356"/>
                  </a:lnTo>
                  <a:lnTo>
                    <a:pt x="189552" y="296728"/>
                  </a:lnTo>
                  <a:lnTo>
                    <a:pt x="194805" y="295933"/>
                  </a:lnTo>
                  <a:lnTo>
                    <a:pt x="200030" y="294971"/>
                  </a:lnTo>
                  <a:lnTo>
                    <a:pt x="205223" y="293844"/>
                  </a:lnTo>
                  <a:lnTo>
                    <a:pt x="210376" y="292552"/>
                  </a:lnTo>
                  <a:lnTo>
                    <a:pt x="215486" y="291097"/>
                  </a:lnTo>
                  <a:lnTo>
                    <a:pt x="220547" y="289480"/>
                  </a:lnTo>
                  <a:lnTo>
                    <a:pt x="225555" y="287703"/>
                  </a:lnTo>
                  <a:lnTo>
                    <a:pt x="230503" y="285768"/>
                  </a:lnTo>
                  <a:lnTo>
                    <a:pt x="235387" y="283677"/>
                  </a:lnTo>
                  <a:lnTo>
                    <a:pt x="240203" y="281432"/>
                  </a:lnTo>
                  <a:lnTo>
                    <a:pt x="244944" y="279034"/>
                  </a:lnTo>
                  <a:lnTo>
                    <a:pt x="249607" y="276487"/>
                  </a:lnTo>
                  <a:lnTo>
                    <a:pt x="254187" y="273794"/>
                  </a:lnTo>
                  <a:lnTo>
                    <a:pt x="258679" y="270956"/>
                  </a:lnTo>
                  <a:lnTo>
                    <a:pt x="263078" y="267977"/>
                  </a:lnTo>
                  <a:lnTo>
                    <a:pt x="267380" y="264859"/>
                  </a:lnTo>
                  <a:lnTo>
                    <a:pt x="271581" y="261607"/>
                  </a:lnTo>
                  <a:lnTo>
                    <a:pt x="275677" y="258222"/>
                  </a:lnTo>
                  <a:lnTo>
                    <a:pt x="279663" y="254709"/>
                  </a:lnTo>
                  <a:lnTo>
                    <a:pt x="283536" y="251071"/>
                  </a:lnTo>
                  <a:lnTo>
                    <a:pt x="287290" y="247312"/>
                  </a:lnTo>
                  <a:lnTo>
                    <a:pt x="290924" y="243436"/>
                  </a:lnTo>
                  <a:lnTo>
                    <a:pt x="294432" y="239446"/>
                  </a:lnTo>
                  <a:lnTo>
                    <a:pt x="297812" y="235346"/>
                  </a:lnTo>
                  <a:lnTo>
                    <a:pt x="301060" y="231142"/>
                  </a:lnTo>
                  <a:lnTo>
                    <a:pt x="304173" y="226836"/>
                  </a:lnTo>
                  <a:lnTo>
                    <a:pt x="307147" y="222433"/>
                  </a:lnTo>
                  <a:lnTo>
                    <a:pt x="309980" y="217938"/>
                  </a:lnTo>
                  <a:lnTo>
                    <a:pt x="312668" y="213355"/>
                  </a:lnTo>
                  <a:lnTo>
                    <a:pt x="315210" y="208690"/>
                  </a:lnTo>
                  <a:lnTo>
                    <a:pt x="317602" y="203945"/>
                  </a:lnTo>
                  <a:lnTo>
                    <a:pt x="319842" y="199127"/>
                  </a:lnTo>
                  <a:lnTo>
                    <a:pt x="321928" y="194241"/>
                  </a:lnTo>
                  <a:lnTo>
                    <a:pt x="323857" y="189290"/>
                  </a:lnTo>
                  <a:lnTo>
                    <a:pt x="325628" y="184281"/>
                  </a:lnTo>
                  <a:lnTo>
                    <a:pt x="327239" y="179218"/>
                  </a:lnTo>
                  <a:lnTo>
                    <a:pt x="328689" y="174107"/>
                  </a:lnTo>
                  <a:lnTo>
                    <a:pt x="329975" y="168951"/>
                  </a:lnTo>
                  <a:lnTo>
                    <a:pt x="331096" y="163758"/>
                  </a:lnTo>
                  <a:lnTo>
                    <a:pt x="332052" y="158532"/>
                  </a:lnTo>
                  <a:lnTo>
                    <a:pt x="332842" y="153277"/>
                  </a:lnTo>
                  <a:lnTo>
                    <a:pt x="333464" y="148001"/>
                  </a:lnTo>
                  <a:lnTo>
                    <a:pt x="333918" y="142707"/>
                  </a:lnTo>
                  <a:lnTo>
                    <a:pt x="334204" y="137402"/>
                  </a:lnTo>
                  <a:lnTo>
                    <a:pt x="334321" y="132090"/>
                  </a:lnTo>
                  <a:lnTo>
                    <a:pt x="334269" y="126777"/>
                  </a:lnTo>
                  <a:lnTo>
                    <a:pt x="334048" y="121468"/>
                  </a:lnTo>
                  <a:lnTo>
                    <a:pt x="333659" y="116170"/>
                  </a:lnTo>
                  <a:lnTo>
                    <a:pt x="333101" y="110886"/>
                  </a:lnTo>
                  <a:lnTo>
                    <a:pt x="332376" y="105622"/>
                  </a:lnTo>
                  <a:lnTo>
                    <a:pt x="167156" y="13106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g727"/>
            <p:cNvSpPr/>
            <p:nvPr/>
          </p:nvSpPr>
          <p:spPr>
            <a:xfrm>
              <a:off x="6728472" y="4213821"/>
              <a:ext cx="165219" cy="167167"/>
            </a:xfrm>
            <a:custGeom>
              <a:avLst/>
              <a:pathLst>
                <a:path w="165219" h="167167">
                  <a:moveTo>
                    <a:pt x="165219" y="141721"/>
                  </a:moveTo>
                  <a:lnTo>
                    <a:pt x="164313" y="136411"/>
                  </a:lnTo>
                  <a:lnTo>
                    <a:pt x="163237" y="131133"/>
                  </a:lnTo>
                  <a:lnTo>
                    <a:pt x="161991" y="125892"/>
                  </a:lnTo>
                  <a:lnTo>
                    <a:pt x="160577" y="120693"/>
                  </a:lnTo>
                  <a:lnTo>
                    <a:pt x="158996" y="115544"/>
                  </a:lnTo>
                  <a:lnTo>
                    <a:pt x="157250" y="110447"/>
                  </a:lnTo>
                  <a:lnTo>
                    <a:pt x="155341" y="105410"/>
                  </a:lnTo>
                  <a:lnTo>
                    <a:pt x="153271" y="100437"/>
                  </a:lnTo>
                  <a:lnTo>
                    <a:pt x="151041" y="95533"/>
                  </a:lnTo>
                  <a:lnTo>
                    <a:pt x="148654" y="90703"/>
                  </a:lnTo>
                  <a:lnTo>
                    <a:pt x="146113" y="85953"/>
                  </a:lnTo>
                  <a:lnTo>
                    <a:pt x="143421" y="81287"/>
                  </a:lnTo>
                  <a:lnTo>
                    <a:pt x="140579" y="76710"/>
                  </a:lnTo>
                  <a:lnTo>
                    <a:pt x="137591" y="72228"/>
                  </a:lnTo>
                  <a:lnTo>
                    <a:pt x="134461" y="67844"/>
                  </a:lnTo>
                  <a:lnTo>
                    <a:pt x="131191" y="63563"/>
                  </a:lnTo>
                  <a:lnTo>
                    <a:pt x="127784" y="59389"/>
                  </a:lnTo>
                  <a:lnTo>
                    <a:pt x="124245" y="55328"/>
                  </a:lnTo>
                  <a:lnTo>
                    <a:pt x="120577" y="51383"/>
                  </a:lnTo>
                  <a:lnTo>
                    <a:pt x="116784" y="47558"/>
                  </a:lnTo>
                  <a:lnTo>
                    <a:pt x="112869" y="43857"/>
                  </a:lnTo>
                  <a:lnTo>
                    <a:pt x="108837" y="40284"/>
                  </a:lnTo>
                  <a:lnTo>
                    <a:pt x="104692" y="36843"/>
                  </a:lnTo>
                  <a:lnTo>
                    <a:pt x="100439" y="33537"/>
                  </a:lnTo>
                  <a:lnTo>
                    <a:pt x="96081" y="30370"/>
                  </a:lnTo>
                  <a:lnTo>
                    <a:pt x="91623" y="27345"/>
                  </a:lnTo>
                  <a:lnTo>
                    <a:pt x="87070" y="24466"/>
                  </a:lnTo>
                  <a:lnTo>
                    <a:pt x="82427" y="21734"/>
                  </a:lnTo>
                  <a:lnTo>
                    <a:pt x="77698" y="19154"/>
                  </a:lnTo>
                  <a:lnTo>
                    <a:pt x="72889" y="16727"/>
                  </a:lnTo>
                  <a:lnTo>
                    <a:pt x="68004" y="14457"/>
                  </a:lnTo>
                  <a:lnTo>
                    <a:pt x="63048" y="12345"/>
                  </a:lnTo>
                  <a:lnTo>
                    <a:pt x="58026" y="10394"/>
                  </a:lnTo>
                  <a:lnTo>
                    <a:pt x="52945" y="8605"/>
                  </a:lnTo>
                  <a:lnTo>
                    <a:pt x="47808" y="6982"/>
                  </a:lnTo>
                  <a:lnTo>
                    <a:pt x="42622" y="5525"/>
                  </a:lnTo>
                  <a:lnTo>
                    <a:pt x="37392" y="4235"/>
                  </a:lnTo>
                  <a:lnTo>
                    <a:pt x="32122" y="3115"/>
                  </a:lnTo>
                  <a:lnTo>
                    <a:pt x="26820" y="2165"/>
                  </a:lnTo>
                  <a:lnTo>
                    <a:pt x="21489" y="1387"/>
                  </a:lnTo>
                  <a:lnTo>
                    <a:pt x="16136" y="780"/>
                  </a:lnTo>
                  <a:lnTo>
                    <a:pt x="10767" y="347"/>
                  </a:lnTo>
                  <a:lnTo>
                    <a:pt x="5386" y="8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g72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g72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g73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g73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g73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g73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g73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g73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g73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g73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g73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g73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g74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g74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g74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g74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g74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g74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g74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g74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g74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g74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g75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g75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g75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g753"/>
            <p:cNvSpPr/>
            <p:nvPr/>
          </p:nvSpPr>
          <p:spPr>
            <a:xfrm>
              <a:off x="6756531" y="3707720"/>
              <a:ext cx="162480" cy="167167"/>
            </a:xfrm>
            <a:custGeom>
              <a:avLst/>
              <a:pathLst>
                <a:path w="162480" h="167167">
                  <a:moveTo>
                    <a:pt x="162480" y="0"/>
                  </a:moveTo>
                  <a:lnTo>
                    <a:pt x="157044" y="88"/>
                  </a:lnTo>
                  <a:lnTo>
                    <a:pt x="151614" y="353"/>
                  </a:lnTo>
                  <a:lnTo>
                    <a:pt x="146195" y="795"/>
                  </a:lnTo>
                  <a:lnTo>
                    <a:pt x="140794" y="1412"/>
                  </a:lnTo>
                  <a:lnTo>
                    <a:pt x="135416" y="2205"/>
                  </a:lnTo>
                  <a:lnTo>
                    <a:pt x="130066" y="3172"/>
                  </a:lnTo>
                  <a:lnTo>
                    <a:pt x="124750" y="4313"/>
                  </a:lnTo>
                  <a:lnTo>
                    <a:pt x="119475" y="5626"/>
                  </a:lnTo>
                  <a:lnTo>
                    <a:pt x="114245" y="7110"/>
                  </a:lnTo>
                  <a:lnTo>
                    <a:pt x="109066" y="8763"/>
                  </a:lnTo>
                  <a:lnTo>
                    <a:pt x="103943" y="10583"/>
                  </a:lnTo>
                  <a:lnTo>
                    <a:pt x="98882" y="12570"/>
                  </a:lnTo>
                  <a:lnTo>
                    <a:pt x="93889" y="14719"/>
                  </a:lnTo>
                  <a:lnTo>
                    <a:pt x="88968" y="17030"/>
                  </a:lnTo>
                  <a:lnTo>
                    <a:pt x="84125" y="19500"/>
                  </a:lnTo>
                  <a:lnTo>
                    <a:pt x="79365" y="22126"/>
                  </a:lnTo>
                  <a:lnTo>
                    <a:pt x="74692" y="24906"/>
                  </a:lnTo>
                  <a:lnTo>
                    <a:pt x="70113" y="27835"/>
                  </a:lnTo>
                  <a:lnTo>
                    <a:pt x="65631" y="30913"/>
                  </a:lnTo>
                  <a:lnTo>
                    <a:pt x="61252" y="34134"/>
                  </a:lnTo>
                  <a:lnTo>
                    <a:pt x="56979" y="37496"/>
                  </a:lnTo>
                  <a:lnTo>
                    <a:pt x="52819" y="40995"/>
                  </a:lnTo>
                  <a:lnTo>
                    <a:pt x="48774" y="44628"/>
                  </a:lnTo>
                  <a:lnTo>
                    <a:pt x="44849" y="48390"/>
                  </a:lnTo>
                  <a:lnTo>
                    <a:pt x="41049" y="52278"/>
                  </a:lnTo>
                  <a:lnTo>
                    <a:pt x="37378" y="56287"/>
                  </a:lnTo>
                  <a:lnTo>
                    <a:pt x="33838" y="60413"/>
                  </a:lnTo>
                  <a:lnTo>
                    <a:pt x="30435" y="64653"/>
                  </a:lnTo>
                  <a:lnTo>
                    <a:pt x="27171" y="69001"/>
                  </a:lnTo>
                  <a:lnTo>
                    <a:pt x="24051" y="73453"/>
                  </a:lnTo>
                  <a:lnTo>
                    <a:pt x="21077" y="78004"/>
                  </a:lnTo>
                  <a:lnTo>
                    <a:pt x="18252" y="82649"/>
                  </a:lnTo>
                  <a:lnTo>
                    <a:pt x="15580" y="87383"/>
                  </a:lnTo>
                  <a:lnTo>
                    <a:pt x="13064" y="92202"/>
                  </a:lnTo>
                  <a:lnTo>
                    <a:pt x="10705" y="97100"/>
                  </a:lnTo>
                  <a:lnTo>
                    <a:pt x="8507" y="102073"/>
                  </a:lnTo>
                  <a:lnTo>
                    <a:pt x="6472" y="107114"/>
                  </a:lnTo>
                  <a:lnTo>
                    <a:pt x="4601" y="112219"/>
                  </a:lnTo>
                  <a:lnTo>
                    <a:pt x="2898" y="117381"/>
                  </a:lnTo>
                  <a:lnTo>
                    <a:pt x="1364" y="122597"/>
                  </a:lnTo>
                  <a:lnTo>
                    <a:pt x="0" y="127859"/>
                  </a:lnTo>
                  <a:lnTo>
                    <a:pt x="16248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g754"/>
            <p:cNvSpPr/>
            <p:nvPr/>
          </p:nvSpPr>
          <p:spPr>
            <a:xfrm>
              <a:off x="6751863" y="3710866"/>
              <a:ext cx="334300" cy="331189"/>
            </a:xfrm>
            <a:custGeom>
              <a:avLst/>
              <a:pathLst>
                <a:path w="334300" h="331189">
                  <a:moveTo>
                    <a:pt x="4667" y="124714"/>
                  </a:moveTo>
                  <a:lnTo>
                    <a:pt x="3502" y="129884"/>
                  </a:lnTo>
                  <a:lnTo>
                    <a:pt x="2502" y="135088"/>
                  </a:lnTo>
                  <a:lnTo>
                    <a:pt x="1668" y="140322"/>
                  </a:lnTo>
                  <a:lnTo>
                    <a:pt x="1000" y="145579"/>
                  </a:lnTo>
                  <a:lnTo>
                    <a:pt x="499" y="150855"/>
                  </a:lnTo>
                  <a:lnTo>
                    <a:pt x="165" y="156144"/>
                  </a:lnTo>
                  <a:lnTo>
                    <a:pt x="0" y="161441"/>
                  </a:lnTo>
                  <a:lnTo>
                    <a:pt x="2" y="166740"/>
                  </a:lnTo>
                  <a:lnTo>
                    <a:pt x="172" y="172037"/>
                  </a:lnTo>
                  <a:lnTo>
                    <a:pt x="510" y="177325"/>
                  </a:lnTo>
                  <a:lnTo>
                    <a:pt x="1015" y="182601"/>
                  </a:lnTo>
                  <a:lnTo>
                    <a:pt x="1688" y="187857"/>
                  </a:lnTo>
                  <a:lnTo>
                    <a:pt x="2526" y="193090"/>
                  </a:lnTo>
                  <a:lnTo>
                    <a:pt x="3530" y="198294"/>
                  </a:lnTo>
                  <a:lnTo>
                    <a:pt x="4699" y="203463"/>
                  </a:lnTo>
                  <a:lnTo>
                    <a:pt x="6031" y="208592"/>
                  </a:lnTo>
                  <a:lnTo>
                    <a:pt x="7525" y="213677"/>
                  </a:lnTo>
                  <a:lnTo>
                    <a:pt x="9179" y="218711"/>
                  </a:lnTo>
                  <a:lnTo>
                    <a:pt x="10992" y="223691"/>
                  </a:lnTo>
                  <a:lnTo>
                    <a:pt x="12962" y="228611"/>
                  </a:lnTo>
                  <a:lnTo>
                    <a:pt x="15086" y="233466"/>
                  </a:lnTo>
                  <a:lnTo>
                    <a:pt x="17364" y="238251"/>
                  </a:lnTo>
                  <a:lnTo>
                    <a:pt x="19792" y="242961"/>
                  </a:lnTo>
                  <a:lnTo>
                    <a:pt x="22368" y="247593"/>
                  </a:lnTo>
                  <a:lnTo>
                    <a:pt x="25090" y="252140"/>
                  </a:lnTo>
                  <a:lnTo>
                    <a:pt x="27955" y="256598"/>
                  </a:lnTo>
                  <a:lnTo>
                    <a:pt x="30959" y="260964"/>
                  </a:lnTo>
                  <a:lnTo>
                    <a:pt x="34100" y="265232"/>
                  </a:lnTo>
                  <a:lnTo>
                    <a:pt x="37375" y="269398"/>
                  </a:lnTo>
                  <a:lnTo>
                    <a:pt x="40781" y="273459"/>
                  </a:lnTo>
                  <a:lnTo>
                    <a:pt x="44313" y="277409"/>
                  </a:lnTo>
                  <a:lnTo>
                    <a:pt x="47969" y="281246"/>
                  </a:lnTo>
                  <a:lnTo>
                    <a:pt x="51745" y="284965"/>
                  </a:lnTo>
                  <a:lnTo>
                    <a:pt x="55636" y="288562"/>
                  </a:lnTo>
                  <a:lnTo>
                    <a:pt x="59640" y="292034"/>
                  </a:lnTo>
                  <a:lnTo>
                    <a:pt x="63752" y="295377"/>
                  </a:lnTo>
                  <a:lnTo>
                    <a:pt x="67967" y="298589"/>
                  </a:lnTo>
                  <a:lnTo>
                    <a:pt x="72283" y="301665"/>
                  </a:lnTo>
                  <a:lnTo>
                    <a:pt x="76693" y="304603"/>
                  </a:lnTo>
                  <a:lnTo>
                    <a:pt x="81195" y="307399"/>
                  </a:lnTo>
                  <a:lnTo>
                    <a:pt x="85783" y="310052"/>
                  </a:lnTo>
                  <a:lnTo>
                    <a:pt x="90453" y="312557"/>
                  </a:lnTo>
                  <a:lnTo>
                    <a:pt x="95199" y="314914"/>
                  </a:lnTo>
                  <a:lnTo>
                    <a:pt x="100019" y="317119"/>
                  </a:lnTo>
                  <a:lnTo>
                    <a:pt x="104905" y="319169"/>
                  </a:lnTo>
                  <a:lnTo>
                    <a:pt x="109854" y="321064"/>
                  </a:lnTo>
                  <a:lnTo>
                    <a:pt x="114861" y="322802"/>
                  </a:lnTo>
                  <a:lnTo>
                    <a:pt x="119920" y="324379"/>
                  </a:lnTo>
                  <a:lnTo>
                    <a:pt x="125027" y="325795"/>
                  </a:lnTo>
                  <a:lnTo>
                    <a:pt x="130176" y="327049"/>
                  </a:lnTo>
                  <a:lnTo>
                    <a:pt x="135362" y="328139"/>
                  </a:lnTo>
                  <a:lnTo>
                    <a:pt x="140580" y="329064"/>
                  </a:lnTo>
                  <a:lnTo>
                    <a:pt x="145825" y="329823"/>
                  </a:lnTo>
                  <a:lnTo>
                    <a:pt x="151091" y="330416"/>
                  </a:lnTo>
                  <a:lnTo>
                    <a:pt x="156374" y="330841"/>
                  </a:lnTo>
                  <a:lnTo>
                    <a:pt x="161667" y="331099"/>
                  </a:lnTo>
                  <a:lnTo>
                    <a:pt x="166966" y="331189"/>
                  </a:lnTo>
                  <a:lnTo>
                    <a:pt x="172264" y="331111"/>
                  </a:lnTo>
                  <a:lnTo>
                    <a:pt x="177558" y="330864"/>
                  </a:lnTo>
                  <a:lnTo>
                    <a:pt x="182842" y="330451"/>
                  </a:lnTo>
                  <a:lnTo>
                    <a:pt x="188109" y="329869"/>
                  </a:lnTo>
                  <a:lnTo>
                    <a:pt x="193356" y="329122"/>
                  </a:lnTo>
                  <a:lnTo>
                    <a:pt x="198576" y="328208"/>
                  </a:lnTo>
                  <a:lnTo>
                    <a:pt x="203764" y="327129"/>
                  </a:lnTo>
                  <a:lnTo>
                    <a:pt x="208916" y="325887"/>
                  </a:lnTo>
                  <a:lnTo>
                    <a:pt x="214026" y="324481"/>
                  </a:lnTo>
                  <a:lnTo>
                    <a:pt x="219088" y="322915"/>
                  </a:lnTo>
                  <a:lnTo>
                    <a:pt x="224099" y="321188"/>
                  </a:lnTo>
                  <a:lnTo>
                    <a:pt x="229052" y="319304"/>
                  </a:lnTo>
                  <a:lnTo>
                    <a:pt x="233943" y="317264"/>
                  </a:lnTo>
                  <a:lnTo>
                    <a:pt x="238767" y="315070"/>
                  </a:lnTo>
                  <a:lnTo>
                    <a:pt x="243519" y="312723"/>
                  </a:lnTo>
                  <a:lnTo>
                    <a:pt x="248194" y="310228"/>
                  </a:lnTo>
                  <a:lnTo>
                    <a:pt x="252788" y="307585"/>
                  </a:lnTo>
                  <a:lnTo>
                    <a:pt x="257295" y="304799"/>
                  </a:lnTo>
                  <a:lnTo>
                    <a:pt x="261712" y="301871"/>
                  </a:lnTo>
                  <a:lnTo>
                    <a:pt x="266034" y="298804"/>
                  </a:lnTo>
                  <a:lnTo>
                    <a:pt x="270257" y="295602"/>
                  </a:lnTo>
                  <a:lnTo>
                    <a:pt x="274376" y="292267"/>
                  </a:lnTo>
                  <a:lnTo>
                    <a:pt x="278387" y="288804"/>
                  </a:lnTo>
                  <a:lnTo>
                    <a:pt x="282286" y="285215"/>
                  </a:lnTo>
                  <a:lnTo>
                    <a:pt x="286070" y="281504"/>
                  </a:lnTo>
                  <a:lnTo>
                    <a:pt x="289734" y="277676"/>
                  </a:lnTo>
                  <a:lnTo>
                    <a:pt x="293275" y="273733"/>
                  </a:lnTo>
                  <a:lnTo>
                    <a:pt x="296690" y="269680"/>
                  </a:lnTo>
                  <a:lnTo>
                    <a:pt x="299974" y="265521"/>
                  </a:lnTo>
                  <a:lnTo>
                    <a:pt x="303124" y="261259"/>
                  </a:lnTo>
                  <a:lnTo>
                    <a:pt x="306138" y="256900"/>
                  </a:lnTo>
                  <a:lnTo>
                    <a:pt x="309012" y="252448"/>
                  </a:lnTo>
                  <a:lnTo>
                    <a:pt x="311744" y="247907"/>
                  </a:lnTo>
                  <a:lnTo>
                    <a:pt x="314330" y="243281"/>
                  </a:lnTo>
                  <a:lnTo>
                    <a:pt x="316769" y="238576"/>
                  </a:lnTo>
                  <a:lnTo>
                    <a:pt x="319057" y="233796"/>
                  </a:lnTo>
                  <a:lnTo>
                    <a:pt x="321192" y="228946"/>
                  </a:lnTo>
                  <a:lnTo>
                    <a:pt x="323172" y="224030"/>
                  </a:lnTo>
                  <a:lnTo>
                    <a:pt x="324996" y="219054"/>
                  </a:lnTo>
                  <a:lnTo>
                    <a:pt x="326661" y="214023"/>
                  </a:lnTo>
                  <a:lnTo>
                    <a:pt x="328166" y="208942"/>
                  </a:lnTo>
                  <a:lnTo>
                    <a:pt x="329509" y="203815"/>
                  </a:lnTo>
                  <a:lnTo>
                    <a:pt x="330689" y="198649"/>
                  </a:lnTo>
                  <a:lnTo>
                    <a:pt x="331704" y="193447"/>
                  </a:lnTo>
                  <a:lnTo>
                    <a:pt x="332554" y="188217"/>
                  </a:lnTo>
                  <a:lnTo>
                    <a:pt x="333238" y="182961"/>
                  </a:lnTo>
                  <a:lnTo>
                    <a:pt x="333755" y="177687"/>
                  </a:lnTo>
                  <a:lnTo>
                    <a:pt x="334104" y="172399"/>
                  </a:lnTo>
                  <a:lnTo>
                    <a:pt x="334286" y="167103"/>
                  </a:lnTo>
                  <a:lnTo>
                    <a:pt x="334300" y="161803"/>
                  </a:lnTo>
                  <a:lnTo>
                    <a:pt x="334145" y="156506"/>
                  </a:lnTo>
                  <a:lnTo>
                    <a:pt x="333823" y="151216"/>
                  </a:lnTo>
                  <a:lnTo>
                    <a:pt x="333334" y="145940"/>
                  </a:lnTo>
                  <a:lnTo>
                    <a:pt x="332677" y="140681"/>
                  </a:lnTo>
                  <a:lnTo>
                    <a:pt x="331854" y="135446"/>
                  </a:lnTo>
                  <a:lnTo>
                    <a:pt x="330865" y="130239"/>
                  </a:lnTo>
                  <a:lnTo>
                    <a:pt x="329712" y="125067"/>
                  </a:lnTo>
                  <a:lnTo>
                    <a:pt x="328396" y="119933"/>
                  </a:lnTo>
                  <a:lnTo>
                    <a:pt x="326917" y="114844"/>
                  </a:lnTo>
                  <a:lnTo>
                    <a:pt x="325278" y="109805"/>
                  </a:lnTo>
                  <a:lnTo>
                    <a:pt x="323480" y="104820"/>
                  </a:lnTo>
                  <a:lnTo>
                    <a:pt x="321525" y="99894"/>
                  </a:lnTo>
                  <a:lnTo>
                    <a:pt x="319415" y="95033"/>
                  </a:lnTo>
                  <a:lnTo>
                    <a:pt x="317152" y="90241"/>
                  </a:lnTo>
                  <a:lnTo>
                    <a:pt x="314738" y="85523"/>
                  </a:lnTo>
                  <a:lnTo>
                    <a:pt x="312175" y="80884"/>
                  </a:lnTo>
                  <a:lnTo>
                    <a:pt x="309467" y="76329"/>
                  </a:lnTo>
                  <a:lnTo>
                    <a:pt x="306616" y="71862"/>
                  </a:lnTo>
                  <a:lnTo>
                    <a:pt x="303625" y="67487"/>
                  </a:lnTo>
                  <a:lnTo>
                    <a:pt x="300496" y="63210"/>
                  </a:lnTo>
                  <a:lnTo>
                    <a:pt x="297234" y="59034"/>
                  </a:lnTo>
                  <a:lnTo>
                    <a:pt x="293840" y="54963"/>
                  </a:lnTo>
                  <a:lnTo>
                    <a:pt x="290320" y="51002"/>
                  </a:lnTo>
                  <a:lnTo>
                    <a:pt x="286675" y="47154"/>
                  </a:lnTo>
                  <a:lnTo>
                    <a:pt x="282911" y="43424"/>
                  </a:lnTo>
                  <a:lnTo>
                    <a:pt x="279030" y="39815"/>
                  </a:lnTo>
                  <a:lnTo>
                    <a:pt x="275037" y="36331"/>
                  </a:lnTo>
                  <a:lnTo>
                    <a:pt x="270935" y="32976"/>
                  </a:lnTo>
                  <a:lnTo>
                    <a:pt x="266729" y="29752"/>
                  </a:lnTo>
                  <a:lnTo>
                    <a:pt x="262423" y="26663"/>
                  </a:lnTo>
                  <a:lnTo>
                    <a:pt x="258021" y="23712"/>
                  </a:lnTo>
                  <a:lnTo>
                    <a:pt x="253528" y="20902"/>
                  </a:lnTo>
                  <a:lnTo>
                    <a:pt x="248948" y="18235"/>
                  </a:lnTo>
                  <a:lnTo>
                    <a:pt x="244286" y="15716"/>
                  </a:lnTo>
                  <a:lnTo>
                    <a:pt x="239546" y="13345"/>
                  </a:lnTo>
                  <a:lnTo>
                    <a:pt x="234734" y="11126"/>
                  </a:lnTo>
                  <a:lnTo>
                    <a:pt x="229853" y="9061"/>
                  </a:lnTo>
                  <a:lnTo>
                    <a:pt x="224910" y="7151"/>
                  </a:lnTo>
                  <a:lnTo>
                    <a:pt x="219908" y="5399"/>
                  </a:lnTo>
                  <a:lnTo>
                    <a:pt x="214854" y="3806"/>
                  </a:lnTo>
                  <a:lnTo>
                    <a:pt x="209751" y="2374"/>
                  </a:lnTo>
                  <a:lnTo>
                    <a:pt x="204606" y="1105"/>
                  </a:lnTo>
                  <a:lnTo>
                    <a:pt x="199423" y="0"/>
                  </a:lnTo>
                  <a:lnTo>
                    <a:pt x="167147" y="16402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g755"/>
            <p:cNvSpPr/>
            <p:nvPr/>
          </p:nvSpPr>
          <p:spPr>
            <a:xfrm>
              <a:off x="6919011" y="3707720"/>
              <a:ext cx="32276" cy="167167"/>
            </a:xfrm>
            <a:custGeom>
              <a:avLst/>
              <a:pathLst>
                <a:path w="32276" h="167167">
                  <a:moveTo>
                    <a:pt x="32276" y="3145"/>
                  </a:moveTo>
                  <a:lnTo>
                    <a:pt x="25879" y="2015"/>
                  </a:lnTo>
                  <a:lnTo>
                    <a:pt x="19444" y="1134"/>
                  </a:lnTo>
                  <a:lnTo>
                    <a:pt x="12979" y="504"/>
                  </a:lnTo>
                  <a:lnTo>
                    <a:pt x="6494" y="12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tx756"/>
            <p:cNvSpPr/>
            <p:nvPr/>
          </p:nvSpPr>
          <p:spPr>
            <a:xfrm>
              <a:off x="6777419" y="3269982"/>
              <a:ext cx="412718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AKN</a:t>
              </a:r>
            </a:p>
          </p:txBody>
        </p:sp>
        <p:sp>
          <p:nvSpPr>
            <p:cNvPr id="757" name="tx757"/>
            <p:cNvSpPr/>
            <p:nvPr/>
          </p:nvSpPr>
          <p:spPr>
            <a:xfrm>
              <a:off x="6723255" y="2731398"/>
              <a:ext cx="39151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GEN</a:t>
              </a:r>
            </a:p>
          </p:txBody>
        </p:sp>
        <p:sp>
          <p:nvSpPr>
            <p:cNvPr id="758" name="tx758"/>
            <p:cNvSpPr/>
            <p:nvPr/>
          </p:nvSpPr>
          <p:spPr>
            <a:xfrm>
              <a:off x="6537972" y="22252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TOB</a:t>
              </a:r>
            </a:p>
          </p:txBody>
        </p:sp>
        <p:sp>
          <p:nvSpPr>
            <p:cNvPr id="759" name="tx759"/>
            <p:cNvSpPr/>
            <p:nvPr/>
          </p:nvSpPr>
          <p:spPr>
            <a:xfrm>
              <a:off x="6248501" y="1779837"/>
              <a:ext cx="34946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FOS</a:t>
              </a:r>
            </a:p>
          </p:txBody>
        </p:sp>
        <p:sp>
          <p:nvSpPr>
            <p:cNvPr id="760" name="tx760"/>
            <p:cNvSpPr/>
            <p:nvPr/>
          </p:nvSpPr>
          <p:spPr>
            <a:xfrm>
              <a:off x="5798773" y="1425231"/>
              <a:ext cx="444531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AMX</a:t>
              </a:r>
            </a:p>
          </p:txBody>
        </p:sp>
        <p:sp>
          <p:nvSpPr>
            <p:cNvPr id="761" name="tx761"/>
            <p:cNvSpPr/>
            <p:nvPr/>
          </p:nvSpPr>
          <p:spPr>
            <a:xfrm>
              <a:off x="5391826" y="1169363"/>
              <a:ext cx="30686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TIC</a:t>
              </a:r>
            </a:p>
          </p:txBody>
        </p:sp>
        <p:sp>
          <p:nvSpPr>
            <p:cNvPr id="762" name="tx762"/>
            <p:cNvSpPr/>
            <p:nvPr/>
          </p:nvSpPr>
          <p:spPr>
            <a:xfrm>
              <a:off x="4817138" y="1039827"/>
              <a:ext cx="412812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MEC</a:t>
              </a:r>
            </a:p>
          </p:txBody>
        </p:sp>
        <p:sp>
          <p:nvSpPr>
            <p:cNvPr id="763" name="tx763"/>
            <p:cNvSpPr/>
            <p:nvPr/>
          </p:nvSpPr>
          <p:spPr>
            <a:xfrm>
              <a:off x="4285158" y="1045594"/>
              <a:ext cx="402114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TEM</a:t>
              </a:r>
            </a:p>
          </p:txBody>
        </p:sp>
        <p:sp>
          <p:nvSpPr>
            <p:cNvPr id="764" name="tx764"/>
            <p:cNvSpPr/>
            <p:nvPr/>
          </p:nvSpPr>
          <p:spPr>
            <a:xfrm>
              <a:off x="3747491" y="1169363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AMC</a:t>
              </a:r>
            </a:p>
          </p:txBody>
        </p:sp>
        <p:sp>
          <p:nvSpPr>
            <p:cNvPr id="765" name="tx765"/>
            <p:cNvSpPr/>
            <p:nvPr/>
          </p:nvSpPr>
          <p:spPr>
            <a:xfrm>
              <a:off x="3319382" y="1426673"/>
              <a:ext cx="338677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TZP</a:t>
              </a:r>
            </a:p>
          </p:txBody>
        </p:sp>
        <p:sp>
          <p:nvSpPr>
            <p:cNvPr id="766" name="tx766"/>
            <p:cNvSpPr/>
            <p:nvPr/>
          </p:nvSpPr>
          <p:spPr>
            <a:xfrm>
              <a:off x="2869514" y="1779837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CXM</a:t>
              </a:r>
            </a:p>
          </p:txBody>
        </p:sp>
        <p:sp>
          <p:nvSpPr>
            <p:cNvPr id="767" name="tx767"/>
            <p:cNvSpPr/>
            <p:nvPr/>
          </p:nvSpPr>
          <p:spPr>
            <a:xfrm>
              <a:off x="2590741" y="2225298"/>
              <a:ext cx="381093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FOX</a:t>
              </a:r>
            </a:p>
          </p:txBody>
        </p:sp>
        <p:sp>
          <p:nvSpPr>
            <p:cNvPr id="768" name="tx768"/>
            <p:cNvSpPr/>
            <p:nvPr/>
          </p:nvSpPr>
          <p:spPr>
            <a:xfrm>
              <a:off x="2400248" y="27313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CAZ</a:t>
              </a:r>
            </a:p>
          </p:txBody>
        </p:sp>
        <p:sp>
          <p:nvSpPr>
            <p:cNvPr id="769" name="tx769"/>
            <p:cNvSpPr/>
            <p:nvPr/>
          </p:nvSpPr>
          <p:spPr>
            <a:xfrm>
              <a:off x="2324783" y="3268726"/>
              <a:ext cx="40239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CFM</a:t>
              </a:r>
            </a:p>
          </p:txBody>
        </p:sp>
        <p:sp>
          <p:nvSpPr>
            <p:cNvPr id="770" name="tx770"/>
            <p:cNvSpPr/>
            <p:nvPr/>
          </p:nvSpPr>
          <p:spPr>
            <a:xfrm>
              <a:off x="2394900" y="3806055"/>
              <a:ext cx="39169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CRO</a:t>
              </a:r>
            </a:p>
          </p:txBody>
        </p:sp>
        <p:sp>
          <p:nvSpPr>
            <p:cNvPr id="771" name="tx771"/>
            <p:cNvSpPr/>
            <p:nvPr/>
          </p:nvSpPr>
          <p:spPr>
            <a:xfrm>
              <a:off x="2590787" y="4312155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CTX</a:t>
              </a:r>
            </a:p>
          </p:txBody>
        </p:sp>
        <p:sp>
          <p:nvSpPr>
            <p:cNvPr id="772" name="tx772"/>
            <p:cNvSpPr/>
            <p:nvPr/>
          </p:nvSpPr>
          <p:spPr>
            <a:xfrm>
              <a:off x="2922395" y="4763383"/>
              <a:ext cx="328259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FEP</a:t>
              </a:r>
            </a:p>
          </p:txBody>
        </p:sp>
        <p:sp>
          <p:nvSpPr>
            <p:cNvPr id="773" name="tx773"/>
            <p:cNvSpPr/>
            <p:nvPr/>
          </p:nvSpPr>
          <p:spPr>
            <a:xfrm>
              <a:off x="3308824" y="5122314"/>
              <a:ext cx="359791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ERT</a:t>
              </a:r>
            </a:p>
          </p:txBody>
        </p:sp>
        <p:sp>
          <p:nvSpPr>
            <p:cNvPr id="774" name="tx774"/>
            <p:cNvSpPr/>
            <p:nvPr/>
          </p:nvSpPr>
          <p:spPr>
            <a:xfrm>
              <a:off x="3795116" y="5373857"/>
              <a:ext cx="338770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IMP</a:t>
              </a:r>
            </a:p>
          </p:txBody>
        </p:sp>
        <p:sp>
          <p:nvSpPr>
            <p:cNvPr id="775" name="tx775"/>
            <p:cNvSpPr/>
            <p:nvPr/>
          </p:nvSpPr>
          <p:spPr>
            <a:xfrm>
              <a:off x="4300924" y="5498928"/>
              <a:ext cx="370582" cy="1291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FUR</a:t>
              </a:r>
            </a:p>
          </p:txBody>
        </p:sp>
        <p:sp>
          <p:nvSpPr>
            <p:cNvPr id="776" name="tx776"/>
            <p:cNvSpPr/>
            <p:nvPr/>
          </p:nvSpPr>
          <p:spPr>
            <a:xfrm>
              <a:off x="4875320" y="5497626"/>
              <a:ext cx="29644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CIP</a:t>
              </a:r>
            </a:p>
          </p:txBody>
        </p:sp>
        <p:sp>
          <p:nvSpPr>
            <p:cNvPr id="777" name="tx777"/>
            <p:cNvSpPr/>
            <p:nvPr/>
          </p:nvSpPr>
          <p:spPr>
            <a:xfrm>
              <a:off x="5360107" y="5369532"/>
              <a:ext cx="370302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LEV</a:t>
              </a:r>
            </a:p>
          </p:txBody>
        </p:sp>
        <p:sp>
          <p:nvSpPr>
            <p:cNvPr id="778" name="tx778"/>
            <p:cNvSpPr/>
            <p:nvPr/>
          </p:nvSpPr>
          <p:spPr>
            <a:xfrm>
              <a:off x="5819935" y="5116547"/>
              <a:ext cx="402208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NOR</a:t>
              </a:r>
            </a:p>
          </p:txBody>
        </p:sp>
        <p:sp>
          <p:nvSpPr>
            <p:cNvPr id="779" name="tx779"/>
            <p:cNvSpPr/>
            <p:nvPr/>
          </p:nvSpPr>
          <p:spPr>
            <a:xfrm>
              <a:off x="6243292" y="4757616"/>
              <a:ext cx="359885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OFL</a:t>
              </a:r>
            </a:p>
          </p:txBody>
        </p:sp>
        <p:sp>
          <p:nvSpPr>
            <p:cNvPr id="780" name="tx780"/>
            <p:cNvSpPr/>
            <p:nvPr/>
          </p:nvSpPr>
          <p:spPr>
            <a:xfrm>
              <a:off x="6532716" y="4313411"/>
              <a:ext cx="391510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NAL</a:t>
              </a:r>
            </a:p>
          </p:txBody>
        </p:sp>
        <p:sp>
          <p:nvSpPr>
            <p:cNvPr id="781" name="tx781"/>
            <p:cNvSpPr/>
            <p:nvPr/>
          </p:nvSpPr>
          <p:spPr>
            <a:xfrm>
              <a:off x="6739068" y="3805915"/>
              <a:ext cx="359885" cy="1319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TSU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2025-06-06T04:10:45Z</dcterms:modified>
  <cp:category/>
</cp:coreProperties>
</file>